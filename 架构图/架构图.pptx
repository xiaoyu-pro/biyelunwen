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1" r:id="rId3"/>
    <p:sldId id="258" r:id="rId4"/>
    <p:sldId id="260" r:id="rId5"/>
    <p:sldId id="259" r:id="rId6"/>
    <p:sldId id="257" r:id="rId7"/>
    <p:sldId id="263" r:id="rId8"/>
    <p:sldId id="264" r:id="rId9"/>
    <p:sldId id="265" r:id="rId10"/>
    <p:sldId id="266" r:id="rId11"/>
    <p:sldId id="269" r:id="rId12"/>
    <p:sldId id="267" r:id="rId13"/>
    <p:sldId id="268" r:id="rId14"/>
    <p:sldId id="271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7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259ADA-8B68-4234-985E-3C5FFCE00D04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B38F7A-8331-4DD4-95B7-404C618721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937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B38F7A-8331-4DD4-95B7-404C6187213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735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841A1-7586-7540-7DCC-BE845CCBB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24BC74-803C-BACF-F9AE-60A38B879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FB269F-7264-ABAA-DE79-BC38BD04D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95E0-6814-4250-8927-D010202F29F3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67DDDC-6B36-ACEE-E223-9007CFE09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106D02-7C2F-1ABB-B7C6-CF40F484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47E-3B7F-4944-822C-845718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35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E6258-EE67-1392-044C-59019E521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9A7DBB-083E-0938-2511-F90B2A206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360E18-60B0-D498-2F18-3A0C1397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95E0-6814-4250-8927-D010202F29F3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42B1BF-028A-9C5C-2D87-993F9022C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51E211-4600-6EC2-18CA-ED7D8729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47E-3B7F-4944-822C-845718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470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FA4D3-24D5-4B68-9644-C607D2BE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77D862-7CAF-3D1A-D0A6-94A6A73A3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A4DEF-EDD7-2BF5-950F-98A3BB94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95E0-6814-4250-8927-D010202F29F3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04B2A1-1A99-1875-F7B9-F771CABB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6206D8-B753-C556-35D0-DC4B8AA09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47E-3B7F-4944-822C-845718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00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F38BA-22D5-7D8D-FCAA-F1BC16E3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61FBDE-397D-62AD-6A2A-2864E6D1E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7634E4-7F9B-12C3-0622-488F21901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95EAA5-2ACE-71DF-D962-0B5414AD4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95E0-6814-4250-8927-D010202F29F3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030277-53C4-C98E-0580-4A5A65D5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4AFBEC-35E5-4A14-7215-6C44D61C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47E-3B7F-4944-822C-845718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892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13A4C-EDC0-B4B7-AB1C-969475ABB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3C9E2D-61BB-172A-983F-BDE6A0F17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144E49-6BD3-E4C7-1CF8-F75FAD88D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60255A-8A8D-CA75-5980-3EBAC1567F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9D75CC-7B98-6733-5D90-5D984DE7C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FFBC41-4DF2-8883-3B4F-F67A97C0A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95E0-6814-4250-8927-D010202F29F3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C1B01DC-DA2C-1967-69CD-23E0AD5C3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D200D61-5B27-9408-A8F1-6E6FF257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47E-3B7F-4944-822C-845718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489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D27979-3E4B-7750-3FCD-DDF36213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74113B-A487-E765-0BBE-84AB12C69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95E0-6814-4250-8927-D010202F29F3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E5E050-D44F-34C3-6D6E-AAAB0ABFC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C643A4-C8C5-48E8-3C75-F63C114A0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47E-3B7F-4944-822C-845718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24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696E342-5FD7-AC8B-DBBF-7F3BAFACA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95E0-6814-4250-8927-D010202F29F3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A9B91F-F2B2-84C8-36E9-5F621A03A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0EDD29-CC69-6DD4-6656-A4FFDE5CB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47E-3B7F-4944-822C-845718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65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B762BA-D336-C353-3A21-59E6815EE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2DD9FB-F8F2-9DD3-A8ED-3E817DD7A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4658A5-6AE9-B3D3-A6B5-9C131A69C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D0B951-4F9C-D43D-4093-5703D16B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95E0-6814-4250-8927-D010202F29F3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E5B449-8C37-71C8-9FC6-E807D2C4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5211EC-E7A6-530D-D23E-700053A63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47E-3B7F-4944-822C-845718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664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4AEB6-4A11-1724-1FC1-33BD6F3B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ECC6C6-4875-D9FA-B77C-56077DF54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F867FD-FD7F-28FE-472B-9C4D73876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EBFEE8-38FB-D31D-F778-9FF888A6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95E0-6814-4250-8927-D010202F29F3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00D28A-8976-FAB0-2BDB-10E226FC0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BD2EE4-8044-3FD1-902C-18F040ED9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47E-3B7F-4944-822C-845718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998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995B3-CE05-A5E4-54D1-7AD75FBF7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0E7E18-13A8-BBCB-841C-1F99704DD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2585D9-04B0-C4BE-C4F2-D6832EF06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95E0-6814-4250-8927-D010202F29F3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C7D182-D008-29EB-3A40-D7B0010E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FD927-F212-7F89-808A-BE092DB92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47E-3B7F-4944-822C-845718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332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7CEAFF1-A1BD-9B07-5B4C-4B1145BEE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7F1CFF-5597-E502-B20C-F2F32F99C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0C20AB-D5E5-42C4-EFF6-0D39A6511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95E0-6814-4250-8927-D010202F29F3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082BA7-D6FC-E8AA-4EBB-480AC671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D50DC-580F-94EC-270A-A6C802AE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47E-3B7F-4944-822C-845718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750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273410-FF2F-2E39-B1B4-443BF3F22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CA9F3A-0CB0-6854-3DEB-5D279E84A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114CE4-90E7-8CF5-CA42-7F690C6981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895E0-6814-4250-8927-D010202F29F3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F93BA1-0B6D-B0BF-2BF0-546D606AB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CEF8F9-4F31-BB18-1E9E-D1CD2C65E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1B47E-3B7F-4944-822C-845718996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8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" Type="http://schemas.openxmlformats.org/officeDocument/2006/relationships/image" Target="../media/image19.png"/><Relationship Id="rId21" Type="http://schemas.openxmlformats.org/officeDocument/2006/relationships/image" Target="../media/image37.png"/><Relationship Id="rId34" Type="http://schemas.openxmlformats.org/officeDocument/2006/relationships/image" Target="../media/image50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33" Type="http://schemas.openxmlformats.org/officeDocument/2006/relationships/image" Target="../media/image49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29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image" Target="../media/image40.png"/><Relationship Id="rId32" Type="http://schemas.openxmlformats.org/officeDocument/2006/relationships/image" Target="../media/image48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31" Type="http://schemas.openxmlformats.org/officeDocument/2006/relationships/image" Target="../media/image47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Relationship Id="rId30" Type="http://schemas.openxmlformats.org/officeDocument/2006/relationships/image" Target="../media/image46.png"/><Relationship Id="rId35" Type="http://schemas.openxmlformats.org/officeDocument/2006/relationships/image" Target="../media/image51.png"/><Relationship Id="rId8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10.png"/><Relationship Id="rId21" Type="http://schemas.openxmlformats.org/officeDocument/2006/relationships/image" Target="../media/image360.png"/><Relationship Id="rId34" Type="http://schemas.openxmlformats.org/officeDocument/2006/relationships/image" Target="../media/image490.png"/><Relationship Id="rId42" Type="http://schemas.openxmlformats.org/officeDocument/2006/relationships/image" Target="../media/image570.png"/><Relationship Id="rId47" Type="http://schemas.openxmlformats.org/officeDocument/2006/relationships/image" Target="../media/image62.png"/><Relationship Id="rId50" Type="http://schemas.openxmlformats.org/officeDocument/2006/relationships/image" Target="../media/image65.png"/><Relationship Id="rId55" Type="http://schemas.openxmlformats.org/officeDocument/2006/relationships/image" Target="../media/image70.png"/><Relationship Id="rId63" Type="http://schemas.openxmlformats.org/officeDocument/2006/relationships/image" Target="../media/image78.png"/><Relationship Id="rId68" Type="http://schemas.openxmlformats.org/officeDocument/2006/relationships/image" Target="../media/image83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10.png"/><Relationship Id="rId29" Type="http://schemas.openxmlformats.org/officeDocument/2006/relationships/image" Target="../media/image440.png"/><Relationship Id="rId11" Type="http://schemas.openxmlformats.org/officeDocument/2006/relationships/image" Target="../media/image260.png"/><Relationship Id="rId24" Type="http://schemas.openxmlformats.org/officeDocument/2006/relationships/image" Target="../media/image390.png"/><Relationship Id="rId32" Type="http://schemas.openxmlformats.org/officeDocument/2006/relationships/image" Target="../media/image470.png"/><Relationship Id="rId37" Type="http://schemas.openxmlformats.org/officeDocument/2006/relationships/image" Target="../media/image520.png"/><Relationship Id="rId40" Type="http://schemas.openxmlformats.org/officeDocument/2006/relationships/image" Target="../media/image550.png"/><Relationship Id="rId45" Type="http://schemas.openxmlformats.org/officeDocument/2006/relationships/image" Target="../media/image60.png"/><Relationship Id="rId53" Type="http://schemas.openxmlformats.org/officeDocument/2006/relationships/image" Target="../media/image68.png"/><Relationship Id="rId58" Type="http://schemas.openxmlformats.org/officeDocument/2006/relationships/image" Target="../media/image73.png"/><Relationship Id="rId66" Type="http://schemas.openxmlformats.org/officeDocument/2006/relationships/image" Target="../media/image81.png"/><Relationship Id="rId5" Type="http://schemas.openxmlformats.org/officeDocument/2006/relationships/image" Target="../media/image54.png"/><Relationship Id="rId61" Type="http://schemas.openxmlformats.org/officeDocument/2006/relationships/image" Target="../media/image76.png"/><Relationship Id="rId19" Type="http://schemas.openxmlformats.org/officeDocument/2006/relationships/image" Target="../media/image340.png"/><Relationship Id="rId14" Type="http://schemas.openxmlformats.org/officeDocument/2006/relationships/image" Target="../media/image290.png"/><Relationship Id="rId22" Type="http://schemas.openxmlformats.org/officeDocument/2006/relationships/image" Target="../media/image370.png"/><Relationship Id="rId27" Type="http://schemas.openxmlformats.org/officeDocument/2006/relationships/image" Target="../media/image420.png"/><Relationship Id="rId30" Type="http://schemas.openxmlformats.org/officeDocument/2006/relationships/image" Target="../media/image450.png"/><Relationship Id="rId35" Type="http://schemas.openxmlformats.org/officeDocument/2006/relationships/image" Target="../media/image500.png"/><Relationship Id="rId43" Type="http://schemas.openxmlformats.org/officeDocument/2006/relationships/image" Target="../media/image580.png"/><Relationship Id="rId48" Type="http://schemas.openxmlformats.org/officeDocument/2006/relationships/image" Target="../media/image63.png"/><Relationship Id="rId56" Type="http://schemas.openxmlformats.org/officeDocument/2006/relationships/image" Target="../media/image71.png"/><Relationship Id="rId64" Type="http://schemas.openxmlformats.org/officeDocument/2006/relationships/image" Target="../media/image79.png"/><Relationship Id="rId8" Type="http://schemas.openxmlformats.org/officeDocument/2006/relationships/image" Target="../media/image57.png"/><Relationship Id="rId51" Type="http://schemas.openxmlformats.org/officeDocument/2006/relationships/image" Target="../media/image66.png"/><Relationship Id="rId3" Type="http://schemas.openxmlformats.org/officeDocument/2006/relationships/image" Target="../media/image52.png"/><Relationship Id="rId12" Type="http://schemas.openxmlformats.org/officeDocument/2006/relationships/image" Target="../media/image270.png"/><Relationship Id="rId17" Type="http://schemas.openxmlformats.org/officeDocument/2006/relationships/image" Target="../media/image320.png"/><Relationship Id="rId25" Type="http://schemas.openxmlformats.org/officeDocument/2006/relationships/image" Target="../media/image400.png"/><Relationship Id="rId33" Type="http://schemas.openxmlformats.org/officeDocument/2006/relationships/image" Target="../media/image480.png"/><Relationship Id="rId38" Type="http://schemas.openxmlformats.org/officeDocument/2006/relationships/image" Target="../media/image530.png"/><Relationship Id="rId46" Type="http://schemas.openxmlformats.org/officeDocument/2006/relationships/image" Target="../media/image61.png"/><Relationship Id="rId59" Type="http://schemas.openxmlformats.org/officeDocument/2006/relationships/image" Target="../media/image74.png"/><Relationship Id="rId67" Type="http://schemas.openxmlformats.org/officeDocument/2006/relationships/image" Target="../media/image82.png"/><Relationship Id="rId20" Type="http://schemas.openxmlformats.org/officeDocument/2006/relationships/image" Target="../media/image350.png"/><Relationship Id="rId41" Type="http://schemas.openxmlformats.org/officeDocument/2006/relationships/image" Target="../media/image560.png"/><Relationship Id="rId54" Type="http://schemas.openxmlformats.org/officeDocument/2006/relationships/image" Target="../media/image69.png"/><Relationship Id="rId6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5" Type="http://schemas.openxmlformats.org/officeDocument/2006/relationships/image" Target="../media/image300.png"/><Relationship Id="rId23" Type="http://schemas.openxmlformats.org/officeDocument/2006/relationships/image" Target="../media/image380.png"/><Relationship Id="rId28" Type="http://schemas.openxmlformats.org/officeDocument/2006/relationships/image" Target="../media/image430.png"/><Relationship Id="rId36" Type="http://schemas.openxmlformats.org/officeDocument/2006/relationships/image" Target="../media/image510.png"/><Relationship Id="rId49" Type="http://schemas.openxmlformats.org/officeDocument/2006/relationships/image" Target="../media/image64.png"/><Relationship Id="rId57" Type="http://schemas.openxmlformats.org/officeDocument/2006/relationships/image" Target="../media/image72.png"/><Relationship Id="rId10" Type="http://schemas.openxmlformats.org/officeDocument/2006/relationships/image" Target="../media/image250.png"/><Relationship Id="rId31" Type="http://schemas.openxmlformats.org/officeDocument/2006/relationships/image" Target="../media/image460.png"/><Relationship Id="rId44" Type="http://schemas.openxmlformats.org/officeDocument/2006/relationships/image" Target="../media/image59.png"/><Relationship Id="rId52" Type="http://schemas.openxmlformats.org/officeDocument/2006/relationships/image" Target="../media/image67.png"/><Relationship Id="rId60" Type="http://schemas.openxmlformats.org/officeDocument/2006/relationships/image" Target="../media/image75.png"/><Relationship Id="rId65" Type="http://schemas.openxmlformats.org/officeDocument/2006/relationships/image" Target="../media/image80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3" Type="http://schemas.openxmlformats.org/officeDocument/2006/relationships/image" Target="../media/image280.png"/><Relationship Id="rId18" Type="http://schemas.openxmlformats.org/officeDocument/2006/relationships/image" Target="../media/image330.png"/><Relationship Id="rId39" Type="http://schemas.openxmlformats.org/officeDocument/2006/relationships/image" Target="../media/image54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8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0.png"/><Relationship Id="rId18" Type="http://schemas.openxmlformats.org/officeDocument/2006/relationships/image" Target="../media/image410.png"/><Relationship Id="rId26" Type="http://schemas.openxmlformats.org/officeDocument/2006/relationships/image" Target="../media/image490.png"/><Relationship Id="rId39" Type="http://schemas.openxmlformats.org/officeDocument/2006/relationships/image" Target="../media/image62.png"/><Relationship Id="rId21" Type="http://schemas.openxmlformats.org/officeDocument/2006/relationships/image" Target="../media/image440.png"/><Relationship Id="rId34" Type="http://schemas.openxmlformats.org/officeDocument/2006/relationships/image" Target="../media/image570.png"/><Relationship Id="rId42" Type="http://schemas.openxmlformats.org/officeDocument/2006/relationships/image" Target="../media/image65.png"/><Relationship Id="rId47" Type="http://schemas.openxmlformats.org/officeDocument/2006/relationships/image" Target="../media/image70.png"/><Relationship Id="rId50" Type="http://schemas.openxmlformats.org/officeDocument/2006/relationships/image" Target="../media/image73.png"/><Relationship Id="rId55" Type="http://schemas.openxmlformats.org/officeDocument/2006/relationships/image" Target="../media/image78.png"/><Relationship Id="rId7" Type="http://schemas.openxmlformats.org/officeDocument/2006/relationships/image" Target="../media/image300.png"/><Relationship Id="rId2" Type="http://schemas.openxmlformats.org/officeDocument/2006/relationships/image" Target="../media/image250.png"/><Relationship Id="rId16" Type="http://schemas.openxmlformats.org/officeDocument/2006/relationships/image" Target="../media/image390.png"/><Relationship Id="rId29" Type="http://schemas.openxmlformats.org/officeDocument/2006/relationships/image" Target="../media/image520.png"/><Relationship Id="rId11" Type="http://schemas.openxmlformats.org/officeDocument/2006/relationships/image" Target="../media/image340.png"/><Relationship Id="rId24" Type="http://schemas.openxmlformats.org/officeDocument/2006/relationships/image" Target="../media/image470.png"/><Relationship Id="rId32" Type="http://schemas.openxmlformats.org/officeDocument/2006/relationships/image" Target="../media/image550.png"/><Relationship Id="rId37" Type="http://schemas.openxmlformats.org/officeDocument/2006/relationships/image" Target="../media/image60.png"/><Relationship Id="rId40" Type="http://schemas.openxmlformats.org/officeDocument/2006/relationships/image" Target="../media/image63.png"/><Relationship Id="rId45" Type="http://schemas.openxmlformats.org/officeDocument/2006/relationships/image" Target="../media/image68.png"/><Relationship Id="rId53" Type="http://schemas.openxmlformats.org/officeDocument/2006/relationships/image" Target="../media/image76.png"/><Relationship Id="rId5" Type="http://schemas.openxmlformats.org/officeDocument/2006/relationships/image" Target="../media/image280.png"/><Relationship Id="rId10" Type="http://schemas.openxmlformats.org/officeDocument/2006/relationships/image" Target="../media/image85.png"/><Relationship Id="rId19" Type="http://schemas.openxmlformats.org/officeDocument/2006/relationships/image" Target="../media/image420.png"/><Relationship Id="rId31" Type="http://schemas.openxmlformats.org/officeDocument/2006/relationships/image" Target="../media/image540.png"/><Relationship Id="rId44" Type="http://schemas.openxmlformats.org/officeDocument/2006/relationships/image" Target="../media/image67.png"/><Relationship Id="rId52" Type="http://schemas.openxmlformats.org/officeDocument/2006/relationships/image" Target="../media/image75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450.png"/><Relationship Id="rId27" Type="http://schemas.openxmlformats.org/officeDocument/2006/relationships/image" Target="../media/image500.png"/><Relationship Id="rId30" Type="http://schemas.openxmlformats.org/officeDocument/2006/relationships/image" Target="../media/image530.png"/><Relationship Id="rId35" Type="http://schemas.openxmlformats.org/officeDocument/2006/relationships/image" Target="../media/image580.png"/><Relationship Id="rId43" Type="http://schemas.openxmlformats.org/officeDocument/2006/relationships/image" Target="../media/image66.png"/><Relationship Id="rId48" Type="http://schemas.openxmlformats.org/officeDocument/2006/relationships/image" Target="../media/image71.png"/><Relationship Id="rId56" Type="http://schemas.openxmlformats.org/officeDocument/2006/relationships/image" Target="../media/image79.png"/><Relationship Id="rId8" Type="http://schemas.openxmlformats.org/officeDocument/2006/relationships/image" Target="../media/image310.png"/><Relationship Id="rId51" Type="http://schemas.openxmlformats.org/officeDocument/2006/relationships/image" Target="../media/image74.png"/><Relationship Id="rId3" Type="http://schemas.openxmlformats.org/officeDocument/2006/relationships/image" Target="../media/image260.png"/><Relationship Id="rId12" Type="http://schemas.openxmlformats.org/officeDocument/2006/relationships/image" Target="../media/image350.png"/><Relationship Id="rId17" Type="http://schemas.openxmlformats.org/officeDocument/2006/relationships/image" Target="../media/image400.png"/><Relationship Id="rId25" Type="http://schemas.openxmlformats.org/officeDocument/2006/relationships/image" Target="../media/image480.png"/><Relationship Id="rId33" Type="http://schemas.openxmlformats.org/officeDocument/2006/relationships/image" Target="../media/image560.png"/><Relationship Id="rId38" Type="http://schemas.openxmlformats.org/officeDocument/2006/relationships/image" Target="../media/image61.png"/><Relationship Id="rId46" Type="http://schemas.openxmlformats.org/officeDocument/2006/relationships/image" Target="../media/image69.png"/><Relationship Id="rId20" Type="http://schemas.openxmlformats.org/officeDocument/2006/relationships/image" Target="../media/image430.png"/><Relationship Id="rId41" Type="http://schemas.openxmlformats.org/officeDocument/2006/relationships/image" Target="../media/image64.png"/><Relationship Id="rId54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5" Type="http://schemas.openxmlformats.org/officeDocument/2006/relationships/image" Target="../media/image380.png"/><Relationship Id="rId23" Type="http://schemas.openxmlformats.org/officeDocument/2006/relationships/image" Target="../media/image460.png"/><Relationship Id="rId28" Type="http://schemas.openxmlformats.org/officeDocument/2006/relationships/image" Target="../media/image510.png"/><Relationship Id="rId36" Type="http://schemas.openxmlformats.org/officeDocument/2006/relationships/image" Target="../media/image59.png"/><Relationship Id="rId49" Type="http://schemas.openxmlformats.org/officeDocument/2006/relationships/image" Target="../media/image7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26" Type="http://schemas.openxmlformats.org/officeDocument/2006/relationships/image" Target="../media/image110.png"/><Relationship Id="rId3" Type="http://schemas.openxmlformats.org/officeDocument/2006/relationships/image" Target="../media/image87.png"/><Relationship Id="rId21" Type="http://schemas.openxmlformats.org/officeDocument/2006/relationships/image" Target="../media/image105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5" Type="http://schemas.openxmlformats.org/officeDocument/2006/relationships/image" Target="../media/image109.png"/><Relationship Id="rId2" Type="http://schemas.openxmlformats.org/officeDocument/2006/relationships/image" Target="../media/image86.png"/><Relationship Id="rId16" Type="http://schemas.openxmlformats.org/officeDocument/2006/relationships/image" Target="../media/image100.png"/><Relationship Id="rId20" Type="http://schemas.openxmlformats.org/officeDocument/2006/relationships/image" Target="../media/image104.png"/><Relationship Id="rId29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24" Type="http://schemas.openxmlformats.org/officeDocument/2006/relationships/image" Target="../media/image108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23" Type="http://schemas.openxmlformats.org/officeDocument/2006/relationships/image" Target="../media/image107.png"/><Relationship Id="rId28" Type="http://schemas.openxmlformats.org/officeDocument/2006/relationships/image" Target="../media/image112.png"/><Relationship Id="rId10" Type="http://schemas.openxmlformats.org/officeDocument/2006/relationships/image" Target="../media/image94.png"/><Relationship Id="rId19" Type="http://schemas.openxmlformats.org/officeDocument/2006/relationships/image" Target="../media/image103.png"/><Relationship Id="rId31" Type="http://schemas.openxmlformats.org/officeDocument/2006/relationships/image" Target="../media/image115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Relationship Id="rId22" Type="http://schemas.openxmlformats.org/officeDocument/2006/relationships/image" Target="../media/image106.png"/><Relationship Id="rId27" Type="http://schemas.openxmlformats.org/officeDocument/2006/relationships/image" Target="../media/image111.png"/><Relationship Id="rId30" Type="http://schemas.openxmlformats.org/officeDocument/2006/relationships/image" Target="../media/image1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9" Type="http://schemas.openxmlformats.org/officeDocument/2006/relationships/image" Target="../media/image1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4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2" Type="http://schemas.openxmlformats.org/officeDocument/2006/relationships/image" Target="../media/image123.png"/><Relationship Id="rId16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image" Target="../media/image126.png"/><Relationship Id="rId15" Type="http://schemas.openxmlformats.org/officeDocument/2006/relationships/image" Target="../media/image136.png"/><Relationship Id="rId10" Type="http://schemas.openxmlformats.org/officeDocument/2006/relationships/image" Target="../media/image131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Relationship Id="rId14" Type="http://schemas.openxmlformats.org/officeDocument/2006/relationships/image" Target="../media/image1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88.png"/><Relationship Id="rId18" Type="http://schemas.openxmlformats.org/officeDocument/2006/relationships/image" Target="../media/image94.png"/><Relationship Id="rId26" Type="http://schemas.openxmlformats.org/officeDocument/2006/relationships/image" Target="../media/image93.png"/><Relationship Id="rId3" Type="http://schemas.openxmlformats.org/officeDocument/2006/relationships/image" Target="../media/image102.png"/><Relationship Id="rId21" Type="http://schemas.openxmlformats.org/officeDocument/2006/relationships/image" Target="../media/image111.png"/><Relationship Id="rId7" Type="http://schemas.openxmlformats.org/officeDocument/2006/relationships/image" Target="../media/image91.png"/><Relationship Id="rId12" Type="http://schemas.openxmlformats.org/officeDocument/2006/relationships/image" Target="../media/image87.png"/><Relationship Id="rId17" Type="http://schemas.openxmlformats.org/officeDocument/2006/relationships/image" Target="../media/image99.png"/><Relationship Id="rId25" Type="http://schemas.openxmlformats.org/officeDocument/2006/relationships/image" Target="../media/image115.png"/><Relationship Id="rId2" Type="http://schemas.openxmlformats.org/officeDocument/2006/relationships/image" Target="../media/image92.png"/><Relationship Id="rId16" Type="http://schemas.openxmlformats.org/officeDocument/2006/relationships/image" Target="../media/image97.png"/><Relationship Id="rId20" Type="http://schemas.openxmlformats.org/officeDocument/2006/relationships/image" Target="../media/image110.png"/><Relationship Id="rId29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86.png"/><Relationship Id="rId24" Type="http://schemas.openxmlformats.org/officeDocument/2006/relationships/image" Target="../media/image114.png"/><Relationship Id="rId5" Type="http://schemas.openxmlformats.org/officeDocument/2006/relationships/image" Target="../media/image100.png"/><Relationship Id="rId15" Type="http://schemas.openxmlformats.org/officeDocument/2006/relationships/image" Target="../media/image90.png"/><Relationship Id="rId23" Type="http://schemas.openxmlformats.org/officeDocument/2006/relationships/image" Target="../media/image113.png"/><Relationship Id="rId28" Type="http://schemas.openxmlformats.org/officeDocument/2006/relationships/image" Target="../media/image105.png"/><Relationship Id="rId10" Type="http://schemas.openxmlformats.org/officeDocument/2006/relationships/image" Target="../media/image96.png"/><Relationship Id="rId19" Type="http://schemas.openxmlformats.org/officeDocument/2006/relationships/image" Target="../media/image109.png"/><Relationship Id="rId31" Type="http://schemas.openxmlformats.org/officeDocument/2006/relationships/image" Target="../media/image108.png"/><Relationship Id="rId4" Type="http://schemas.openxmlformats.org/officeDocument/2006/relationships/image" Target="../media/image103.png"/><Relationship Id="rId9" Type="http://schemas.openxmlformats.org/officeDocument/2006/relationships/image" Target="../media/image104.png"/><Relationship Id="rId14" Type="http://schemas.openxmlformats.org/officeDocument/2006/relationships/image" Target="../media/image89.png"/><Relationship Id="rId22" Type="http://schemas.openxmlformats.org/officeDocument/2006/relationships/image" Target="../media/image112.png"/><Relationship Id="rId27" Type="http://schemas.openxmlformats.org/officeDocument/2006/relationships/image" Target="../media/image95.png"/><Relationship Id="rId30" Type="http://schemas.openxmlformats.org/officeDocument/2006/relationships/image" Target="../media/image10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26" Type="http://schemas.openxmlformats.org/officeDocument/2006/relationships/image" Target="../media/image110.png"/><Relationship Id="rId3" Type="http://schemas.openxmlformats.org/officeDocument/2006/relationships/image" Target="../media/image87.png"/><Relationship Id="rId21" Type="http://schemas.openxmlformats.org/officeDocument/2006/relationships/image" Target="../media/image105.png"/><Relationship Id="rId34" Type="http://schemas.openxmlformats.org/officeDocument/2006/relationships/image" Target="../media/image152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5" Type="http://schemas.openxmlformats.org/officeDocument/2006/relationships/image" Target="../media/image109.png"/><Relationship Id="rId33" Type="http://schemas.openxmlformats.org/officeDocument/2006/relationships/image" Target="../media/image151.png"/><Relationship Id="rId2" Type="http://schemas.openxmlformats.org/officeDocument/2006/relationships/image" Target="../media/image86.png"/><Relationship Id="rId16" Type="http://schemas.openxmlformats.org/officeDocument/2006/relationships/image" Target="../media/image100.png"/><Relationship Id="rId20" Type="http://schemas.openxmlformats.org/officeDocument/2006/relationships/image" Target="../media/image104.png"/><Relationship Id="rId29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24" Type="http://schemas.openxmlformats.org/officeDocument/2006/relationships/image" Target="../media/image108.png"/><Relationship Id="rId32" Type="http://schemas.openxmlformats.org/officeDocument/2006/relationships/image" Target="../media/image150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23" Type="http://schemas.openxmlformats.org/officeDocument/2006/relationships/image" Target="../media/image107.png"/><Relationship Id="rId28" Type="http://schemas.openxmlformats.org/officeDocument/2006/relationships/image" Target="../media/image112.png"/><Relationship Id="rId10" Type="http://schemas.openxmlformats.org/officeDocument/2006/relationships/image" Target="../media/image94.png"/><Relationship Id="rId19" Type="http://schemas.openxmlformats.org/officeDocument/2006/relationships/image" Target="../media/image103.png"/><Relationship Id="rId31" Type="http://schemas.openxmlformats.org/officeDocument/2006/relationships/image" Target="../media/image149.png"/><Relationship Id="rId4" Type="http://schemas.openxmlformats.org/officeDocument/2006/relationships/image" Target="../media/image88.png"/><Relationship Id="rId9" Type="http://schemas.openxmlformats.org/officeDocument/2006/relationships/image" Target="../media/image147.png"/><Relationship Id="rId14" Type="http://schemas.openxmlformats.org/officeDocument/2006/relationships/image" Target="../media/image98.png"/><Relationship Id="rId22" Type="http://schemas.openxmlformats.org/officeDocument/2006/relationships/image" Target="../media/image106.png"/><Relationship Id="rId27" Type="http://schemas.openxmlformats.org/officeDocument/2006/relationships/image" Target="../media/image148.png"/><Relationship Id="rId30" Type="http://schemas.openxmlformats.org/officeDocument/2006/relationships/image" Target="../media/image114.png"/><Relationship Id="rId8" Type="http://schemas.openxmlformats.org/officeDocument/2006/relationships/image" Target="../media/image1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4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2" Type="http://schemas.openxmlformats.org/officeDocument/2006/relationships/image" Target="../media/image153.png"/><Relationship Id="rId16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image" Target="../media/image126.png"/><Relationship Id="rId15" Type="http://schemas.openxmlformats.org/officeDocument/2006/relationships/image" Target="../media/image155.png"/><Relationship Id="rId10" Type="http://schemas.openxmlformats.org/officeDocument/2006/relationships/image" Target="../media/image154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Relationship Id="rId14" Type="http://schemas.openxmlformats.org/officeDocument/2006/relationships/image" Target="../media/image135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.png"/><Relationship Id="rId18" Type="http://schemas.openxmlformats.org/officeDocument/2006/relationships/image" Target="../media/image99.png"/><Relationship Id="rId26" Type="http://schemas.openxmlformats.org/officeDocument/2006/relationships/image" Target="../media/image152.png"/><Relationship Id="rId3" Type="http://schemas.openxmlformats.org/officeDocument/2006/relationships/image" Target="../media/image102.png"/><Relationship Id="rId21" Type="http://schemas.openxmlformats.org/officeDocument/2006/relationships/image" Target="../media/image95.png"/><Relationship Id="rId34" Type="http://schemas.openxmlformats.org/officeDocument/2006/relationships/image" Target="../media/image114.png"/><Relationship Id="rId7" Type="http://schemas.openxmlformats.org/officeDocument/2006/relationships/image" Target="../media/image91.png"/><Relationship Id="rId12" Type="http://schemas.openxmlformats.org/officeDocument/2006/relationships/image" Target="../media/image86.png"/><Relationship Id="rId17" Type="http://schemas.openxmlformats.org/officeDocument/2006/relationships/image" Target="../media/image97.png"/><Relationship Id="rId25" Type="http://schemas.openxmlformats.org/officeDocument/2006/relationships/image" Target="../media/image108.png"/><Relationship Id="rId33" Type="http://schemas.openxmlformats.org/officeDocument/2006/relationships/image" Target="../media/image149.png"/><Relationship Id="rId2" Type="http://schemas.openxmlformats.org/officeDocument/2006/relationships/image" Target="../media/image146.png"/><Relationship Id="rId16" Type="http://schemas.openxmlformats.org/officeDocument/2006/relationships/image" Target="../media/image90.png"/><Relationship Id="rId20" Type="http://schemas.openxmlformats.org/officeDocument/2006/relationships/image" Target="../media/image147.png"/><Relationship Id="rId29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50.png"/><Relationship Id="rId24" Type="http://schemas.openxmlformats.org/officeDocument/2006/relationships/image" Target="../media/image107.png"/><Relationship Id="rId32" Type="http://schemas.openxmlformats.org/officeDocument/2006/relationships/image" Target="../media/image113.png"/><Relationship Id="rId5" Type="http://schemas.openxmlformats.org/officeDocument/2006/relationships/image" Target="../media/image100.png"/><Relationship Id="rId15" Type="http://schemas.openxmlformats.org/officeDocument/2006/relationships/image" Target="../media/image89.png"/><Relationship Id="rId23" Type="http://schemas.openxmlformats.org/officeDocument/2006/relationships/image" Target="../media/image106.png"/><Relationship Id="rId28" Type="http://schemas.openxmlformats.org/officeDocument/2006/relationships/image" Target="../media/image109.png"/><Relationship Id="rId10" Type="http://schemas.openxmlformats.org/officeDocument/2006/relationships/image" Target="../media/image96.png"/><Relationship Id="rId19" Type="http://schemas.openxmlformats.org/officeDocument/2006/relationships/image" Target="../media/image151.png"/><Relationship Id="rId31" Type="http://schemas.openxmlformats.org/officeDocument/2006/relationships/image" Target="../media/image112.png"/><Relationship Id="rId4" Type="http://schemas.openxmlformats.org/officeDocument/2006/relationships/image" Target="../media/image103.png"/><Relationship Id="rId9" Type="http://schemas.openxmlformats.org/officeDocument/2006/relationships/image" Target="../media/image104.png"/><Relationship Id="rId14" Type="http://schemas.openxmlformats.org/officeDocument/2006/relationships/image" Target="../media/image88.png"/><Relationship Id="rId22" Type="http://schemas.openxmlformats.org/officeDocument/2006/relationships/image" Target="../media/image105.png"/><Relationship Id="rId27" Type="http://schemas.openxmlformats.org/officeDocument/2006/relationships/image" Target="../media/image94.png"/><Relationship Id="rId30" Type="http://schemas.openxmlformats.org/officeDocument/2006/relationships/image" Target="../media/image148.png"/><Relationship Id="rId8" Type="http://schemas.openxmlformats.org/officeDocument/2006/relationships/image" Target="../media/image9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6.png"/><Relationship Id="rId18" Type="http://schemas.openxmlformats.org/officeDocument/2006/relationships/image" Target="../media/image171.png"/><Relationship Id="rId26" Type="http://schemas.openxmlformats.org/officeDocument/2006/relationships/image" Target="../media/image179.png"/><Relationship Id="rId3" Type="http://schemas.openxmlformats.org/officeDocument/2006/relationships/image" Target="../media/image157.png"/><Relationship Id="rId21" Type="http://schemas.openxmlformats.org/officeDocument/2006/relationships/image" Target="../media/image174.png"/><Relationship Id="rId34" Type="http://schemas.openxmlformats.org/officeDocument/2006/relationships/image" Target="../media/image150.png"/><Relationship Id="rId7" Type="http://schemas.openxmlformats.org/officeDocument/2006/relationships/image" Target="../media/image91.png"/><Relationship Id="rId12" Type="http://schemas.openxmlformats.org/officeDocument/2006/relationships/image" Target="../media/image165.png"/><Relationship Id="rId17" Type="http://schemas.openxmlformats.org/officeDocument/2006/relationships/image" Target="../media/image170.png"/><Relationship Id="rId25" Type="http://schemas.openxmlformats.org/officeDocument/2006/relationships/image" Target="../media/image178.png"/><Relationship Id="rId33" Type="http://schemas.openxmlformats.org/officeDocument/2006/relationships/image" Target="../media/image186.png"/><Relationship Id="rId2" Type="http://schemas.openxmlformats.org/officeDocument/2006/relationships/image" Target="../media/image156.png"/><Relationship Id="rId16" Type="http://schemas.openxmlformats.org/officeDocument/2006/relationships/image" Target="../media/image169.png"/><Relationship Id="rId20" Type="http://schemas.openxmlformats.org/officeDocument/2006/relationships/image" Target="../media/image173.png"/><Relationship Id="rId29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164.png"/><Relationship Id="rId24" Type="http://schemas.openxmlformats.org/officeDocument/2006/relationships/image" Target="../media/image177.png"/><Relationship Id="rId32" Type="http://schemas.openxmlformats.org/officeDocument/2006/relationships/image" Target="../media/image185.png"/><Relationship Id="rId5" Type="http://schemas.openxmlformats.org/officeDocument/2006/relationships/image" Target="../media/image159.png"/><Relationship Id="rId15" Type="http://schemas.openxmlformats.org/officeDocument/2006/relationships/image" Target="../media/image168.png"/><Relationship Id="rId23" Type="http://schemas.openxmlformats.org/officeDocument/2006/relationships/image" Target="../media/image176.png"/><Relationship Id="rId28" Type="http://schemas.openxmlformats.org/officeDocument/2006/relationships/image" Target="../media/image181.png"/><Relationship Id="rId36" Type="http://schemas.openxmlformats.org/officeDocument/2006/relationships/image" Target="../media/image188.png"/><Relationship Id="rId10" Type="http://schemas.openxmlformats.org/officeDocument/2006/relationships/image" Target="../media/image163.png"/><Relationship Id="rId19" Type="http://schemas.openxmlformats.org/officeDocument/2006/relationships/image" Target="../media/image172.png"/><Relationship Id="rId31" Type="http://schemas.openxmlformats.org/officeDocument/2006/relationships/image" Target="../media/image184.png"/><Relationship Id="rId4" Type="http://schemas.openxmlformats.org/officeDocument/2006/relationships/image" Target="../media/image158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Relationship Id="rId22" Type="http://schemas.openxmlformats.org/officeDocument/2006/relationships/image" Target="../media/image175.png"/><Relationship Id="rId27" Type="http://schemas.openxmlformats.org/officeDocument/2006/relationships/image" Target="../media/image180.png"/><Relationship Id="rId30" Type="http://schemas.openxmlformats.org/officeDocument/2006/relationships/image" Target="../media/image183.png"/><Relationship Id="rId35" Type="http://schemas.openxmlformats.org/officeDocument/2006/relationships/image" Target="../media/image187.png"/><Relationship Id="rId8" Type="http://schemas.openxmlformats.org/officeDocument/2006/relationships/image" Target="../media/image16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200.png"/><Relationship Id="rId3" Type="http://schemas.openxmlformats.org/officeDocument/2006/relationships/image" Target="../media/image190.png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2" Type="http://schemas.openxmlformats.org/officeDocument/2006/relationships/image" Target="../media/image189.png"/><Relationship Id="rId16" Type="http://schemas.openxmlformats.org/officeDocument/2006/relationships/image" Target="../media/image2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5" Type="http://schemas.openxmlformats.org/officeDocument/2006/relationships/image" Target="../media/image192.png"/><Relationship Id="rId15" Type="http://schemas.openxmlformats.org/officeDocument/2006/relationships/image" Target="../media/image202.png"/><Relationship Id="rId10" Type="http://schemas.openxmlformats.org/officeDocument/2006/relationships/image" Target="../media/image197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Relationship Id="rId14" Type="http://schemas.openxmlformats.org/officeDocument/2006/relationships/image" Target="../media/image20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64.png"/><Relationship Id="rId18" Type="http://schemas.openxmlformats.org/officeDocument/2006/relationships/image" Target="../media/image179.png"/><Relationship Id="rId26" Type="http://schemas.openxmlformats.org/officeDocument/2006/relationships/image" Target="../media/image170.png"/><Relationship Id="rId3" Type="http://schemas.openxmlformats.org/officeDocument/2006/relationships/image" Target="../media/image172.png"/><Relationship Id="rId21" Type="http://schemas.openxmlformats.org/officeDocument/2006/relationships/image" Target="../media/image157.png"/><Relationship Id="rId7" Type="http://schemas.openxmlformats.org/officeDocument/2006/relationships/image" Target="../media/image91.png"/><Relationship Id="rId12" Type="http://schemas.openxmlformats.org/officeDocument/2006/relationships/image" Target="../media/image162.png"/><Relationship Id="rId17" Type="http://schemas.openxmlformats.org/officeDocument/2006/relationships/image" Target="../media/image178.png"/><Relationship Id="rId25" Type="http://schemas.openxmlformats.org/officeDocument/2006/relationships/image" Target="../media/image169.png"/><Relationship Id="rId2" Type="http://schemas.openxmlformats.org/officeDocument/2006/relationships/image" Target="../media/image161.png"/><Relationship Id="rId16" Type="http://schemas.openxmlformats.org/officeDocument/2006/relationships/image" Target="../media/image167.png"/><Relationship Id="rId20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11" Type="http://schemas.openxmlformats.org/officeDocument/2006/relationships/image" Target="../media/image150.png"/><Relationship Id="rId24" Type="http://schemas.openxmlformats.org/officeDocument/2006/relationships/image" Target="../media/image160.png"/><Relationship Id="rId5" Type="http://schemas.openxmlformats.org/officeDocument/2006/relationships/image" Target="../media/image174.png"/><Relationship Id="rId15" Type="http://schemas.openxmlformats.org/officeDocument/2006/relationships/image" Target="../media/image177.png"/><Relationship Id="rId23" Type="http://schemas.openxmlformats.org/officeDocument/2006/relationships/image" Target="../media/image159.png"/><Relationship Id="rId28" Type="http://schemas.openxmlformats.org/officeDocument/2006/relationships/image" Target="../media/image187.png"/><Relationship Id="rId10" Type="http://schemas.openxmlformats.org/officeDocument/2006/relationships/image" Target="../media/image165.png"/><Relationship Id="rId19" Type="http://schemas.openxmlformats.org/officeDocument/2006/relationships/image" Target="../media/image188.png"/><Relationship Id="rId4" Type="http://schemas.openxmlformats.org/officeDocument/2006/relationships/image" Target="../media/image173.png"/><Relationship Id="rId9" Type="http://schemas.openxmlformats.org/officeDocument/2006/relationships/image" Target="../media/image176.png"/><Relationship Id="rId14" Type="http://schemas.openxmlformats.org/officeDocument/2006/relationships/image" Target="../media/image166.png"/><Relationship Id="rId22" Type="http://schemas.openxmlformats.org/officeDocument/2006/relationships/image" Target="../media/image158.png"/><Relationship Id="rId27" Type="http://schemas.openxmlformats.org/officeDocument/2006/relationships/image" Target="../media/image17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91.png"/><Relationship Id="rId7" Type="http://schemas.openxmlformats.org/officeDocument/2006/relationships/image" Target="../media/image183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10" Type="http://schemas.openxmlformats.org/officeDocument/2006/relationships/image" Target="../media/image186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9EC4C37-911F-8A69-4F59-5A311A3476BA}"/>
              </a:ext>
            </a:extLst>
          </p:cNvPr>
          <p:cNvGrpSpPr/>
          <p:nvPr/>
        </p:nvGrpSpPr>
        <p:grpSpPr>
          <a:xfrm>
            <a:off x="776930" y="1245984"/>
            <a:ext cx="11092351" cy="3997336"/>
            <a:chOff x="571367" y="1423193"/>
            <a:chExt cx="11092351" cy="3997336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5EEFFE4D-A592-CD1F-BA58-750B8308654C}"/>
                </a:ext>
              </a:extLst>
            </p:cNvPr>
            <p:cNvSpPr/>
            <p:nvPr/>
          </p:nvSpPr>
          <p:spPr>
            <a:xfrm>
              <a:off x="4382855" y="3850147"/>
              <a:ext cx="3997336" cy="1570382"/>
            </a:xfrm>
            <a:custGeom>
              <a:avLst/>
              <a:gdLst>
                <a:gd name="connsiteX0" fmla="*/ 3761780 w 3997336"/>
                <a:gd name="connsiteY0" fmla="*/ 0 h 1570382"/>
                <a:gd name="connsiteX1" fmla="*/ 3997337 w 3997336"/>
                <a:gd name="connsiteY1" fmla="*/ 235557 h 1570382"/>
                <a:gd name="connsiteX2" fmla="*/ 3997337 w 3997336"/>
                <a:gd name="connsiteY2" fmla="*/ 1334825 h 1570382"/>
                <a:gd name="connsiteX3" fmla="*/ 3761780 w 3997336"/>
                <a:gd name="connsiteY3" fmla="*/ 1570382 h 1570382"/>
                <a:gd name="connsiteX4" fmla="*/ 235557 w 3997336"/>
                <a:gd name="connsiteY4" fmla="*/ 1570382 h 1570382"/>
                <a:gd name="connsiteX5" fmla="*/ 0 w 3997336"/>
                <a:gd name="connsiteY5" fmla="*/ 1334825 h 1570382"/>
                <a:gd name="connsiteX6" fmla="*/ 0 w 3997336"/>
                <a:gd name="connsiteY6" fmla="*/ 235557 h 1570382"/>
                <a:gd name="connsiteX7" fmla="*/ 235557 w 3997336"/>
                <a:gd name="connsiteY7" fmla="*/ 0 h 1570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97336" h="1570382">
                  <a:moveTo>
                    <a:pt x="3761780" y="0"/>
                  </a:moveTo>
                  <a:cubicBezTo>
                    <a:pt x="3891874" y="0"/>
                    <a:pt x="3997337" y="105463"/>
                    <a:pt x="3997337" y="235557"/>
                  </a:cubicBezTo>
                  <a:lnTo>
                    <a:pt x="3997337" y="1334825"/>
                  </a:lnTo>
                  <a:cubicBezTo>
                    <a:pt x="3997337" y="1464920"/>
                    <a:pt x="3891874" y="1570382"/>
                    <a:pt x="3761780" y="1570382"/>
                  </a:cubicBezTo>
                  <a:lnTo>
                    <a:pt x="235557" y="1570382"/>
                  </a:lnTo>
                  <a:cubicBezTo>
                    <a:pt x="105463" y="1570382"/>
                    <a:pt x="0" y="1464920"/>
                    <a:pt x="0" y="1334825"/>
                  </a:cubicBezTo>
                  <a:lnTo>
                    <a:pt x="0" y="235557"/>
                  </a:lnTo>
                  <a:cubicBezTo>
                    <a:pt x="0" y="105463"/>
                    <a:pt x="105463" y="0"/>
                    <a:pt x="235557" y="0"/>
                  </a:cubicBezTo>
                  <a:close/>
                </a:path>
              </a:pathLst>
            </a:custGeom>
            <a:solidFill>
              <a:srgbClr val="FFF2CC"/>
            </a:solidFill>
            <a:ln w="14275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B122AA9-52CC-8FEA-E8A1-4C9F39BF1D6C}"/>
                </a:ext>
              </a:extLst>
            </p:cNvPr>
            <p:cNvSpPr/>
            <p:nvPr/>
          </p:nvSpPr>
          <p:spPr>
            <a:xfrm>
              <a:off x="4382855" y="1423193"/>
              <a:ext cx="3997336" cy="1570382"/>
            </a:xfrm>
            <a:custGeom>
              <a:avLst/>
              <a:gdLst>
                <a:gd name="connsiteX0" fmla="*/ 3761780 w 3997336"/>
                <a:gd name="connsiteY0" fmla="*/ 0 h 1570382"/>
                <a:gd name="connsiteX1" fmla="*/ 3997337 w 3997336"/>
                <a:gd name="connsiteY1" fmla="*/ 235557 h 1570382"/>
                <a:gd name="connsiteX2" fmla="*/ 3997337 w 3997336"/>
                <a:gd name="connsiteY2" fmla="*/ 1334825 h 1570382"/>
                <a:gd name="connsiteX3" fmla="*/ 3761780 w 3997336"/>
                <a:gd name="connsiteY3" fmla="*/ 1570382 h 1570382"/>
                <a:gd name="connsiteX4" fmla="*/ 235557 w 3997336"/>
                <a:gd name="connsiteY4" fmla="*/ 1570382 h 1570382"/>
                <a:gd name="connsiteX5" fmla="*/ 0 w 3997336"/>
                <a:gd name="connsiteY5" fmla="*/ 1334825 h 1570382"/>
                <a:gd name="connsiteX6" fmla="*/ 0 w 3997336"/>
                <a:gd name="connsiteY6" fmla="*/ 235557 h 1570382"/>
                <a:gd name="connsiteX7" fmla="*/ 235557 w 3997336"/>
                <a:gd name="connsiteY7" fmla="*/ 0 h 1570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97336" h="1570382">
                  <a:moveTo>
                    <a:pt x="3761780" y="0"/>
                  </a:moveTo>
                  <a:cubicBezTo>
                    <a:pt x="3891874" y="0"/>
                    <a:pt x="3997337" y="105463"/>
                    <a:pt x="3997337" y="235557"/>
                  </a:cubicBezTo>
                  <a:lnTo>
                    <a:pt x="3997337" y="1334825"/>
                  </a:lnTo>
                  <a:cubicBezTo>
                    <a:pt x="3997337" y="1464920"/>
                    <a:pt x="3891874" y="1570382"/>
                    <a:pt x="3761780" y="1570382"/>
                  </a:cubicBezTo>
                  <a:lnTo>
                    <a:pt x="235557" y="1570382"/>
                  </a:lnTo>
                  <a:cubicBezTo>
                    <a:pt x="105463" y="1570382"/>
                    <a:pt x="0" y="1464920"/>
                    <a:pt x="0" y="1334825"/>
                  </a:cubicBezTo>
                  <a:lnTo>
                    <a:pt x="0" y="235557"/>
                  </a:lnTo>
                  <a:cubicBezTo>
                    <a:pt x="0" y="105463"/>
                    <a:pt x="105463" y="0"/>
                    <a:pt x="235557" y="0"/>
                  </a:cubicBezTo>
                  <a:close/>
                </a:path>
              </a:pathLst>
            </a:custGeom>
            <a:solidFill>
              <a:srgbClr val="FFF2CC"/>
            </a:solidFill>
            <a:ln w="14275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7" name="图形 4">
              <a:extLst>
                <a:ext uri="{FF2B5EF4-FFF2-40B4-BE49-F238E27FC236}">
                  <a16:creationId xmlns:a16="http://schemas.microsoft.com/office/drawing/2014/main" id="{B7A62933-4826-9959-9CFE-A8DD7B848835}"/>
                </a:ext>
              </a:extLst>
            </p:cNvPr>
            <p:cNvGrpSpPr/>
            <p:nvPr/>
          </p:nvGrpSpPr>
          <p:grpSpPr>
            <a:xfrm>
              <a:off x="1242091" y="2087036"/>
              <a:ext cx="697820" cy="1334824"/>
              <a:chOff x="1242091" y="2087036"/>
              <a:chExt cx="697820" cy="1334824"/>
            </a:xfrm>
          </p:grpSpPr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01BD4865-4D0B-AA71-C17C-BA8F35D4AEDE}"/>
                  </a:ext>
                </a:extLst>
              </p:cNvPr>
              <p:cNvSpPr/>
              <p:nvPr/>
            </p:nvSpPr>
            <p:spPr>
              <a:xfrm>
                <a:off x="1242091" y="2137003"/>
                <a:ext cx="622870" cy="1284858"/>
              </a:xfrm>
              <a:custGeom>
                <a:avLst/>
                <a:gdLst>
                  <a:gd name="connsiteX0" fmla="*/ 0 w 622870"/>
                  <a:gd name="connsiteY0" fmla="*/ 1284858 h 1284858"/>
                  <a:gd name="connsiteX1" fmla="*/ 428286 w 622870"/>
                  <a:gd name="connsiteY1" fmla="*/ 1284858 h 1284858"/>
                  <a:gd name="connsiteX2" fmla="*/ 428286 w 622870"/>
                  <a:gd name="connsiteY2" fmla="*/ 0 h 1284858"/>
                  <a:gd name="connsiteX3" fmla="*/ 622871 w 622870"/>
                  <a:gd name="connsiteY3" fmla="*/ 0 h 1284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2870" h="1284858">
                    <a:moveTo>
                      <a:pt x="0" y="1284858"/>
                    </a:moveTo>
                    <a:lnTo>
                      <a:pt x="428286" y="1284858"/>
                    </a:lnTo>
                    <a:lnTo>
                      <a:pt x="428286" y="0"/>
                    </a:lnTo>
                    <a:lnTo>
                      <a:pt x="622871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A7C85D32-D4FE-D16B-60DC-D717A98231EA}"/>
                  </a:ext>
                </a:extLst>
              </p:cNvPr>
              <p:cNvSpPr/>
              <p:nvPr/>
            </p:nvSpPr>
            <p:spPr>
              <a:xfrm>
                <a:off x="1839978" y="2087036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" name="图形 4">
              <a:extLst>
                <a:ext uri="{FF2B5EF4-FFF2-40B4-BE49-F238E27FC236}">
                  <a16:creationId xmlns:a16="http://schemas.microsoft.com/office/drawing/2014/main" id="{E28FD107-4F29-2036-839E-14238F6B7089}"/>
                </a:ext>
              </a:extLst>
            </p:cNvPr>
            <p:cNvGrpSpPr/>
            <p:nvPr/>
          </p:nvGrpSpPr>
          <p:grpSpPr>
            <a:xfrm>
              <a:off x="1242091" y="3421861"/>
              <a:ext cx="697820" cy="1334824"/>
              <a:chOff x="1242091" y="3421861"/>
              <a:chExt cx="697820" cy="1334824"/>
            </a:xfrm>
          </p:grpSpPr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6476617F-2909-62AB-8ACB-ABD71FDC3564}"/>
                  </a:ext>
                </a:extLst>
              </p:cNvPr>
              <p:cNvSpPr/>
              <p:nvPr/>
            </p:nvSpPr>
            <p:spPr>
              <a:xfrm>
                <a:off x="1242091" y="3421861"/>
                <a:ext cx="622870" cy="1284858"/>
              </a:xfrm>
              <a:custGeom>
                <a:avLst/>
                <a:gdLst>
                  <a:gd name="connsiteX0" fmla="*/ 0 w 622870"/>
                  <a:gd name="connsiteY0" fmla="*/ 0 h 1284858"/>
                  <a:gd name="connsiteX1" fmla="*/ 428286 w 622870"/>
                  <a:gd name="connsiteY1" fmla="*/ 0 h 1284858"/>
                  <a:gd name="connsiteX2" fmla="*/ 428286 w 622870"/>
                  <a:gd name="connsiteY2" fmla="*/ 1284858 h 1284858"/>
                  <a:gd name="connsiteX3" fmla="*/ 622871 w 622870"/>
                  <a:gd name="connsiteY3" fmla="*/ 1284858 h 1284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2870" h="1284858">
                    <a:moveTo>
                      <a:pt x="0" y="0"/>
                    </a:moveTo>
                    <a:lnTo>
                      <a:pt x="428286" y="0"/>
                    </a:lnTo>
                    <a:lnTo>
                      <a:pt x="428286" y="1284858"/>
                    </a:lnTo>
                    <a:lnTo>
                      <a:pt x="622871" y="1284858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F8BD0BCF-B49D-09DA-12AC-8CDA2D9A795A}"/>
                  </a:ext>
                </a:extLst>
              </p:cNvPr>
              <p:cNvSpPr/>
              <p:nvPr/>
            </p:nvSpPr>
            <p:spPr>
              <a:xfrm>
                <a:off x="1839978" y="4656752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" name="图形 4">
              <a:extLst>
                <a:ext uri="{FF2B5EF4-FFF2-40B4-BE49-F238E27FC236}">
                  <a16:creationId xmlns:a16="http://schemas.microsoft.com/office/drawing/2014/main" id="{EBE76D4C-A797-C232-1ED4-97DEE2C8F662}"/>
                </a:ext>
              </a:extLst>
            </p:cNvPr>
            <p:cNvGrpSpPr/>
            <p:nvPr/>
          </p:nvGrpSpPr>
          <p:grpSpPr>
            <a:xfrm>
              <a:off x="1242091" y="3371894"/>
              <a:ext cx="697820" cy="99933"/>
              <a:chOff x="1242091" y="3371894"/>
              <a:chExt cx="697820" cy="99933"/>
            </a:xfrm>
          </p:grpSpPr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16811BDB-D5C4-5E08-561C-C2D0747CF545}"/>
                  </a:ext>
                </a:extLst>
              </p:cNvPr>
              <p:cNvSpPr/>
              <p:nvPr/>
            </p:nvSpPr>
            <p:spPr>
              <a:xfrm>
                <a:off x="1242091" y="3421861"/>
                <a:ext cx="622870" cy="14276"/>
              </a:xfrm>
              <a:custGeom>
                <a:avLst/>
                <a:gdLst>
                  <a:gd name="connsiteX0" fmla="*/ 0 w 622870"/>
                  <a:gd name="connsiteY0" fmla="*/ 0 h 14276"/>
                  <a:gd name="connsiteX1" fmla="*/ 622871 w 622870"/>
                  <a:gd name="connsiteY1" fmla="*/ 0 h 1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22870" h="14276">
                    <a:moveTo>
                      <a:pt x="0" y="0"/>
                    </a:moveTo>
                    <a:lnTo>
                      <a:pt x="622871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5ABD2E87-E928-7C81-4724-48C957EE13C9}"/>
                  </a:ext>
                </a:extLst>
              </p:cNvPr>
              <p:cNvSpPr/>
              <p:nvPr/>
            </p:nvSpPr>
            <p:spPr>
              <a:xfrm>
                <a:off x="1839978" y="3371894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0" name="图形 4">
              <a:extLst>
                <a:ext uri="{FF2B5EF4-FFF2-40B4-BE49-F238E27FC236}">
                  <a16:creationId xmlns:a16="http://schemas.microsoft.com/office/drawing/2014/main" id="{EC682E06-CDDA-0F93-7CB3-35276BA725FB}"/>
                </a:ext>
              </a:extLst>
            </p:cNvPr>
            <p:cNvGrpSpPr/>
            <p:nvPr/>
          </p:nvGrpSpPr>
          <p:grpSpPr>
            <a:xfrm>
              <a:off x="2641158" y="3371894"/>
              <a:ext cx="412296" cy="99933"/>
              <a:chOff x="2641158" y="3371894"/>
              <a:chExt cx="412296" cy="99933"/>
            </a:xfrm>
          </p:grpSpPr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49A2DBBF-6E19-58B0-CF7F-EC53C04F6B43}"/>
                  </a:ext>
                </a:extLst>
              </p:cNvPr>
              <p:cNvSpPr/>
              <p:nvPr/>
            </p:nvSpPr>
            <p:spPr>
              <a:xfrm>
                <a:off x="2641158" y="3421861"/>
                <a:ext cx="337346" cy="14276"/>
              </a:xfrm>
              <a:custGeom>
                <a:avLst/>
                <a:gdLst>
                  <a:gd name="connsiteX0" fmla="*/ 0 w 337346"/>
                  <a:gd name="connsiteY0" fmla="*/ 0 h 14276"/>
                  <a:gd name="connsiteX1" fmla="*/ 337347 w 337346"/>
                  <a:gd name="connsiteY1" fmla="*/ 0 h 1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37346" h="14276">
                    <a:moveTo>
                      <a:pt x="0" y="0"/>
                    </a:moveTo>
                    <a:lnTo>
                      <a:pt x="337347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81F34352-5F90-19BC-33E1-0BD8ED0D5554}"/>
                  </a:ext>
                </a:extLst>
              </p:cNvPr>
              <p:cNvSpPr/>
              <p:nvPr/>
            </p:nvSpPr>
            <p:spPr>
              <a:xfrm>
                <a:off x="2953522" y="3371894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图形 4">
              <a:extLst>
                <a:ext uri="{FF2B5EF4-FFF2-40B4-BE49-F238E27FC236}">
                  <a16:creationId xmlns:a16="http://schemas.microsoft.com/office/drawing/2014/main" id="{DA772D82-D020-DBDC-3D79-D3164170AFAE}"/>
                </a:ext>
              </a:extLst>
            </p:cNvPr>
            <p:cNvGrpSpPr/>
            <p:nvPr/>
          </p:nvGrpSpPr>
          <p:grpSpPr>
            <a:xfrm>
              <a:off x="2641158" y="2087036"/>
              <a:ext cx="412296" cy="99933"/>
              <a:chOff x="2641158" y="2087036"/>
              <a:chExt cx="412296" cy="99933"/>
            </a:xfrm>
          </p:grpSpPr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F9373F64-93EA-7920-F7A0-54FEF67A53CE}"/>
                  </a:ext>
                </a:extLst>
              </p:cNvPr>
              <p:cNvSpPr/>
              <p:nvPr/>
            </p:nvSpPr>
            <p:spPr>
              <a:xfrm>
                <a:off x="2641158" y="2137003"/>
                <a:ext cx="337346" cy="14276"/>
              </a:xfrm>
              <a:custGeom>
                <a:avLst/>
                <a:gdLst>
                  <a:gd name="connsiteX0" fmla="*/ 0 w 337346"/>
                  <a:gd name="connsiteY0" fmla="*/ 0 h 14276"/>
                  <a:gd name="connsiteX1" fmla="*/ 337347 w 337346"/>
                  <a:gd name="connsiteY1" fmla="*/ 0 h 1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37346" h="14276">
                    <a:moveTo>
                      <a:pt x="0" y="0"/>
                    </a:moveTo>
                    <a:lnTo>
                      <a:pt x="337347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1424D10E-0624-B48C-C26B-B70AAC15C84C}"/>
                  </a:ext>
                </a:extLst>
              </p:cNvPr>
              <p:cNvSpPr/>
              <p:nvPr/>
            </p:nvSpPr>
            <p:spPr>
              <a:xfrm>
                <a:off x="2953522" y="2087036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" name="图形 4">
              <a:extLst>
                <a:ext uri="{FF2B5EF4-FFF2-40B4-BE49-F238E27FC236}">
                  <a16:creationId xmlns:a16="http://schemas.microsoft.com/office/drawing/2014/main" id="{B0892204-0855-2B18-29BA-7DF82D7D1E96}"/>
                </a:ext>
              </a:extLst>
            </p:cNvPr>
            <p:cNvGrpSpPr/>
            <p:nvPr/>
          </p:nvGrpSpPr>
          <p:grpSpPr>
            <a:xfrm>
              <a:off x="2641158" y="4656181"/>
              <a:ext cx="412296" cy="99933"/>
              <a:chOff x="2641158" y="4656181"/>
              <a:chExt cx="412296" cy="99933"/>
            </a:xfrm>
          </p:grpSpPr>
          <p:sp>
            <p:nvSpPr>
              <p:cNvPr id="171" name="任意多边形: 形状 170">
                <a:extLst>
                  <a:ext uri="{FF2B5EF4-FFF2-40B4-BE49-F238E27FC236}">
                    <a16:creationId xmlns:a16="http://schemas.microsoft.com/office/drawing/2014/main" id="{1EFC2BC5-EB84-5060-FB5C-341718B369D6}"/>
                  </a:ext>
                </a:extLst>
              </p:cNvPr>
              <p:cNvSpPr/>
              <p:nvPr/>
            </p:nvSpPr>
            <p:spPr>
              <a:xfrm>
                <a:off x="2641158" y="4704720"/>
                <a:ext cx="337346" cy="1570"/>
              </a:xfrm>
              <a:custGeom>
                <a:avLst/>
                <a:gdLst>
                  <a:gd name="connsiteX0" fmla="*/ 0 w 337346"/>
                  <a:gd name="connsiteY0" fmla="*/ 0 h 1570"/>
                  <a:gd name="connsiteX1" fmla="*/ 337347 w 337346"/>
                  <a:gd name="connsiteY1" fmla="*/ 1570 h 1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37346" h="1570">
                    <a:moveTo>
                      <a:pt x="0" y="0"/>
                    </a:moveTo>
                    <a:lnTo>
                      <a:pt x="337347" y="157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2" name="任意多边形: 形状 171">
                <a:extLst>
                  <a:ext uri="{FF2B5EF4-FFF2-40B4-BE49-F238E27FC236}">
                    <a16:creationId xmlns:a16="http://schemas.microsoft.com/office/drawing/2014/main" id="{7549F3B1-76A1-DCB4-922B-2B0A9D57B3D7}"/>
                  </a:ext>
                </a:extLst>
              </p:cNvPr>
              <p:cNvSpPr/>
              <p:nvPr/>
            </p:nvSpPr>
            <p:spPr>
              <a:xfrm>
                <a:off x="2953379" y="4656181"/>
                <a:ext cx="100076" cy="99933"/>
              </a:xfrm>
              <a:custGeom>
                <a:avLst/>
                <a:gdLst>
                  <a:gd name="connsiteX0" fmla="*/ 100076 w 100076"/>
                  <a:gd name="connsiteY0" fmla="*/ 50395 h 99933"/>
                  <a:gd name="connsiteX1" fmla="*/ 0 w 100076"/>
                  <a:gd name="connsiteY1" fmla="*/ 99933 h 99933"/>
                  <a:gd name="connsiteX2" fmla="*/ 25126 w 100076"/>
                  <a:gd name="connsiteY2" fmla="*/ 50109 h 99933"/>
                  <a:gd name="connsiteX3" fmla="*/ 428 w 100076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76" h="99933">
                    <a:moveTo>
                      <a:pt x="100076" y="50395"/>
                    </a:moveTo>
                    <a:lnTo>
                      <a:pt x="0" y="99933"/>
                    </a:lnTo>
                    <a:lnTo>
                      <a:pt x="25126" y="50109"/>
                    </a:lnTo>
                    <a:lnTo>
                      <a:pt x="42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6" name="图形 4">
              <a:extLst>
                <a:ext uri="{FF2B5EF4-FFF2-40B4-BE49-F238E27FC236}">
                  <a16:creationId xmlns:a16="http://schemas.microsoft.com/office/drawing/2014/main" id="{2E61EDFC-FDBA-0340-F133-9B67FCB956F3}"/>
                </a:ext>
              </a:extLst>
            </p:cNvPr>
            <p:cNvGrpSpPr/>
            <p:nvPr/>
          </p:nvGrpSpPr>
          <p:grpSpPr>
            <a:xfrm>
              <a:off x="4097331" y="3371894"/>
              <a:ext cx="3453127" cy="99933"/>
              <a:chOff x="4097331" y="3371894"/>
              <a:chExt cx="3453127" cy="99933"/>
            </a:xfrm>
          </p:grpSpPr>
          <p:sp>
            <p:nvSpPr>
              <p:cNvPr id="169" name="任意多边形: 形状 168">
                <a:extLst>
                  <a:ext uri="{FF2B5EF4-FFF2-40B4-BE49-F238E27FC236}">
                    <a16:creationId xmlns:a16="http://schemas.microsoft.com/office/drawing/2014/main" id="{A99AAEB3-4418-BB5C-D945-EB69905D1533}"/>
                  </a:ext>
                </a:extLst>
              </p:cNvPr>
              <p:cNvSpPr/>
              <p:nvPr/>
            </p:nvSpPr>
            <p:spPr>
              <a:xfrm>
                <a:off x="4097331" y="3421861"/>
                <a:ext cx="3378177" cy="14276"/>
              </a:xfrm>
              <a:custGeom>
                <a:avLst/>
                <a:gdLst>
                  <a:gd name="connsiteX0" fmla="*/ 0 w 3378177"/>
                  <a:gd name="connsiteY0" fmla="*/ 0 h 14276"/>
                  <a:gd name="connsiteX1" fmla="*/ 3378178 w 3378177"/>
                  <a:gd name="connsiteY1" fmla="*/ 0 h 1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378177" h="14276">
                    <a:moveTo>
                      <a:pt x="0" y="0"/>
                    </a:moveTo>
                    <a:lnTo>
                      <a:pt x="3378178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0" name="任意多边形: 形状 169">
                <a:extLst>
                  <a:ext uri="{FF2B5EF4-FFF2-40B4-BE49-F238E27FC236}">
                    <a16:creationId xmlns:a16="http://schemas.microsoft.com/office/drawing/2014/main" id="{EE67A8FC-337C-7348-0CDA-0D165791C3D0}"/>
                  </a:ext>
                </a:extLst>
              </p:cNvPr>
              <p:cNvSpPr/>
              <p:nvPr/>
            </p:nvSpPr>
            <p:spPr>
              <a:xfrm>
                <a:off x="7450526" y="3371894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7" name="图形 4">
              <a:extLst>
                <a:ext uri="{FF2B5EF4-FFF2-40B4-BE49-F238E27FC236}">
                  <a16:creationId xmlns:a16="http://schemas.microsoft.com/office/drawing/2014/main" id="{8D4AA06C-5798-1CA1-1574-5676FE15B51E}"/>
                </a:ext>
              </a:extLst>
            </p:cNvPr>
            <p:cNvGrpSpPr/>
            <p:nvPr/>
          </p:nvGrpSpPr>
          <p:grpSpPr>
            <a:xfrm>
              <a:off x="7566448" y="3314789"/>
              <a:ext cx="214143" cy="214143"/>
              <a:chOff x="7566448" y="3314789"/>
              <a:chExt cx="214143" cy="214143"/>
            </a:xfrm>
          </p:grpSpPr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B803BE6B-AFD8-448B-FBC7-E28052EAA596}"/>
                  </a:ext>
                </a:extLst>
              </p:cNvPr>
              <p:cNvSpPr/>
              <p:nvPr/>
            </p:nvSpPr>
            <p:spPr>
              <a:xfrm>
                <a:off x="7566448" y="3314789"/>
                <a:ext cx="214143" cy="214143"/>
              </a:xfrm>
              <a:custGeom>
                <a:avLst/>
                <a:gdLst>
                  <a:gd name="connsiteX0" fmla="*/ 214143 w 214143"/>
                  <a:gd name="connsiteY0" fmla="*/ 107072 h 214143"/>
                  <a:gd name="connsiteX1" fmla="*/ 107072 w 214143"/>
                  <a:gd name="connsiteY1" fmla="*/ 214143 h 214143"/>
                  <a:gd name="connsiteX2" fmla="*/ 0 w 214143"/>
                  <a:gd name="connsiteY2" fmla="*/ 107072 h 214143"/>
                  <a:gd name="connsiteX3" fmla="*/ 107072 w 214143"/>
                  <a:gd name="connsiteY3" fmla="*/ 0 h 214143"/>
                  <a:gd name="connsiteX4" fmla="*/ 214143 w 214143"/>
                  <a:gd name="connsiteY4" fmla="*/ 107072 h 214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4143" h="214143">
                    <a:moveTo>
                      <a:pt x="214143" y="107072"/>
                    </a:moveTo>
                    <a:cubicBezTo>
                      <a:pt x="214143" y="166205"/>
                      <a:pt x="166206" y="214143"/>
                      <a:pt x="107072" y="214143"/>
                    </a:cubicBezTo>
                    <a:cubicBezTo>
                      <a:pt x="47937" y="214143"/>
                      <a:pt x="0" y="166205"/>
                      <a:pt x="0" y="107072"/>
                    </a:cubicBezTo>
                    <a:cubicBezTo>
                      <a:pt x="0" y="47938"/>
                      <a:pt x="47937" y="0"/>
                      <a:pt x="107072" y="0"/>
                    </a:cubicBezTo>
                    <a:cubicBezTo>
                      <a:pt x="166206" y="0"/>
                      <a:pt x="214143" y="47938"/>
                      <a:pt x="214143" y="1070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4DADB607-218C-EFC3-D597-81FEA04EF7B6}"/>
                  </a:ext>
                </a:extLst>
              </p:cNvPr>
              <p:cNvSpPr/>
              <p:nvPr/>
            </p:nvSpPr>
            <p:spPr>
              <a:xfrm>
                <a:off x="7566448" y="3421861"/>
                <a:ext cx="214143" cy="14276"/>
              </a:xfrm>
              <a:custGeom>
                <a:avLst/>
                <a:gdLst>
                  <a:gd name="connsiteX0" fmla="*/ 0 w 214143"/>
                  <a:gd name="connsiteY0" fmla="*/ 0 h 14276"/>
                  <a:gd name="connsiteX1" fmla="*/ 214143 w 214143"/>
                  <a:gd name="connsiteY1" fmla="*/ 0 h 1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4143" h="14276">
                    <a:moveTo>
                      <a:pt x="0" y="0"/>
                    </a:moveTo>
                    <a:lnTo>
                      <a:pt x="214143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009AE9AB-4A11-C168-1C0B-3B1566650938}"/>
                  </a:ext>
                </a:extLst>
              </p:cNvPr>
              <p:cNvSpPr/>
              <p:nvPr/>
            </p:nvSpPr>
            <p:spPr>
              <a:xfrm>
                <a:off x="7673520" y="3314789"/>
                <a:ext cx="14276" cy="214143"/>
              </a:xfrm>
              <a:custGeom>
                <a:avLst/>
                <a:gdLst>
                  <a:gd name="connsiteX0" fmla="*/ 0 w 14276"/>
                  <a:gd name="connsiteY0" fmla="*/ 214143 h 214143"/>
                  <a:gd name="connsiteX1" fmla="*/ 0 w 14276"/>
                  <a:gd name="connsiteY1" fmla="*/ 0 h 214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276" h="214143">
                    <a:moveTo>
                      <a:pt x="0" y="214143"/>
                    </a:moveTo>
                    <a:lnTo>
                      <a:pt x="0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图形 4">
              <a:extLst>
                <a:ext uri="{FF2B5EF4-FFF2-40B4-BE49-F238E27FC236}">
                  <a16:creationId xmlns:a16="http://schemas.microsoft.com/office/drawing/2014/main" id="{6A1994DC-991B-2189-363B-373ECB928FBB}"/>
                </a:ext>
              </a:extLst>
            </p:cNvPr>
            <p:cNvGrpSpPr/>
            <p:nvPr/>
          </p:nvGrpSpPr>
          <p:grpSpPr>
            <a:xfrm>
              <a:off x="3497731" y="2087179"/>
              <a:ext cx="286666" cy="99933"/>
              <a:chOff x="3497731" y="2087179"/>
              <a:chExt cx="286666" cy="99933"/>
            </a:xfrm>
          </p:grpSpPr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B55C9EDA-EA9E-68AF-BD5B-981D538B3629}"/>
                  </a:ext>
                </a:extLst>
              </p:cNvPr>
              <p:cNvSpPr/>
              <p:nvPr/>
            </p:nvSpPr>
            <p:spPr>
              <a:xfrm>
                <a:off x="3497731" y="2137003"/>
                <a:ext cx="211716" cy="142"/>
              </a:xfrm>
              <a:custGeom>
                <a:avLst/>
                <a:gdLst>
                  <a:gd name="connsiteX0" fmla="*/ 0 w 211716"/>
                  <a:gd name="connsiteY0" fmla="*/ 0 h 142"/>
                  <a:gd name="connsiteX1" fmla="*/ 211716 w 211716"/>
                  <a:gd name="connsiteY1" fmla="*/ 143 h 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1716" h="142">
                    <a:moveTo>
                      <a:pt x="0" y="0"/>
                    </a:moveTo>
                    <a:lnTo>
                      <a:pt x="211716" y="143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B6208C3C-0C3E-E8F9-104D-7C1C96B7F57A}"/>
                  </a:ext>
                </a:extLst>
              </p:cNvPr>
              <p:cNvSpPr/>
              <p:nvPr/>
            </p:nvSpPr>
            <p:spPr>
              <a:xfrm>
                <a:off x="3684463" y="2087179"/>
                <a:ext cx="99933" cy="99933"/>
              </a:xfrm>
              <a:custGeom>
                <a:avLst/>
                <a:gdLst>
                  <a:gd name="connsiteX0" fmla="*/ 99933 w 99933"/>
                  <a:gd name="connsiteY0" fmla="*/ 50110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143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50110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9" name="图形 4">
              <a:extLst>
                <a:ext uri="{FF2B5EF4-FFF2-40B4-BE49-F238E27FC236}">
                  <a16:creationId xmlns:a16="http://schemas.microsoft.com/office/drawing/2014/main" id="{6E7926D4-14F8-3755-F590-AF4F39DACF16}"/>
                </a:ext>
              </a:extLst>
            </p:cNvPr>
            <p:cNvGrpSpPr/>
            <p:nvPr/>
          </p:nvGrpSpPr>
          <p:grpSpPr>
            <a:xfrm>
              <a:off x="4596427" y="2252925"/>
              <a:ext cx="99933" cy="1133244"/>
              <a:chOff x="4596427" y="2252925"/>
              <a:chExt cx="99933" cy="1133244"/>
            </a:xfrm>
          </p:grpSpPr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865900FB-631F-2B9F-A885-92758E80024E}"/>
                  </a:ext>
                </a:extLst>
              </p:cNvPr>
              <p:cNvSpPr/>
              <p:nvPr/>
            </p:nvSpPr>
            <p:spPr>
              <a:xfrm>
                <a:off x="4646251" y="2327875"/>
                <a:ext cx="713" cy="1058294"/>
              </a:xfrm>
              <a:custGeom>
                <a:avLst/>
                <a:gdLst>
                  <a:gd name="connsiteX0" fmla="*/ 714 w 713"/>
                  <a:gd name="connsiteY0" fmla="*/ 1058295 h 1058294"/>
                  <a:gd name="connsiteX1" fmla="*/ 0 w 713"/>
                  <a:gd name="connsiteY1" fmla="*/ 0 h 1058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3" h="1058294">
                    <a:moveTo>
                      <a:pt x="714" y="1058295"/>
                    </a:moveTo>
                    <a:lnTo>
                      <a:pt x="0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3" name="任意多边形: 形状 162">
                <a:extLst>
                  <a:ext uri="{FF2B5EF4-FFF2-40B4-BE49-F238E27FC236}">
                    <a16:creationId xmlns:a16="http://schemas.microsoft.com/office/drawing/2014/main" id="{05FA71BB-5C7E-C195-CEB3-AD541021BE15}"/>
                  </a:ext>
                </a:extLst>
              </p:cNvPr>
              <p:cNvSpPr/>
              <p:nvPr/>
            </p:nvSpPr>
            <p:spPr>
              <a:xfrm>
                <a:off x="4596427" y="2252925"/>
                <a:ext cx="99933" cy="99933"/>
              </a:xfrm>
              <a:custGeom>
                <a:avLst/>
                <a:gdLst>
                  <a:gd name="connsiteX0" fmla="*/ 49824 w 99933"/>
                  <a:gd name="connsiteY0" fmla="*/ 0 h 99933"/>
                  <a:gd name="connsiteX1" fmla="*/ 99933 w 99933"/>
                  <a:gd name="connsiteY1" fmla="*/ 99933 h 99933"/>
                  <a:gd name="connsiteX2" fmla="*/ 49824 w 99933"/>
                  <a:gd name="connsiteY2" fmla="*/ 74950 h 99933"/>
                  <a:gd name="connsiteX3" fmla="*/ 0 w 99933"/>
                  <a:gd name="connsiteY3" fmla="*/ 99933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49824" y="0"/>
                    </a:moveTo>
                    <a:lnTo>
                      <a:pt x="99933" y="99933"/>
                    </a:lnTo>
                    <a:lnTo>
                      <a:pt x="49824" y="74950"/>
                    </a:lnTo>
                    <a:lnTo>
                      <a:pt x="0" y="99933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0" name="图形 4">
              <a:extLst>
                <a:ext uri="{FF2B5EF4-FFF2-40B4-BE49-F238E27FC236}">
                  <a16:creationId xmlns:a16="http://schemas.microsoft.com/office/drawing/2014/main" id="{EA834C2D-7E34-736F-B93A-22A86C0A72A7}"/>
                </a:ext>
              </a:extLst>
            </p:cNvPr>
            <p:cNvGrpSpPr/>
            <p:nvPr/>
          </p:nvGrpSpPr>
          <p:grpSpPr>
            <a:xfrm>
              <a:off x="4754036" y="1801512"/>
              <a:ext cx="483677" cy="335490"/>
              <a:chOff x="4754036" y="1801512"/>
              <a:chExt cx="483677" cy="335490"/>
            </a:xfrm>
          </p:grpSpPr>
          <p:sp>
            <p:nvSpPr>
              <p:cNvPr id="160" name="任意多边形: 形状 159">
                <a:extLst>
                  <a:ext uri="{FF2B5EF4-FFF2-40B4-BE49-F238E27FC236}">
                    <a16:creationId xmlns:a16="http://schemas.microsoft.com/office/drawing/2014/main" id="{1CF27971-6D5A-87D9-7E6A-95C9F46E02C1}"/>
                  </a:ext>
                </a:extLst>
              </p:cNvPr>
              <p:cNvSpPr/>
              <p:nvPr/>
            </p:nvSpPr>
            <p:spPr>
              <a:xfrm>
                <a:off x="4754036" y="1851479"/>
                <a:ext cx="408727" cy="285524"/>
              </a:xfrm>
              <a:custGeom>
                <a:avLst/>
                <a:gdLst>
                  <a:gd name="connsiteX0" fmla="*/ 0 w 408727"/>
                  <a:gd name="connsiteY0" fmla="*/ 285524 h 285524"/>
                  <a:gd name="connsiteX1" fmla="*/ 214143 w 408727"/>
                  <a:gd name="connsiteY1" fmla="*/ 285524 h 285524"/>
                  <a:gd name="connsiteX2" fmla="*/ 214143 w 408727"/>
                  <a:gd name="connsiteY2" fmla="*/ 0 h 285524"/>
                  <a:gd name="connsiteX3" fmla="*/ 408728 w 408727"/>
                  <a:gd name="connsiteY3" fmla="*/ 0 h 28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8727" h="285524">
                    <a:moveTo>
                      <a:pt x="0" y="285524"/>
                    </a:moveTo>
                    <a:lnTo>
                      <a:pt x="214143" y="285524"/>
                    </a:lnTo>
                    <a:lnTo>
                      <a:pt x="214143" y="0"/>
                    </a:lnTo>
                    <a:lnTo>
                      <a:pt x="408728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A77899E3-81EF-817D-6905-E7EE291B34EF}"/>
                  </a:ext>
                </a:extLst>
              </p:cNvPr>
              <p:cNvSpPr/>
              <p:nvPr/>
            </p:nvSpPr>
            <p:spPr>
              <a:xfrm>
                <a:off x="5137781" y="1801512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3" name="图形 4">
              <a:extLst>
                <a:ext uri="{FF2B5EF4-FFF2-40B4-BE49-F238E27FC236}">
                  <a16:creationId xmlns:a16="http://schemas.microsoft.com/office/drawing/2014/main" id="{DD83A514-34F5-018C-9F92-D144A48B27C2}"/>
                </a:ext>
              </a:extLst>
            </p:cNvPr>
            <p:cNvGrpSpPr/>
            <p:nvPr/>
          </p:nvGrpSpPr>
          <p:grpSpPr>
            <a:xfrm>
              <a:off x="3497731" y="3371894"/>
              <a:ext cx="298087" cy="99933"/>
              <a:chOff x="3497731" y="3371894"/>
              <a:chExt cx="298087" cy="99933"/>
            </a:xfrm>
          </p:grpSpPr>
          <p:sp>
            <p:nvSpPr>
              <p:cNvPr id="158" name="任意多边形: 形状 157">
                <a:extLst>
                  <a:ext uri="{FF2B5EF4-FFF2-40B4-BE49-F238E27FC236}">
                    <a16:creationId xmlns:a16="http://schemas.microsoft.com/office/drawing/2014/main" id="{1F3FD8B4-DED4-54C7-349D-E8734A1DABDD}"/>
                  </a:ext>
                </a:extLst>
              </p:cNvPr>
              <p:cNvSpPr/>
              <p:nvPr/>
            </p:nvSpPr>
            <p:spPr>
              <a:xfrm>
                <a:off x="3497731" y="3421861"/>
                <a:ext cx="223137" cy="14276"/>
              </a:xfrm>
              <a:custGeom>
                <a:avLst/>
                <a:gdLst>
                  <a:gd name="connsiteX0" fmla="*/ 0 w 223137"/>
                  <a:gd name="connsiteY0" fmla="*/ 0 h 14276"/>
                  <a:gd name="connsiteX1" fmla="*/ 223137 w 223137"/>
                  <a:gd name="connsiteY1" fmla="*/ 0 h 1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3137" h="14276">
                    <a:moveTo>
                      <a:pt x="0" y="0"/>
                    </a:moveTo>
                    <a:lnTo>
                      <a:pt x="223137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127D1A54-1209-8060-D4DC-2221FD3679E2}"/>
                  </a:ext>
                </a:extLst>
              </p:cNvPr>
              <p:cNvSpPr/>
              <p:nvPr/>
            </p:nvSpPr>
            <p:spPr>
              <a:xfrm>
                <a:off x="3695884" y="3371894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5" name="图形 4">
              <a:extLst>
                <a:ext uri="{FF2B5EF4-FFF2-40B4-BE49-F238E27FC236}">
                  <a16:creationId xmlns:a16="http://schemas.microsoft.com/office/drawing/2014/main" id="{29ABD48B-30EF-B2CA-1F2C-8E5171292989}"/>
                </a:ext>
              </a:extLst>
            </p:cNvPr>
            <p:cNvGrpSpPr/>
            <p:nvPr/>
          </p:nvGrpSpPr>
          <p:grpSpPr>
            <a:xfrm>
              <a:off x="3497731" y="4656752"/>
              <a:ext cx="298087" cy="99933"/>
              <a:chOff x="3497731" y="4656752"/>
              <a:chExt cx="298087" cy="99933"/>
            </a:xfrm>
          </p:grpSpPr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47A47386-7958-425C-831C-4518C2CF97CB}"/>
                  </a:ext>
                </a:extLst>
              </p:cNvPr>
              <p:cNvSpPr/>
              <p:nvPr/>
            </p:nvSpPr>
            <p:spPr>
              <a:xfrm>
                <a:off x="3497731" y="4706719"/>
                <a:ext cx="223137" cy="14276"/>
              </a:xfrm>
              <a:custGeom>
                <a:avLst/>
                <a:gdLst>
                  <a:gd name="connsiteX0" fmla="*/ 0 w 223137"/>
                  <a:gd name="connsiteY0" fmla="*/ 0 h 14276"/>
                  <a:gd name="connsiteX1" fmla="*/ 223137 w 223137"/>
                  <a:gd name="connsiteY1" fmla="*/ 0 h 1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3137" h="14276">
                    <a:moveTo>
                      <a:pt x="0" y="0"/>
                    </a:moveTo>
                    <a:lnTo>
                      <a:pt x="223137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1E07C757-7817-CE16-C631-50D327BFE404}"/>
                  </a:ext>
                </a:extLst>
              </p:cNvPr>
              <p:cNvSpPr/>
              <p:nvPr/>
            </p:nvSpPr>
            <p:spPr>
              <a:xfrm>
                <a:off x="3695884" y="4656752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6" name="图形 4">
              <a:extLst>
                <a:ext uri="{FF2B5EF4-FFF2-40B4-BE49-F238E27FC236}">
                  <a16:creationId xmlns:a16="http://schemas.microsoft.com/office/drawing/2014/main" id="{4F4EBE72-D87A-A703-9CBD-99A9581D9398}"/>
                </a:ext>
              </a:extLst>
            </p:cNvPr>
            <p:cNvGrpSpPr/>
            <p:nvPr/>
          </p:nvGrpSpPr>
          <p:grpSpPr>
            <a:xfrm>
              <a:off x="4596285" y="3421861"/>
              <a:ext cx="99933" cy="1168935"/>
              <a:chOff x="4596285" y="3421861"/>
              <a:chExt cx="99933" cy="1168935"/>
            </a:xfrm>
          </p:grpSpPr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433D55CE-7D46-C2E2-E07D-77C1E9038E53}"/>
                  </a:ext>
                </a:extLst>
              </p:cNvPr>
              <p:cNvSpPr/>
              <p:nvPr/>
            </p:nvSpPr>
            <p:spPr>
              <a:xfrm>
                <a:off x="4646251" y="3421861"/>
                <a:ext cx="14276" cy="1093985"/>
              </a:xfrm>
              <a:custGeom>
                <a:avLst/>
                <a:gdLst>
                  <a:gd name="connsiteX0" fmla="*/ 0 w 14276"/>
                  <a:gd name="connsiteY0" fmla="*/ 0 h 1093985"/>
                  <a:gd name="connsiteX1" fmla="*/ 0 w 14276"/>
                  <a:gd name="connsiteY1" fmla="*/ 1093986 h 1093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276" h="1093985">
                    <a:moveTo>
                      <a:pt x="0" y="0"/>
                    </a:moveTo>
                    <a:lnTo>
                      <a:pt x="0" y="1093986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C85B9EF2-B61D-8708-1F46-CD9058DAD0DC}"/>
                  </a:ext>
                </a:extLst>
              </p:cNvPr>
              <p:cNvSpPr/>
              <p:nvPr/>
            </p:nvSpPr>
            <p:spPr>
              <a:xfrm>
                <a:off x="4596285" y="4490863"/>
                <a:ext cx="99933" cy="99933"/>
              </a:xfrm>
              <a:custGeom>
                <a:avLst/>
                <a:gdLst>
                  <a:gd name="connsiteX0" fmla="*/ 49967 w 99933"/>
                  <a:gd name="connsiteY0" fmla="*/ 99933 h 99933"/>
                  <a:gd name="connsiteX1" fmla="*/ 0 w 99933"/>
                  <a:gd name="connsiteY1" fmla="*/ 0 h 99933"/>
                  <a:gd name="connsiteX2" fmla="*/ 49967 w 99933"/>
                  <a:gd name="connsiteY2" fmla="*/ 24983 h 99933"/>
                  <a:gd name="connsiteX3" fmla="*/ 99933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49967" y="99933"/>
                    </a:moveTo>
                    <a:lnTo>
                      <a:pt x="0" y="0"/>
                    </a:lnTo>
                    <a:lnTo>
                      <a:pt x="49967" y="24983"/>
                    </a:lnTo>
                    <a:lnTo>
                      <a:pt x="999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7" name="图形 4">
              <a:extLst>
                <a:ext uri="{FF2B5EF4-FFF2-40B4-BE49-F238E27FC236}">
                  <a16:creationId xmlns:a16="http://schemas.microsoft.com/office/drawing/2014/main" id="{75880260-65FC-6BF8-DE38-EC8CC4391CB3}"/>
                </a:ext>
              </a:extLst>
            </p:cNvPr>
            <p:cNvGrpSpPr/>
            <p:nvPr/>
          </p:nvGrpSpPr>
          <p:grpSpPr>
            <a:xfrm>
              <a:off x="4539893" y="4606786"/>
              <a:ext cx="214143" cy="256971"/>
              <a:chOff x="4539893" y="4606786"/>
              <a:chExt cx="214143" cy="256971"/>
            </a:xfrm>
          </p:grpSpPr>
          <p:sp>
            <p:nvSpPr>
              <p:cNvPr id="150" name="任意多边形: 形状 149">
                <a:extLst>
                  <a:ext uri="{FF2B5EF4-FFF2-40B4-BE49-F238E27FC236}">
                    <a16:creationId xmlns:a16="http://schemas.microsoft.com/office/drawing/2014/main" id="{609DFABE-83F6-69EB-5EFB-B8BA23731E9D}"/>
                  </a:ext>
                </a:extLst>
              </p:cNvPr>
              <p:cNvSpPr/>
              <p:nvPr/>
            </p:nvSpPr>
            <p:spPr>
              <a:xfrm>
                <a:off x="4539893" y="4606786"/>
                <a:ext cx="214143" cy="214143"/>
              </a:xfrm>
              <a:custGeom>
                <a:avLst/>
                <a:gdLst>
                  <a:gd name="connsiteX0" fmla="*/ 214143 w 214143"/>
                  <a:gd name="connsiteY0" fmla="*/ 107072 h 214143"/>
                  <a:gd name="connsiteX1" fmla="*/ 107072 w 214143"/>
                  <a:gd name="connsiteY1" fmla="*/ 214143 h 214143"/>
                  <a:gd name="connsiteX2" fmla="*/ 0 w 214143"/>
                  <a:gd name="connsiteY2" fmla="*/ 107072 h 214143"/>
                  <a:gd name="connsiteX3" fmla="*/ 107072 w 214143"/>
                  <a:gd name="connsiteY3" fmla="*/ 0 h 214143"/>
                  <a:gd name="connsiteX4" fmla="*/ 214143 w 214143"/>
                  <a:gd name="connsiteY4" fmla="*/ 107072 h 214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4143" h="214143">
                    <a:moveTo>
                      <a:pt x="214143" y="107072"/>
                    </a:moveTo>
                    <a:cubicBezTo>
                      <a:pt x="214143" y="166205"/>
                      <a:pt x="166206" y="214143"/>
                      <a:pt x="107072" y="214143"/>
                    </a:cubicBezTo>
                    <a:cubicBezTo>
                      <a:pt x="47937" y="214143"/>
                      <a:pt x="0" y="166205"/>
                      <a:pt x="0" y="107072"/>
                    </a:cubicBezTo>
                    <a:cubicBezTo>
                      <a:pt x="0" y="47938"/>
                      <a:pt x="47937" y="0"/>
                      <a:pt x="107072" y="0"/>
                    </a:cubicBezTo>
                    <a:cubicBezTo>
                      <a:pt x="166206" y="0"/>
                      <a:pt x="214143" y="47938"/>
                      <a:pt x="214143" y="1070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51" name="图形 4">
                <a:extLst>
                  <a:ext uri="{FF2B5EF4-FFF2-40B4-BE49-F238E27FC236}">
                    <a16:creationId xmlns:a16="http://schemas.microsoft.com/office/drawing/2014/main" id="{9F9D1C97-23FF-0710-1F7D-8507C9C50B1C}"/>
                  </a:ext>
                </a:extLst>
              </p:cNvPr>
              <p:cNvGrpSpPr/>
              <p:nvPr/>
            </p:nvGrpSpPr>
            <p:grpSpPr>
              <a:xfrm>
                <a:off x="4575584" y="4621062"/>
                <a:ext cx="128485" cy="242695"/>
                <a:chOff x="4575584" y="4621062"/>
                <a:chExt cx="128485" cy="242695"/>
              </a:xfrm>
              <a:noFill/>
            </p:grpSpPr>
            <p:sp>
              <p:nvSpPr>
                <p:cNvPr id="152" name="任意多边形: 形状 151">
                  <a:extLst>
                    <a:ext uri="{FF2B5EF4-FFF2-40B4-BE49-F238E27FC236}">
                      <a16:creationId xmlns:a16="http://schemas.microsoft.com/office/drawing/2014/main" id="{A99DF6C3-4B7C-9561-6908-8E81C508580D}"/>
                    </a:ext>
                  </a:extLst>
                </p:cNvPr>
                <p:cNvSpPr/>
                <p:nvPr/>
              </p:nvSpPr>
              <p:spPr>
                <a:xfrm>
                  <a:off x="4596998" y="4644903"/>
                  <a:ext cx="99933" cy="166317"/>
                </a:xfrm>
                <a:custGeom>
                  <a:avLst/>
                  <a:gdLst>
                    <a:gd name="connsiteX0" fmla="*/ 0 w 99933"/>
                    <a:gd name="connsiteY0" fmla="*/ 0 h 166317"/>
                    <a:gd name="connsiteX1" fmla="*/ 99933 w 99933"/>
                    <a:gd name="connsiteY1" fmla="*/ 0 h 166317"/>
                    <a:gd name="connsiteX2" fmla="*/ 99933 w 99933"/>
                    <a:gd name="connsiteY2" fmla="*/ 166318 h 166317"/>
                    <a:gd name="connsiteX3" fmla="*/ 0 w 99933"/>
                    <a:gd name="connsiteY3" fmla="*/ 166318 h 166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933" h="166317">
                      <a:moveTo>
                        <a:pt x="0" y="0"/>
                      </a:moveTo>
                      <a:lnTo>
                        <a:pt x="99933" y="0"/>
                      </a:lnTo>
                      <a:lnTo>
                        <a:pt x="99933" y="166318"/>
                      </a:lnTo>
                      <a:lnTo>
                        <a:pt x="0" y="166318"/>
                      </a:lnTo>
                      <a:close/>
                    </a:path>
                  </a:pathLst>
                </a:custGeom>
                <a:noFill/>
                <a:ln w="142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153" name="图片 152">
                  <a:extLst>
                    <a:ext uri="{FF2B5EF4-FFF2-40B4-BE49-F238E27FC236}">
                      <a16:creationId xmlns:a16="http://schemas.microsoft.com/office/drawing/2014/main" id="{B92FE381-2D70-C665-064E-3AE9C6839D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75584" y="4621062"/>
                  <a:ext cx="128485" cy="242695"/>
                </a:xfrm>
                <a:custGeom>
                  <a:avLst/>
                  <a:gdLst>
                    <a:gd name="connsiteX0" fmla="*/ -1 w 128485"/>
                    <a:gd name="connsiteY0" fmla="*/ -1 h 242695"/>
                    <a:gd name="connsiteX1" fmla="*/ 128485 w 128485"/>
                    <a:gd name="connsiteY1" fmla="*/ -1 h 242695"/>
                    <a:gd name="connsiteX2" fmla="*/ 128485 w 128485"/>
                    <a:gd name="connsiteY2" fmla="*/ 242695 h 242695"/>
                    <a:gd name="connsiteX3" fmla="*/ -1 w 128485"/>
                    <a:gd name="connsiteY3" fmla="*/ 242695 h 242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485" h="242695">
                      <a:moveTo>
                        <a:pt x="-1" y="-1"/>
                      </a:moveTo>
                      <a:lnTo>
                        <a:pt x="128485" y="-1"/>
                      </a:lnTo>
                      <a:lnTo>
                        <a:pt x="128485" y="242695"/>
                      </a:lnTo>
                      <a:lnTo>
                        <a:pt x="-1" y="242695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28" name="图形 4">
              <a:extLst>
                <a:ext uri="{FF2B5EF4-FFF2-40B4-BE49-F238E27FC236}">
                  <a16:creationId xmlns:a16="http://schemas.microsoft.com/office/drawing/2014/main" id="{ED5B4A87-D300-8E3F-47AC-D48B8567663F}"/>
                </a:ext>
              </a:extLst>
            </p:cNvPr>
            <p:cNvGrpSpPr/>
            <p:nvPr/>
          </p:nvGrpSpPr>
          <p:grpSpPr>
            <a:xfrm>
              <a:off x="4539893" y="2022793"/>
              <a:ext cx="214143" cy="256971"/>
              <a:chOff x="4539893" y="2022793"/>
              <a:chExt cx="214143" cy="256971"/>
            </a:xfrm>
          </p:grpSpPr>
          <p:sp>
            <p:nvSpPr>
              <p:cNvPr id="146" name="任意多边形: 形状 145">
                <a:extLst>
                  <a:ext uri="{FF2B5EF4-FFF2-40B4-BE49-F238E27FC236}">
                    <a16:creationId xmlns:a16="http://schemas.microsoft.com/office/drawing/2014/main" id="{68696C43-46F2-C9E0-49AF-B1D82B04D1E6}"/>
                  </a:ext>
                </a:extLst>
              </p:cNvPr>
              <p:cNvSpPr/>
              <p:nvPr/>
            </p:nvSpPr>
            <p:spPr>
              <a:xfrm>
                <a:off x="4539893" y="2022793"/>
                <a:ext cx="214143" cy="214143"/>
              </a:xfrm>
              <a:custGeom>
                <a:avLst/>
                <a:gdLst>
                  <a:gd name="connsiteX0" fmla="*/ 214143 w 214143"/>
                  <a:gd name="connsiteY0" fmla="*/ 107072 h 214143"/>
                  <a:gd name="connsiteX1" fmla="*/ 107072 w 214143"/>
                  <a:gd name="connsiteY1" fmla="*/ 214143 h 214143"/>
                  <a:gd name="connsiteX2" fmla="*/ 0 w 214143"/>
                  <a:gd name="connsiteY2" fmla="*/ 107072 h 214143"/>
                  <a:gd name="connsiteX3" fmla="*/ 107072 w 214143"/>
                  <a:gd name="connsiteY3" fmla="*/ 0 h 214143"/>
                  <a:gd name="connsiteX4" fmla="*/ 214143 w 214143"/>
                  <a:gd name="connsiteY4" fmla="*/ 107072 h 214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4143" h="214143">
                    <a:moveTo>
                      <a:pt x="214143" y="107072"/>
                    </a:moveTo>
                    <a:cubicBezTo>
                      <a:pt x="214143" y="166205"/>
                      <a:pt x="166206" y="214143"/>
                      <a:pt x="107072" y="214143"/>
                    </a:cubicBezTo>
                    <a:cubicBezTo>
                      <a:pt x="47937" y="214143"/>
                      <a:pt x="0" y="166205"/>
                      <a:pt x="0" y="107072"/>
                    </a:cubicBezTo>
                    <a:cubicBezTo>
                      <a:pt x="0" y="47938"/>
                      <a:pt x="47937" y="0"/>
                      <a:pt x="107072" y="0"/>
                    </a:cubicBezTo>
                    <a:cubicBezTo>
                      <a:pt x="166206" y="0"/>
                      <a:pt x="214143" y="47938"/>
                      <a:pt x="214143" y="1070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47" name="图形 4">
                <a:extLst>
                  <a:ext uri="{FF2B5EF4-FFF2-40B4-BE49-F238E27FC236}">
                    <a16:creationId xmlns:a16="http://schemas.microsoft.com/office/drawing/2014/main" id="{81DC51D9-5C13-2084-8A01-C58565C7446E}"/>
                  </a:ext>
                </a:extLst>
              </p:cNvPr>
              <p:cNvGrpSpPr/>
              <p:nvPr/>
            </p:nvGrpSpPr>
            <p:grpSpPr>
              <a:xfrm>
                <a:off x="4575584" y="2037069"/>
                <a:ext cx="128485" cy="242695"/>
                <a:chOff x="4575584" y="2037069"/>
                <a:chExt cx="128485" cy="242695"/>
              </a:xfrm>
              <a:noFill/>
            </p:grpSpPr>
            <p:sp>
              <p:nvSpPr>
                <p:cNvPr id="148" name="任意多边形: 形状 147">
                  <a:extLst>
                    <a:ext uri="{FF2B5EF4-FFF2-40B4-BE49-F238E27FC236}">
                      <a16:creationId xmlns:a16="http://schemas.microsoft.com/office/drawing/2014/main" id="{6D5CF97B-39FA-F414-5B3A-EAAD8D417505}"/>
                    </a:ext>
                  </a:extLst>
                </p:cNvPr>
                <p:cNvSpPr/>
                <p:nvPr/>
              </p:nvSpPr>
              <p:spPr>
                <a:xfrm>
                  <a:off x="4596998" y="2060910"/>
                  <a:ext cx="99933" cy="166317"/>
                </a:xfrm>
                <a:custGeom>
                  <a:avLst/>
                  <a:gdLst>
                    <a:gd name="connsiteX0" fmla="*/ 0 w 99933"/>
                    <a:gd name="connsiteY0" fmla="*/ 0 h 166317"/>
                    <a:gd name="connsiteX1" fmla="*/ 99933 w 99933"/>
                    <a:gd name="connsiteY1" fmla="*/ 0 h 166317"/>
                    <a:gd name="connsiteX2" fmla="*/ 99933 w 99933"/>
                    <a:gd name="connsiteY2" fmla="*/ 166318 h 166317"/>
                    <a:gd name="connsiteX3" fmla="*/ 0 w 99933"/>
                    <a:gd name="connsiteY3" fmla="*/ 166318 h 166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933" h="166317">
                      <a:moveTo>
                        <a:pt x="0" y="0"/>
                      </a:moveTo>
                      <a:lnTo>
                        <a:pt x="99933" y="0"/>
                      </a:lnTo>
                      <a:lnTo>
                        <a:pt x="99933" y="166318"/>
                      </a:lnTo>
                      <a:lnTo>
                        <a:pt x="0" y="166318"/>
                      </a:lnTo>
                      <a:close/>
                    </a:path>
                  </a:pathLst>
                </a:custGeom>
                <a:noFill/>
                <a:ln w="142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149" name="图片 148">
                  <a:extLst>
                    <a:ext uri="{FF2B5EF4-FFF2-40B4-BE49-F238E27FC236}">
                      <a16:creationId xmlns:a16="http://schemas.microsoft.com/office/drawing/2014/main" id="{98D2A537-23DB-1B4B-AC53-7D216ED5BB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575584" y="2037069"/>
                  <a:ext cx="128485" cy="242695"/>
                </a:xfrm>
                <a:custGeom>
                  <a:avLst/>
                  <a:gdLst>
                    <a:gd name="connsiteX0" fmla="*/ -1 w 128485"/>
                    <a:gd name="connsiteY0" fmla="*/ -1 h 242695"/>
                    <a:gd name="connsiteX1" fmla="*/ 128485 w 128485"/>
                    <a:gd name="connsiteY1" fmla="*/ -1 h 242695"/>
                    <a:gd name="connsiteX2" fmla="*/ 128485 w 128485"/>
                    <a:gd name="connsiteY2" fmla="*/ 242695 h 242695"/>
                    <a:gd name="connsiteX3" fmla="*/ -1 w 128485"/>
                    <a:gd name="connsiteY3" fmla="*/ 242695 h 242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485" h="242695">
                      <a:moveTo>
                        <a:pt x="-1" y="-1"/>
                      </a:moveTo>
                      <a:lnTo>
                        <a:pt x="128485" y="-1"/>
                      </a:lnTo>
                      <a:lnTo>
                        <a:pt x="128485" y="242695"/>
                      </a:lnTo>
                      <a:lnTo>
                        <a:pt x="-1" y="242695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29" name="图形 4">
              <a:extLst>
                <a:ext uri="{FF2B5EF4-FFF2-40B4-BE49-F238E27FC236}">
                  <a16:creationId xmlns:a16="http://schemas.microsoft.com/office/drawing/2014/main" id="{C4417377-C9C8-FEBA-6655-4DBE6A09A543}"/>
                </a:ext>
              </a:extLst>
            </p:cNvPr>
            <p:cNvGrpSpPr/>
            <p:nvPr/>
          </p:nvGrpSpPr>
          <p:grpSpPr>
            <a:xfrm>
              <a:off x="4097617" y="2086893"/>
              <a:ext cx="426287" cy="99933"/>
              <a:chOff x="4097617" y="2086893"/>
              <a:chExt cx="426287" cy="99933"/>
            </a:xfrm>
          </p:grpSpPr>
          <p:sp>
            <p:nvSpPr>
              <p:cNvPr id="144" name="任意多边形: 形状 143">
                <a:extLst>
                  <a:ext uri="{FF2B5EF4-FFF2-40B4-BE49-F238E27FC236}">
                    <a16:creationId xmlns:a16="http://schemas.microsoft.com/office/drawing/2014/main" id="{9AB6E59A-CDA8-2801-6B14-6121EB195D93}"/>
                  </a:ext>
                </a:extLst>
              </p:cNvPr>
              <p:cNvSpPr/>
              <p:nvPr/>
            </p:nvSpPr>
            <p:spPr>
              <a:xfrm>
                <a:off x="4097617" y="2136432"/>
                <a:ext cx="351337" cy="428"/>
              </a:xfrm>
              <a:custGeom>
                <a:avLst/>
                <a:gdLst>
                  <a:gd name="connsiteX0" fmla="*/ 0 w 351337"/>
                  <a:gd name="connsiteY0" fmla="*/ 0 h 428"/>
                  <a:gd name="connsiteX1" fmla="*/ 351337 w 351337"/>
                  <a:gd name="connsiteY1" fmla="*/ 428 h 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1337" h="428">
                    <a:moveTo>
                      <a:pt x="0" y="0"/>
                    </a:moveTo>
                    <a:lnTo>
                      <a:pt x="351337" y="428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5" name="任意多边形: 形状 144">
                <a:extLst>
                  <a:ext uri="{FF2B5EF4-FFF2-40B4-BE49-F238E27FC236}">
                    <a16:creationId xmlns:a16="http://schemas.microsoft.com/office/drawing/2014/main" id="{D560E8F3-4F63-7E40-90CA-8EFD0883C85A}"/>
                  </a:ext>
                </a:extLst>
              </p:cNvPr>
              <p:cNvSpPr/>
              <p:nvPr/>
            </p:nvSpPr>
            <p:spPr>
              <a:xfrm>
                <a:off x="4423971" y="2086893"/>
                <a:ext cx="99933" cy="99933"/>
              </a:xfrm>
              <a:custGeom>
                <a:avLst/>
                <a:gdLst>
                  <a:gd name="connsiteX0" fmla="*/ 99933 w 99933"/>
                  <a:gd name="connsiteY0" fmla="*/ 50109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143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50109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0" name="图形 4">
              <a:extLst>
                <a:ext uri="{FF2B5EF4-FFF2-40B4-BE49-F238E27FC236}">
                  <a16:creationId xmlns:a16="http://schemas.microsoft.com/office/drawing/2014/main" id="{470A0B1A-DFA2-1F31-62A0-E7E374A71442}"/>
                </a:ext>
              </a:extLst>
            </p:cNvPr>
            <p:cNvGrpSpPr/>
            <p:nvPr/>
          </p:nvGrpSpPr>
          <p:grpSpPr>
            <a:xfrm>
              <a:off x="4097331" y="4660179"/>
              <a:ext cx="426573" cy="99933"/>
              <a:chOff x="4097331" y="4660179"/>
              <a:chExt cx="426573" cy="99933"/>
            </a:xfrm>
          </p:grpSpPr>
          <p:sp>
            <p:nvSpPr>
              <p:cNvPr id="142" name="任意多边形: 形状 141">
                <a:extLst>
                  <a:ext uri="{FF2B5EF4-FFF2-40B4-BE49-F238E27FC236}">
                    <a16:creationId xmlns:a16="http://schemas.microsoft.com/office/drawing/2014/main" id="{0A17D559-661A-4A5B-57FF-CA8A2148E0B3}"/>
                  </a:ext>
                </a:extLst>
              </p:cNvPr>
              <p:cNvSpPr/>
              <p:nvPr/>
            </p:nvSpPr>
            <p:spPr>
              <a:xfrm>
                <a:off x="4097331" y="4706719"/>
                <a:ext cx="351622" cy="3711"/>
              </a:xfrm>
              <a:custGeom>
                <a:avLst/>
                <a:gdLst>
                  <a:gd name="connsiteX0" fmla="*/ 0 w 351622"/>
                  <a:gd name="connsiteY0" fmla="*/ 0 h 3711"/>
                  <a:gd name="connsiteX1" fmla="*/ 351623 w 351622"/>
                  <a:gd name="connsiteY1" fmla="*/ 3712 h 3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1622" h="3711">
                    <a:moveTo>
                      <a:pt x="0" y="0"/>
                    </a:moveTo>
                    <a:lnTo>
                      <a:pt x="351623" y="3712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3" name="任意多边形: 形状 142">
                <a:extLst>
                  <a:ext uri="{FF2B5EF4-FFF2-40B4-BE49-F238E27FC236}">
                    <a16:creationId xmlns:a16="http://schemas.microsoft.com/office/drawing/2014/main" id="{DE0004EA-C6AD-1E68-B8F2-071781B9E1BF}"/>
                  </a:ext>
                </a:extLst>
              </p:cNvPr>
              <p:cNvSpPr/>
              <p:nvPr/>
            </p:nvSpPr>
            <p:spPr>
              <a:xfrm>
                <a:off x="4423542" y="4660179"/>
                <a:ext cx="100361" cy="99933"/>
              </a:xfrm>
              <a:custGeom>
                <a:avLst/>
                <a:gdLst>
                  <a:gd name="connsiteX0" fmla="*/ 100362 w 100361"/>
                  <a:gd name="connsiteY0" fmla="*/ 51109 h 99933"/>
                  <a:gd name="connsiteX1" fmla="*/ 0 w 100361"/>
                  <a:gd name="connsiteY1" fmla="*/ 99933 h 99933"/>
                  <a:gd name="connsiteX2" fmla="*/ 25412 w 100361"/>
                  <a:gd name="connsiteY2" fmla="*/ 50252 h 99933"/>
                  <a:gd name="connsiteX3" fmla="*/ 999 w 100361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361" h="99933">
                    <a:moveTo>
                      <a:pt x="100362" y="51109"/>
                    </a:moveTo>
                    <a:lnTo>
                      <a:pt x="0" y="99933"/>
                    </a:lnTo>
                    <a:lnTo>
                      <a:pt x="25412" y="50252"/>
                    </a:lnTo>
                    <a:lnTo>
                      <a:pt x="99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1" name="图形 4">
              <a:extLst>
                <a:ext uri="{FF2B5EF4-FFF2-40B4-BE49-F238E27FC236}">
                  <a16:creationId xmlns:a16="http://schemas.microsoft.com/office/drawing/2014/main" id="{B9A8461A-08B6-E3AD-73BD-72A453DD5465}"/>
                </a:ext>
              </a:extLst>
            </p:cNvPr>
            <p:cNvGrpSpPr/>
            <p:nvPr/>
          </p:nvGrpSpPr>
          <p:grpSpPr>
            <a:xfrm>
              <a:off x="4754036" y="2137003"/>
              <a:ext cx="483677" cy="335490"/>
              <a:chOff x="4754036" y="2137003"/>
              <a:chExt cx="483677" cy="335490"/>
            </a:xfrm>
          </p:grpSpPr>
          <p:sp>
            <p:nvSpPr>
              <p:cNvPr id="140" name="任意多边形: 形状 139">
                <a:extLst>
                  <a:ext uri="{FF2B5EF4-FFF2-40B4-BE49-F238E27FC236}">
                    <a16:creationId xmlns:a16="http://schemas.microsoft.com/office/drawing/2014/main" id="{B0FFB1CB-AB4B-62B7-6594-8138F559ACCD}"/>
                  </a:ext>
                </a:extLst>
              </p:cNvPr>
              <p:cNvSpPr/>
              <p:nvPr/>
            </p:nvSpPr>
            <p:spPr>
              <a:xfrm>
                <a:off x="4754036" y="2137003"/>
                <a:ext cx="408727" cy="285524"/>
              </a:xfrm>
              <a:custGeom>
                <a:avLst/>
                <a:gdLst>
                  <a:gd name="connsiteX0" fmla="*/ 0 w 408727"/>
                  <a:gd name="connsiteY0" fmla="*/ 0 h 285524"/>
                  <a:gd name="connsiteX1" fmla="*/ 214143 w 408727"/>
                  <a:gd name="connsiteY1" fmla="*/ 0 h 285524"/>
                  <a:gd name="connsiteX2" fmla="*/ 214143 w 408727"/>
                  <a:gd name="connsiteY2" fmla="*/ 285524 h 285524"/>
                  <a:gd name="connsiteX3" fmla="*/ 408728 w 408727"/>
                  <a:gd name="connsiteY3" fmla="*/ 285524 h 28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8727" h="285524">
                    <a:moveTo>
                      <a:pt x="0" y="0"/>
                    </a:moveTo>
                    <a:lnTo>
                      <a:pt x="214143" y="0"/>
                    </a:lnTo>
                    <a:lnTo>
                      <a:pt x="214143" y="285524"/>
                    </a:lnTo>
                    <a:lnTo>
                      <a:pt x="408728" y="285524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1" name="任意多边形: 形状 140">
                <a:extLst>
                  <a:ext uri="{FF2B5EF4-FFF2-40B4-BE49-F238E27FC236}">
                    <a16:creationId xmlns:a16="http://schemas.microsoft.com/office/drawing/2014/main" id="{BD7CA0BE-71A8-4BE2-AA78-EB50F645EAC1}"/>
                  </a:ext>
                </a:extLst>
              </p:cNvPr>
              <p:cNvSpPr/>
              <p:nvPr/>
            </p:nvSpPr>
            <p:spPr>
              <a:xfrm>
                <a:off x="5137781" y="2372560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2" name="图形 4">
              <a:extLst>
                <a:ext uri="{FF2B5EF4-FFF2-40B4-BE49-F238E27FC236}">
                  <a16:creationId xmlns:a16="http://schemas.microsoft.com/office/drawing/2014/main" id="{610CDA76-4C8C-8939-E08C-7D53CCED6039}"/>
                </a:ext>
              </a:extLst>
            </p:cNvPr>
            <p:cNvGrpSpPr/>
            <p:nvPr/>
          </p:nvGrpSpPr>
          <p:grpSpPr>
            <a:xfrm>
              <a:off x="5253704" y="1694440"/>
              <a:ext cx="642429" cy="314076"/>
              <a:chOff x="5253704" y="1694440"/>
              <a:chExt cx="642429" cy="314076"/>
            </a:xfrm>
            <a:solidFill>
              <a:srgbClr val="DAE8FC"/>
            </a:solidFill>
          </p:grpSpPr>
          <p:sp>
            <p:nvSpPr>
              <p:cNvPr id="138" name="任意多边形: 形状 137">
                <a:extLst>
                  <a:ext uri="{FF2B5EF4-FFF2-40B4-BE49-F238E27FC236}">
                    <a16:creationId xmlns:a16="http://schemas.microsoft.com/office/drawing/2014/main" id="{12495BF3-DD99-C4D5-9763-93A26E8E7D15}"/>
                  </a:ext>
                </a:extLst>
              </p:cNvPr>
              <p:cNvSpPr/>
              <p:nvPr/>
            </p:nvSpPr>
            <p:spPr>
              <a:xfrm>
                <a:off x="5253704" y="1694440"/>
                <a:ext cx="642429" cy="314076"/>
              </a:xfrm>
              <a:custGeom>
                <a:avLst/>
                <a:gdLst>
                  <a:gd name="connsiteX0" fmla="*/ 595318 w 642429"/>
                  <a:gd name="connsiteY0" fmla="*/ 0 h 314076"/>
                  <a:gd name="connsiteX1" fmla="*/ 642429 w 642429"/>
                  <a:gd name="connsiteY1" fmla="*/ 47111 h 314076"/>
                  <a:gd name="connsiteX2" fmla="*/ 642429 w 642429"/>
                  <a:gd name="connsiteY2" fmla="*/ 266965 h 314076"/>
                  <a:gd name="connsiteX3" fmla="*/ 595318 w 642429"/>
                  <a:gd name="connsiteY3" fmla="*/ 314076 h 314076"/>
                  <a:gd name="connsiteX4" fmla="*/ 47112 w 642429"/>
                  <a:gd name="connsiteY4" fmla="*/ 314076 h 314076"/>
                  <a:gd name="connsiteX5" fmla="*/ 0 w 642429"/>
                  <a:gd name="connsiteY5" fmla="*/ 266965 h 314076"/>
                  <a:gd name="connsiteX6" fmla="*/ 0 w 642429"/>
                  <a:gd name="connsiteY6" fmla="*/ 47111 h 314076"/>
                  <a:gd name="connsiteX7" fmla="*/ 47112 w 642429"/>
                  <a:gd name="connsiteY7" fmla="*/ 0 h 31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2429" h="314076">
                    <a:moveTo>
                      <a:pt x="595318" y="0"/>
                    </a:moveTo>
                    <a:cubicBezTo>
                      <a:pt x="621337" y="0"/>
                      <a:pt x="642429" y="21093"/>
                      <a:pt x="642429" y="47111"/>
                    </a:cubicBezTo>
                    <a:lnTo>
                      <a:pt x="642429" y="266965"/>
                    </a:lnTo>
                    <a:cubicBezTo>
                      <a:pt x="642429" y="292984"/>
                      <a:pt x="621337" y="314076"/>
                      <a:pt x="595318" y="314076"/>
                    </a:cubicBezTo>
                    <a:lnTo>
                      <a:pt x="47112" y="314076"/>
                    </a:lnTo>
                    <a:cubicBezTo>
                      <a:pt x="21093" y="314076"/>
                      <a:pt x="0" y="292984"/>
                      <a:pt x="0" y="266965"/>
                    </a:cubicBezTo>
                    <a:lnTo>
                      <a:pt x="0" y="47111"/>
                    </a:lnTo>
                    <a:cubicBezTo>
                      <a:pt x="0" y="21093"/>
                      <a:pt x="21093" y="0"/>
                      <a:pt x="47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427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39" name="图片 138">
                <a:extLst>
                  <a:ext uri="{FF2B5EF4-FFF2-40B4-BE49-F238E27FC236}">
                    <a16:creationId xmlns:a16="http://schemas.microsoft.com/office/drawing/2014/main" id="{C9CD4AA3-140E-017E-4A49-0B9ACB8828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0842" y="1751545"/>
                <a:ext cx="613876" cy="242695"/>
              </a:xfrm>
              <a:custGeom>
                <a:avLst/>
                <a:gdLst>
                  <a:gd name="connsiteX0" fmla="*/ -1 w 613876"/>
                  <a:gd name="connsiteY0" fmla="*/ -1 h 242695"/>
                  <a:gd name="connsiteX1" fmla="*/ 613876 w 613876"/>
                  <a:gd name="connsiteY1" fmla="*/ -1 h 242695"/>
                  <a:gd name="connsiteX2" fmla="*/ 613876 w 613876"/>
                  <a:gd name="connsiteY2" fmla="*/ 242695 h 242695"/>
                  <a:gd name="connsiteX3" fmla="*/ -1 w 613876"/>
                  <a:gd name="connsiteY3" fmla="*/ 242695 h 24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3876" h="242695">
                    <a:moveTo>
                      <a:pt x="-1" y="-1"/>
                    </a:moveTo>
                    <a:lnTo>
                      <a:pt x="613876" y="-1"/>
                    </a:lnTo>
                    <a:lnTo>
                      <a:pt x="613876" y="242695"/>
                    </a:lnTo>
                    <a:lnTo>
                      <a:pt x="-1" y="24269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图形 4">
              <a:extLst>
                <a:ext uri="{FF2B5EF4-FFF2-40B4-BE49-F238E27FC236}">
                  <a16:creationId xmlns:a16="http://schemas.microsoft.com/office/drawing/2014/main" id="{55BD4F88-E19D-D849-67CC-0C98422D233C}"/>
                </a:ext>
              </a:extLst>
            </p:cNvPr>
            <p:cNvGrpSpPr/>
            <p:nvPr/>
          </p:nvGrpSpPr>
          <p:grpSpPr>
            <a:xfrm>
              <a:off x="5253704" y="2265488"/>
              <a:ext cx="642429" cy="314076"/>
              <a:chOff x="5253704" y="2265488"/>
              <a:chExt cx="642429" cy="314076"/>
            </a:xfrm>
            <a:solidFill>
              <a:srgbClr val="DAE8FC"/>
            </a:solidFill>
          </p:grpSpPr>
          <p:sp>
            <p:nvSpPr>
              <p:cNvPr id="136" name="任意多边形: 形状 135">
                <a:extLst>
                  <a:ext uri="{FF2B5EF4-FFF2-40B4-BE49-F238E27FC236}">
                    <a16:creationId xmlns:a16="http://schemas.microsoft.com/office/drawing/2014/main" id="{0B3C0CE2-2FC4-ADA5-75F6-488D7C68A8F0}"/>
                  </a:ext>
                </a:extLst>
              </p:cNvPr>
              <p:cNvSpPr/>
              <p:nvPr/>
            </p:nvSpPr>
            <p:spPr>
              <a:xfrm>
                <a:off x="5253704" y="2265488"/>
                <a:ext cx="642429" cy="314076"/>
              </a:xfrm>
              <a:custGeom>
                <a:avLst/>
                <a:gdLst>
                  <a:gd name="connsiteX0" fmla="*/ 595318 w 642429"/>
                  <a:gd name="connsiteY0" fmla="*/ 0 h 314076"/>
                  <a:gd name="connsiteX1" fmla="*/ 642429 w 642429"/>
                  <a:gd name="connsiteY1" fmla="*/ 47111 h 314076"/>
                  <a:gd name="connsiteX2" fmla="*/ 642429 w 642429"/>
                  <a:gd name="connsiteY2" fmla="*/ 266965 h 314076"/>
                  <a:gd name="connsiteX3" fmla="*/ 595318 w 642429"/>
                  <a:gd name="connsiteY3" fmla="*/ 314076 h 314076"/>
                  <a:gd name="connsiteX4" fmla="*/ 47112 w 642429"/>
                  <a:gd name="connsiteY4" fmla="*/ 314076 h 314076"/>
                  <a:gd name="connsiteX5" fmla="*/ 0 w 642429"/>
                  <a:gd name="connsiteY5" fmla="*/ 266965 h 314076"/>
                  <a:gd name="connsiteX6" fmla="*/ 0 w 642429"/>
                  <a:gd name="connsiteY6" fmla="*/ 47111 h 314076"/>
                  <a:gd name="connsiteX7" fmla="*/ 47112 w 642429"/>
                  <a:gd name="connsiteY7" fmla="*/ 0 h 31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2429" h="314076">
                    <a:moveTo>
                      <a:pt x="595318" y="0"/>
                    </a:moveTo>
                    <a:cubicBezTo>
                      <a:pt x="621337" y="0"/>
                      <a:pt x="642429" y="21093"/>
                      <a:pt x="642429" y="47111"/>
                    </a:cubicBezTo>
                    <a:lnTo>
                      <a:pt x="642429" y="266965"/>
                    </a:lnTo>
                    <a:cubicBezTo>
                      <a:pt x="642429" y="292984"/>
                      <a:pt x="621337" y="314076"/>
                      <a:pt x="595318" y="314076"/>
                    </a:cubicBezTo>
                    <a:lnTo>
                      <a:pt x="47112" y="314076"/>
                    </a:lnTo>
                    <a:cubicBezTo>
                      <a:pt x="21093" y="314076"/>
                      <a:pt x="0" y="292984"/>
                      <a:pt x="0" y="266965"/>
                    </a:cubicBezTo>
                    <a:lnTo>
                      <a:pt x="0" y="47111"/>
                    </a:lnTo>
                    <a:cubicBezTo>
                      <a:pt x="0" y="21092"/>
                      <a:pt x="21093" y="0"/>
                      <a:pt x="47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427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37" name="图片 136">
                <a:extLst>
                  <a:ext uri="{FF2B5EF4-FFF2-40B4-BE49-F238E27FC236}">
                    <a16:creationId xmlns:a16="http://schemas.microsoft.com/office/drawing/2014/main" id="{D1945718-A664-3721-4D31-2EEC37F642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60842" y="2322593"/>
                <a:ext cx="613876" cy="242695"/>
              </a:xfrm>
              <a:custGeom>
                <a:avLst/>
                <a:gdLst>
                  <a:gd name="connsiteX0" fmla="*/ -1 w 613876"/>
                  <a:gd name="connsiteY0" fmla="*/ -1 h 242695"/>
                  <a:gd name="connsiteX1" fmla="*/ 613876 w 613876"/>
                  <a:gd name="connsiteY1" fmla="*/ -1 h 242695"/>
                  <a:gd name="connsiteX2" fmla="*/ 613876 w 613876"/>
                  <a:gd name="connsiteY2" fmla="*/ 242695 h 242695"/>
                  <a:gd name="connsiteX3" fmla="*/ -1 w 613876"/>
                  <a:gd name="connsiteY3" fmla="*/ 242695 h 24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3876" h="242695">
                    <a:moveTo>
                      <a:pt x="-1" y="-1"/>
                    </a:moveTo>
                    <a:lnTo>
                      <a:pt x="613876" y="-1"/>
                    </a:lnTo>
                    <a:lnTo>
                      <a:pt x="613876" y="242695"/>
                    </a:lnTo>
                    <a:lnTo>
                      <a:pt x="-1" y="242695"/>
                    </a:lnTo>
                    <a:close/>
                  </a:path>
                </a:pathLst>
              </a:custGeom>
            </p:spPr>
          </p:pic>
        </p:grpSp>
        <p:grpSp>
          <p:nvGrpSpPr>
            <p:cNvPr id="34" name="图形 4">
              <a:extLst>
                <a:ext uri="{FF2B5EF4-FFF2-40B4-BE49-F238E27FC236}">
                  <a16:creationId xmlns:a16="http://schemas.microsoft.com/office/drawing/2014/main" id="{A51C1699-8D09-52B9-0048-7B9772838A97}"/>
                </a:ext>
              </a:extLst>
            </p:cNvPr>
            <p:cNvGrpSpPr/>
            <p:nvPr/>
          </p:nvGrpSpPr>
          <p:grpSpPr>
            <a:xfrm>
              <a:off x="5896133" y="1851479"/>
              <a:ext cx="469401" cy="335490"/>
              <a:chOff x="5896133" y="1851479"/>
              <a:chExt cx="469401" cy="335490"/>
            </a:xfrm>
          </p:grpSpPr>
          <p:sp>
            <p:nvSpPr>
              <p:cNvPr id="134" name="任意多边形: 形状 133">
                <a:extLst>
                  <a:ext uri="{FF2B5EF4-FFF2-40B4-BE49-F238E27FC236}">
                    <a16:creationId xmlns:a16="http://schemas.microsoft.com/office/drawing/2014/main" id="{E4206603-962B-4FE3-C4E2-1C9E5CF5E72B}"/>
                  </a:ext>
                </a:extLst>
              </p:cNvPr>
              <p:cNvSpPr/>
              <p:nvPr/>
            </p:nvSpPr>
            <p:spPr>
              <a:xfrm>
                <a:off x="5896133" y="1851479"/>
                <a:ext cx="394451" cy="285524"/>
              </a:xfrm>
              <a:custGeom>
                <a:avLst/>
                <a:gdLst>
                  <a:gd name="connsiteX0" fmla="*/ 0 w 394451"/>
                  <a:gd name="connsiteY0" fmla="*/ 0 h 285524"/>
                  <a:gd name="connsiteX1" fmla="*/ 199867 w 394451"/>
                  <a:gd name="connsiteY1" fmla="*/ 0 h 285524"/>
                  <a:gd name="connsiteX2" fmla="*/ 199867 w 394451"/>
                  <a:gd name="connsiteY2" fmla="*/ 285524 h 285524"/>
                  <a:gd name="connsiteX3" fmla="*/ 394452 w 394451"/>
                  <a:gd name="connsiteY3" fmla="*/ 285524 h 28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51" h="285524">
                    <a:moveTo>
                      <a:pt x="0" y="0"/>
                    </a:moveTo>
                    <a:lnTo>
                      <a:pt x="199867" y="0"/>
                    </a:lnTo>
                    <a:lnTo>
                      <a:pt x="199867" y="285524"/>
                    </a:lnTo>
                    <a:lnTo>
                      <a:pt x="394452" y="285524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5" name="任意多边形: 形状 134">
                <a:extLst>
                  <a:ext uri="{FF2B5EF4-FFF2-40B4-BE49-F238E27FC236}">
                    <a16:creationId xmlns:a16="http://schemas.microsoft.com/office/drawing/2014/main" id="{09A4B4B3-1BB6-5695-DD5B-F75D03093DE0}"/>
                  </a:ext>
                </a:extLst>
              </p:cNvPr>
              <p:cNvSpPr/>
              <p:nvPr/>
            </p:nvSpPr>
            <p:spPr>
              <a:xfrm>
                <a:off x="6265601" y="2087036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5" name="图形 4">
              <a:extLst>
                <a:ext uri="{FF2B5EF4-FFF2-40B4-BE49-F238E27FC236}">
                  <a16:creationId xmlns:a16="http://schemas.microsoft.com/office/drawing/2014/main" id="{8E71F2B4-4680-0542-BFC4-218E3448CE14}"/>
                </a:ext>
              </a:extLst>
            </p:cNvPr>
            <p:cNvGrpSpPr/>
            <p:nvPr/>
          </p:nvGrpSpPr>
          <p:grpSpPr>
            <a:xfrm>
              <a:off x="5896133" y="2087036"/>
              <a:ext cx="469401" cy="335490"/>
              <a:chOff x="5896133" y="2087036"/>
              <a:chExt cx="469401" cy="335490"/>
            </a:xfrm>
          </p:grpSpPr>
          <p:sp>
            <p:nvSpPr>
              <p:cNvPr id="132" name="任意多边形: 形状 131">
                <a:extLst>
                  <a:ext uri="{FF2B5EF4-FFF2-40B4-BE49-F238E27FC236}">
                    <a16:creationId xmlns:a16="http://schemas.microsoft.com/office/drawing/2014/main" id="{027438BE-DB9B-964E-1334-5758A68C3E5C}"/>
                  </a:ext>
                </a:extLst>
              </p:cNvPr>
              <p:cNvSpPr/>
              <p:nvPr/>
            </p:nvSpPr>
            <p:spPr>
              <a:xfrm>
                <a:off x="5896133" y="2137003"/>
                <a:ext cx="394451" cy="285524"/>
              </a:xfrm>
              <a:custGeom>
                <a:avLst/>
                <a:gdLst>
                  <a:gd name="connsiteX0" fmla="*/ 0 w 394451"/>
                  <a:gd name="connsiteY0" fmla="*/ 285524 h 285524"/>
                  <a:gd name="connsiteX1" fmla="*/ 199867 w 394451"/>
                  <a:gd name="connsiteY1" fmla="*/ 285524 h 285524"/>
                  <a:gd name="connsiteX2" fmla="*/ 199867 w 394451"/>
                  <a:gd name="connsiteY2" fmla="*/ 0 h 285524"/>
                  <a:gd name="connsiteX3" fmla="*/ 394452 w 394451"/>
                  <a:gd name="connsiteY3" fmla="*/ 0 h 28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51" h="285524">
                    <a:moveTo>
                      <a:pt x="0" y="285524"/>
                    </a:moveTo>
                    <a:lnTo>
                      <a:pt x="199867" y="285524"/>
                    </a:lnTo>
                    <a:lnTo>
                      <a:pt x="199867" y="0"/>
                    </a:lnTo>
                    <a:lnTo>
                      <a:pt x="394452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3" name="任意多边形: 形状 132">
                <a:extLst>
                  <a:ext uri="{FF2B5EF4-FFF2-40B4-BE49-F238E27FC236}">
                    <a16:creationId xmlns:a16="http://schemas.microsoft.com/office/drawing/2014/main" id="{07FC30E2-61FC-680F-B766-CB52B37939B8}"/>
                  </a:ext>
                </a:extLst>
              </p:cNvPr>
              <p:cNvSpPr/>
              <p:nvPr/>
            </p:nvSpPr>
            <p:spPr>
              <a:xfrm>
                <a:off x="6265601" y="2087036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6" name="图形 4">
              <a:extLst>
                <a:ext uri="{FF2B5EF4-FFF2-40B4-BE49-F238E27FC236}">
                  <a16:creationId xmlns:a16="http://schemas.microsoft.com/office/drawing/2014/main" id="{3BEBDF08-38A4-C7E7-E526-D9BC0F6772FD}"/>
                </a:ext>
              </a:extLst>
            </p:cNvPr>
            <p:cNvGrpSpPr/>
            <p:nvPr/>
          </p:nvGrpSpPr>
          <p:grpSpPr>
            <a:xfrm>
              <a:off x="4754036" y="4371228"/>
              <a:ext cx="483677" cy="335490"/>
              <a:chOff x="4754036" y="4371228"/>
              <a:chExt cx="483677" cy="335490"/>
            </a:xfrm>
          </p:grpSpPr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094BBA7C-586D-5693-911C-E1B7836E90EE}"/>
                  </a:ext>
                </a:extLst>
              </p:cNvPr>
              <p:cNvSpPr/>
              <p:nvPr/>
            </p:nvSpPr>
            <p:spPr>
              <a:xfrm>
                <a:off x="4754036" y="4421195"/>
                <a:ext cx="408727" cy="285524"/>
              </a:xfrm>
              <a:custGeom>
                <a:avLst/>
                <a:gdLst>
                  <a:gd name="connsiteX0" fmla="*/ 0 w 408727"/>
                  <a:gd name="connsiteY0" fmla="*/ 285524 h 285524"/>
                  <a:gd name="connsiteX1" fmla="*/ 214143 w 408727"/>
                  <a:gd name="connsiteY1" fmla="*/ 285524 h 285524"/>
                  <a:gd name="connsiteX2" fmla="*/ 214143 w 408727"/>
                  <a:gd name="connsiteY2" fmla="*/ 0 h 285524"/>
                  <a:gd name="connsiteX3" fmla="*/ 408728 w 408727"/>
                  <a:gd name="connsiteY3" fmla="*/ 0 h 28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8727" h="285524">
                    <a:moveTo>
                      <a:pt x="0" y="285524"/>
                    </a:moveTo>
                    <a:lnTo>
                      <a:pt x="214143" y="285524"/>
                    </a:lnTo>
                    <a:lnTo>
                      <a:pt x="214143" y="0"/>
                    </a:lnTo>
                    <a:lnTo>
                      <a:pt x="408728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: 形状 130">
                <a:extLst>
                  <a:ext uri="{FF2B5EF4-FFF2-40B4-BE49-F238E27FC236}">
                    <a16:creationId xmlns:a16="http://schemas.microsoft.com/office/drawing/2014/main" id="{B77652E5-7B20-91D3-7EB7-19BB96CD25BE}"/>
                  </a:ext>
                </a:extLst>
              </p:cNvPr>
              <p:cNvSpPr/>
              <p:nvPr/>
            </p:nvSpPr>
            <p:spPr>
              <a:xfrm>
                <a:off x="5137781" y="4371228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7" name="图形 4">
              <a:extLst>
                <a:ext uri="{FF2B5EF4-FFF2-40B4-BE49-F238E27FC236}">
                  <a16:creationId xmlns:a16="http://schemas.microsoft.com/office/drawing/2014/main" id="{6E20DBEB-ED52-1356-FC91-690115CE64F0}"/>
                </a:ext>
              </a:extLst>
            </p:cNvPr>
            <p:cNvGrpSpPr/>
            <p:nvPr/>
          </p:nvGrpSpPr>
          <p:grpSpPr>
            <a:xfrm>
              <a:off x="4754036" y="4706719"/>
              <a:ext cx="483677" cy="335490"/>
              <a:chOff x="4754036" y="4706719"/>
              <a:chExt cx="483677" cy="335490"/>
            </a:xfrm>
          </p:grpSpPr>
          <p:sp>
            <p:nvSpPr>
              <p:cNvPr id="128" name="任意多边形: 形状 127">
                <a:extLst>
                  <a:ext uri="{FF2B5EF4-FFF2-40B4-BE49-F238E27FC236}">
                    <a16:creationId xmlns:a16="http://schemas.microsoft.com/office/drawing/2014/main" id="{56CA32F1-A7A3-E91F-3DF6-D6F1D4163B24}"/>
                  </a:ext>
                </a:extLst>
              </p:cNvPr>
              <p:cNvSpPr/>
              <p:nvPr/>
            </p:nvSpPr>
            <p:spPr>
              <a:xfrm>
                <a:off x="4754036" y="4706719"/>
                <a:ext cx="408727" cy="285524"/>
              </a:xfrm>
              <a:custGeom>
                <a:avLst/>
                <a:gdLst>
                  <a:gd name="connsiteX0" fmla="*/ 0 w 408727"/>
                  <a:gd name="connsiteY0" fmla="*/ 0 h 285524"/>
                  <a:gd name="connsiteX1" fmla="*/ 214143 w 408727"/>
                  <a:gd name="connsiteY1" fmla="*/ 0 h 285524"/>
                  <a:gd name="connsiteX2" fmla="*/ 214143 w 408727"/>
                  <a:gd name="connsiteY2" fmla="*/ 285524 h 285524"/>
                  <a:gd name="connsiteX3" fmla="*/ 408728 w 408727"/>
                  <a:gd name="connsiteY3" fmla="*/ 285524 h 28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8727" h="285524">
                    <a:moveTo>
                      <a:pt x="0" y="0"/>
                    </a:moveTo>
                    <a:lnTo>
                      <a:pt x="214143" y="0"/>
                    </a:lnTo>
                    <a:lnTo>
                      <a:pt x="214143" y="285524"/>
                    </a:lnTo>
                    <a:lnTo>
                      <a:pt x="408728" y="285524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9" name="任意多边形: 形状 128">
                <a:extLst>
                  <a:ext uri="{FF2B5EF4-FFF2-40B4-BE49-F238E27FC236}">
                    <a16:creationId xmlns:a16="http://schemas.microsoft.com/office/drawing/2014/main" id="{69E6BEBA-5EE6-04CC-FAAF-DB52F8E16045}"/>
                  </a:ext>
                </a:extLst>
              </p:cNvPr>
              <p:cNvSpPr/>
              <p:nvPr/>
            </p:nvSpPr>
            <p:spPr>
              <a:xfrm>
                <a:off x="5137781" y="4942277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8" name="图形 4">
              <a:extLst>
                <a:ext uri="{FF2B5EF4-FFF2-40B4-BE49-F238E27FC236}">
                  <a16:creationId xmlns:a16="http://schemas.microsoft.com/office/drawing/2014/main" id="{BE4FDBFF-E6D0-E0BA-12CE-F3384C171B3C}"/>
                </a:ext>
              </a:extLst>
            </p:cNvPr>
            <p:cNvGrpSpPr/>
            <p:nvPr/>
          </p:nvGrpSpPr>
          <p:grpSpPr>
            <a:xfrm>
              <a:off x="5253704" y="4264157"/>
              <a:ext cx="642429" cy="314076"/>
              <a:chOff x="5253704" y="4264157"/>
              <a:chExt cx="642429" cy="314076"/>
            </a:xfrm>
            <a:solidFill>
              <a:srgbClr val="DAE8FC"/>
            </a:solidFill>
          </p:grpSpPr>
          <p:sp>
            <p:nvSpPr>
              <p:cNvPr id="126" name="任意多边形: 形状 125">
                <a:extLst>
                  <a:ext uri="{FF2B5EF4-FFF2-40B4-BE49-F238E27FC236}">
                    <a16:creationId xmlns:a16="http://schemas.microsoft.com/office/drawing/2014/main" id="{F0367E59-42D2-253B-DB39-D06F4C441E87}"/>
                  </a:ext>
                </a:extLst>
              </p:cNvPr>
              <p:cNvSpPr/>
              <p:nvPr/>
            </p:nvSpPr>
            <p:spPr>
              <a:xfrm>
                <a:off x="5253704" y="4264157"/>
                <a:ext cx="642429" cy="314076"/>
              </a:xfrm>
              <a:custGeom>
                <a:avLst/>
                <a:gdLst>
                  <a:gd name="connsiteX0" fmla="*/ 595318 w 642429"/>
                  <a:gd name="connsiteY0" fmla="*/ 0 h 314076"/>
                  <a:gd name="connsiteX1" fmla="*/ 642429 w 642429"/>
                  <a:gd name="connsiteY1" fmla="*/ 47112 h 314076"/>
                  <a:gd name="connsiteX2" fmla="*/ 642429 w 642429"/>
                  <a:gd name="connsiteY2" fmla="*/ 266965 h 314076"/>
                  <a:gd name="connsiteX3" fmla="*/ 595318 w 642429"/>
                  <a:gd name="connsiteY3" fmla="*/ 314076 h 314076"/>
                  <a:gd name="connsiteX4" fmla="*/ 47112 w 642429"/>
                  <a:gd name="connsiteY4" fmla="*/ 314076 h 314076"/>
                  <a:gd name="connsiteX5" fmla="*/ 0 w 642429"/>
                  <a:gd name="connsiteY5" fmla="*/ 266965 h 314076"/>
                  <a:gd name="connsiteX6" fmla="*/ 0 w 642429"/>
                  <a:gd name="connsiteY6" fmla="*/ 47112 h 314076"/>
                  <a:gd name="connsiteX7" fmla="*/ 47112 w 642429"/>
                  <a:gd name="connsiteY7" fmla="*/ 0 h 31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2429" h="314076">
                    <a:moveTo>
                      <a:pt x="595318" y="0"/>
                    </a:moveTo>
                    <a:cubicBezTo>
                      <a:pt x="621337" y="0"/>
                      <a:pt x="642429" y="21093"/>
                      <a:pt x="642429" y="47112"/>
                    </a:cubicBezTo>
                    <a:lnTo>
                      <a:pt x="642429" y="266965"/>
                    </a:lnTo>
                    <a:cubicBezTo>
                      <a:pt x="642429" y="292984"/>
                      <a:pt x="621337" y="314076"/>
                      <a:pt x="595318" y="314076"/>
                    </a:cubicBezTo>
                    <a:lnTo>
                      <a:pt x="47112" y="314076"/>
                    </a:lnTo>
                    <a:cubicBezTo>
                      <a:pt x="21093" y="314076"/>
                      <a:pt x="0" y="292984"/>
                      <a:pt x="0" y="266965"/>
                    </a:cubicBezTo>
                    <a:lnTo>
                      <a:pt x="0" y="47112"/>
                    </a:lnTo>
                    <a:cubicBezTo>
                      <a:pt x="0" y="21093"/>
                      <a:pt x="21093" y="0"/>
                      <a:pt x="47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427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27" name="图片 126">
                <a:extLst>
                  <a:ext uri="{FF2B5EF4-FFF2-40B4-BE49-F238E27FC236}">
                    <a16:creationId xmlns:a16="http://schemas.microsoft.com/office/drawing/2014/main" id="{A0D76D6A-DD10-0F88-CEAC-2B03FFE257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0842" y="4321262"/>
                <a:ext cx="613876" cy="242695"/>
              </a:xfrm>
              <a:custGeom>
                <a:avLst/>
                <a:gdLst>
                  <a:gd name="connsiteX0" fmla="*/ -1 w 613876"/>
                  <a:gd name="connsiteY0" fmla="*/ -1 h 242695"/>
                  <a:gd name="connsiteX1" fmla="*/ 613876 w 613876"/>
                  <a:gd name="connsiteY1" fmla="*/ -1 h 242695"/>
                  <a:gd name="connsiteX2" fmla="*/ 613876 w 613876"/>
                  <a:gd name="connsiteY2" fmla="*/ 242695 h 242695"/>
                  <a:gd name="connsiteX3" fmla="*/ -1 w 613876"/>
                  <a:gd name="connsiteY3" fmla="*/ 242695 h 24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3876" h="242695">
                    <a:moveTo>
                      <a:pt x="-1" y="-1"/>
                    </a:moveTo>
                    <a:lnTo>
                      <a:pt x="613876" y="-1"/>
                    </a:lnTo>
                    <a:lnTo>
                      <a:pt x="613876" y="242695"/>
                    </a:lnTo>
                    <a:lnTo>
                      <a:pt x="-1" y="242695"/>
                    </a:lnTo>
                    <a:close/>
                  </a:path>
                </a:pathLst>
              </a:custGeom>
            </p:spPr>
          </p:pic>
        </p:grpSp>
        <p:grpSp>
          <p:nvGrpSpPr>
            <p:cNvPr id="39" name="图形 4">
              <a:extLst>
                <a:ext uri="{FF2B5EF4-FFF2-40B4-BE49-F238E27FC236}">
                  <a16:creationId xmlns:a16="http://schemas.microsoft.com/office/drawing/2014/main" id="{E90A537A-7866-BB3C-4400-EE51B4FF7668}"/>
                </a:ext>
              </a:extLst>
            </p:cNvPr>
            <p:cNvGrpSpPr/>
            <p:nvPr/>
          </p:nvGrpSpPr>
          <p:grpSpPr>
            <a:xfrm>
              <a:off x="5253704" y="4835205"/>
              <a:ext cx="642429" cy="314076"/>
              <a:chOff x="5253704" y="4835205"/>
              <a:chExt cx="642429" cy="314076"/>
            </a:xfrm>
            <a:solidFill>
              <a:srgbClr val="DAE8FC"/>
            </a:solidFill>
          </p:grpSpPr>
          <p:sp>
            <p:nvSpPr>
              <p:cNvPr id="124" name="任意多边形: 形状 123">
                <a:extLst>
                  <a:ext uri="{FF2B5EF4-FFF2-40B4-BE49-F238E27FC236}">
                    <a16:creationId xmlns:a16="http://schemas.microsoft.com/office/drawing/2014/main" id="{F1FF91CF-07B2-9BA6-1427-9A1A5B7F19AE}"/>
                  </a:ext>
                </a:extLst>
              </p:cNvPr>
              <p:cNvSpPr/>
              <p:nvPr/>
            </p:nvSpPr>
            <p:spPr>
              <a:xfrm>
                <a:off x="5253704" y="4835205"/>
                <a:ext cx="642429" cy="314076"/>
              </a:xfrm>
              <a:custGeom>
                <a:avLst/>
                <a:gdLst>
                  <a:gd name="connsiteX0" fmla="*/ 595318 w 642429"/>
                  <a:gd name="connsiteY0" fmla="*/ 0 h 314076"/>
                  <a:gd name="connsiteX1" fmla="*/ 642429 w 642429"/>
                  <a:gd name="connsiteY1" fmla="*/ 47112 h 314076"/>
                  <a:gd name="connsiteX2" fmla="*/ 642429 w 642429"/>
                  <a:gd name="connsiteY2" fmla="*/ 266965 h 314076"/>
                  <a:gd name="connsiteX3" fmla="*/ 595318 w 642429"/>
                  <a:gd name="connsiteY3" fmla="*/ 314076 h 314076"/>
                  <a:gd name="connsiteX4" fmla="*/ 47112 w 642429"/>
                  <a:gd name="connsiteY4" fmla="*/ 314076 h 314076"/>
                  <a:gd name="connsiteX5" fmla="*/ 0 w 642429"/>
                  <a:gd name="connsiteY5" fmla="*/ 266965 h 314076"/>
                  <a:gd name="connsiteX6" fmla="*/ 0 w 642429"/>
                  <a:gd name="connsiteY6" fmla="*/ 47112 h 314076"/>
                  <a:gd name="connsiteX7" fmla="*/ 47112 w 642429"/>
                  <a:gd name="connsiteY7" fmla="*/ 0 h 31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2429" h="314076">
                    <a:moveTo>
                      <a:pt x="595318" y="0"/>
                    </a:moveTo>
                    <a:cubicBezTo>
                      <a:pt x="621337" y="0"/>
                      <a:pt x="642429" y="21093"/>
                      <a:pt x="642429" y="47112"/>
                    </a:cubicBezTo>
                    <a:lnTo>
                      <a:pt x="642429" y="266965"/>
                    </a:lnTo>
                    <a:cubicBezTo>
                      <a:pt x="642429" y="292984"/>
                      <a:pt x="621337" y="314076"/>
                      <a:pt x="595318" y="314076"/>
                    </a:cubicBezTo>
                    <a:lnTo>
                      <a:pt x="47112" y="314076"/>
                    </a:lnTo>
                    <a:cubicBezTo>
                      <a:pt x="21093" y="314076"/>
                      <a:pt x="0" y="292984"/>
                      <a:pt x="0" y="266965"/>
                    </a:cubicBezTo>
                    <a:lnTo>
                      <a:pt x="0" y="47112"/>
                    </a:lnTo>
                    <a:cubicBezTo>
                      <a:pt x="0" y="21093"/>
                      <a:pt x="21093" y="0"/>
                      <a:pt x="47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427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25" name="图片 124">
                <a:extLst>
                  <a:ext uri="{FF2B5EF4-FFF2-40B4-BE49-F238E27FC236}">
                    <a16:creationId xmlns:a16="http://schemas.microsoft.com/office/drawing/2014/main" id="{4F317989-E47D-045D-7580-6BC192B663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60842" y="4892310"/>
                <a:ext cx="613876" cy="242695"/>
              </a:xfrm>
              <a:custGeom>
                <a:avLst/>
                <a:gdLst>
                  <a:gd name="connsiteX0" fmla="*/ -1 w 613876"/>
                  <a:gd name="connsiteY0" fmla="*/ -1 h 242695"/>
                  <a:gd name="connsiteX1" fmla="*/ 613876 w 613876"/>
                  <a:gd name="connsiteY1" fmla="*/ -1 h 242695"/>
                  <a:gd name="connsiteX2" fmla="*/ 613876 w 613876"/>
                  <a:gd name="connsiteY2" fmla="*/ 242695 h 242695"/>
                  <a:gd name="connsiteX3" fmla="*/ -1 w 613876"/>
                  <a:gd name="connsiteY3" fmla="*/ 242695 h 24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3876" h="242695">
                    <a:moveTo>
                      <a:pt x="-1" y="-1"/>
                    </a:moveTo>
                    <a:lnTo>
                      <a:pt x="613876" y="-1"/>
                    </a:lnTo>
                    <a:lnTo>
                      <a:pt x="613876" y="242695"/>
                    </a:lnTo>
                    <a:lnTo>
                      <a:pt x="-1" y="242695"/>
                    </a:lnTo>
                    <a:close/>
                  </a:path>
                </a:pathLst>
              </a:custGeom>
            </p:spPr>
          </p:pic>
        </p:grpSp>
        <p:grpSp>
          <p:nvGrpSpPr>
            <p:cNvPr id="40" name="图形 4">
              <a:extLst>
                <a:ext uri="{FF2B5EF4-FFF2-40B4-BE49-F238E27FC236}">
                  <a16:creationId xmlns:a16="http://schemas.microsoft.com/office/drawing/2014/main" id="{148CA6C2-F047-91C7-0D6A-E19F23C722BE}"/>
                </a:ext>
              </a:extLst>
            </p:cNvPr>
            <p:cNvGrpSpPr/>
            <p:nvPr/>
          </p:nvGrpSpPr>
          <p:grpSpPr>
            <a:xfrm>
              <a:off x="5896133" y="4421195"/>
              <a:ext cx="469401" cy="335490"/>
              <a:chOff x="5896133" y="4421195"/>
              <a:chExt cx="469401" cy="335490"/>
            </a:xfrm>
          </p:grpSpPr>
          <p:sp>
            <p:nvSpPr>
              <p:cNvPr id="122" name="任意多边形: 形状 121">
                <a:extLst>
                  <a:ext uri="{FF2B5EF4-FFF2-40B4-BE49-F238E27FC236}">
                    <a16:creationId xmlns:a16="http://schemas.microsoft.com/office/drawing/2014/main" id="{3835D77F-11BC-A493-33A1-295231440D8C}"/>
                  </a:ext>
                </a:extLst>
              </p:cNvPr>
              <p:cNvSpPr/>
              <p:nvPr/>
            </p:nvSpPr>
            <p:spPr>
              <a:xfrm>
                <a:off x="5896133" y="4421195"/>
                <a:ext cx="394451" cy="285524"/>
              </a:xfrm>
              <a:custGeom>
                <a:avLst/>
                <a:gdLst>
                  <a:gd name="connsiteX0" fmla="*/ 0 w 394451"/>
                  <a:gd name="connsiteY0" fmla="*/ 0 h 285524"/>
                  <a:gd name="connsiteX1" fmla="*/ 199867 w 394451"/>
                  <a:gd name="connsiteY1" fmla="*/ 0 h 285524"/>
                  <a:gd name="connsiteX2" fmla="*/ 199867 w 394451"/>
                  <a:gd name="connsiteY2" fmla="*/ 285524 h 285524"/>
                  <a:gd name="connsiteX3" fmla="*/ 394452 w 394451"/>
                  <a:gd name="connsiteY3" fmla="*/ 285524 h 28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51" h="285524">
                    <a:moveTo>
                      <a:pt x="0" y="0"/>
                    </a:moveTo>
                    <a:lnTo>
                      <a:pt x="199867" y="0"/>
                    </a:lnTo>
                    <a:lnTo>
                      <a:pt x="199867" y="285524"/>
                    </a:lnTo>
                    <a:lnTo>
                      <a:pt x="394452" y="285524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3" name="任意多边形: 形状 122">
                <a:extLst>
                  <a:ext uri="{FF2B5EF4-FFF2-40B4-BE49-F238E27FC236}">
                    <a16:creationId xmlns:a16="http://schemas.microsoft.com/office/drawing/2014/main" id="{1606E995-61FB-34F2-D737-A6A987DCA2A8}"/>
                  </a:ext>
                </a:extLst>
              </p:cNvPr>
              <p:cNvSpPr/>
              <p:nvPr/>
            </p:nvSpPr>
            <p:spPr>
              <a:xfrm>
                <a:off x="6265601" y="4656752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1" name="图形 4">
              <a:extLst>
                <a:ext uri="{FF2B5EF4-FFF2-40B4-BE49-F238E27FC236}">
                  <a16:creationId xmlns:a16="http://schemas.microsoft.com/office/drawing/2014/main" id="{2C9DA88F-BCAF-0DB1-5830-2ED920ABE189}"/>
                </a:ext>
              </a:extLst>
            </p:cNvPr>
            <p:cNvGrpSpPr/>
            <p:nvPr/>
          </p:nvGrpSpPr>
          <p:grpSpPr>
            <a:xfrm>
              <a:off x="5896133" y="4656752"/>
              <a:ext cx="469401" cy="335490"/>
              <a:chOff x="5896133" y="4656752"/>
              <a:chExt cx="469401" cy="335490"/>
            </a:xfrm>
          </p:grpSpPr>
          <p:sp>
            <p:nvSpPr>
              <p:cNvPr id="120" name="任意多边形: 形状 119">
                <a:extLst>
                  <a:ext uri="{FF2B5EF4-FFF2-40B4-BE49-F238E27FC236}">
                    <a16:creationId xmlns:a16="http://schemas.microsoft.com/office/drawing/2014/main" id="{87A93644-F79C-F9C1-57ED-20E75D337857}"/>
                  </a:ext>
                </a:extLst>
              </p:cNvPr>
              <p:cNvSpPr/>
              <p:nvPr/>
            </p:nvSpPr>
            <p:spPr>
              <a:xfrm>
                <a:off x="5896133" y="4706719"/>
                <a:ext cx="394451" cy="285524"/>
              </a:xfrm>
              <a:custGeom>
                <a:avLst/>
                <a:gdLst>
                  <a:gd name="connsiteX0" fmla="*/ 0 w 394451"/>
                  <a:gd name="connsiteY0" fmla="*/ 285524 h 285524"/>
                  <a:gd name="connsiteX1" fmla="*/ 199867 w 394451"/>
                  <a:gd name="connsiteY1" fmla="*/ 285524 h 285524"/>
                  <a:gd name="connsiteX2" fmla="*/ 199867 w 394451"/>
                  <a:gd name="connsiteY2" fmla="*/ 0 h 285524"/>
                  <a:gd name="connsiteX3" fmla="*/ 394452 w 394451"/>
                  <a:gd name="connsiteY3" fmla="*/ 0 h 285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4451" h="285524">
                    <a:moveTo>
                      <a:pt x="0" y="285524"/>
                    </a:moveTo>
                    <a:lnTo>
                      <a:pt x="199867" y="285524"/>
                    </a:lnTo>
                    <a:lnTo>
                      <a:pt x="199867" y="0"/>
                    </a:lnTo>
                    <a:lnTo>
                      <a:pt x="394452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1" name="任意多边形: 形状 120">
                <a:extLst>
                  <a:ext uri="{FF2B5EF4-FFF2-40B4-BE49-F238E27FC236}">
                    <a16:creationId xmlns:a16="http://schemas.microsoft.com/office/drawing/2014/main" id="{1CD21025-E15E-5D6E-DD17-5A4B1BF0FD61}"/>
                  </a:ext>
                </a:extLst>
              </p:cNvPr>
              <p:cNvSpPr/>
              <p:nvPr/>
            </p:nvSpPr>
            <p:spPr>
              <a:xfrm>
                <a:off x="6265601" y="4656752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2" name="图形 4">
              <a:extLst>
                <a:ext uri="{FF2B5EF4-FFF2-40B4-BE49-F238E27FC236}">
                  <a16:creationId xmlns:a16="http://schemas.microsoft.com/office/drawing/2014/main" id="{350CBA13-543F-4583-E484-4DD97AD46553}"/>
                </a:ext>
              </a:extLst>
            </p:cNvPr>
            <p:cNvGrpSpPr/>
            <p:nvPr/>
          </p:nvGrpSpPr>
          <p:grpSpPr>
            <a:xfrm>
              <a:off x="6381524" y="2037069"/>
              <a:ext cx="214143" cy="214143"/>
              <a:chOff x="6381524" y="2037069"/>
              <a:chExt cx="214143" cy="214143"/>
            </a:xfrm>
            <a:noFill/>
          </p:grpSpPr>
          <p:sp>
            <p:nvSpPr>
              <p:cNvPr id="117" name="任意多边形: 形状 116">
                <a:extLst>
                  <a:ext uri="{FF2B5EF4-FFF2-40B4-BE49-F238E27FC236}">
                    <a16:creationId xmlns:a16="http://schemas.microsoft.com/office/drawing/2014/main" id="{20552C42-F1AE-FBD6-60AC-02CA4C58021E}"/>
                  </a:ext>
                </a:extLst>
              </p:cNvPr>
              <p:cNvSpPr/>
              <p:nvPr/>
            </p:nvSpPr>
            <p:spPr>
              <a:xfrm>
                <a:off x="6381524" y="2037069"/>
                <a:ext cx="214143" cy="214143"/>
              </a:xfrm>
              <a:custGeom>
                <a:avLst/>
                <a:gdLst>
                  <a:gd name="connsiteX0" fmla="*/ 214143 w 214143"/>
                  <a:gd name="connsiteY0" fmla="*/ 107072 h 214143"/>
                  <a:gd name="connsiteX1" fmla="*/ 107072 w 214143"/>
                  <a:gd name="connsiteY1" fmla="*/ 214143 h 214143"/>
                  <a:gd name="connsiteX2" fmla="*/ 0 w 214143"/>
                  <a:gd name="connsiteY2" fmla="*/ 107072 h 214143"/>
                  <a:gd name="connsiteX3" fmla="*/ 107072 w 214143"/>
                  <a:gd name="connsiteY3" fmla="*/ 0 h 214143"/>
                  <a:gd name="connsiteX4" fmla="*/ 214143 w 214143"/>
                  <a:gd name="connsiteY4" fmla="*/ 107072 h 214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4143" h="214143">
                    <a:moveTo>
                      <a:pt x="214143" y="107072"/>
                    </a:moveTo>
                    <a:cubicBezTo>
                      <a:pt x="214143" y="166205"/>
                      <a:pt x="166206" y="214143"/>
                      <a:pt x="107072" y="214143"/>
                    </a:cubicBezTo>
                    <a:cubicBezTo>
                      <a:pt x="47937" y="214143"/>
                      <a:pt x="0" y="166205"/>
                      <a:pt x="0" y="107072"/>
                    </a:cubicBezTo>
                    <a:cubicBezTo>
                      <a:pt x="0" y="47938"/>
                      <a:pt x="47937" y="0"/>
                      <a:pt x="107072" y="0"/>
                    </a:cubicBezTo>
                    <a:cubicBezTo>
                      <a:pt x="166206" y="0"/>
                      <a:pt x="214143" y="47938"/>
                      <a:pt x="214143" y="107072"/>
                    </a:cubicBezTo>
                    <a:close/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8" name="任意多边形: 形状 117">
                <a:extLst>
                  <a:ext uri="{FF2B5EF4-FFF2-40B4-BE49-F238E27FC236}">
                    <a16:creationId xmlns:a16="http://schemas.microsoft.com/office/drawing/2014/main" id="{0A45CF8F-0C30-0F33-9CD9-3B395B17AD22}"/>
                  </a:ext>
                </a:extLst>
              </p:cNvPr>
              <p:cNvSpPr/>
              <p:nvPr/>
            </p:nvSpPr>
            <p:spPr>
              <a:xfrm>
                <a:off x="6381524" y="2144141"/>
                <a:ext cx="214143" cy="14276"/>
              </a:xfrm>
              <a:custGeom>
                <a:avLst/>
                <a:gdLst>
                  <a:gd name="connsiteX0" fmla="*/ 0 w 214143"/>
                  <a:gd name="connsiteY0" fmla="*/ 0 h 14276"/>
                  <a:gd name="connsiteX1" fmla="*/ 214143 w 214143"/>
                  <a:gd name="connsiteY1" fmla="*/ 0 h 1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4143" h="14276">
                    <a:moveTo>
                      <a:pt x="0" y="0"/>
                    </a:moveTo>
                    <a:lnTo>
                      <a:pt x="214143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9" name="任意多边形: 形状 118">
                <a:extLst>
                  <a:ext uri="{FF2B5EF4-FFF2-40B4-BE49-F238E27FC236}">
                    <a16:creationId xmlns:a16="http://schemas.microsoft.com/office/drawing/2014/main" id="{414C382B-EE0A-8284-DAF8-9B4D5F1D3B52}"/>
                  </a:ext>
                </a:extLst>
              </p:cNvPr>
              <p:cNvSpPr/>
              <p:nvPr/>
            </p:nvSpPr>
            <p:spPr>
              <a:xfrm>
                <a:off x="6488595" y="2037069"/>
                <a:ext cx="14276" cy="214143"/>
              </a:xfrm>
              <a:custGeom>
                <a:avLst/>
                <a:gdLst>
                  <a:gd name="connsiteX0" fmla="*/ 0 w 14276"/>
                  <a:gd name="connsiteY0" fmla="*/ 214143 h 214143"/>
                  <a:gd name="connsiteX1" fmla="*/ 0 w 14276"/>
                  <a:gd name="connsiteY1" fmla="*/ 0 h 214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276" h="214143">
                    <a:moveTo>
                      <a:pt x="0" y="214143"/>
                    </a:moveTo>
                    <a:lnTo>
                      <a:pt x="0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3" name="图形 4">
              <a:extLst>
                <a:ext uri="{FF2B5EF4-FFF2-40B4-BE49-F238E27FC236}">
                  <a16:creationId xmlns:a16="http://schemas.microsoft.com/office/drawing/2014/main" id="{D77AA385-4832-A337-94FE-486757FDA17F}"/>
                </a:ext>
              </a:extLst>
            </p:cNvPr>
            <p:cNvGrpSpPr/>
            <p:nvPr/>
          </p:nvGrpSpPr>
          <p:grpSpPr>
            <a:xfrm>
              <a:off x="6381524" y="4592510"/>
              <a:ext cx="214143" cy="214143"/>
              <a:chOff x="6381524" y="4592510"/>
              <a:chExt cx="214143" cy="214143"/>
            </a:xfrm>
            <a:noFill/>
          </p:grpSpPr>
          <p:sp>
            <p:nvSpPr>
              <p:cNvPr id="114" name="任意多边形: 形状 113">
                <a:extLst>
                  <a:ext uri="{FF2B5EF4-FFF2-40B4-BE49-F238E27FC236}">
                    <a16:creationId xmlns:a16="http://schemas.microsoft.com/office/drawing/2014/main" id="{9451660F-0CC5-E7AC-98F0-F5BCCB6C74C7}"/>
                  </a:ext>
                </a:extLst>
              </p:cNvPr>
              <p:cNvSpPr/>
              <p:nvPr/>
            </p:nvSpPr>
            <p:spPr>
              <a:xfrm>
                <a:off x="6381524" y="4592510"/>
                <a:ext cx="214143" cy="214143"/>
              </a:xfrm>
              <a:custGeom>
                <a:avLst/>
                <a:gdLst>
                  <a:gd name="connsiteX0" fmla="*/ 214143 w 214143"/>
                  <a:gd name="connsiteY0" fmla="*/ 107072 h 214143"/>
                  <a:gd name="connsiteX1" fmla="*/ 107072 w 214143"/>
                  <a:gd name="connsiteY1" fmla="*/ 214143 h 214143"/>
                  <a:gd name="connsiteX2" fmla="*/ 0 w 214143"/>
                  <a:gd name="connsiteY2" fmla="*/ 107072 h 214143"/>
                  <a:gd name="connsiteX3" fmla="*/ 107072 w 214143"/>
                  <a:gd name="connsiteY3" fmla="*/ 0 h 214143"/>
                  <a:gd name="connsiteX4" fmla="*/ 214143 w 214143"/>
                  <a:gd name="connsiteY4" fmla="*/ 107072 h 214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4143" h="214143">
                    <a:moveTo>
                      <a:pt x="214143" y="107072"/>
                    </a:moveTo>
                    <a:cubicBezTo>
                      <a:pt x="214143" y="166205"/>
                      <a:pt x="166206" y="214143"/>
                      <a:pt x="107072" y="214143"/>
                    </a:cubicBezTo>
                    <a:cubicBezTo>
                      <a:pt x="47937" y="214143"/>
                      <a:pt x="0" y="166205"/>
                      <a:pt x="0" y="107072"/>
                    </a:cubicBezTo>
                    <a:cubicBezTo>
                      <a:pt x="0" y="47938"/>
                      <a:pt x="47937" y="0"/>
                      <a:pt x="107072" y="0"/>
                    </a:cubicBezTo>
                    <a:cubicBezTo>
                      <a:pt x="166206" y="0"/>
                      <a:pt x="214143" y="47938"/>
                      <a:pt x="214143" y="107072"/>
                    </a:cubicBezTo>
                    <a:close/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5" name="任意多边形: 形状 114">
                <a:extLst>
                  <a:ext uri="{FF2B5EF4-FFF2-40B4-BE49-F238E27FC236}">
                    <a16:creationId xmlns:a16="http://schemas.microsoft.com/office/drawing/2014/main" id="{C62578F7-52D6-FED0-637F-ACDE7C58C0A7}"/>
                  </a:ext>
                </a:extLst>
              </p:cNvPr>
              <p:cNvSpPr/>
              <p:nvPr/>
            </p:nvSpPr>
            <p:spPr>
              <a:xfrm>
                <a:off x="6381524" y="4699581"/>
                <a:ext cx="214143" cy="14276"/>
              </a:xfrm>
              <a:custGeom>
                <a:avLst/>
                <a:gdLst>
                  <a:gd name="connsiteX0" fmla="*/ 0 w 214143"/>
                  <a:gd name="connsiteY0" fmla="*/ 0 h 14276"/>
                  <a:gd name="connsiteX1" fmla="*/ 214143 w 214143"/>
                  <a:gd name="connsiteY1" fmla="*/ 0 h 1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4143" h="14276">
                    <a:moveTo>
                      <a:pt x="0" y="0"/>
                    </a:moveTo>
                    <a:lnTo>
                      <a:pt x="214143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6" name="任意多边形: 形状 115">
                <a:extLst>
                  <a:ext uri="{FF2B5EF4-FFF2-40B4-BE49-F238E27FC236}">
                    <a16:creationId xmlns:a16="http://schemas.microsoft.com/office/drawing/2014/main" id="{36328A25-2F16-9DA6-49B1-BBD780B2CCDA}"/>
                  </a:ext>
                </a:extLst>
              </p:cNvPr>
              <p:cNvSpPr/>
              <p:nvPr/>
            </p:nvSpPr>
            <p:spPr>
              <a:xfrm>
                <a:off x="6488595" y="4592510"/>
                <a:ext cx="14276" cy="214143"/>
              </a:xfrm>
              <a:custGeom>
                <a:avLst/>
                <a:gdLst>
                  <a:gd name="connsiteX0" fmla="*/ 0 w 14276"/>
                  <a:gd name="connsiteY0" fmla="*/ 214143 h 214143"/>
                  <a:gd name="connsiteX1" fmla="*/ 0 w 14276"/>
                  <a:gd name="connsiteY1" fmla="*/ 0 h 214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276" h="214143">
                    <a:moveTo>
                      <a:pt x="0" y="214143"/>
                    </a:moveTo>
                    <a:lnTo>
                      <a:pt x="0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4" name="图形 4">
              <a:extLst>
                <a:ext uri="{FF2B5EF4-FFF2-40B4-BE49-F238E27FC236}">
                  <a16:creationId xmlns:a16="http://schemas.microsoft.com/office/drawing/2014/main" id="{A7DC6A2A-3807-3318-5143-1E2336BA9DC3}"/>
                </a:ext>
              </a:extLst>
            </p:cNvPr>
            <p:cNvGrpSpPr/>
            <p:nvPr/>
          </p:nvGrpSpPr>
          <p:grpSpPr>
            <a:xfrm>
              <a:off x="6595667" y="2087036"/>
              <a:ext cx="198153" cy="99933"/>
              <a:chOff x="6595667" y="2087036"/>
              <a:chExt cx="198153" cy="99933"/>
            </a:xfrm>
          </p:grpSpPr>
          <p:sp>
            <p:nvSpPr>
              <p:cNvPr id="112" name="任意多边形: 形状 111">
                <a:extLst>
                  <a:ext uri="{FF2B5EF4-FFF2-40B4-BE49-F238E27FC236}">
                    <a16:creationId xmlns:a16="http://schemas.microsoft.com/office/drawing/2014/main" id="{C5718012-D972-615D-0A20-97A100393FDB}"/>
                  </a:ext>
                </a:extLst>
              </p:cNvPr>
              <p:cNvSpPr/>
              <p:nvPr/>
            </p:nvSpPr>
            <p:spPr>
              <a:xfrm>
                <a:off x="6595667" y="2137003"/>
                <a:ext cx="123203" cy="14276"/>
              </a:xfrm>
              <a:custGeom>
                <a:avLst/>
                <a:gdLst>
                  <a:gd name="connsiteX0" fmla="*/ 0 w 123203"/>
                  <a:gd name="connsiteY0" fmla="*/ 0 h 14276"/>
                  <a:gd name="connsiteX1" fmla="*/ 123204 w 123203"/>
                  <a:gd name="connsiteY1" fmla="*/ 0 h 1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3203" h="14276">
                    <a:moveTo>
                      <a:pt x="0" y="0"/>
                    </a:moveTo>
                    <a:lnTo>
                      <a:pt x="123204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" name="任意多边形: 形状 112">
                <a:extLst>
                  <a:ext uri="{FF2B5EF4-FFF2-40B4-BE49-F238E27FC236}">
                    <a16:creationId xmlns:a16="http://schemas.microsoft.com/office/drawing/2014/main" id="{81FC7D27-D53E-BF5B-DE31-9B458FCDD8F4}"/>
                  </a:ext>
                </a:extLst>
              </p:cNvPr>
              <p:cNvSpPr/>
              <p:nvPr/>
            </p:nvSpPr>
            <p:spPr>
              <a:xfrm>
                <a:off x="6693887" y="2087036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5" name="图形 4">
              <a:extLst>
                <a:ext uri="{FF2B5EF4-FFF2-40B4-BE49-F238E27FC236}">
                  <a16:creationId xmlns:a16="http://schemas.microsoft.com/office/drawing/2014/main" id="{8E2E4262-6936-D1C0-558A-9C5F09F4A754}"/>
                </a:ext>
              </a:extLst>
            </p:cNvPr>
            <p:cNvGrpSpPr/>
            <p:nvPr/>
          </p:nvGrpSpPr>
          <p:grpSpPr>
            <a:xfrm>
              <a:off x="6595667" y="4654754"/>
              <a:ext cx="198153" cy="99933"/>
              <a:chOff x="6595667" y="4654754"/>
              <a:chExt cx="198153" cy="99933"/>
            </a:xfrm>
          </p:grpSpPr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9D0291F1-D15F-10DE-5F12-C037F341ECD6}"/>
                  </a:ext>
                </a:extLst>
              </p:cNvPr>
              <p:cNvSpPr/>
              <p:nvPr/>
            </p:nvSpPr>
            <p:spPr>
              <a:xfrm>
                <a:off x="6595667" y="4704720"/>
                <a:ext cx="123203" cy="14276"/>
              </a:xfrm>
              <a:custGeom>
                <a:avLst/>
                <a:gdLst>
                  <a:gd name="connsiteX0" fmla="*/ 0 w 123203"/>
                  <a:gd name="connsiteY0" fmla="*/ 0 h 14276"/>
                  <a:gd name="connsiteX1" fmla="*/ 123204 w 123203"/>
                  <a:gd name="connsiteY1" fmla="*/ 0 h 1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3203" h="14276">
                    <a:moveTo>
                      <a:pt x="0" y="0"/>
                    </a:moveTo>
                    <a:lnTo>
                      <a:pt x="123204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1" name="任意多边形: 形状 110">
                <a:extLst>
                  <a:ext uri="{FF2B5EF4-FFF2-40B4-BE49-F238E27FC236}">
                    <a16:creationId xmlns:a16="http://schemas.microsoft.com/office/drawing/2014/main" id="{0E73F47A-EB42-E931-F4D8-859DC34D3DFA}"/>
                  </a:ext>
                </a:extLst>
              </p:cNvPr>
              <p:cNvSpPr/>
              <p:nvPr/>
            </p:nvSpPr>
            <p:spPr>
              <a:xfrm>
                <a:off x="6693887" y="4654754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" name="图形 4">
              <a:extLst>
                <a:ext uri="{FF2B5EF4-FFF2-40B4-BE49-F238E27FC236}">
                  <a16:creationId xmlns:a16="http://schemas.microsoft.com/office/drawing/2014/main" id="{5C9D8F4E-A5AC-36B6-6883-3372F03FCFD6}"/>
                </a:ext>
              </a:extLst>
            </p:cNvPr>
            <p:cNvGrpSpPr/>
            <p:nvPr/>
          </p:nvGrpSpPr>
          <p:grpSpPr>
            <a:xfrm>
              <a:off x="6809810" y="1972826"/>
              <a:ext cx="999334" cy="314076"/>
              <a:chOff x="6809810" y="1972826"/>
              <a:chExt cx="999334" cy="314076"/>
            </a:xfrm>
            <a:solidFill>
              <a:srgbClr val="DAE8FC"/>
            </a:solidFill>
          </p:grpSpPr>
          <p:sp>
            <p:nvSpPr>
              <p:cNvPr id="108" name="任意多边形: 形状 107">
                <a:extLst>
                  <a:ext uri="{FF2B5EF4-FFF2-40B4-BE49-F238E27FC236}">
                    <a16:creationId xmlns:a16="http://schemas.microsoft.com/office/drawing/2014/main" id="{22093250-865A-E0CB-B3BD-F8F60CF965A1}"/>
                  </a:ext>
                </a:extLst>
              </p:cNvPr>
              <p:cNvSpPr/>
              <p:nvPr/>
            </p:nvSpPr>
            <p:spPr>
              <a:xfrm>
                <a:off x="6809810" y="1972826"/>
                <a:ext cx="999334" cy="314076"/>
              </a:xfrm>
              <a:custGeom>
                <a:avLst/>
                <a:gdLst>
                  <a:gd name="connsiteX0" fmla="*/ 952223 w 999334"/>
                  <a:gd name="connsiteY0" fmla="*/ 0 h 314076"/>
                  <a:gd name="connsiteX1" fmla="*/ 999334 w 999334"/>
                  <a:gd name="connsiteY1" fmla="*/ 47111 h 314076"/>
                  <a:gd name="connsiteX2" fmla="*/ 999334 w 999334"/>
                  <a:gd name="connsiteY2" fmla="*/ 266965 h 314076"/>
                  <a:gd name="connsiteX3" fmla="*/ 952223 w 999334"/>
                  <a:gd name="connsiteY3" fmla="*/ 314076 h 314076"/>
                  <a:gd name="connsiteX4" fmla="*/ 47112 w 999334"/>
                  <a:gd name="connsiteY4" fmla="*/ 314076 h 314076"/>
                  <a:gd name="connsiteX5" fmla="*/ 0 w 999334"/>
                  <a:gd name="connsiteY5" fmla="*/ 266965 h 314076"/>
                  <a:gd name="connsiteX6" fmla="*/ 0 w 999334"/>
                  <a:gd name="connsiteY6" fmla="*/ 47111 h 314076"/>
                  <a:gd name="connsiteX7" fmla="*/ 47112 w 999334"/>
                  <a:gd name="connsiteY7" fmla="*/ 0 h 31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9334" h="314076">
                    <a:moveTo>
                      <a:pt x="952223" y="0"/>
                    </a:moveTo>
                    <a:cubicBezTo>
                      <a:pt x="978242" y="0"/>
                      <a:pt x="999334" y="21093"/>
                      <a:pt x="999334" y="47111"/>
                    </a:cubicBezTo>
                    <a:lnTo>
                      <a:pt x="999334" y="266965"/>
                    </a:lnTo>
                    <a:cubicBezTo>
                      <a:pt x="999334" y="292984"/>
                      <a:pt x="978242" y="314076"/>
                      <a:pt x="952223" y="314076"/>
                    </a:cubicBezTo>
                    <a:lnTo>
                      <a:pt x="47112" y="314076"/>
                    </a:lnTo>
                    <a:cubicBezTo>
                      <a:pt x="21093" y="314076"/>
                      <a:pt x="0" y="292984"/>
                      <a:pt x="0" y="266965"/>
                    </a:cubicBezTo>
                    <a:lnTo>
                      <a:pt x="0" y="47111"/>
                    </a:lnTo>
                    <a:cubicBezTo>
                      <a:pt x="0" y="21093"/>
                      <a:pt x="21093" y="0"/>
                      <a:pt x="47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427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09" name="图片 108">
                <a:extLst>
                  <a:ext uri="{FF2B5EF4-FFF2-40B4-BE49-F238E27FC236}">
                    <a16:creationId xmlns:a16="http://schemas.microsoft.com/office/drawing/2014/main" id="{9BBE7D62-8575-11F2-D7D0-DE6B2CCAB1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16948" y="2037069"/>
                <a:ext cx="970781" cy="242695"/>
              </a:xfrm>
              <a:custGeom>
                <a:avLst/>
                <a:gdLst>
                  <a:gd name="connsiteX0" fmla="*/ -1 w 970781"/>
                  <a:gd name="connsiteY0" fmla="*/ -1 h 242695"/>
                  <a:gd name="connsiteX1" fmla="*/ 970781 w 970781"/>
                  <a:gd name="connsiteY1" fmla="*/ -1 h 242695"/>
                  <a:gd name="connsiteX2" fmla="*/ 970781 w 970781"/>
                  <a:gd name="connsiteY2" fmla="*/ 242695 h 242695"/>
                  <a:gd name="connsiteX3" fmla="*/ -1 w 970781"/>
                  <a:gd name="connsiteY3" fmla="*/ 242695 h 24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781" h="242695">
                    <a:moveTo>
                      <a:pt x="-1" y="-1"/>
                    </a:moveTo>
                    <a:lnTo>
                      <a:pt x="970781" y="-1"/>
                    </a:lnTo>
                    <a:lnTo>
                      <a:pt x="970781" y="242695"/>
                    </a:lnTo>
                    <a:lnTo>
                      <a:pt x="-1" y="242695"/>
                    </a:lnTo>
                    <a:close/>
                  </a:path>
                </a:pathLst>
              </a:custGeom>
            </p:spPr>
          </p:pic>
        </p:grpSp>
        <p:grpSp>
          <p:nvGrpSpPr>
            <p:cNvPr id="47" name="图形 4">
              <a:extLst>
                <a:ext uri="{FF2B5EF4-FFF2-40B4-BE49-F238E27FC236}">
                  <a16:creationId xmlns:a16="http://schemas.microsoft.com/office/drawing/2014/main" id="{38FC51C6-1354-E935-A4C3-760407C95351}"/>
                </a:ext>
              </a:extLst>
            </p:cNvPr>
            <p:cNvGrpSpPr/>
            <p:nvPr/>
          </p:nvGrpSpPr>
          <p:grpSpPr>
            <a:xfrm>
              <a:off x="7152438" y="2608117"/>
              <a:ext cx="1027886" cy="314076"/>
              <a:chOff x="7152438" y="2608117"/>
              <a:chExt cx="1027886" cy="314076"/>
            </a:xfrm>
            <a:solidFill>
              <a:srgbClr val="DAE8FC"/>
            </a:solidFill>
          </p:grpSpPr>
          <p:sp>
            <p:nvSpPr>
              <p:cNvPr id="106" name="任意多边形: 形状 105">
                <a:extLst>
                  <a:ext uri="{FF2B5EF4-FFF2-40B4-BE49-F238E27FC236}">
                    <a16:creationId xmlns:a16="http://schemas.microsoft.com/office/drawing/2014/main" id="{0475964B-2BCE-9174-EB39-819EE5D40640}"/>
                  </a:ext>
                </a:extLst>
              </p:cNvPr>
              <p:cNvSpPr/>
              <p:nvPr/>
            </p:nvSpPr>
            <p:spPr>
              <a:xfrm>
                <a:off x="7152438" y="2608117"/>
                <a:ext cx="1027886" cy="314076"/>
              </a:xfrm>
              <a:custGeom>
                <a:avLst/>
                <a:gdLst>
                  <a:gd name="connsiteX0" fmla="*/ 980775 w 1027886"/>
                  <a:gd name="connsiteY0" fmla="*/ 0 h 314076"/>
                  <a:gd name="connsiteX1" fmla="*/ 1027887 w 1027886"/>
                  <a:gd name="connsiteY1" fmla="*/ 47112 h 314076"/>
                  <a:gd name="connsiteX2" fmla="*/ 1027887 w 1027886"/>
                  <a:gd name="connsiteY2" fmla="*/ 266965 h 314076"/>
                  <a:gd name="connsiteX3" fmla="*/ 980775 w 1027886"/>
                  <a:gd name="connsiteY3" fmla="*/ 314077 h 314076"/>
                  <a:gd name="connsiteX4" fmla="*/ 47112 w 1027886"/>
                  <a:gd name="connsiteY4" fmla="*/ 314077 h 314076"/>
                  <a:gd name="connsiteX5" fmla="*/ 0 w 1027886"/>
                  <a:gd name="connsiteY5" fmla="*/ 266965 h 314076"/>
                  <a:gd name="connsiteX6" fmla="*/ 0 w 1027886"/>
                  <a:gd name="connsiteY6" fmla="*/ 47112 h 314076"/>
                  <a:gd name="connsiteX7" fmla="*/ 47112 w 1027886"/>
                  <a:gd name="connsiteY7" fmla="*/ 0 h 31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27886" h="314076">
                    <a:moveTo>
                      <a:pt x="980775" y="0"/>
                    </a:moveTo>
                    <a:cubicBezTo>
                      <a:pt x="1006794" y="0"/>
                      <a:pt x="1027887" y="21093"/>
                      <a:pt x="1027887" y="47112"/>
                    </a:cubicBezTo>
                    <a:lnTo>
                      <a:pt x="1027887" y="266965"/>
                    </a:lnTo>
                    <a:cubicBezTo>
                      <a:pt x="1027887" y="292984"/>
                      <a:pt x="1006794" y="314077"/>
                      <a:pt x="980775" y="314077"/>
                    </a:cubicBezTo>
                    <a:lnTo>
                      <a:pt x="47112" y="314077"/>
                    </a:lnTo>
                    <a:cubicBezTo>
                      <a:pt x="21093" y="314077"/>
                      <a:pt x="0" y="292984"/>
                      <a:pt x="0" y="266965"/>
                    </a:cubicBezTo>
                    <a:lnTo>
                      <a:pt x="0" y="47112"/>
                    </a:lnTo>
                    <a:cubicBezTo>
                      <a:pt x="0" y="21093"/>
                      <a:pt x="21093" y="0"/>
                      <a:pt x="47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427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07" name="图片 106">
                <a:extLst>
                  <a:ext uri="{FF2B5EF4-FFF2-40B4-BE49-F238E27FC236}">
                    <a16:creationId xmlns:a16="http://schemas.microsoft.com/office/drawing/2014/main" id="{338002FF-4D9B-973B-8C7A-D77643A54F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59577" y="2665222"/>
                <a:ext cx="999334" cy="242695"/>
              </a:xfrm>
              <a:custGeom>
                <a:avLst/>
                <a:gdLst>
                  <a:gd name="connsiteX0" fmla="*/ -1 w 999334"/>
                  <a:gd name="connsiteY0" fmla="*/ -1 h 242695"/>
                  <a:gd name="connsiteX1" fmla="*/ 999334 w 999334"/>
                  <a:gd name="connsiteY1" fmla="*/ -1 h 242695"/>
                  <a:gd name="connsiteX2" fmla="*/ 999334 w 999334"/>
                  <a:gd name="connsiteY2" fmla="*/ 242695 h 242695"/>
                  <a:gd name="connsiteX3" fmla="*/ -1 w 999334"/>
                  <a:gd name="connsiteY3" fmla="*/ 242695 h 24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4" h="242695">
                    <a:moveTo>
                      <a:pt x="-1" y="-1"/>
                    </a:moveTo>
                    <a:lnTo>
                      <a:pt x="999334" y="-1"/>
                    </a:lnTo>
                    <a:lnTo>
                      <a:pt x="999334" y="242695"/>
                    </a:lnTo>
                    <a:lnTo>
                      <a:pt x="-1" y="242695"/>
                    </a:lnTo>
                    <a:close/>
                  </a:path>
                </a:pathLst>
              </a:custGeom>
            </p:spPr>
          </p:pic>
        </p:grpSp>
        <p:grpSp>
          <p:nvGrpSpPr>
            <p:cNvPr id="48" name="图形 4">
              <a:extLst>
                <a:ext uri="{FF2B5EF4-FFF2-40B4-BE49-F238E27FC236}">
                  <a16:creationId xmlns:a16="http://schemas.microsoft.com/office/drawing/2014/main" id="{588FCCA3-91EF-0450-250C-DD7C49B0B88F}"/>
                </a:ext>
              </a:extLst>
            </p:cNvPr>
            <p:cNvGrpSpPr/>
            <p:nvPr/>
          </p:nvGrpSpPr>
          <p:grpSpPr>
            <a:xfrm>
              <a:off x="6809810" y="4549681"/>
              <a:ext cx="999334" cy="314076"/>
              <a:chOff x="6809810" y="4549681"/>
              <a:chExt cx="999334" cy="314076"/>
            </a:xfrm>
            <a:solidFill>
              <a:srgbClr val="DAE8FC"/>
            </a:solidFill>
          </p:grpSpPr>
          <p:sp>
            <p:nvSpPr>
              <p:cNvPr id="104" name="任意多边形: 形状 103">
                <a:extLst>
                  <a:ext uri="{FF2B5EF4-FFF2-40B4-BE49-F238E27FC236}">
                    <a16:creationId xmlns:a16="http://schemas.microsoft.com/office/drawing/2014/main" id="{F8478026-22B8-59EE-46E2-313435D372BB}"/>
                  </a:ext>
                </a:extLst>
              </p:cNvPr>
              <p:cNvSpPr/>
              <p:nvPr/>
            </p:nvSpPr>
            <p:spPr>
              <a:xfrm>
                <a:off x="6809810" y="4549681"/>
                <a:ext cx="999334" cy="314076"/>
              </a:xfrm>
              <a:custGeom>
                <a:avLst/>
                <a:gdLst>
                  <a:gd name="connsiteX0" fmla="*/ 952223 w 999334"/>
                  <a:gd name="connsiteY0" fmla="*/ 0 h 314076"/>
                  <a:gd name="connsiteX1" fmla="*/ 999334 w 999334"/>
                  <a:gd name="connsiteY1" fmla="*/ 47112 h 314076"/>
                  <a:gd name="connsiteX2" fmla="*/ 999334 w 999334"/>
                  <a:gd name="connsiteY2" fmla="*/ 266965 h 314076"/>
                  <a:gd name="connsiteX3" fmla="*/ 952223 w 999334"/>
                  <a:gd name="connsiteY3" fmla="*/ 314076 h 314076"/>
                  <a:gd name="connsiteX4" fmla="*/ 47112 w 999334"/>
                  <a:gd name="connsiteY4" fmla="*/ 314076 h 314076"/>
                  <a:gd name="connsiteX5" fmla="*/ 0 w 999334"/>
                  <a:gd name="connsiteY5" fmla="*/ 266965 h 314076"/>
                  <a:gd name="connsiteX6" fmla="*/ 0 w 999334"/>
                  <a:gd name="connsiteY6" fmla="*/ 47112 h 314076"/>
                  <a:gd name="connsiteX7" fmla="*/ 47112 w 999334"/>
                  <a:gd name="connsiteY7" fmla="*/ 0 h 31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9334" h="314076">
                    <a:moveTo>
                      <a:pt x="952223" y="0"/>
                    </a:moveTo>
                    <a:cubicBezTo>
                      <a:pt x="978242" y="0"/>
                      <a:pt x="999334" y="21093"/>
                      <a:pt x="999334" y="47112"/>
                    </a:cubicBezTo>
                    <a:lnTo>
                      <a:pt x="999334" y="266965"/>
                    </a:lnTo>
                    <a:cubicBezTo>
                      <a:pt x="999334" y="292984"/>
                      <a:pt x="978242" y="314076"/>
                      <a:pt x="952223" y="314076"/>
                    </a:cubicBezTo>
                    <a:lnTo>
                      <a:pt x="47112" y="314076"/>
                    </a:lnTo>
                    <a:cubicBezTo>
                      <a:pt x="21093" y="314076"/>
                      <a:pt x="0" y="292984"/>
                      <a:pt x="0" y="266965"/>
                    </a:cubicBezTo>
                    <a:lnTo>
                      <a:pt x="0" y="47112"/>
                    </a:lnTo>
                    <a:cubicBezTo>
                      <a:pt x="0" y="21093"/>
                      <a:pt x="21093" y="0"/>
                      <a:pt x="47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427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05" name="图片 104">
                <a:extLst>
                  <a:ext uri="{FF2B5EF4-FFF2-40B4-BE49-F238E27FC236}">
                    <a16:creationId xmlns:a16="http://schemas.microsoft.com/office/drawing/2014/main" id="{FDDD4716-BE8B-17F1-991A-81D3EE20D1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16948" y="4606786"/>
                <a:ext cx="970781" cy="242695"/>
              </a:xfrm>
              <a:custGeom>
                <a:avLst/>
                <a:gdLst>
                  <a:gd name="connsiteX0" fmla="*/ -1 w 970781"/>
                  <a:gd name="connsiteY0" fmla="*/ -1 h 242695"/>
                  <a:gd name="connsiteX1" fmla="*/ 970781 w 970781"/>
                  <a:gd name="connsiteY1" fmla="*/ -1 h 242695"/>
                  <a:gd name="connsiteX2" fmla="*/ 970781 w 970781"/>
                  <a:gd name="connsiteY2" fmla="*/ 242695 h 242695"/>
                  <a:gd name="connsiteX3" fmla="*/ -1 w 970781"/>
                  <a:gd name="connsiteY3" fmla="*/ 242695 h 24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781" h="242695">
                    <a:moveTo>
                      <a:pt x="-1" y="-1"/>
                    </a:moveTo>
                    <a:lnTo>
                      <a:pt x="970781" y="-1"/>
                    </a:lnTo>
                    <a:lnTo>
                      <a:pt x="970781" y="242695"/>
                    </a:lnTo>
                    <a:lnTo>
                      <a:pt x="-1" y="242695"/>
                    </a:lnTo>
                    <a:close/>
                  </a:path>
                </a:pathLst>
              </a:custGeom>
            </p:spPr>
          </p:pic>
        </p:grpSp>
        <p:grpSp>
          <p:nvGrpSpPr>
            <p:cNvPr id="49" name="图形 4">
              <a:extLst>
                <a:ext uri="{FF2B5EF4-FFF2-40B4-BE49-F238E27FC236}">
                  <a16:creationId xmlns:a16="http://schemas.microsoft.com/office/drawing/2014/main" id="{849565A1-0997-0187-34DB-D864AD17A71C}"/>
                </a:ext>
              </a:extLst>
            </p:cNvPr>
            <p:cNvGrpSpPr/>
            <p:nvPr/>
          </p:nvGrpSpPr>
          <p:grpSpPr>
            <a:xfrm>
              <a:off x="7616415" y="4251594"/>
              <a:ext cx="478252" cy="447987"/>
              <a:chOff x="7616415" y="4251594"/>
              <a:chExt cx="478252" cy="447987"/>
            </a:xfrm>
          </p:grpSpPr>
          <p:sp>
            <p:nvSpPr>
              <p:cNvPr id="102" name="任意多边形: 形状 101">
                <a:extLst>
                  <a:ext uri="{FF2B5EF4-FFF2-40B4-BE49-F238E27FC236}">
                    <a16:creationId xmlns:a16="http://schemas.microsoft.com/office/drawing/2014/main" id="{72D033DD-9520-D0B2-CC44-8C0C5D23DF99}"/>
                  </a:ext>
                </a:extLst>
              </p:cNvPr>
              <p:cNvSpPr/>
              <p:nvPr/>
            </p:nvSpPr>
            <p:spPr>
              <a:xfrm>
                <a:off x="7666382" y="4326544"/>
                <a:ext cx="428286" cy="373037"/>
              </a:xfrm>
              <a:custGeom>
                <a:avLst/>
                <a:gdLst>
                  <a:gd name="connsiteX0" fmla="*/ 142762 w 428286"/>
                  <a:gd name="connsiteY0" fmla="*/ 373037 h 373037"/>
                  <a:gd name="connsiteX1" fmla="*/ 428286 w 428286"/>
                  <a:gd name="connsiteY1" fmla="*/ 373037 h 373037"/>
                  <a:gd name="connsiteX2" fmla="*/ 428286 w 428286"/>
                  <a:gd name="connsiteY2" fmla="*/ 94651 h 373037"/>
                  <a:gd name="connsiteX3" fmla="*/ 0 w 428286"/>
                  <a:gd name="connsiteY3" fmla="*/ 94651 h 373037"/>
                  <a:gd name="connsiteX4" fmla="*/ 0 w 428286"/>
                  <a:gd name="connsiteY4" fmla="*/ 0 h 37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8286" h="373037">
                    <a:moveTo>
                      <a:pt x="142762" y="373037"/>
                    </a:moveTo>
                    <a:lnTo>
                      <a:pt x="428286" y="373037"/>
                    </a:lnTo>
                    <a:lnTo>
                      <a:pt x="428286" y="94651"/>
                    </a:lnTo>
                    <a:lnTo>
                      <a:pt x="0" y="94651"/>
                    </a:lnTo>
                    <a:lnTo>
                      <a:pt x="0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3" name="任意多边形: 形状 102">
                <a:extLst>
                  <a:ext uri="{FF2B5EF4-FFF2-40B4-BE49-F238E27FC236}">
                    <a16:creationId xmlns:a16="http://schemas.microsoft.com/office/drawing/2014/main" id="{5996F456-8861-EC62-89BF-7EA7E6DE2E83}"/>
                  </a:ext>
                </a:extLst>
              </p:cNvPr>
              <p:cNvSpPr/>
              <p:nvPr/>
            </p:nvSpPr>
            <p:spPr>
              <a:xfrm>
                <a:off x="7616415" y="4251594"/>
                <a:ext cx="99933" cy="99933"/>
              </a:xfrm>
              <a:custGeom>
                <a:avLst/>
                <a:gdLst>
                  <a:gd name="connsiteX0" fmla="*/ 49967 w 99933"/>
                  <a:gd name="connsiteY0" fmla="*/ 0 h 99933"/>
                  <a:gd name="connsiteX1" fmla="*/ 99933 w 99933"/>
                  <a:gd name="connsiteY1" fmla="*/ 99933 h 99933"/>
                  <a:gd name="connsiteX2" fmla="*/ 49967 w 99933"/>
                  <a:gd name="connsiteY2" fmla="*/ 74950 h 99933"/>
                  <a:gd name="connsiteX3" fmla="*/ 0 w 99933"/>
                  <a:gd name="connsiteY3" fmla="*/ 99933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49967" y="0"/>
                    </a:moveTo>
                    <a:lnTo>
                      <a:pt x="99933" y="99933"/>
                    </a:lnTo>
                    <a:lnTo>
                      <a:pt x="49967" y="74950"/>
                    </a:lnTo>
                    <a:lnTo>
                      <a:pt x="0" y="99933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0" name="图形 4">
              <a:extLst>
                <a:ext uri="{FF2B5EF4-FFF2-40B4-BE49-F238E27FC236}">
                  <a16:creationId xmlns:a16="http://schemas.microsoft.com/office/drawing/2014/main" id="{CB0656DA-3729-7F71-ED4F-070AAE14D325}"/>
                </a:ext>
              </a:extLst>
            </p:cNvPr>
            <p:cNvGrpSpPr/>
            <p:nvPr/>
          </p:nvGrpSpPr>
          <p:grpSpPr>
            <a:xfrm>
              <a:off x="7152438" y="3921528"/>
              <a:ext cx="1027886" cy="314076"/>
              <a:chOff x="7152438" y="3921528"/>
              <a:chExt cx="1027886" cy="314076"/>
            </a:xfrm>
            <a:solidFill>
              <a:srgbClr val="DAE8FC"/>
            </a:solidFill>
          </p:grpSpPr>
          <p:sp>
            <p:nvSpPr>
              <p:cNvPr id="100" name="任意多边形: 形状 99">
                <a:extLst>
                  <a:ext uri="{FF2B5EF4-FFF2-40B4-BE49-F238E27FC236}">
                    <a16:creationId xmlns:a16="http://schemas.microsoft.com/office/drawing/2014/main" id="{3F93B6EA-191A-3219-6C51-FFEF688CCE30}"/>
                  </a:ext>
                </a:extLst>
              </p:cNvPr>
              <p:cNvSpPr/>
              <p:nvPr/>
            </p:nvSpPr>
            <p:spPr>
              <a:xfrm>
                <a:off x="7152438" y="3921528"/>
                <a:ext cx="1027886" cy="314076"/>
              </a:xfrm>
              <a:custGeom>
                <a:avLst/>
                <a:gdLst>
                  <a:gd name="connsiteX0" fmla="*/ 980775 w 1027886"/>
                  <a:gd name="connsiteY0" fmla="*/ 0 h 314076"/>
                  <a:gd name="connsiteX1" fmla="*/ 1027887 w 1027886"/>
                  <a:gd name="connsiteY1" fmla="*/ 47112 h 314076"/>
                  <a:gd name="connsiteX2" fmla="*/ 1027887 w 1027886"/>
                  <a:gd name="connsiteY2" fmla="*/ 266965 h 314076"/>
                  <a:gd name="connsiteX3" fmla="*/ 980775 w 1027886"/>
                  <a:gd name="connsiteY3" fmla="*/ 314076 h 314076"/>
                  <a:gd name="connsiteX4" fmla="*/ 47112 w 1027886"/>
                  <a:gd name="connsiteY4" fmla="*/ 314076 h 314076"/>
                  <a:gd name="connsiteX5" fmla="*/ 0 w 1027886"/>
                  <a:gd name="connsiteY5" fmla="*/ 266965 h 314076"/>
                  <a:gd name="connsiteX6" fmla="*/ 0 w 1027886"/>
                  <a:gd name="connsiteY6" fmla="*/ 47112 h 314076"/>
                  <a:gd name="connsiteX7" fmla="*/ 47112 w 1027886"/>
                  <a:gd name="connsiteY7" fmla="*/ 0 h 31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27886" h="314076">
                    <a:moveTo>
                      <a:pt x="980775" y="0"/>
                    </a:moveTo>
                    <a:cubicBezTo>
                      <a:pt x="1006794" y="0"/>
                      <a:pt x="1027887" y="21093"/>
                      <a:pt x="1027887" y="47112"/>
                    </a:cubicBezTo>
                    <a:lnTo>
                      <a:pt x="1027887" y="266965"/>
                    </a:lnTo>
                    <a:cubicBezTo>
                      <a:pt x="1027887" y="292984"/>
                      <a:pt x="1006794" y="314076"/>
                      <a:pt x="980775" y="314076"/>
                    </a:cubicBezTo>
                    <a:lnTo>
                      <a:pt x="47112" y="314076"/>
                    </a:lnTo>
                    <a:cubicBezTo>
                      <a:pt x="21093" y="314076"/>
                      <a:pt x="0" y="292984"/>
                      <a:pt x="0" y="266965"/>
                    </a:cubicBezTo>
                    <a:lnTo>
                      <a:pt x="0" y="47112"/>
                    </a:lnTo>
                    <a:cubicBezTo>
                      <a:pt x="0" y="21093"/>
                      <a:pt x="21093" y="0"/>
                      <a:pt x="47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427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01" name="图片 100">
                <a:extLst>
                  <a:ext uri="{FF2B5EF4-FFF2-40B4-BE49-F238E27FC236}">
                    <a16:creationId xmlns:a16="http://schemas.microsoft.com/office/drawing/2014/main" id="{F5FE579F-52E9-72EC-180D-47ED557364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59577" y="3978633"/>
                <a:ext cx="999334" cy="242695"/>
              </a:xfrm>
              <a:custGeom>
                <a:avLst/>
                <a:gdLst>
                  <a:gd name="connsiteX0" fmla="*/ -1 w 999334"/>
                  <a:gd name="connsiteY0" fmla="*/ -1 h 242695"/>
                  <a:gd name="connsiteX1" fmla="*/ 999334 w 999334"/>
                  <a:gd name="connsiteY1" fmla="*/ -1 h 242695"/>
                  <a:gd name="connsiteX2" fmla="*/ 999334 w 999334"/>
                  <a:gd name="connsiteY2" fmla="*/ 242695 h 242695"/>
                  <a:gd name="connsiteX3" fmla="*/ -1 w 999334"/>
                  <a:gd name="connsiteY3" fmla="*/ 242695 h 24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4" h="242695">
                    <a:moveTo>
                      <a:pt x="-1" y="-1"/>
                    </a:moveTo>
                    <a:lnTo>
                      <a:pt x="999334" y="-1"/>
                    </a:lnTo>
                    <a:lnTo>
                      <a:pt x="999334" y="242695"/>
                    </a:lnTo>
                    <a:lnTo>
                      <a:pt x="-1" y="242695"/>
                    </a:lnTo>
                    <a:close/>
                  </a:path>
                </a:pathLst>
              </a:custGeom>
            </p:spPr>
          </p:pic>
        </p:grpSp>
        <p:grpSp>
          <p:nvGrpSpPr>
            <p:cNvPr id="51" name="图形 4">
              <a:extLst>
                <a:ext uri="{FF2B5EF4-FFF2-40B4-BE49-F238E27FC236}">
                  <a16:creationId xmlns:a16="http://schemas.microsoft.com/office/drawing/2014/main" id="{E58B0858-1B8B-EF28-B84B-31D9A20BB2D1}"/>
                </a:ext>
              </a:extLst>
            </p:cNvPr>
            <p:cNvGrpSpPr/>
            <p:nvPr/>
          </p:nvGrpSpPr>
          <p:grpSpPr>
            <a:xfrm>
              <a:off x="7616415" y="2922194"/>
              <a:ext cx="99933" cy="369468"/>
              <a:chOff x="7616415" y="2922194"/>
              <a:chExt cx="99933" cy="369468"/>
            </a:xfrm>
          </p:grpSpPr>
          <p:sp>
            <p:nvSpPr>
              <p:cNvPr id="98" name="任意多边形: 形状 97">
                <a:extLst>
                  <a:ext uri="{FF2B5EF4-FFF2-40B4-BE49-F238E27FC236}">
                    <a16:creationId xmlns:a16="http://schemas.microsoft.com/office/drawing/2014/main" id="{11DCBD24-CF9C-C22A-B862-1E8902D90314}"/>
                  </a:ext>
                </a:extLst>
              </p:cNvPr>
              <p:cNvSpPr/>
              <p:nvPr/>
            </p:nvSpPr>
            <p:spPr>
              <a:xfrm>
                <a:off x="7666382" y="2922194"/>
                <a:ext cx="14276" cy="294518"/>
              </a:xfrm>
              <a:custGeom>
                <a:avLst/>
                <a:gdLst>
                  <a:gd name="connsiteX0" fmla="*/ 0 w 14276"/>
                  <a:gd name="connsiteY0" fmla="*/ 0 h 294518"/>
                  <a:gd name="connsiteX1" fmla="*/ 0 w 14276"/>
                  <a:gd name="connsiteY1" fmla="*/ 294518 h 294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276" h="294518">
                    <a:moveTo>
                      <a:pt x="0" y="0"/>
                    </a:moveTo>
                    <a:lnTo>
                      <a:pt x="0" y="294518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9" name="任意多边形: 形状 98">
                <a:extLst>
                  <a:ext uri="{FF2B5EF4-FFF2-40B4-BE49-F238E27FC236}">
                    <a16:creationId xmlns:a16="http://schemas.microsoft.com/office/drawing/2014/main" id="{CF6759C6-CCB6-2DD6-15EE-ACD7710F9C03}"/>
                  </a:ext>
                </a:extLst>
              </p:cNvPr>
              <p:cNvSpPr/>
              <p:nvPr/>
            </p:nvSpPr>
            <p:spPr>
              <a:xfrm>
                <a:off x="7616415" y="3191728"/>
                <a:ext cx="99933" cy="99933"/>
              </a:xfrm>
              <a:custGeom>
                <a:avLst/>
                <a:gdLst>
                  <a:gd name="connsiteX0" fmla="*/ 49967 w 99933"/>
                  <a:gd name="connsiteY0" fmla="*/ 99934 h 99933"/>
                  <a:gd name="connsiteX1" fmla="*/ 0 w 99933"/>
                  <a:gd name="connsiteY1" fmla="*/ 0 h 99933"/>
                  <a:gd name="connsiteX2" fmla="*/ 49967 w 99933"/>
                  <a:gd name="connsiteY2" fmla="*/ 24983 h 99933"/>
                  <a:gd name="connsiteX3" fmla="*/ 99933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49967" y="99934"/>
                    </a:moveTo>
                    <a:lnTo>
                      <a:pt x="0" y="0"/>
                    </a:lnTo>
                    <a:lnTo>
                      <a:pt x="49967" y="24983"/>
                    </a:lnTo>
                    <a:lnTo>
                      <a:pt x="999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2" name="图形 4">
              <a:extLst>
                <a:ext uri="{FF2B5EF4-FFF2-40B4-BE49-F238E27FC236}">
                  <a16:creationId xmlns:a16="http://schemas.microsoft.com/office/drawing/2014/main" id="{D81522AA-E97F-7AD6-87C9-F094BB3131DC}"/>
                </a:ext>
              </a:extLst>
            </p:cNvPr>
            <p:cNvGrpSpPr/>
            <p:nvPr/>
          </p:nvGrpSpPr>
          <p:grpSpPr>
            <a:xfrm>
              <a:off x="7615559" y="3544922"/>
              <a:ext cx="99933" cy="376606"/>
              <a:chOff x="7615559" y="3544922"/>
              <a:chExt cx="99933" cy="376606"/>
            </a:xfrm>
          </p:grpSpPr>
          <p:sp>
            <p:nvSpPr>
              <p:cNvPr id="96" name="任意多边形: 形状 95">
                <a:extLst>
                  <a:ext uri="{FF2B5EF4-FFF2-40B4-BE49-F238E27FC236}">
                    <a16:creationId xmlns:a16="http://schemas.microsoft.com/office/drawing/2014/main" id="{9713BD15-55F0-7CE5-1357-A459D81D350F}"/>
                  </a:ext>
                </a:extLst>
              </p:cNvPr>
              <p:cNvSpPr/>
              <p:nvPr/>
            </p:nvSpPr>
            <p:spPr>
              <a:xfrm>
                <a:off x="7665525" y="3619872"/>
                <a:ext cx="856" cy="301656"/>
              </a:xfrm>
              <a:custGeom>
                <a:avLst/>
                <a:gdLst>
                  <a:gd name="connsiteX0" fmla="*/ 857 w 856"/>
                  <a:gd name="connsiteY0" fmla="*/ 301656 h 301656"/>
                  <a:gd name="connsiteX1" fmla="*/ 0 w 856"/>
                  <a:gd name="connsiteY1" fmla="*/ 0 h 30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56" h="301656">
                    <a:moveTo>
                      <a:pt x="857" y="301656"/>
                    </a:moveTo>
                    <a:lnTo>
                      <a:pt x="0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7" name="任意多边形: 形状 96">
                <a:extLst>
                  <a:ext uri="{FF2B5EF4-FFF2-40B4-BE49-F238E27FC236}">
                    <a16:creationId xmlns:a16="http://schemas.microsoft.com/office/drawing/2014/main" id="{05DC9BAF-8BE6-E7F8-D0AA-F8E06BA5827C}"/>
                  </a:ext>
                </a:extLst>
              </p:cNvPr>
              <p:cNvSpPr/>
              <p:nvPr/>
            </p:nvSpPr>
            <p:spPr>
              <a:xfrm>
                <a:off x="7615559" y="3544922"/>
                <a:ext cx="99933" cy="100076"/>
              </a:xfrm>
              <a:custGeom>
                <a:avLst/>
                <a:gdLst>
                  <a:gd name="connsiteX0" fmla="*/ 49681 w 99933"/>
                  <a:gd name="connsiteY0" fmla="*/ 0 h 100076"/>
                  <a:gd name="connsiteX1" fmla="*/ 99933 w 99933"/>
                  <a:gd name="connsiteY1" fmla="*/ 99791 h 100076"/>
                  <a:gd name="connsiteX2" fmla="*/ 49967 w 99933"/>
                  <a:gd name="connsiteY2" fmla="*/ 74950 h 100076"/>
                  <a:gd name="connsiteX3" fmla="*/ 0 w 99933"/>
                  <a:gd name="connsiteY3" fmla="*/ 100076 h 100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100076">
                    <a:moveTo>
                      <a:pt x="49681" y="0"/>
                    </a:moveTo>
                    <a:lnTo>
                      <a:pt x="99933" y="99791"/>
                    </a:lnTo>
                    <a:lnTo>
                      <a:pt x="49967" y="74950"/>
                    </a:lnTo>
                    <a:lnTo>
                      <a:pt x="0" y="100076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98D971A3-8D5B-0EB0-BC13-F62A9058E31B}"/>
                </a:ext>
              </a:extLst>
            </p:cNvPr>
            <p:cNvSpPr/>
            <p:nvPr/>
          </p:nvSpPr>
          <p:spPr>
            <a:xfrm>
              <a:off x="4611274" y="3386170"/>
              <a:ext cx="71381" cy="71381"/>
            </a:xfrm>
            <a:custGeom>
              <a:avLst/>
              <a:gdLst>
                <a:gd name="connsiteX0" fmla="*/ 71381 w 71381"/>
                <a:gd name="connsiteY0" fmla="*/ 35691 h 71381"/>
                <a:gd name="connsiteX1" fmla="*/ 35691 w 71381"/>
                <a:gd name="connsiteY1" fmla="*/ 71381 h 71381"/>
                <a:gd name="connsiteX2" fmla="*/ 0 w 71381"/>
                <a:gd name="connsiteY2" fmla="*/ 35691 h 71381"/>
                <a:gd name="connsiteX3" fmla="*/ 35691 w 71381"/>
                <a:gd name="connsiteY3" fmla="*/ 0 h 71381"/>
                <a:gd name="connsiteX4" fmla="*/ 71381 w 71381"/>
                <a:gd name="connsiteY4" fmla="*/ 35691 h 71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381" h="71381">
                  <a:moveTo>
                    <a:pt x="71381" y="35691"/>
                  </a:moveTo>
                  <a:cubicBezTo>
                    <a:pt x="71381" y="55402"/>
                    <a:pt x="55402" y="71381"/>
                    <a:pt x="35691" y="71381"/>
                  </a:cubicBezTo>
                  <a:cubicBezTo>
                    <a:pt x="15979" y="71381"/>
                    <a:pt x="0" y="55402"/>
                    <a:pt x="0" y="35691"/>
                  </a:cubicBezTo>
                  <a:cubicBezTo>
                    <a:pt x="0" y="15979"/>
                    <a:pt x="15979" y="0"/>
                    <a:pt x="35691" y="0"/>
                  </a:cubicBezTo>
                  <a:cubicBezTo>
                    <a:pt x="55402" y="0"/>
                    <a:pt x="71381" y="15979"/>
                    <a:pt x="71381" y="35691"/>
                  </a:cubicBezTo>
                  <a:close/>
                </a:path>
              </a:pathLst>
            </a:custGeom>
            <a:solidFill>
              <a:srgbClr val="000000"/>
            </a:solidFill>
            <a:ln w="142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22109C2F-71E7-0957-7C54-16FE02437201}"/>
                </a:ext>
              </a:extLst>
            </p:cNvPr>
            <p:cNvSpPr/>
            <p:nvPr/>
          </p:nvSpPr>
          <p:spPr>
            <a:xfrm>
              <a:off x="8407031" y="3371752"/>
              <a:ext cx="99933" cy="99933"/>
            </a:xfrm>
            <a:custGeom>
              <a:avLst/>
              <a:gdLst>
                <a:gd name="connsiteX0" fmla="*/ 99933 w 99933"/>
                <a:gd name="connsiteY0" fmla="*/ 50109 h 99933"/>
                <a:gd name="connsiteX1" fmla="*/ 0 w 99933"/>
                <a:gd name="connsiteY1" fmla="*/ 99933 h 99933"/>
                <a:gd name="connsiteX2" fmla="*/ 24983 w 99933"/>
                <a:gd name="connsiteY2" fmla="*/ 49967 h 99933"/>
                <a:gd name="connsiteX3" fmla="*/ 143 w 99933"/>
                <a:gd name="connsiteY3" fmla="*/ 0 h 99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933" h="99933">
                  <a:moveTo>
                    <a:pt x="99933" y="50109"/>
                  </a:moveTo>
                  <a:lnTo>
                    <a:pt x="0" y="99933"/>
                  </a:lnTo>
                  <a:lnTo>
                    <a:pt x="24983" y="49967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000000"/>
            </a:solidFill>
            <a:ln w="142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55" name="图形 4">
              <a:extLst>
                <a:ext uri="{FF2B5EF4-FFF2-40B4-BE49-F238E27FC236}">
                  <a16:creationId xmlns:a16="http://schemas.microsoft.com/office/drawing/2014/main" id="{2346A99C-6E01-DE7C-D19B-15A5DA3D00F9}"/>
                </a:ext>
              </a:extLst>
            </p:cNvPr>
            <p:cNvGrpSpPr/>
            <p:nvPr/>
          </p:nvGrpSpPr>
          <p:grpSpPr>
            <a:xfrm>
              <a:off x="7616415" y="2144141"/>
              <a:ext cx="478252" cy="447987"/>
              <a:chOff x="7616415" y="2144141"/>
              <a:chExt cx="478252" cy="447987"/>
            </a:xfrm>
          </p:grpSpPr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A6AAFDC0-86C9-8A8D-0AFC-E1DC94643287}"/>
                  </a:ext>
                </a:extLst>
              </p:cNvPr>
              <p:cNvSpPr/>
              <p:nvPr/>
            </p:nvSpPr>
            <p:spPr>
              <a:xfrm>
                <a:off x="7666382" y="2144141"/>
                <a:ext cx="428286" cy="373037"/>
              </a:xfrm>
              <a:custGeom>
                <a:avLst/>
                <a:gdLst>
                  <a:gd name="connsiteX0" fmla="*/ 142762 w 428286"/>
                  <a:gd name="connsiteY0" fmla="*/ 0 h 373037"/>
                  <a:gd name="connsiteX1" fmla="*/ 428286 w 428286"/>
                  <a:gd name="connsiteY1" fmla="*/ 0 h 373037"/>
                  <a:gd name="connsiteX2" fmla="*/ 428286 w 428286"/>
                  <a:gd name="connsiteY2" fmla="*/ 278386 h 373037"/>
                  <a:gd name="connsiteX3" fmla="*/ 0 w 428286"/>
                  <a:gd name="connsiteY3" fmla="*/ 278386 h 373037"/>
                  <a:gd name="connsiteX4" fmla="*/ 0 w 428286"/>
                  <a:gd name="connsiteY4" fmla="*/ 373037 h 37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8286" h="373037">
                    <a:moveTo>
                      <a:pt x="142762" y="0"/>
                    </a:moveTo>
                    <a:lnTo>
                      <a:pt x="428286" y="0"/>
                    </a:lnTo>
                    <a:lnTo>
                      <a:pt x="428286" y="278386"/>
                    </a:lnTo>
                    <a:lnTo>
                      <a:pt x="0" y="278386"/>
                    </a:lnTo>
                    <a:lnTo>
                      <a:pt x="0" y="373037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" name="任意多边形: 形状 92">
                <a:extLst>
                  <a:ext uri="{FF2B5EF4-FFF2-40B4-BE49-F238E27FC236}">
                    <a16:creationId xmlns:a16="http://schemas.microsoft.com/office/drawing/2014/main" id="{9C08D070-4B9C-D973-F07E-60C191F08BB5}"/>
                  </a:ext>
                </a:extLst>
              </p:cNvPr>
              <p:cNvSpPr/>
              <p:nvPr/>
            </p:nvSpPr>
            <p:spPr>
              <a:xfrm>
                <a:off x="7616415" y="2492195"/>
                <a:ext cx="99933" cy="99933"/>
              </a:xfrm>
              <a:custGeom>
                <a:avLst/>
                <a:gdLst>
                  <a:gd name="connsiteX0" fmla="*/ 49967 w 99933"/>
                  <a:gd name="connsiteY0" fmla="*/ 99933 h 99933"/>
                  <a:gd name="connsiteX1" fmla="*/ 0 w 99933"/>
                  <a:gd name="connsiteY1" fmla="*/ 0 h 99933"/>
                  <a:gd name="connsiteX2" fmla="*/ 49967 w 99933"/>
                  <a:gd name="connsiteY2" fmla="*/ 24983 h 99933"/>
                  <a:gd name="connsiteX3" fmla="*/ 99933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49967" y="99933"/>
                    </a:moveTo>
                    <a:lnTo>
                      <a:pt x="0" y="0"/>
                    </a:lnTo>
                    <a:lnTo>
                      <a:pt x="49967" y="24983"/>
                    </a:lnTo>
                    <a:lnTo>
                      <a:pt x="99933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6" name="图形 4">
              <a:extLst>
                <a:ext uri="{FF2B5EF4-FFF2-40B4-BE49-F238E27FC236}">
                  <a16:creationId xmlns:a16="http://schemas.microsoft.com/office/drawing/2014/main" id="{50985E9E-EF5B-A8BE-7509-8A7C0CD6C9BF}"/>
                </a:ext>
              </a:extLst>
            </p:cNvPr>
            <p:cNvGrpSpPr/>
            <p:nvPr/>
          </p:nvGrpSpPr>
          <p:grpSpPr>
            <a:xfrm>
              <a:off x="10093336" y="3371894"/>
              <a:ext cx="412296" cy="99933"/>
              <a:chOff x="10093336" y="3371894"/>
              <a:chExt cx="412296" cy="99933"/>
            </a:xfrm>
          </p:grpSpPr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C88F908B-0186-531D-C84E-08FABDEAF48E}"/>
                  </a:ext>
                </a:extLst>
              </p:cNvPr>
              <p:cNvSpPr/>
              <p:nvPr/>
            </p:nvSpPr>
            <p:spPr>
              <a:xfrm>
                <a:off x="10093336" y="3421861"/>
                <a:ext cx="337346" cy="14276"/>
              </a:xfrm>
              <a:custGeom>
                <a:avLst/>
                <a:gdLst>
                  <a:gd name="connsiteX0" fmla="*/ 0 w 337346"/>
                  <a:gd name="connsiteY0" fmla="*/ 0 h 14276"/>
                  <a:gd name="connsiteX1" fmla="*/ 285524 w 337346"/>
                  <a:gd name="connsiteY1" fmla="*/ 0 h 14276"/>
                  <a:gd name="connsiteX2" fmla="*/ 142762 w 337346"/>
                  <a:gd name="connsiteY2" fmla="*/ 0 h 14276"/>
                  <a:gd name="connsiteX3" fmla="*/ 337347 w 337346"/>
                  <a:gd name="connsiteY3" fmla="*/ 0 h 1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7346" h="14276">
                    <a:moveTo>
                      <a:pt x="0" y="0"/>
                    </a:moveTo>
                    <a:lnTo>
                      <a:pt x="285524" y="0"/>
                    </a:lnTo>
                    <a:lnTo>
                      <a:pt x="142762" y="0"/>
                    </a:lnTo>
                    <a:lnTo>
                      <a:pt x="337347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717BEE4A-345B-CF1D-B381-06C96063CF34}"/>
                  </a:ext>
                </a:extLst>
              </p:cNvPr>
              <p:cNvSpPr/>
              <p:nvPr/>
            </p:nvSpPr>
            <p:spPr>
              <a:xfrm>
                <a:off x="10405700" y="3371894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7" name="图形 4">
              <a:extLst>
                <a:ext uri="{FF2B5EF4-FFF2-40B4-BE49-F238E27FC236}">
                  <a16:creationId xmlns:a16="http://schemas.microsoft.com/office/drawing/2014/main" id="{05EF1505-2B7F-CC10-C326-C538205177C8}"/>
                </a:ext>
              </a:extLst>
            </p:cNvPr>
            <p:cNvGrpSpPr/>
            <p:nvPr/>
          </p:nvGrpSpPr>
          <p:grpSpPr>
            <a:xfrm>
              <a:off x="9101140" y="3136337"/>
              <a:ext cx="1012838" cy="571048"/>
              <a:chOff x="9101140" y="3136337"/>
              <a:chExt cx="1012838" cy="571048"/>
            </a:xfrm>
            <a:solidFill>
              <a:srgbClr val="DAE8FC"/>
            </a:solidFill>
          </p:grpSpPr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7750039A-730E-2A23-FBC7-F904DDD0C135}"/>
                  </a:ext>
                </a:extLst>
              </p:cNvPr>
              <p:cNvSpPr/>
              <p:nvPr/>
            </p:nvSpPr>
            <p:spPr>
              <a:xfrm>
                <a:off x="9114644" y="3136337"/>
                <a:ext cx="999334" cy="571048"/>
              </a:xfrm>
              <a:custGeom>
                <a:avLst/>
                <a:gdLst>
                  <a:gd name="connsiteX0" fmla="*/ 913677 w 999334"/>
                  <a:gd name="connsiteY0" fmla="*/ 0 h 571048"/>
                  <a:gd name="connsiteX1" fmla="*/ 999334 w 999334"/>
                  <a:gd name="connsiteY1" fmla="*/ 85657 h 571048"/>
                  <a:gd name="connsiteX2" fmla="*/ 999334 w 999334"/>
                  <a:gd name="connsiteY2" fmla="*/ 485391 h 571048"/>
                  <a:gd name="connsiteX3" fmla="*/ 913677 w 999334"/>
                  <a:gd name="connsiteY3" fmla="*/ 571048 h 571048"/>
                  <a:gd name="connsiteX4" fmla="*/ 85657 w 999334"/>
                  <a:gd name="connsiteY4" fmla="*/ 571048 h 571048"/>
                  <a:gd name="connsiteX5" fmla="*/ 0 w 999334"/>
                  <a:gd name="connsiteY5" fmla="*/ 485391 h 571048"/>
                  <a:gd name="connsiteX6" fmla="*/ 0 w 999334"/>
                  <a:gd name="connsiteY6" fmla="*/ 85657 h 571048"/>
                  <a:gd name="connsiteX7" fmla="*/ 85657 w 999334"/>
                  <a:gd name="connsiteY7" fmla="*/ 0 h 571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9334" h="571048">
                    <a:moveTo>
                      <a:pt x="913677" y="0"/>
                    </a:moveTo>
                    <a:cubicBezTo>
                      <a:pt x="960984" y="0"/>
                      <a:pt x="999334" y="38350"/>
                      <a:pt x="999334" y="85657"/>
                    </a:cubicBezTo>
                    <a:lnTo>
                      <a:pt x="999334" y="485391"/>
                    </a:lnTo>
                    <a:cubicBezTo>
                      <a:pt x="999334" y="532698"/>
                      <a:pt x="960984" y="571048"/>
                      <a:pt x="913677" y="571048"/>
                    </a:cubicBezTo>
                    <a:lnTo>
                      <a:pt x="85657" y="571048"/>
                    </a:lnTo>
                    <a:cubicBezTo>
                      <a:pt x="38350" y="571048"/>
                      <a:pt x="0" y="532698"/>
                      <a:pt x="0" y="485391"/>
                    </a:cubicBezTo>
                    <a:lnTo>
                      <a:pt x="0" y="85657"/>
                    </a:lnTo>
                    <a:cubicBezTo>
                      <a:pt x="0" y="38350"/>
                      <a:pt x="38350" y="0"/>
                      <a:pt x="85657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427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89" name="图片 88">
                <a:extLst>
                  <a:ext uri="{FF2B5EF4-FFF2-40B4-BE49-F238E27FC236}">
                    <a16:creationId xmlns:a16="http://schemas.microsoft.com/office/drawing/2014/main" id="{A5CDC35F-535C-EAF6-DBB3-E52243FA82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01140" y="3321927"/>
                <a:ext cx="970781" cy="242695"/>
              </a:xfrm>
              <a:custGeom>
                <a:avLst/>
                <a:gdLst>
                  <a:gd name="connsiteX0" fmla="*/ -1 w 970781"/>
                  <a:gd name="connsiteY0" fmla="*/ -1 h 242695"/>
                  <a:gd name="connsiteX1" fmla="*/ 970781 w 970781"/>
                  <a:gd name="connsiteY1" fmla="*/ -1 h 242695"/>
                  <a:gd name="connsiteX2" fmla="*/ 970781 w 970781"/>
                  <a:gd name="connsiteY2" fmla="*/ 242695 h 242695"/>
                  <a:gd name="connsiteX3" fmla="*/ -1 w 970781"/>
                  <a:gd name="connsiteY3" fmla="*/ 242695 h 24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0781" h="242695">
                    <a:moveTo>
                      <a:pt x="-1" y="-1"/>
                    </a:moveTo>
                    <a:lnTo>
                      <a:pt x="970781" y="-1"/>
                    </a:lnTo>
                    <a:lnTo>
                      <a:pt x="970781" y="242695"/>
                    </a:lnTo>
                    <a:lnTo>
                      <a:pt x="-1" y="242695"/>
                    </a:lnTo>
                    <a:close/>
                  </a:path>
                </a:pathLst>
              </a:custGeom>
            </p:spPr>
          </p:pic>
        </p:grpSp>
        <p:grpSp>
          <p:nvGrpSpPr>
            <p:cNvPr id="58" name="图形 4">
              <a:extLst>
                <a:ext uri="{FF2B5EF4-FFF2-40B4-BE49-F238E27FC236}">
                  <a16:creationId xmlns:a16="http://schemas.microsoft.com/office/drawing/2014/main" id="{DC9DAED4-CEFD-195D-7F42-90DA4B951F2A}"/>
                </a:ext>
              </a:extLst>
            </p:cNvPr>
            <p:cNvGrpSpPr/>
            <p:nvPr/>
          </p:nvGrpSpPr>
          <p:grpSpPr>
            <a:xfrm>
              <a:off x="10521622" y="3207718"/>
              <a:ext cx="1142096" cy="428286"/>
              <a:chOff x="10521622" y="3207718"/>
              <a:chExt cx="1142096" cy="428286"/>
            </a:xfrm>
            <a:noFill/>
          </p:grpSpPr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4559C7AB-6055-D5DD-EADD-38E51E688562}"/>
                  </a:ext>
                </a:extLst>
              </p:cNvPr>
              <p:cNvSpPr/>
              <p:nvPr/>
            </p:nvSpPr>
            <p:spPr>
              <a:xfrm>
                <a:off x="10521622" y="3207718"/>
                <a:ext cx="1142096" cy="428286"/>
              </a:xfrm>
              <a:custGeom>
                <a:avLst/>
                <a:gdLst>
                  <a:gd name="connsiteX0" fmla="*/ 0 w 1142096"/>
                  <a:gd name="connsiteY0" fmla="*/ 0 h 428286"/>
                  <a:gd name="connsiteX1" fmla="*/ 1142096 w 1142096"/>
                  <a:gd name="connsiteY1" fmla="*/ 0 h 428286"/>
                  <a:gd name="connsiteX2" fmla="*/ 1142096 w 1142096"/>
                  <a:gd name="connsiteY2" fmla="*/ 428286 h 428286"/>
                  <a:gd name="connsiteX3" fmla="*/ 0 w 1142096"/>
                  <a:gd name="connsiteY3" fmla="*/ 428286 h 428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2096" h="428286">
                    <a:moveTo>
                      <a:pt x="0" y="0"/>
                    </a:moveTo>
                    <a:lnTo>
                      <a:pt x="1142096" y="0"/>
                    </a:lnTo>
                    <a:lnTo>
                      <a:pt x="1142096" y="428286"/>
                    </a:lnTo>
                    <a:lnTo>
                      <a:pt x="0" y="428286"/>
                    </a:lnTo>
                    <a:close/>
                  </a:path>
                </a:pathLst>
              </a:custGeom>
              <a:noFill/>
              <a:ln w="142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87" name="图片 86">
                <a:extLst>
                  <a:ext uri="{FF2B5EF4-FFF2-40B4-BE49-F238E27FC236}">
                    <a16:creationId xmlns:a16="http://schemas.microsoft.com/office/drawing/2014/main" id="{3CDFB316-C1EC-83B8-09D9-19173BB961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28760" y="3321927"/>
                <a:ext cx="1113543" cy="242695"/>
              </a:xfrm>
              <a:custGeom>
                <a:avLst/>
                <a:gdLst>
                  <a:gd name="connsiteX0" fmla="*/ -1 w 1113543"/>
                  <a:gd name="connsiteY0" fmla="*/ -1 h 242695"/>
                  <a:gd name="connsiteX1" fmla="*/ 1113543 w 1113543"/>
                  <a:gd name="connsiteY1" fmla="*/ -1 h 242695"/>
                  <a:gd name="connsiteX2" fmla="*/ 1113543 w 1113543"/>
                  <a:gd name="connsiteY2" fmla="*/ 242695 h 242695"/>
                  <a:gd name="connsiteX3" fmla="*/ -1 w 1113543"/>
                  <a:gd name="connsiteY3" fmla="*/ 242695 h 242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3543" h="242695">
                    <a:moveTo>
                      <a:pt x="-1" y="-1"/>
                    </a:moveTo>
                    <a:lnTo>
                      <a:pt x="1113543" y="-1"/>
                    </a:lnTo>
                    <a:lnTo>
                      <a:pt x="1113543" y="242695"/>
                    </a:lnTo>
                    <a:lnTo>
                      <a:pt x="-1" y="242695"/>
                    </a:lnTo>
                    <a:close/>
                  </a:path>
                </a:pathLst>
              </a:custGeom>
            </p:spPr>
          </p:pic>
        </p:grpSp>
        <p:grpSp>
          <p:nvGrpSpPr>
            <p:cNvPr id="59" name="图形 4">
              <a:extLst>
                <a:ext uri="{FF2B5EF4-FFF2-40B4-BE49-F238E27FC236}">
                  <a16:creationId xmlns:a16="http://schemas.microsoft.com/office/drawing/2014/main" id="{ECCBCA8F-5239-A4D0-2A49-BBF2A1B624A0}"/>
                </a:ext>
              </a:extLst>
            </p:cNvPr>
            <p:cNvGrpSpPr/>
            <p:nvPr/>
          </p:nvGrpSpPr>
          <p:grpSpPr>
            <a:xfrm>
              <a:off x="8808478" y="3371751"/>
              <a:ext cx="295162" cy="99933"/>
              <a:chOff x="8808478" y="3371751"/>
              <a:chExt cx="295162" cy="99933"/>
            </a:xfrm>
          </p:grpSpPr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2DF1C8D3-2AAC-F165-0020-A0574E8DA51C}"/>
                  </a:ext>
                </a:extLst>
              </p:cNvPr>
              <p:cNvSpPr/>
              <p:nvPr/>
            </p:nvSpPr>
            <p:spPr>
              <a:xfrm>
                <a:off x="8808478" y="3421861"/>
                <a:ext cx="285524" cy="14276"/>
              </a:xfrm>
              <a:custGeom>
                <a:avLst/>
                <a:gdLst>
                  <a:gd name="connsiteX0" fmla="*/ 0 w 285524"/>
                  <a:gd name="connsiteY0" fmla="*/ 0 h 14276"/>
                  <a:gd name="connsiteX1" fmla="*/ 285524 w 285524"/>
                  <a:gd name="connsiteY1" fmla="*/ 0 h 14276"/>
                  <a:gd name="connsiteX2" fmla="*/ 0 w 285524"/>
                  <a:gd name="connsiteY2" fmla="*/ 0 h 14276"/>
                  <a:gd name="connsiteX3" fmla="*/ 194585 w 285524"/>
                  <a:gd name="connsiteY3" fmla="*/ 0 h 1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524" h="14276">
                    <a:moveTo>
                      <a:pt x="0" y="0"/>
                    </a:moveTo>
                    <a:lnTo>
                      <a:pt x="285524" y="0"/>
                    </a:lnTo>
                    <a:lnTo>
                      <a:pt x="0" y="0"/>
                    </a:lnTo>
                    <a:lnTo>
                      <a:pt x="194585" y="0"/>
                    </a:lnTo>
                  </a:path>
                </a:pathLst>
              </a:custGeom>
              <a:noFill/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EB0BDD9C-8B83-FCF6-3F2F-BD8DA3CFDDCC}"/>
                  </a:ext>
                </a:extLst>
              </p:cNvPr>
              <p:cNvSpPr/>
              <p:nvPr/>
            </p:nvSpPr>
            <p:spPr>
              <a:xfrm>
                <a:off x="9003707" y="3371751"/>
                <a:ext cx="99933" cy="99933"/>
              </a:xfrm>
              <a:custGeom>
                <a:avLst/>
                <a:gdLst>
                  <a:gd name="connsiteX0" fmla="*/ 99933 w 99933"/>
                  <a:gd name="connsiteY0" fmla="*/ 49967 h 99933"/>
                  <a:gd name="connsiteX1" fmla="*/ 0 w 99933"/>
                  <a:gd name="connsiteY1" fmla="*/ 99933 h 99933"/>
                  <a:gd name="connsiteX2" fmla="*/ 24983 w 99933"/>
                  <a:gd name="connsiteY2" fmla="*/ 49967 h 99933"/>
                  <a:gd name="connsiteX3" fmla="*/ 0 w 99933"/>
                  <a:gd name="connsiteY3" fmla="*/ 0 h 99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" h="99933">
                    <a:moveTo>
                      <a:pt x="99933" y="49967"/>
                    </a:moveTo>
                    <a:lnTo>
                      <a:pt x="0" y="99933"/>
                    </a:lnTo>
                    <a:lnTo>
                      <a:pt x="24983" y="499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1" name="图形 4">
              <a:extLst>
                <a:ext uri="{FF2B5EF4-FFF2-40B4-BE49-F238E27FC236}">
                  <a16:creationId xmlns:a16="http://schemas.microsoft.com/office/drawing/2014/main" id="{17EC75CD-5933-8279-2C83-CFDE3EB792CC}"/>
                </a:ext>
              </a:extLst>
            </p:cNvPr>
            <p:cNvGrpSpPr/>
            <p:nvPr/>
          </p:nvGrpSpPr>
          <p:grpSpPr>
            <a:xfrm>
              <a:off x="1920210" y="1565955"/>
              <a:ext cx="785191" cy="849428"/>
              <a:chOff x="1920210" y="1565955"/>
              <a:chExt cx="785191" cy="849428"/>
            </a:xfrm>
            <a:noFill/>
          </p:grpSpPr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D61E4644-B9C8-128B-8D02-79B53F0CADF0}"/>
                  </a:ext>
                </a:extLst>
              </p:cNvPr>
              <p:cNvSpPr/>
              <p:nvPr/>
            </p:nvSpPr>
            <p:spPr>
              <a:xfrm>
                <a:off x="2031565" y="1844340"/>
                <a:ext cx="553916" cy="571042"/>
              </a:xfrm>
              <a:custGeom>
                <a:avLst/>
                <a:gdLst>
                  <a:gd name="connsiteX0" fmla="*/ 352835 w 553916"/>
                  <a:gd name="connsiteY0" fmla="*/ -462 h 571042"/>
                  <a:gd name="connsiteX1" fmla="*/ 389137 w 553916"/>
                  <a:gd name="connsiteY1" fmla="*/ 14556 h 571042"/>
                  <a:gd name="connsiteX2" fmla="*/ 493764 w 553916"/>
                  <a:gd name="connsiteY2" fmla="*/ 118961 h 571042"/>
                  <a:gd name="connsiteX3" fmla="*/ 508851 w 553916"/>
                  <a:gd name="connsiteY3" fmla="*/ 155337 h 571042"/>
                  <a:gd name="connsiteX4" fmla="*/ 508851 w 553916"/>
                  <a:gd name="connsiteY4" fmla="*/ 222606 h 571042"/>
                  <a:gd name="connsiteX5" fmla="*/ 553524 w 553916"/>
                  <a:gd name="connsiteY5" fmla="*/ 267268 h 571042"/>
                  <a:gd name="connsiteX6" fmla="*/ 553524 w 553916"/>
                  <a:gd name="connsiteY6" fmla="*/ 445606 h 571042"/>
                  <a:gd name="connsiteX7" fmla="*/ 510273 w 553916"/>
                  <a:gd name="connsiteY7" fmla="*/ 490256 h 571042"/>
                  <a:gd name="connsiteX8" fmla="*/ 508851 w 553916"/>
                  <a:gd name="connsiteY8" fmla="*/ 490273 h 571042"/>
                  <a:gd name="connsiteX9" fmla="*/ 508851 w 553916"/>
                  <a:gd name="connsiteY9" fmla="*/ 517044 h 571042"/>
                  <a:gd name="connsiteX10" fmla="*/ 455247 w 553916"/>
                  <a:gd name="connsiteY10" fmla="*/ 570580 h 571042"/>
                  <a:gd name="connsiteX11" fmla="*/ 97885 w 553916"/>
                  <a:gd name="connsiteY11" fmla="*/ 570580 h 571042"/>
                  <a:gd name="connsiteX12" fmla="*/ 44281 w 553916"/>
                  <a:gd name="connsiteY12" fmla="*/ 517044 h 571042"/>
                  <a:gd name="connsiteX13" fmla="*/ 44281 w 553916"/>
                  <a:gd name="connsiteY13" fmla="*/ 490273 h 571042"/>
                  <a:gd name="connsiteX14" fmla="*/ -392 w 553916"/>
                  <a:gd name="connsiteY14" fmla="*/ 445612 h 571042"/>
                  <a:gd name="connsiteX15" fmla="*/ -392 w 553916"/>
                  <a:gd name="connsiteY15" fmla="*/ 267273 h 571042"/>
                  <a:gd name="connsiteX16" fmla="*/ 42859 w 553916"/>
                  <a:gd name="connsiteY16" fmla="*/ 222623 h 571042"/>
                  <a:gd name="connsiteX17" fmla="*/ 44281 w 553916"/>
                  <a:gd name="connsiteY17" fmla="*/ 222600 h 571042"/>
                  <a:gd name="connsiteX18" fmla="*/ 44281 w 553916"/>
                  <a:gd name="connsiteY18" fmla="*/ 53073 h 571042"/>
                  <a:gd name="connsiteX19" fmla="*/ 97885 w 553916"/>
                  <a:gd name="connsiteY19" fmla="*/ -462 h 571042"/>
                  <a:gd name="connsiteX20" fmla="*/ 352835 w 553916"/>
                  <a:gd name="connsiteY20" fmla="*/ -462 h 571042"/>
                  <a:gd name="connsiteX21" fmla="*/ 455247 w 553916"/>
                  <a:gd name="connsiteY21" fmla="*/ 490279 h 571042"/>
                  <a:gd name="connsiteX22" fmla="*/ 97885 w 553916"/>
                  <a:gd name="connsiteY22" fmla="*/ 490279 h 571042"/>
                  <a:gd name="connsiteX23" fmla="*/ 97885 w 553916"/>
                  <a:gd name="connsiteY23" fmla="*/ 499918 h 571042"/>
                  <a:gd name="connsiteX24" fmla="*/ 115016 w 553916"/>
                  <a:gd name="connsiteY24" fmla="*/ 517050 h 571042"/>
                  <a:gd name="connsiteX25" fmla="*/ 438115 w 553916"/>
                  <a:gd name="connsiteY25" fmla="*/ 517050 h 571042"/>
                  <a:gd name="connsiteX26" fmla="*/ 455247 w 553916"/>
                  <a:gd name="connsiteY26" fmla="*/ 499918 h 571042"/>
                  <a:gd name="connsiteX27" fmla="*/ 455247 w 553916"/>
                  <a:gd name="connsiteY27" fmla="*/ 490279 h 571042"/>
                  <a:gd name="connsiteX28" fmla="*/ 269713 w 553916"/>
                  <a:gd name="connsiteY28" fmla="*/ 309480 h 571042"/>
                  <a:gd name="connsiteX29" fmla="*/ 246061 w 553916"/>
                  <a:gd name="connsiteY29" fmla="*/ 314688 h 571042"/>
                  <a:gd name="connsiteX30" fmla="*/ 228055 w 553916"/>
                  <a:gd name="connsiteY30" fmla="*/ 330431 h 571042"/>
                  <a:gd name="connsiteX31" fmla="*/ 220689 w 553916"/>
                  <a:gd name="connsiteY31" fmla="*/ 345804 h 571042"/>
                  <a:gd name="connsiteX32" fmla="*/ 218085 w 553916"/>
                  <a:gd name="connsiteY32" fmla="*/ 364186 h 571042"/>
                  <a:gd name="connsiteX33" fmla="*/ 228529 w 553916"/>
                  <a:gd name="connsiteY33" fmla="*/ 392636 h 571042"/>
                  <a:gd name="connsiteX34" fmla="*/ 257607 w 553916"/>
                  <a:gd name="connsiteY34" fmla="*/ 402897 h 571042"/>
                  <a:gd name="connsiteX35" fmla="*/ 280409 w 553916"/>
                  <a:gd name="connsiteY35" fmla="*/ 397781 h 571042"/>
                  <a:gd name="connsiteX36" fmla="*/ 298009 w 553916"/>
                  <a:gd name="connsiteY36" fmla="*/ 382945 h 571042"/>
                  <a:gd name="connsiteX37" fmla="*/ 306101 w 553916"/>
                  <a:gd name="connsiteY37" fmla="*/ 366664 h 571042"/>
                  <a:gd name="connsiteX38" fmla="*/ 309053 w 553916"/>
                  <a:gd name="connsiteY38" fmla="*/ 347751 h 571042"/>
                  <a:gd name="connsiteX39" fmla="*/ 298637 w 553916"/>
                  <a:gd name="connsiteY39" fmla="*/ 319610 h 571042"/>
                  <a:gd name="connsiteX40" fmla="*/ 269713 w 553916"/>
                  <a:gd name="connsiteY40" fmla="*/ 309480 h 571042"/>
                  <a:gd name="connsiteX41" fmla="*/ 377499 w 553916"/>
                  <a:gd name="connsiteY41" fmla="*/ 309354 h 571042"/>
                  <a:gd name="connsiteX42" fmla="*/ 350774 w 553916"/>
                  <a:gd name="connsiteY42" fmla="*/ 313306 h 571042"/>
                  <a:gd name="connsiteX43" fmla="*/ 331638 w 553916"/>
                  <a:gd name="connsiteY43" fmla="*/ 325789 h 571042"/>
                  <a:gd name="connsiteX44" fmla="*/ 321759 w 553916"/>
                  <a:gd name="connsiteY44" fmla="*/ 341253 h 571042"/>
                  <a:gd name="connsiteX45" fmla="*/ 318401 w 553916"/>
                  <a:gd name="connsiteY45" fmla="*/ 360234 h 571042"/>
                  <a:gd name="connsiteX46" fmla="*/ 330319 w 553916"/>
                  <a:gd name="connsiteY46" fmla="*/ 391414 h 571042"/>
                  <a:gd name="connsiteX47" fmla="*/ 363885 w 553916"/>
                  <a:gd name="connsiteY47" fmla="*/ 402520 h 571042"/>
                  <a:gd name="connsiteX48" fmla="*/ 380388 w 553916"/>
                  <a:gd name="connsiteY48" fmla="*/ 401418 h 571042"/>
                  <a:gd name="connsiteX49" fmla="*/ 394562 w 553916"/>
                  <a:gd name="connsiteY49" fmla="*/ 398129 h 571042"/>
                  <a:gd name="connsiteX50" fmla="*/ 405103 w 553916"/>
                  <a:gd name="connsiteY50" fmla="*/ 348813 h 571042"/>
                  <a:gd name="connsiteX51" fmla="*/ 367962 w 553916"/>
                  <a:gd name="connsiteY51" fmla="*/ 348813 h 571042"/>
                  <a:gd name="connsiteX52" fmla="*/ 364507 w 553916"/>
                  <a:gd name="connsiteY52" fmla="*/ 365008 h 571042"/>
                  <a:gd name="connsiteX53" fmla="*/ 379183 w 553916"/>
                  <a:gd name="connsiteY53" fmla="*/ 365008 h 571042"/>
                  <a:gd name="connsiteX54" fmla="*/ 375169 w 553916"/>
                  <a:gd name="connsiteY54" fmla="*/ 383642 h 571042"/>
                  <a:gd name="connsiteX55" fmla="*/ 370149 w 553916"/>
                  <a:gd name="connsiteY55" fmla="*/ 384675 h 571042"/>
                  <a:gd name="connsiteX56" fmla="*/ 365638 w 553916"/>
                  <a:gd name="connsiteY56" fmla="*/ 385018 h 571042"/>
                  <a:gd name="connsiteX57" fmla="*/ 348695 w 553916"/>
                  <a:gd name="connsiteY57" fmla="*/ 378496 h 571042"/>
                  <a:gd name="connsiteX58" fmla="*/ 342545 w 553916"/>
                  <a:gd name="connsiteY58" fmla="*/ 360491 h 571042"/>
                  <a:gd name="connsiteX59" fmla="*/ 352584 w 553916"/>
                  <a:gd name="connsiteY59" fmla="*/ 335708 h 571042"/>
                  <a:gd name="connsiteX60" fmla="*/ 380314 w 553916"/>
                  <a:gd name="connsiteY60" fmla="*/ 326674 h 571042"/>
                  <a:gd name="connsiteX61" fmla="*/ 391512 w 553916"/>
                  <a:gd name="connsiteY61" fmla="*/ 328022 h 571042"/>
                  <a:gd name="connsiteX62" fmla="*/ 401900 w 553916"/>
                  <a:gd name="connsiteY62" fmla="*/ 332070 h 571042"/>
                  <a:gd name="connsiteX63" fmla="*/ 407039 w 553916"/>
                  <a:gd name="connsiteY63" fmla="*/ 313751 h 571042"/>
                  <a:gd name="connsiteX64" fmla="*/ 392923 w 553916"/>
                  <a:gd name="connsiteY64" fmla="*/ 310428 h 571042"/>
                  <a:gd name="connsiteX65" fmla="*/ 377493 w 553916"/>
                  <a:gd name="connsiteY65" fmla="*/ 309360 h 571042"/>
                  <a:gd name="connsiteX66" fmla="*/ 185455 w 553916"/>
                  <a:gd name="connsiteY66" fmla="*/ 311547 h 571042"/>
                  <a:gd name="connsiteX67" fmla="*/ 161431 w 553916"/>
                  <a:gd name="connsiteY67" fmla="*/ 311547 h 571042"/>
                  <a:gd name="connsiteX68" fmla="*/ 142421 w 553916"/>
                  <a:gd name="connsiteY68" fmla="*/ 400699 h 571042"/>
                  <a:gd name="connsiteX69" fmla="*/ 203152 w 553916"/>
                  <a:gd name="connsiteY69" fmla="*/ 400699 h 571042"/>
                  <a:gd name="connsiteX70" fmla="*/ 207035 w 553916"/>
                  <a:gd name="connsiteY70" fmla="*/ 382939 h 571042"/>
                  <a:gd name="connsiteX71" fmla="*/ 170151 w 553916"/>
                  <a:gd name="connsiteY71" fmla="*/ 382939 h 571042"/>
                  <a:gd name="connsiteX72" fmla="*/ 185455 w 553916"/>
                  <a:gd name="connsiteY72" fmla="*/ 311547 h 571042"/>
                  <a:gd name="connsiteX73" fmla="*/ 268143 w 553916"/>
                  <a:gd name="connsiteY73" fmla="*/ 326040 h 571042"/>
                  <a:gd name="connsiteX74" fmla="*/ 280192 w 553916"/>
                  <a:gd name="connsiteY74" fmla="*/ 331374 h 571042"/>
                  <a:gd name="connsiteX75" fmla="*/ 284458 w 553916"/>
                  <a:gd name="connsiteY75" fmla="*/ 346495 h 571042"/>
                  <a:gd name="connsiteX76" fmla="*/ 282516 w 553916"/>
                  <a:gd name="connsiteY76" fmla="*/ 360543 h 571042"/>
                  <a:gd name="connsiteX77" fmla="*/ 277434 w 553916"/>
                  <a:gd name="connsiteY77" fmla="*/ 372717 h 571042"/>
                  <a:gd name="connsiteX78" fmla="*/ 268526 w 553916"/>
                  <a:gd name="connsiteY78" fmla="*/ 382288 h 571042"/>
                  <a:gd name="connsiteX79" fmla="*/ 258418 w 553916"/>
                  <a:gd name="connsiteY79" fmla="*/ 385389 h 571042"/>
                  <a:gd name="connsiteX80" fmla="*/ 246563 w 553916"/>
                  <a:gd name="connsiteY80" fmla="*/ 379964 h 571042"/>
                  <a:gd name="connsiteX81" fmla="*/ 242235 w 553916"/>
                  <a:gd name="connsiteY81" fmla="*/ 365128 h 571042"/>
                  <a:gd name="connsiteX82" fmla="*/ 244176 w 553916"/>
                  <a:gd name="connsiteY82" fmla="*/ 350978 h 571042"/>
                  <a:gd name="connsiteX83" fmla="*/ 249258 w 553916"/>
                  <a:gd name="connsiteY83" fmla="*/ 338654 h 571042"/>
                  <a:gd name="connsiteX84" fmla="*/ 257887 w 553916"/>
                  <a:gd name="connsiteY84" fmla="*/ 329244 h 571042"/>
                  <a:gd name="connsiteX85" fmla="*/ 268149 w 553916"/>
                  <a:gd name="connsiteY85" fmla="*/ 326046 h 571042"/>
                  <a:gd name="connsiteX86" fmla="*/ 327441 w 553916"/>
                  <a:gd name="connsiteY86" fmla="*/ 48790 h 571042"/>
                  <a:gd name="connsiteX87" fmla="*/ 115016 w 553916"/>
                  <a:gd name="connsiteY87" fmla="*/ 48790 h 571042"/>
                  <a:gd name="connsiteX88" fmla="*/ 97885 w 553916"/>
                  <a:gd name="connsiteY88" fmla="*/ 65922 h 571042"/>
                  <a:gd name="connsiteX89" fmla="*/ 97885 w 553916"/>
                  <a:gd name="connsiteY89" fmla="*/ 222600 h 571042"/>
                  <a:gd name="connsiteX90" fmla="*/ 455247 w 553916"/>
                  <a:gd name="connsiteY90" fmla="*/ 222600 h 571042"/>
                  <a:gd name="connsiteX91" fmla="*/ 455247 w 553916"/>
                  <a:gd name="connsiteY91" fmla="*/ 177116 h 571042"/>
                  <a:gd name="connsiteX92" fmla="*/ 378846 w 553916"/>
                  <a:gd name="connsiteY92" fmla="*/ 177116 h 571042"/>
                  <a:gd name="connsiteX93" fmla="*/ 327452 w 553916"/>
                  <a:gd name="connsiteY93" fmla="*/ 125722 h 571042"/>
                  <a:gd name="connsiteX94" fmla="*/ 327435 w 553916"/>
                  <a:gd name="connsiteY94" fmla="*/ 48790 h 571042"/>
                  <a:gd name="connsiteX95" fmla="*/ 381045 w 553916"/>
                  <a:gd name="connsiteY95" fmla="*/ 82162 h 571042"/>
                  <a:gd name="connsiteX96" fmla="*/ 381045 w 553916"/>
                  <a:gd name="connsiteY96" fmla="*/ 115015 h 571042"/>
                  <a:gd name="connsiteX97" fmla="*/ 389611 w 553916"/>
                  <a:gd name="connsiteY97" fmla="*/ 123581 h 571042"/>
                  <a:gd name="connsiteX98" fmla="*/ 422560 w 553916"/>
                  <a:gd name="connsiteY98" fmla="*/ 123581 h 571042"/>
                  <a:gd name="connsiteX99" fmla="*/ 381045 w 553916"/>
                  <a:gd name="connsiteY99" fmla="*/ 82162 h 571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</a:cxnLst>
                <a:rect l="l" t="t" r="r" b="b"/>
                <a:pathLst>
                  <a:path w="553916" h="571042">
                    <a:moveTo>
                      <a:pt x="352835" y="-462"/>
                    </a:moveTo>
                    <a:cubicBezTo>
                      <a:pt x="366447" y="-461"/>
                      <a:pt x="379502" y="4940"/>
                      <a:pt x="389137" y="14556"/>
                    </a:cubicBezTo>
                    <a:lnTo>
                      <a:pt x="493764" y="118961"/>
                    </a:lnTo>
                    <a:cubicBezTo>
                      <a:pt x="503423" y="128602"/>
                      <a:pt x="508851" y="141689"/>
                      <a:pt x="508851" y="155337"/>
                    </a:cubicBezTo>
                    <a:lnTo>
                      <a:pt x="508851" y="222606"/>
                    </a:lnTo>
                    <a:cubicBezTo>
                      <a:pt x="533519" y="222606"/>
                      <a:pt x="553518" y="242600"/>
                      <a:pt x="553524" y="267268"/>
                    </a:cubicBezTo>
                    <a:lnTo>
                      <a:pt x="553524" y="445606"/>
                    </a:lnTo>
                    <a:cubicBezTo>
                      <a:pt x="553524" y="469725"/>
                      <a:pt x="534379" y="489489"/>
                      <a:pt x="510273" y="490256"/>
                    </a:cubicBezTo>
                    <a:lnTo>
                      <a:pt x="508851" y="490273"/>
                    </a:lnTo>
                    <a:lnTo>
                      <a:pt x="508851" y="517044"/>
                    </a:lnTo>
                    <a:cubicBezTo>
                      <a:pt x="508851" y="546613"/>
                      <a:pt x="484856" y="570580"/>
                      <a:pt x="455247" y="570580"/>
                    </a:cubicBezTo>
                    <a:lnTo>
                      <a:pt x="97885" y="570580"/>
                    </a:lnTo>
                    <a:cubicBezTo>
                      <a:pt x="68276" y="570580"/>
                      <a:pt x="44281" y="546613"/>
                      <a:pt x="44281" y="517044"/>
                    </a:cubicBezTo>
                    <a:lnTo>
                      <a:pt x="44281" y="490273"/>
                    </a:lnTo>
                    <a:cubicBezTo>
                      <a:pt x="19613" y="490273"/>
                      <a:pt x="-386" y="470280"/>
                      <a:pt x="-392" y="445612"/>
                    </a:cubicBezTo>
                    <a:lnTo>
                      <a:pt x="-392" y="267273"/>
                    </a:lnTo>
                    <a:cubicBezTo>
                      <a:pt x="-392" y="243155"/>
                      <a:pt x="18752" y="223391"/>
                      <a:pt x="42859" y="222623"/>
                    </a:cubicBezTo>
                    <a:lnTo>
                      <a:pt x="44281" y="222600"/>
                    </a:lnTo>
                    <a:lnTo>
                      <a:pt x="44281" y="53073"/>
                    </a:lnTo>
                    <a:cubicBezTo>
                      <a:pt x="44281" y="23504"/>
                      <a:pt x="68276" y="-462"/>
                      <a:pt x="97885" y="-462"/>
                    </a:cubicBezTo>
                    <a:lnTo>
                      <a:pt x="352835" y="-462"/>
                    </a:lnTo>
                    <a:close/>
                    <a:moveTo>
                      <a:pt x="455247" y="490279"/>
                    </a:moveTo>
                    <a:lnTo>
                      <a:pt x="97885" y="490279"/>
                    </a:lnTo>
                    <a:lnTo>
                      <a:pt x="97885" y="499918"/>
                    </a:lnTo>
                    <a:cubicBezTo>
                      <a:pt x="97885" y="509380"/>
                      <a:pt x="105555" y="517050"/>
                      <a:pt x="115016" y="517050"/>
                    </a:cubicBezTo>
                    <a:lnTo>
                      <a:pt x="438115" y="517050"/>
                    </a:lnTo>
                    <a:cubicBezTo>
                      <a:pt x="447577" y="517050"/>
                      <a:pt x="455247" y="509380"/>
                      <a:pt x="455247" y="499918"/>
                    </a:cubicBezTo>
                    <a:lnTo>
                      <a:pt x="455247" y="490279"/>
                    </a:lnTo>
                    <a:close/>
                    <a:moveTo>
                      <a:pt x="269713" y="309480"/>
                    </a:moveTo>
                    <a:cubicBezTo>
                      <a:pt x="260851" y="309480"/>
                      <a:pt x="252964" y="311216"/>
                      <a:pt x="246061" y="314688"/>
                    </a:cubicBezTo>
                    <a:cubicBezTo>
                      <a:pt x="239162" y="318160"/>
                      <a:pt x="233155" y="323407"/>
                      <a:pt x="228055" y="330431"/>
                    </a:cubicBezTo>
                    <a:cubicBezTo>
                      <a:pt x="224880" y="334783"/>
                      <a:pt x="222419" y="339911"/>
                      <a:pt x="220689" y="345804"/>
                    </a:cubicBezTo>
                    <a:cubicBezTo>
                      <a:pt x="218943" y="351774"/>
                      <a:pt x="218066" y="357965"/>
                      <a:pt x="218085" y="364186"/>
                    </a:cubicBezTo>
                    <a:cubicBezTo>
                      <a:pt x="218085" y="376315"/>
                      <a:pt x="221568" y="385800"/>
                      <a:pt x="228529" y="392636"/>
                    </a:cubicBezTo>
                    <a:cubicBezTo>
                      <a:pt x="235496" y="399477"/>
                      <a:pt x="245187" y="402897"/>
                      <a:pt x="257607" y="402897"/>
                    </a:cubicBezTo>
                    <a:cubicBezTo>
                      <a:pt x="265927" y="402897"/>
                      <a:pt x="273534" y="401190"/>
                      <a:pt x="280409" y="397781"/>
                    </a:cubicBezTo>
                    <a:cubicBezTo>
                      <a:pt x="287290" y="394372"/>
                      <a:pt x="293161" y="389426"/>
                      <a:pt x="298009" y="382945"/>
                    </a:cubicBezTo>
                    <a:cubicBezTo>
                      <a:pt x="301435" y="378302"/>
                      <a:pt x="304136" y="372877"/>
                      <a:pt x="306101" y="366664"/>
                    </a:cubicBezTo>
                    <a:cubicBezTo>
                      <a:pt x="308071" y="360451"/>
                      <a:pt x="309053" y="354147"/>
                      <a:pt x="309053" y="347751"/>
                    </a:cubicBezTo>
                    <a:cubicBezTo>
                      <a:pt x="309053" y="335748"/>
                      <a:pt x="305581" y="326365"/>
                      <a:pt x="298637" y="319610"/>
                    </a:cubicBezTo>
                    <a:cubicBezTo>
                      <a:pt x="291693" y="312854"/>
                      <a:pt x="282054" y="309480"/>
                      <a:pt x="269713" y="309480"/>
                    </a:cubicBezTo>
                    <a:close/>
                    <a:moveTo>
                      <a:pt x="377499" y="309354"/>
                    </a:moveTo>
                    <a:cubicBezTo>
                      <a:pt x="366997" y="309354"/>
                      <a:pt x="358089" y="310667"/>
                      <a:pt x="350774" y="313306"/>
                    </a:cubicBezTo>
                    <a:cubicBezTo>
                      <a:pt x="343504" y="315907"/>
                      <a:pt x="336949" y="320184"/>
                      <a:pt x="331638" y="325789"/>
                    </a:cubicBezTo>
                    <a:cubicBezTo>
                      <a:pt x="327304" y="330199"/>
                      <a:pt x="323939" y="335466"/>
                      <a:pt x="321759" y="341253"/>
                    </a:cubicBezTo>
                    <a:cubicBezTo>
                      <a:pt x="319486" y="347321"/>
                      <a:pt x="318348" y="353755"/>
                      <a:pt x="318401" y="360234"/>
                    </a:cubicBezTo>
                    <a:cubicBezTo>
                      <a:pt x="318401" y="373620"/>
                      <a:pt x="322370" y="384013"/>
                      <a:pt x="330319" y="391414"/>
                    </a:cubicBezTo>
                    <a:cubicBezTo>
                      <a:pt x="338268" y="398814"/>
                      <a:pt x="349449" y="402520"/>
                      <a:pt x="363885" y="402520"/>
                    </a:cubicBezTo>
                    <a:cubicBezTo>
                      <a:pt x="369864" y="402520"/>
                      <a:pt x="375363" y="402155"/>
                      <a:pt x="380388" y="401418"/>
                    </a:cubicBezTo>
                    <a:cubicBezTo>
                      <a:pt x="385199" y="400736"/>
                      <a:pt x="389942" y="399635"/>
                      <a:pt x="394562" y="398129"/>
                    </a:cubicBezTo>
                    <a:lnTo>
                      <a:pt x="405103" y="348813"/>
                    </a:lnTo>
                    <a:lnTo>
                      <a:pt x="367962" y="348813"/>
                    </a:lnTo>
                    <a:lnTo>
                      <a:pt x="364507" y="365008"/>
                    </a:lnTo>
                    <a:lnTo>
                      <a:pt x="379183" y="365008"/>
                    </a:lnTo>
                    <a:lnTo>
                      <a:pt x="375169" y="383642"/>
                    </a:lnTo>
                    <a:cubicBezTo>
                      <a:pt x="373514" y="384072"/>
                      <a:pt x="371839" y="384417"/>
                      <a:pt x="370149" y="384675"/>
                    </a:cubicBezTo>
                    <a:cubicBezTo>
                      <a:pt x="368607" y="384904"/>
                      <a:pt x="367100" y="385018"/>
                      <a:pt x="365638" y="385018"/>
                    </a:cubicBezTo>
                    <a:cubicBezTo>
                      <a:pt x="358443" y="385018"/>
                      <a:pt x="352789" y="382848"/>
                      <a:pt x="348695" y="378496"/>
                    </a:cubicBezTo>
                    <a:cubicBezTo>
                      <a:pt x="344595" y="374145"/>
                      <a:pt x="342545" y="368143"/>
                      <a:pt x="342545" y="360491"/>
                    </a:cubicBezTo>
                    <a:cubicBezTo>
                      <a:pt x="342545" y="349990"/>
                      <a:pt x="345891" y="341732"/>
                      <a:pt x="352584" y="335708"/>
                    </a:cubicBezTo>
                    <a:cubicBezTo>
                      <a:pt x="359277" y="329689"/>
                      <a:pt x="368516" y="326674"/>
                      <a:pt x="380314" y="326674"/>
                    </a:cubicBezTo>
                    <a:cubicBezTo>
                      <a:pt x="384203" y="326674"/>
                      <a:pt x="387937" y="327125"/>
                      <a:pt x="391512" y="328022"/>
                    </a:cubicBezTo>
                    <a:cubicBezTo>
                      <a:pt x="395129" y="328936"/>
                      <a:pt x="398618" y="330296"/>
                      <a:pt x="401900" y="332070"/>
                    </a:cubicBezTo>
                    <a:lnTo>
                      <a:pt x="407039" y="313751"/>
                    </a:lnTo>
                    <a:cubicBezTo>
                      <a:pt x="402441" y="312227"/>
                      <a:pt x="397717" y="311115"/>
                      <a:pt x="392923" y="310428"/>
                    </a:cubicBezTo>
                    <a:cubicBezTo>
                      <a:pt x="387812" y="309701"/>
                      <a:pt x="382655" y="309344"/>
                      <a:pt x="377493" y="309360"/>
                    </a:cubicBezTo>
                    <a:close/>
                    <a:moveTo>
                      <a:pt x="185455" y="311547"/>
                    </a:moveTo>
                    <a:lnTo>
                      <a:pt x="161431" y="311547"/>
                    </a:lnTo>
                    <a:lnTo>
                      <a:pt x="142421" y="400699"/>
                    </a:lnTo>
                    <a:lnTo>
                      <a:pt x="203152" y="400699"/>
                    </a:lnTo>
                    <a:lnTo>
                      <a:pt x="207035" y="382939"/>
                    </a:lnTo>
                    <a:lnTo>
                      <a:pt x="170151" y="382939"/>
                    </a:lnTo>
                    <a:lnTo>
                      <a:pt x="185455" y="311547"/>
                    </a:lnTo>
                    <a:close/>
                    <a:moveTo>
                      <a:pt x="268143" y="326040"/>
                    </a:moveTo>
                    <a:cubicBezTo>
                      <a:pt x="273334" y="326040"/>
                      <a:pt x="277348" y="327822"/>
                      <a:pt x="280192" y="331374"/>
                    </a:cubicBezTo>
                    <a:cubicBezTo>
                      <a:pt x="283036" y="334931"/>
                      <a:pt x="284458" y="339968"/>
                      <a:pt x="284458" y="346495"/>
                    </a:cubicBezTo>
                    <a:cubicBezTo>
                      <a:pt x="284458" y="351052"/>
                      <a:pt x="283813" y="355740"/>
                      <a:pt x="282516" y="360543"/>
                    </a:cubicBezTo>
                    <a:cubicBezTo>
                      <a:pt x="281214" y="365357"/>
                      <a:pt x="279524" y="369417"/>
                      <a:pt x="277434" y="372717"/>
                    </a:cubicBezTo>
                    <a:cubicBezTo>
                      <a:pt x="274590" y="377029"/>
                      <a:pt x="271621" y="380215"/>
                      <a:pt x="268526" y="382288"/>
                    </a:cubicBezTo>
                    <a:cubicBezTo>
                      <a:pt x="265548" y="384321"/>
                      <a:pt x="262023" y="385403"/>
                      <a:pt x="258418" y="385389"/>
                    </a:cubicBezTo>
                    <a:cubicBezTo>
                      <a:pt x="253404" y="385389"/>
                      <a:pt x="249453" y="383585"/>
                      <a:pt x="246563" y="379964"/>
                    </a:cubicBezTo>
                    <a:cubicBezTo>
                      <a:pt x="243679" y="376349"/>
                      <a:pt x="242235" y="371398"/>
                      <a:pt x="242235" y="365128"/>
                    </a:cubicBezTo>
                    <a:cubicBezTo>
                      <a:pt x="242235" y="360526"/>
                      <a:pt x="242886" y="355809"/>
                      <a:pt x="244176" y="350978"/>
                    </a:cubicBezTo>
                    <a:cubicBezTo>
                      <a:pt x="245478" y="346147"/>
                      <a:pt x="247174" y="342041"/>
                      <a:pt x="249258" y="338654"/>
                    </a:cubicBezTo>
                    <a:cubicBezTo>
                      <a:pt x="251817" y="334509"/>
                      <a:pt x="254689" y="331374"/>
                      <a:pt x="257887" y="329244"/>
                    </a:cubicBezTo>
                    <a:cubicBezTo>
                      <a:pt x="260906" y="327167"/>
                      <a:pt x="264484" y="326052"/>
                      <a:pt x="268149" y="326046"/>
                    </a:cubicBezTo>
                    <a:close/>
                    <a:moveTo>
                      <a:pt x="327441" y="48790"/>
                    </a:moveTo>
                    <a:lnTo>
                      <a:pt x="115016" y="48790"/>
                    </a:lnTo>
                    <a:cubicBezTo>
                      <a:pt x="105555" y="48790"/>
                      <a:pt x="97885" y="56460"/>
                      <a:pt x="97885" y="65922"/>
                    </a:cubicBezTo>
                    <a:lnTo>
                      <a:pt x="97885" y="222600"/>
                    </a:lnTo>
                    <a:lnTo>
                      <a:pt x="455247" y="222600"/>
                    </a:lnTo>
                    <a:lnTo>
                      <a:pt x="455247" y="177116"/>
                    </a:lnTo>
                    <a:lnTo>
                      <a:pt x="378846" y="177116"/>
                    </a:lnTo>
                    <a:cubicBezTo>
                      <a:pt x="350465" y="177111"/>
                      <a:pt x="327458" y="154103"/>
                      <a:pt x="327452" y="125722"/>
                    </a:cubicBezTo>
                    <a:lnTo>
                      <a:pt x="327435" y="48790"/>
                    </a:lnTo>
                    <a:close/>
                    <a:moveTo>
                      <a:pt x="381045" y="82162"/>
                    </a:moveTo>
                    <a:lnTo>
                      <a:pt x="381045" y="115015"/>
                    </a:lnTo>
                    <a:cubicBezTo>
                      <a:pt x="381045" y="119746"/>
                      <a:pt x="384880" y="123581"/>
                      <a:pt x="389611" y="123581"/>
                    </a:cubicBezTo>
                    <a:lnTo>
                      <a:pt x="422560" y="123581"/>
                    </a:lnTo>
                    <a:lnTo>
                      <a:pt x="381045" y="82162"/>
                    </a:lnTo>
                    <a:close/>
                  </a:path>
                </a:pathLst>
              </a:custGeom>
              <a:solidFill>
                <a:srgbClr val="2C2C2C"/>
              </a:solidFill>
              <a:ln w="5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81" name="图形 4">
                <a:extLst>
                  <a:ext uri="{FF2B5EF4-FFF2-40B4-BE49-F238E27FC236}">
                    <a16:creationId xmlns:a16="http://schemas.microsoft.com/office/drawing/2014/main" id="{73A878A2-D794-584F-3309-ABA819DC29AA}"/>
                  </a:ext>
                </a:extLst>
              </p:cNvPr>
              <p:cNvGrpSpPr/>
              <p:nvPr/>
            </p:nvGrpSpPr>
            <p:grpSpPr>
              <a:xfrm>
                <a:off x="1920210" y="1565955"/>
                <a:ext cx="785191" cy="335490"/>
                <a:chOff x="1920210" y="1565955"/>
                <a:chExt cx="785191" cy="335490"/>
              </a:xfrm>
              <a:noFill/>
            </p:grpSpPr>
            <p:sp>
              <p:nvSpPr>
                <p:cNvPr id="82" name="任意多边形: 形状 81">
                  <a:extLst>
                    <a:ext uri="{FF2B5EF4-FFF2-40B4-BE49-F238E27FC236}">
                      <a16:creationId xmlns:a16="http://schemas.microsoft.com/office/drawing/2014/main" id="{226067E4-D5BF-2D3A-B8B6-EB6BD10438A1}"/>
                    </a:ext>
                  </a:extLst>
                </p:cNvPr>
                <p:cNvSpPr/>
                <p:nvPr/>
              </p:nvSpPr>
              <p:spPr>
                <a:xfrm>
                  <a:off x="1920210" y="1565955"/>
                  <a:ext cx="785191" cy="285524"/>
                </a:xfrm>
                <a:custGeom>
                  <a:avLst/>
                  <a:gdLst>
                    <a:gd name="connsiteX0" fmla="*/ 0 w 785191"/>
                    <a:gd name="connsiteY0" fmla="*/ 0 h 285524"/>
                    <a:gd name="connsiteX1" fmla="*/ 785191 w 785191"/>
                    <a:gd name="connsiteY1" fmla="*/ 0 h 285524"/>
                    <a:gd name="connsiteX2" fmla="*/ 785191 w 785191"/>
                    <a:gd name="connsiteY2" fmla="*/ 285524 h 285524"/>
                    <a:gd name="connsiteX3" fmla="*/ 0 w 785191"/>
                    <a:gd name="connsiteY3" fmla="*/ 285524 h 285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5191" h="285524">
                      <a:moveTo>
                        <a:pt x="0" y="0"/>
                      </a:moveTo>
                      <a:lnTo>
                        <a:pt x="785191" y="0"/>
                      </a:lnTo>
                      <a:lnTo>
                        <a:pt x="785191" y="285524"/>
                      </a:lnTo>
                      <a:lnTo>
                        <a:pt x="0" y="285524"/>
                      </a:lnTo>
                      <a:close/>
                    </a:path>
                  </a:pathLst>
                </a:custGeom>
                <a:noFill/>
                <a:ln w="142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83" name="图片 82">
                  <a:extLst>
                    <a:ext uri="{FF2B5EF4-FFF2-40B4-BE49-F238E27FC236}">
                      <a16:creationId xmlns:a16="http://schemas.microsoft.com/office/drawing/2014/main" id="{588AB539-2967-9E5E-B85D-4D97780A7E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34486" y="1573093"/>
                  <a:ext cx="756638" cy="328352"/>
                </a:xfrm>
                <a:custGeom>
                  <a:avLst/>
                  <a:gdLst>
                    <a:gd name="connsiteX0" fmla="*/ -1 w 756638"/>
                    <a:gd name="connsiteY0" fmla="*/ -1 h 328352"/>
                    <a:gd name="connsiteX1" fmla="*/ 756638 w 756638"/>
                    <a:gd name="connsiteY1" fmla="*/ -1 h 328352"/>
                    <a:gd name="connsiteX2" fmla="*/ 756638 w 756638"/>
                    <a:gd name="connsiteY2" fmla="*/ 328352 h 328352"/>
                    <a:gd name="connsiteX3" fmla="*/ -1 w 756638"/>
                    <a:gd name="connsiteY3" fmla="*/ 328352 h 328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6638" h="328352">
                      <a:moveTo>
                        <a:pt x="-1" y="-1"/>
                      </a:moveTo>
                      <a:lnTo>
                        <a:pt x="756638" y="-1"/>
                      </a:lnTo>
                      <a:lnTo>
                        <a:pt x="756638" y="328352"/>
                      </a:lnTo>
                      <a:lnTo>
                        <a:pt x="-1" y="328352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62" name="图形 4">
              <a:extLst>
                <a:ext uri="{FF2B5EF4-FFF2-40B4-BE49-F238E27FC236}">
                  <a16:creationId xmlns:a16="http://schemas.microsoft.com/office/drawing/2014/main" id="{BF68ACAB-148F-C4DE-B9A9-00AC242F3FB7}"/>
                </a:ext>
              </a:extLst>
            </p:cNvPr>
            <p:cNvGrpSpPr/>
            <p:nvPr/>
          </p:nvGrpSpPr>
          <p:grpSpPr>
            <a:xfrm>
              <a:off x="1920210" y="2879365"/>
              <a:ext cx="785191" cy="825640"/>
              <a:chOff x="1920210" y="2879365"/>
              <a:chExt cx="785191" cy="825640"/>
            </a:xfrm>
            <a:noFill/>
          </p:grpSpPr>
          <p:sp>
            <p:nvSpPr>
              <p:cNvPr id="76" name="任意多边形: 形状 75">
                <a:extLst>
                  <a:ext uri="{FF2B5EF4-FFF2-40B4-BE49-F238E27FC236}">
                    <a16:creationId xmlns:a16="http://schemas.microsoft.com/office/drawing/2014/main" id="{A2F51CDF-B87B-F79B-AEE6-003E370EAE24}"/>
                  </a:ext>
                </a:extLst>
              </p:cNvPr>
              <p:cNvSpPr/>
              <p:nvPr/>
            </p:nvSpPr>
            <p:spPr>
              <a:xfrm>
                <a:off x="2043937" y="3181545"/>
                <a:ext cx="523460" cy="523460"/>
              </a:xfrm>
              <a:custGeom>
                <a:avLst/>
                <a:gdLst>
                  <a:gd name="connsiteX0" fmla="*/ 427899 w 523460"/>
                  <a:gd name="connsiteY0" fmla="*/ 319654 h 523460"/>
                  <a:gd name="connsiteX1" fmla="*/ 475486 w 523460"/>
                  <a:gd name="connsiteY1" fmla="*/ 273257 h 523460"/>
                  <a:gd name="connsiteX2" fmla="*/ 523073 w 523460"/>
                  <a:gd name="connsiteY2" fmla="*/ 320844 h 523460"/>
                  <a:gd name="connsiteX3" fmla="*/ 475486 w 523460"/>
                  <a:gd name="connsiteY3" fmla="*/ 368431 h 523460"/>
                  <a:gd name="connsiteX4" fmla="*/ 433847 w 523460"/>
                  <a:gd name="connsiteY4" fmla="*/ 343448 h 523460"/>
                  <a:gd name="connsiteX5" fmla="*/ 370794 w 523460"/>
                  <a:gd name="connsiteY5" fmla="*/ 343448 h 523460"/>
                  <a:gd name="connsiteX6" fmla="*/ 358897 w 523460"/>
                  <a:gd name="connsiteY6" fmla="*/ 335120 h 523460"/>
                  <a:gd name="connsiteX7" fmla="*/ 305361 w 523460"/>
                  <a:gd name="connsiteY7" fmla="*/ 130495 h 523460"/>
                  <a:gd name="connsiteX8" fmla="*/ 226842 w 523460"/>
                  <a:gd name="connsiteY8" fmla="*/ 431485 h 523460"/>
                  <a:gd name="connsiteX9" fmla="*/ 204238 w 523460"/>
                  <a:gd name="connsiteY9" fmla="*/ 432674 h 523460"/>
                  <a:gd name="connsiteX10" fmla="*/ 147133 w 523460"/>
                  <a:gd name="connsiteY10" fmla="*/ 254222 h 523460"/>
                  <a:gd name="connsiteX11" fmla="*/ 105494 w 523460"/>
                  <a:gd name="connsiteY11" fmla="*/ 338689 h 523460"/>
                  <a:gd name="connsiteX12" fmla="*/ 94787 w 523460"/>
                  <a:gd name="connsiteY12" fmla="*/ 345827 h 523460"/>
                  <a:gd name="connsiteX13" fmla="*/ 47200 w 523460"/>
                  <a:gd name="connsiteY13" fmla="*/ 345827 h 523460"/>
                  <a:gd name="connsiteX14" fmla="*/ 35303 w 523460"/>
                  <a:gd name="connsiteY14" fmla="*/ 333931 h 523460"/>
                  <a:gd name="connsiteX15" fmla="*/ 47200 w 523460"/>
                  <a:gd name="connsiteY15" fmla="*/ 322034 h 523460"/>
                  <a:gd name="connsiteX16" fmla="*/ 86459 w 523460"/>
                  <a:gd name="connsiteY16" fmla="*/ 322034 h 523460"/>
                  <a:gd name="connsiteX17" fmla="*/ 137616 w 523460"/>
                  <a:gd name="connsiteY17" fmla="*/ 218531 h 523460"/>
                  <a:gd name="connsiteX18" fmla="*/ 159030 w 523460"/>
                  <a:gd name="connsiteY18" fmla="*/ 219721 h 523460"/>
                  <a:gd name="connsiteX19" fmla="*/ 213756 w 523460"/>
                  <a:gd name="connsiteY19" fmla="*/ 385087 h 523460"/>
                  <a:gd name="connsiteX20" fmla="*/ 293464 w 523460"/>
                  <a:gd name="connsiteY20" fmla="*/ 79338 h 523460"/>
                  <a:gd name="connsiteX21" fmla="*/ 316068 w 523460"/>
                  <a:gd name="connsiteY21" fmla="*/ 79338 h 523460"/>
                  <a:gd name="connsiteX22" fmla="*/ 379122 w 523460"/>
                  <a:gd name="connsiteY22" fmla="*/ 319654 h 523460"/>
                  <a:gd name="connsiteX23" fmla="*/ 427899 w 523460"/>
                  <a:gd name="connsiteY23" fmla="*/ 319654 h 523460"/>
                  <a:gd name="connsiteX24" fmla="*/ 475486 w 523460"/>
                  <a:gd name="connsiteY24" fmla="*/ 344638 h 523460"/>
                  <a:gd name="connsiteX25" fmla="*/ 499280 w 523460"/>
                  <a:gd name="connsiteY25" fmla="*/ 320844 h 523460"/>
                  <a:gd name="connsiteX26" fmla="*/ 475486 w 523460"/>
                  <a:gd name="connsiteY26" fmla="*/ 297050 h 523460"/>
                  <a:gd name="connsiteX27" fmla="*/ 451692 w 523460"/>
                  <a:gd name="connsiteY27" fmla="*/ 320844 h 523460"/>
                  <a:gd name="connsiteX28" fmla="*/ 475486 w 523460"/>
                  <a:gd name="connsiteY28" fmla="*/ 344638 h 523460"/>
                  <a:gd name="connsiteX29" fmla="*/ 23406 w 523460"/>
                  <a:gd name="connsiteY29" fmla="*/ 499297 h 523460"/>
                  <a:gd name="connsiteX30" fmla="*/ 511176 w 523460"/>
                  <a:gd name="connsiteY30" fmla="*/ 499297 h 523460"/>
                  <a:gd name="connsiteX31" fmla="*/ 523073 w 523460"/>
                  <a:gd name="connsiteY31" fmla="*/ 511193 h 523460"/>
                  <a:gd name="connsiteX32" fmla="*/ 511176 w 523460"/>
                  <a:gd name="connsiteY32" fmla="*/ 523090 h 523460"/>
                  <a:gd name="connsiteX33" fmla="*/ 11509 w 523460"/>
                  <a:gd name="connsiteY33" fmla="*/ 523090 h 523460"/>
                  <a:gd name="connsiteX34" fmla="*/ -388 w 523460"/>
                  <a:gd name="connsiteY34" fmla="*/ 511193 h 523460"/>
                  <a:gd name="connsiteX35" fmla="*/ -388 w 523460"/>
                  <a:gd name="connsiteY35" fmla="*/ 11526 h 523460"/>
                  <a:gd name="connsiteX36" fmla="*/ 11509 w 523460"/>
                  <a:gd name="connsiteY36" fmla="*/ -371 h 523460"/>
                  <a:gd name="connsiteX37" fmla="*/ 23406 w 523460"/>
                  <a:gd name="connsiteY37" fmla="*/ 11526 h 523460"/>
                  <a:gd name="connsiteX38" fmla="*/ 23406 w 523460"/>
                  <a:gd name="connsiteY38" fmla="*/ 499297 h 523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523460" h="523460">
                    <a:moveTo>
                      <a:pt x="427899" y="319654"/>
                    </a:moveTo>
                    <a:cubicBezTo>
                      <a:pt x="427899" y="293481"/>
                      <a:pt x="449313" y="273257"/>
                      <a:pt x="475486" y="273257"/>
                    </a:cubicBezTo>
                    <a:cubicBezTo>
                      <a:pt x="501659" y="273257"/>
                      <a:pt x="523073" y="294671"/>
                      <a:pt x="523073" y="320844"/>
                    </a:cubicBezTo>
                    <a:cubicBezTo>
                      <a:pt x="523073" y="347017"/>
                      <a:pt x="501659" y="368431"/>
                      <a:pt x="475486" y="368431"/>
                    </a:cubicBezTo>
                    <a:cubicBezTo>
                      <a:pt x="457641" y="368431"/>
                      <a:pt x="442175" y="358914"/>
                      <a:pt x="433847" y="343448"/>
                    </a:cubicBezTo>
                    <a:lnTo>
                      <a:pt x="370794" y="343448"/>
                    </a:lnTo>
                    <a:cubicBezTo>
                      <a:pt x="364845" y="343448"/>
                      <a:pt x="360087" y="339879"/>
                      <a:pt x="358897" y="335120"/>
                    </a:cubicBezTo>
                    <a:lnTo>
                      <a:pt x="305361" y="130495"/>
                    </a:lnTo>
                    <a:lnTo>
                      <a:pt x="226842" y="431485"/>
                    </a:lnTo>
                    <a:cubicBezTo>
                      <a:pt x="223273" y="443382"/>
                      <a:pt x="207807" y="443382"/>
                      <a:pt x="204238" y="432674"/>
                    </a:cubicBezTo>
                    <a:lnTo>
                      <a:pt x="147133" y="254222"/>
                    </a:lnTo>
                    <a:lnTo>
                      <a:pt x="105494" y="338689"/>
                    </a:lnTo>
                    <a:cubicBezTo>
                      <a:pt x="103115" y="342258"/>
                      <a:pt x="99546" y="345827"/>
                      <a:pt x="94787" y="345827"/>
                    </a:cubicBezTo>
                    <a:lnTo>
                      <a:pt x="47200" y="345827"/>
                    </a:lnTo>
                    <a:cubicBezTo>
                      <a:pt x="40062" y="345827"/>
                      <a:pt x="35303" y="341069"/>
                      <a:pt x="35303" y="333931"/>
                    </a:cubicBezTo>
                    <a:cubicBezTo>
                      <a:pt x="35303" y="326792"/>
                      <a:pt x="40062" y="322034"/>
                      <a:pt x="47200" y="322034"/>
                    </a:cubicBezTo>
                    <a:lnTo>
                      <a:pt x="86459" y="322034"/>
                    </a:lnTo>
                    <a:lnTo>
                      <a:pt x="137616" y="218531"/>
                    </a:lnTo>
                    <a:cubicBezTo>
                      <a:pt x="142375" y="209014"/>
                      <a:pt x="156651" y="210203"/>
                      <a:pt x="159030" y="219721"/>
                    </a:cubicBezTo>
                    <a:lnTo>
                      <a:pt x="213756" y="385087"/>
                    </a:lnTo>
                    <a:lnTo>
                      <a:pt x="293464" y="79338"/>
                    </a:lnTo>
                    <a:cubicBezTo>
                      <a:pt x="297033" y="67441"/>
                      <a:pt x="313689" y="67441"/>
                      <a:pt x="316068" y="79338"/>
                    </a:cubicBezTo>
                    <a:lnTo>
                      <a:pt x="379122" y="319654"/>
                    </a:lnTo>
                    <a:lnTo>
                      <a:pt x="427899" y="319654"/>
                    </a:lnTo>
                    <a:close/>
                    <a:moveTo>
                      <a:pt x="475486" y="344638"/>
                    </a:moveTo>
                    <a:cubicBezTo>
                      <a:pt x="488572" y="344638"/>
                      <a:pt x="499280" y="333931"/>
                      <a:pt x="499280" y="320844"/>
                    </a:cubicBezTo>
                    <a:cubicBezTo>
                      <a:pt x="499280" y="307758"/>
                      <a:pt x="488572" y="297050"/>
                      <a:pt x="475486" y="297050"/>
                    </a:cubicBezTo>
                    <a:cubicBezTo>
                      <a:pt x="462399" y="297050"/>
                      <a:pt x="451692" y="307758"/>
                      <a:pt x="451692" y="320844"/>
                    </a:cubicBezTo>
                    <a:cubicBezTo>
                      <a:pt x="451692" y="333931"/>
                      <a:pt x="462399" y="344638"/>
                      <a:pt x="475486" y="344638"/>
                    </a:cubicBezTo>
                    <a:close/>
                    <a:moveTo>
                      <a:pt x="23406" y="499297"/>
                    </a:moveTo>
                    <a:lnTo>
                      <a:pt x="511176" y="499297"/>
                    </a:lnTo>
                    <a:cubicBezTo>
                      <a:pt x="518315" y="499297"/>
                      <a:pt x="523073" y="504055"/>
                      <a:pt x="523073" y="511193"/>
                    </a:cubicBezTo>
                    <a:cubicBezTo>
                      <a:pt x="523073" y="518332"/>
                      <a:pt x="518315" y="523090"/>
                      <a:pt x="511176" y="523090"/>
                    </a:cubicBezTo>
                    <a:lnTo>
                      <a:pt x="11509" y="523090"/>
                    </a:lnTo>
                    <a:cubicBezTo>
                      <a:pt x="4371" y="523090"/>
                      <a:pt x="-388" y="518332"/>
                      <a:pt x="-388" y="511193"/>
                    </a:cubicBezTo>
                    <a:lnTo>
                      <a:pt x="-388" y="11526"/>
                    </a:lnTo>
                    <a:cubicBezTo>
                      <a:pt x="-388" y="4388"/>
                      <a:pt x="4371" y="-371"/>
                      <a:pt x="11509" y="-371"/>
                    </a:cubicBezTo>
                    <a:cubicBezTo>
                      <a:pt x="18647" y="-371"/>
                      <a:pt x="23406" y="4388"/>
                      <a:pt x="23406" y="11526"/>
                    </a:cubicBezTo>
                    <a:lnTo>
                      <a:pt x="23406" y="499297"/>
                    </a:lnTo>
                    <a:close/>
                  </a:path>
                </a:pathLst>
              </a:custGeom>
              <a:solidFill>
                <a:srgbClr val="2C2C2C"/>
              </a:solidFill>
              <a:ln w="5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77" name="图形 4">
                <a:extLst>
                  <a:ext uri="{FF2B5EF4-FFF2-40B4-BE49-F238E27FC236}">
                    <a16:creationId xmlns:a16="http://schemas.microsoft.com/office/drawing/2014/main" id="{AB8639F4-6834-7445-D782-72575B2481FA}"/>
                  </a:ext>
                </a:extLst>
              </p:cNvPr>
              <p:cNvGrpSpPr/>
              <p:nvPr/>
            </p:nvGrpSpPr>
            <p:grpSpPr>
              <a:xfrm>
                <a:off x="1920210" y="2879365"/>
                <a:ext cx="785191" cy="335490"/>
                <a:chOff x="1920210" y="2879365"/>
                <a:chExt cx="785191" cy="335490"/>
              </a:xfrm>
              <a:noFill/>
            </p:grpSpPr>
            <p:sp>
              <p:nvSpPr>
                <p:cNvPr id="78" name="任意多边形: 形状 77">
                  <a:extLst>
                    <a:ext uri="{FF2B5EF4-FFF2-40B4-BE49-F238E27FC236}">
                      <a16:creationId xmlns:a16="http://schemas.microsoft.com/office/drawing/2014/main" id="{74D97A8C-F432-7496-3802-9C4F1C23C27C}"/>
                    </a:ext>
                  </a:extLst>
                </p:cNvPr>
                <p:cNvSpPr/>
                <p:nvPr/>
              </p:nvSpPr>
              <p:spPr>
                <a:xfrm>
                  <a:off x="1920210" y="2879365"/>
                  <a:ext cx="785191" cy="285524"/>
                </a:xfrm>
                <a:custGeom>
                  <a:avLst/>
                  <a:gdLst>
                    <a:gd name="connsiteX0" fmla="*/ 0 w 785191"/>
                    <a:gd name="connsiteY0" fmla="*/ 0 h 285524"/>
                    <a:gd name="connsiteX1" fmla="*/ 785191 w 785191"/>
                    <a:gd name="connsiteY1" fmla="*/ 0 h 285524"/>
                    <a:gd name="connsiteX2" fmla="*/ 785191 w 785191"/>
                    <a:gd name="connsiteY2" fmla="*/ 285524 h 285524"/>
                    <a:gd name="connsiteX3" fmla="*/ 0 w 785191"/>
                    <a:gd name="connsiteY3" fmla="*/ 285524 h 285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5191" h="285524">
                      <a:moveTo>
                        <a:pt x="0" y="0"/>
                      </a:moveTo>
                      <a:lnTo>
                        <a:pt x="785191" y="0"/>
                      </a:lnTo>
                      <a:lnTo>
                        <a:pt x="785191" y="285524"/>
                      </a:lnTo>
                      <a:lnTo>
                        <a:pt x="0" y="285524"/>
                      </a:lnTo>
                      <a:close/>
                    </a:path>
                  </a:pathLst>
                </a:custGeom>
                <a:noFill/>
                <a:ln w="142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79" name="图片 78">
                  <a:extLst>
                    <a:ext uri="{FF2B5EF4-FFF2-40B4-BE49-F238E27FC236}">
                      <a16:creationId xmlns:a16="http://schemas.microsoft.com/office/drawing/2014/main" id="{DFE9B4D9-31B0-B099-EAAA-B845E56DAF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34486" y="2886503"/>
                  <a:ext cx="756638" cy="328352"/>
                </a:xfrm>
                <a:custGeom>
                  <a:avLst/>
                  <a:gdLst>
                    <a:gd name="connsiteX0" fmla="*/ -1 w 756638"/>
                    <a:gd name="connsiteY0" fmla="*/ -1 h 328352"/>
                    <a:gd name="connsiteX1" fmla="*/ 756638 w 756638"/>
                    <a:gd name="connsiteY1" fmla="*/ -1 h 328352"/>
                    <a:gd name="connsiteX2" fmla="*/ 756638 w 756638"/>
                    <a:gd name="connsiteY2" fmla="*/ 328352 h 328352"/>
                    <a:gd name="connsiteX3" fmla="*/ -1 w 756638"/>
                    <a:gd name="connsiteY3" fmla="*/ 328352 h 328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6638" h="328352">
                      <a:moveTo>
                        <a:pt x="-1" y="-1"/>
                      </a:moveTo>
                      <a:lnTo>
                        <a:pt x="756638" y="-1"/>
                      </a:lnTo>
                      <a:lnTo>
                        <a:pt x="756638" y="328352"/>
                      </a:lnTo>
                      <a:lnTo>
                        <a:pt x="-1" y="328352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63" name="图形 4">
              <a:extLst>
                <a:ext uri="{FF2B5EF4-FFF2-40B4-BE49-F238E27FC236}">
                  <a16:creationId xmlns:a16="http://schemas.microsoft.com/office/drawing/2014/main" id="{C3CC2633-89D9-187E-C98C-D74FF306402E}"/>
                </a:ext>
              </a:extLst>
            </p:cNvPr>
            <p:cNvGrpSpPr/>
            <p:nvPr/>
          </p:nvGrpSpPr>
          <p:grpSpPr>
            <a:xfrm>
              <a:off x="1920210" y="4264157"/>
              <a:ext cx="785191" cy="792523"/>
              <a:chOff x="1920210" y="4264157"/>
              <a:chExt cx="785191" cy="792523"/>
            </a:xfrm>
            <a:noFill/>
          </p:grpSpPr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97ACF729-9089-1CEB-DC02-3F03E18C748D}"/>
                  </a:ext>
                </a:extLst>
              </p:cNvPr>
              <p:cNvSpPr/>
              <p:nvPr/>
            </p:nvSpPr>
            <p:spPr>
              <a:xfrm rot="-5400000">
                <a:off x="2091039" y="4557257"/>
                <a:ext cx="428509" cy="570335"/>
              </a:xfrm>
              <a:custGeom>
                <a:avLst/>
                <a:gdLst>
                  <a:gd name="connsiteX0" fmla="*/ 428121 w 428509"/>
                  <a:gd name="connsiteY0" fmla="*/ 71305 h 570335"/>
                  <a:gd name="connsiteX1" fmla="*/ 356766 w 428509"/>
                  <a:gd name="connsiteY1" fmla="*/ -50 h 570335"/>
                  <a:gd name="connsiteX2" fmla="*/ 285411 w 428509"/>
                  <a:gd name="connsiteY2" fmla="*/ 71306 h 570335"/>
                  <a:gd name="connsiteX3" fmla="*/ 336786 w 428509"/>
                  <a:gd name="connsiteY3" fmla="*/ 139807 h 570335"/>
                  <a:gd name="connsiteX4" fmla="*/ 336786 w 428509"/>
                  <a:gd name="connsiteY4" fmla="*/ 211162 h 570335"/>
                  <a:gd name="connsiteX5" fmla="*/ 214056 w 428509"/>
                  <a:gd name="connsiteY5" fmla="*/ 332942 h 570335"/>
                  <a:gd name="connsiteX6" fmla="*/ 91085 w 428509"/>
                  <a:gd name="connsiteY6" fmla="*/ 210924 h 570335"/>
                  <a:gd name="connsiteX7" fmla="*/ 91085 w 428509"/>
                  <a:gd name="connsiteY7" fmla="*/ 139568 h 570335"/>
                  <a:gd name="connsiteX8" fmla="*/ 139453 w 428509"/>
                  <a:gd name="connsiteY8" fmla="*/ 51004 h 570335"/>
                  <a:gd name="connsiteX9" fmla="*/ 50888 w 428509"/>
                  <a:gd name="connsiteY9" fmla="*/ 2636 h 570335"/>
                  <a:gd name="connsiteX10" fmla="*/ 2520 w 428509"/>
                  <a:gd name="connsiteY10" fmla="*/ 91201 h 570335"/>
                  <a:gd name="connsiteX11" fmla="*/ 50888 w 428509"/>
                  <a:gd name="connsiteY11" fmla="*/ 139568 h 570335"/>
                  <a:gd name="connsiteX12" fmla="*/ 50888 w 428509"/>
                  <a:gd name="connsiteY12" fmla="*/ 227098 h 570335"/>
                  <a:gd name="connsiteX13" fmla="*/ 193599 w 428509"/>
                  <a:gd name="connsiteY13" fmla="*/ 369809 h 570335"/>
                  <a:gd name="connsiteX14" fmla="*/ 193599 w 428509"/>
                  <a:gd name="connsiteY14" fmla="*/ 430224 h 570335"/>
                  <a:gd name="connsiteX15" fmla="*/ 145231 w 428509"/>
                  <a:gd name="connsiteY15" fmla="*/ 518789 h 570335"/>
                  <a:gd name="connsiteX16" fmla="*/ 233796 w 428509"/>
                  <a:gd name="connsiteY16" fmla="*/ 567157 h 570335"/>
                  <a:gd name="connsiteX17" fmla="*/ 282164 w 428509"/>
                  <a:gd name="connsiteY17" fmla="*/ 478592 h 570335"/>
                  <a:gd name="connsiteX18" fmla="*/ 233796 w 428509"/>
                  <a:gd name="connsiteY18" fmla="*/ 430224 h 570335"/>
                  <a:gd name="connsiteX19" fmla="*/ 233796 w 428509"/>
                  <a:gd name="connsiteY19" fmla="*/ 370285 h 570335"/>
                  <a:gd name="connsiteX20" fmla="*/ 376509 w 428509"/>
                  <a:gd name="connsiteY20" fmla="*/ 227574 h 570335"/>
                  <a:gd name="connsiteX21" fmla="*/ 376509 w 428509"/>
                  <a:gd name="connsiteY21" fmla="*/ 139807 h 570335"/>
                  <a:gd name="connsiteX22" fmla="*/ 428122 w 428509"/>
                  <a:gd name="connsiteY22" fmla="*/ 71305 h 570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28509" h="570335">
                    <a:moveTo>
                      <a:pt x="428121" y="71305"/>
                    </a:moveTo>
                    <a:cubicBezTo>
                      <a:pt x="428121" y="31897"/>
                      <a:pt x="396174" y="-50"/>
                      <a:pt x="356766" y="-50"/>
                    </a:cubicBezTo>
                    <a:cubicBezTo>
                      <a:pt x="317357" y="-50"/>
                      <a:pt x="285411" y="31897"/>
                      <a:pt x="285411" y="71306"/>
                    </a:cubicBezTo>
                    <a:cubicBezTo>
                      <a:pt x="285411" y="103019"/>
                      <a:pt x="306342" y="130927"/>
                      <a:pt x="336786" y="139807"/>
                    </a:cubicBezTo>
                    <a:lnTo>
                      <a:pt x="336786" y="211162"/>
                    </a:lnTo>
                    <a:lnTo>
                      <a:pt x="214056" y="332942"/>
                    </a:lnTo>
                    <a:lnTo>
                      <a:pt x="91085" y="210924"/>
                    </a:lnTo>
                    <a:lnTo>
                      <a:pt x="91085" y="139568"/>
                    </a:lnTo>
                    <a:cubicBezTo>
                      <a:pt x="128898" y="128468"/>
                      <a:pt x="150553" y="88817"/>
                      <a:pt x="139453" y="51004"/>
                    </a:cubicBezTo>
                    <a:cubicBezTo>
                      <a:pt x="128353" y="13191"/>
                      <a:pt x="88701" y="-8464"/>
                      <a:pt x="50888" y="2636"/>
                    </a:cubicBezTo>
                    <a:cubicBezTo>
                      <a:pt x="13075" y="13736"/>
                      <a:pt x="-8580" y="53388"/>
                      <a:pt x="2520" y="91201"/>
                    </a:cubicBezTo>
                    <a:cubicBezTo>
                      <a:pt x="9361" y="114504"/>
                      <a:pt x="27585" y="132728"/>
                      <a:pt x="50888" y="139568"/>
                    </a:cubicBezTo>
                    <a:lnTo>
                      <a:pt x="50888" y="227098"/>
                    </a:lnTo>
                    <a:lnTo>
                      <a:pt x="193599" y="369809"/>
                    </a:lnTo>
                    <a:lnTo>
                      <a:pt x="193599" y="430224"/>
                    </a:lnTo>
                    <a:cubicBezTo>
                      <a:pt x="155786" y="441324"/>
                      <a:pt x="134131" y="480976"/>
                      <a:pt x="145231" y="518789"/>
                    </a:cubicBezTo>
                    <a:cubicBezTo>
                      <a:pt x="156331" y="556602"/>
                      <a:pt x="195983" y="578257"/>
                      <a:pt x="233796" y="567157"/>
                    </a:cubicBezTo>
                    <a:cubicBezTo>
                      <a:pt x="271609" y="556056"/>
                      <a:pt x="293264" y="516405"/>
                      <a:pt x="282164" y="478592"/>
                    </a:cubicBezTo>
                    <a:cubicBezTo>
                      <a:pt x="275323" y="455288"/>
                      <a:pt x="257099" y="437065"/>
                      <a:pt x="233796" y="430224"/>
                    </a:cubicBezTo>
                    <a:lnTo>
                      <a:pt x="233796" y="370285"/>
                    </a:lnTo>
                    <a:lnTo>
                      <a:pt x="376509" y="227574"/>
                    </a:lnTo>
                    <a:lnTo>
                      <a:pt x="376509" y="139807"/>
                    </a:lnTo>
                    <a:cubicBezTo>
                      <a:pt x="407048" y="131014"/>
                      <a:pt x="428091" y="103085"/>
                      <a:pt x="428122" y="71305"/>
                    </a:cubicBezTo>
                    <a:close/>
                  </a:path>
                </a:pathLst>
              </a:custGeom>
              <a:solidFill>
                <a:srgbClr val="2C2C2C"/>
              </a:solidFill>
              <a:ln w="5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73" name="图形 4">
                <a:extLst>
                  <a:ext uri="{FF2B5EF4-FFF2-40B4-BE49-F238E27FC236}">
                    <a16:creationId xmlns:a16="http://schemas.microsoft.com/office/drawing/2014/main" id="{52980B2D-A1E0-0794-991B-5652CDFC0D37}"/>
                  </a:ext>
                </a:extLst>
              </p:cNvPr>
              <p:cNvGrpSpPr/>
              <p:nvPr/>
            </p:nvGrpSpPr>
            <p:grpSpPr>
              <a:xfrm>
                <a:off x="1920210" y="4264157"/>
                <a:ext cx="785191" cy="335490"/>
                <a:chOff x="1920210" y="4264157"/>
                <a:chExt cx="785191" cy="335490"/>
              </a:xfrm>
              <a:noFill/>
            </p:grpSpPr>
            <p:sp>
              <p:nvSpPr>
                <p:cNvPr id="74" name="任意多边形: 形状 73">
                  <a:extLst>
                    <a:ext uri="{FF2B5EF4-FFF2-40B4-BE49-F238E27FC236}">
                      <a16:creationId xmlns:a16="http://schemas.microsoft.com/office/drawing/2014/main" id="{F7871766-317F-20D9-6003-73F6B4555E11}"/>
                    </a:ext>
                  </a:extLst>
                </p:cNvPr>
                <p:cNvSpPr/>
                <p:nvPr/>
              </p:nvSpPr>
              <p:spPr>
                <a:xfrm>
                  <a:off x="1920210" y="4264157"/>
                  <a:ext cx="785191" cy="285524"/>
                </a:xfrm>
                <a:custGeom>
                  <a:avLst/>
                  <a:gdLst>
                    <a:gd name="connsiteX0" fmla="*/ 0 w 785191"/>
                    <a:gd name="connsiteY0" fmla="*/ 0 h 285524"/>
                    <a:gd name="connsiteX1" fmla="*/ 785191 w 785191"/>
                    <a:gd name="connsiteY1" fmla="*/ 0 h 285524"/>
                    <a:gd name="connsiteX2" fmla="*/ 785191 w 785191"/>
                    <a:gd name="connsiteY2" fmla="*/ 285524 h 285524"/>
                    <a:gd name="connsiteX3" fmla="*/ 0 w 785191"/>
                    <a:gd name="connsiteY3" fmla="*/ 285524 h 285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5191" h="285524">
                      <a:moveTo>
                        <a:pt x="0" y="0"/>
                      </a:moveTo>
                      <a:lnTo>
                        <a:pt x="785191" y="0"/>
                      </a:lnTo>
                      <a:lnTo>
                        <a:pt x="785191" y="285524"/>
                      </a:lnTo>
                      <a:lnTo>
                        <a:pt x="0" y="285524"/>
                      </a:lnTo>
                      <a:close/>
                    </a:path>
                  </a:pathLst>
                </a:custGeom>
                <a:noFill/>
                <a:ln w="1427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75" name="图片 74">
                  <a:extLst>
                    <a:ext uri="{FF2B5EF4-FFF2-40B4-BE49-F238E27FC236}">
                      <a16:creationId xmlns:a16="http://schemas.microsoft.com/office/drawing/2014/main" id="{460491CA-FE1F-4A1D-E27B-0AB5AE98B2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34486" y="4271295"/>
                  <a:ext cx="756638" cy="328352"/>
                </a:xfrm>
                <a:custGeom>
                  <a:avLst/>
                  <a:gdLst>
                    <a:gd name="connsiteX0" fmla="*/ -1 w 756638"/>
                    <a:gd name="connsiteY0" fmla="*/ -1 h 328352"/>
                    <a:gd name="connsiteX1" fmla="*/ 756638 w 756638"/>
                    <a:gd name="connsiteY1" fmla="*/ -1 h 328352"/>
                    <a:gd name="connsiteX2" fmla="*/ 756638 w 756638"/>
                    <a:gd name="connsiteY2" fmla="*/ 328352 h 328352"/>
                    <a:gd name="connsiteX3" fmla="*/ -1 w 756638"/>
                    <a:gd name="connsiteY3" fmla="*/ 328352 h 328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6638" h="328352">
                      <a:moveTo>
                        <a:pt x="-1" y="-1"/>
                      </a:moveTo>
                      <a:lnTo>
                        <a:pt x="756638" y="-1"/>
                      </a:lnTo>
                      <a:lnTo>
                        <a:pt x="756638" y="328352"/>
                      </a:lnTo>
                      <a:lnTo>
                        <a:pt x="-1" y="328352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64" name="图形 4">
              <a:extLst>
                <a:ext uri="{FF2B5EF4-FFF2-40B4-BE49-F238E27FC236}">
                  <a16:creationId xmlns:a16="http://schemas.microsoft.com/office/drawing/2014/main" id="{9850C2BA-B7E9-5A70-8E05-1C882F84362A}"/>
                </a:ext>
              </a:extLst>
            </p:cNvPr>
            <p:cNvGrpSpPr/>
            <p:nvPr/>
          </p:nvGrpSpPr>
          <p:grpSpPr>
            <a:xfrm>
              <a:off x="571367" y="3179619"/>
              <a:ext cx="590697" cy="470207"/>
              <a:chOff x="571367" y="3179619"/>
              <a:chExt cx="590697" cy="470207"/>
            </a:xfrm>
          </p:grpSpPr>
          <p:grpSp>
            <p:nvGrpSpPr>
              <p:cNvPr id="65" name="图形 4">
                <a:extLst>
                  <a:ext uri="{FF2B5EF4-FFF2-40B4-BE49-F238E27FC236}">
                    <a16:creationId xmlns:a16="http://schemas.microsoft.com/office/drawing/2014/main" id="{FEE10A1E-3565-EC5F-C2CE-8BF643C92B6E}"/>
                  </a:ext>
                </a:extLst>
              </p:cNvPr>
              <p:cNvGrpSpPr/>
              <p:nvPr/>
            </p:nvGrpSpPr>
            <p:grpSpPr>
              <a:xfrm>
                <a:off x="571367" y="3179619"/>
                <a:ext cx="590697" cy="470207"/>
                <a:chOff x="571367" y="3179619"/>
                <a:chExt cx="590697" cy="470207"/>
              </a:xfrm>
              <a:solidFill>
                <a:srgbClr val="2C2C2C"/>
              </a:solidFill>
            </p:grpSpPr>
            <p:sp>
              <p:nvSpPr>
                <p:cNvPr id="70" name="任意多边形: 形状 69">
                  <a:extLst>
                    <a:ext uri="{FF2B5EF4-FFF2-40B4-BE49-F238E27FC236}">
                      <a16:creationId xmlns:a16="http://schemas.microsoft.com/office/drawing/2014/main" id="{DE2C8C56-0AA2-F406-2577-954452756656}"/>
                    </a:ext>
                  </a:extLst>
                </p:cNvPr>
                <p:cNvSpPr/>
                <p:nvPr/>
              </p:nvSpPr>
              <p:spPr>
                <a:xfrm>
                  <a:off x="571367" y="3179619"/>
                  <a:ext cx="590697" cy="470207"/>
                </a:xfrm>
                <a:custGeom>
                  <a:avLst/>
                  <a:gdLst>
                    <a:gd name="connsiteX0" fmla="*/ 551897 w 590697"/>
                    <a:gd name="connsiteY0" fmla="*/ 352283 h 470207"/>
                    <a:gd name="connsiteX1" fmla="*/ 551897 w 590697"/>
                    <a:gd name="connsiteY1" fmla="*/ 58403 h 470207"/>
                    <a:gd name="connsiteX2" fmla="*/ 498999 w 590697"/>
                    <a:gd name="connsiteY2" fmla="*/ -373 h 470207"/>
                    <a:gd name="connsiteX3" fmla="*/ 84629 w 590697"/>
                    <a:gd name="connsiteY3" fmla="*/ -373 h 470207"/>
                    <a:gd name="connsiteX4" fmla="*/ 34669 w 590697"/>
                    <a:gd name="connsiteY4" fmla="*/ 58403 h 470207"/>
                    <a:gd name="connsiteX5" fmla="*/ 34669 w 590697"/>
                    <a:gd name="connsiteY5" fmla="*/ 352283 h 470207"/>
                    <a:gd name="connsiteX6" fmla="*/ -596 w 590697"/>
                    <a:gd name="connsiteY6" fmla="*/ 352283 h 470207"/>
                    <a:gd name="connsiteX7" fmla="*/ -596 w 590697"/>
                    <a:gd name="connsiteY7" fmla="*/ 411059 h 470207"/>
                    <a:gd name="connsiteX8" fmla="*/ 52302 w 590697"/>
                    <a:gd name="connsiteY8" fmla="*/ 469835 h 470207"/>
                    <a:gd name="connsiteX9" fmla="*/ 537203 w 590697"/>
                    <a:gd name="connsiteY9" fmla="*/ 469835 h 470207"/>
                    <a:gd name="connsiteX10" fmla="*/ 590101 w 590697"/>
                    <a:gd name="connsiteY10" fmla="*/ 411059 h 470207"/>
                    <a:gd name="connsiteX11" fmla="*/ 590101 w 590697"/>
                    <a:gd name="connsiteY11" fmla="*/ 352283 h 470207"/>
                    <a:gd name="connsiteX12" fmla="*/ 551897 w 590697"/>
                    <a:gd name="connsiteY12" fmla="*/ 352283 h 470207"/>
                    <a:gd name="connsiteX13" fmla="*/ 69935 w 590697"/>
                    <a:gd name="connsiteY13" fmla="*/ 58403 h 470207"/>
                    <a:gd name="connsiteX14" fmla="*/ 87567 w 590697"/>
                    <a:gd name="connsiteY14" fmla="*/ 37832 h 470207"/>
                    <a:gd name="connsiteX15" fmla="*/ 501938 w 590697"/>
                    <a:gd name="connsiteY15" fmla="*/ 37832 h 470207"/>
                    <a:gd name="connsiteX16" fmla="*/ 519570 w 590697"/>
                    <a:gd name="connsiteY16" fmla="*/ 58403 h 470207"/>
                    <a:gd name="connsiteX17" fmla="*/ 519570 w 590697"/>
                    <a:gd name="connsiteY17" fmla="*/ 352283 h 470207"/>
                    <a:gd name="connsiteX18" fmla="*/ 69935 w 590697"/>
                    <a:gd name="connsiteY18" fmla="*/ 352283 h 470207"/>
                    <a:gd name="connsiteX19" fmla="*/ 69935 w 590697"/>
                    <a:gd name="connsiteY19" fmla="*/ 58403 h 470207"/>
                    <a:gd name="connsiteX20" fmla="*/ 551897 w 590697"/>
                    <a:gd name="connsiteY20" fmla="*/ 411059 h 470207"/>
                    <a:gd name="connsiteX21" fmla="*/ 534264 w 590697"/>
                    <a:gd name="connsiteY21" fmla="*/ 431630 h 470207"/>
                    <a:gd name="connsiteX22" fmla="*/ 52302 w 590697"/>
                    <a:gd name="connsiteY22" fmla="*/ 431630 h 470207"/>
                    <a:gd name="connsiteX23" fmla="*/ 34669 w 590697"/>
                    <a:gd name="connsiteY23" fmla="*/ 411059 h 470207"/>
                    <a:gd name="connsiteX24" fmla="*/ 34669 w 590697"/>
                    <a:gd name="connsiteY24" fmla="*/ 390487 h 470207"/>
                    <a:gd name="connsiteX25" fmla="*/ 551897 w 590697"/>
                    <a:gd name="connsiteY25" fmla="*/ 390487 h 470207"/>
                    <a:gd name="connsiteX26" fmla="*/ 551897 w 590697"/>
                    <a:gd name="connsiteY26" fmla="*/ 411059 h 470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90697" h="470207">
                      <a:moveTo>
                        <a:pt x="551897" y="352283"/>
                      </a:moveTo>
                      <a:lnTo>
                        <a:pt x="551897" y="58403"/>
                      </a:lnTo>
                      <a:cubicBezTo>
                        <a:pt x="551897" y="26077"/>
                        <a:pt x="528387" y="-373"/>
                        <a:pt x="498999" y="-373"/>
                      </a:cubicBezTo>
                      <a:lnTo>
                        <a:pt x="84629" y="-373"/>
                      </a:lnTo>
                      <a:cubicBezTo>
                        <a:pt x="58179" y="-373"/>
                        <a:pt x="34669" y="26077"/>
                        <a:pt x="34669" y="58403"/>
                      </a:cubicBezTo>
                      <a:lnTo>
                        <a:pt x="34669" y="352283"/>
                      </a:lnTo>
                      <a:lnTo>
                        <a:pt x="-596" y="352283"/>
                      </a:lnTo>
                      <a:lnTo>
                        <a:pt x="-596" y="411059"/>
                      </a:lnTo>
                      <a:cubicBezTo>
                        <a:pt x="-596" y="443386"/>
                        <a:pt x="22914" y="469835"/>
                        <a:pt x="52302" y="469835"/>
                      </a:cubicBezTo>
                      <a:lnTo>
                        <a:pt x="537203" y="469835"/>
                      </a:lnTo>
                      <a:cubicBezTo>
                        <a:pt x="566591" y="469835"/>
                        <a:pt x="590101" y="443386"/>
                        <a:pt x="590101" y="411059"/>
                      </a:cubicBezTo>
                      <a:lnTo>
                        <a:pt x="590101" y="352283"/>
                      </a:lnTo>
                      <a:lnTo>
                        <a:pt x="551897" y="352283"/>
                      </a:lnTo>
                      <a:close/>
                      <a:moveTo>
                        <a:pt x="69935" y="58403"/>
                      </a:moveTo>
                      <a:cubicBezTo>
                        <a:pt x="69935" y="46648"/>
                        <a:pt x="78751" y="37832"/>
                        <a:pt x="87567" y="37832"/>
                      </a:cubicBezTo>
                      <a:lnTo>
                        <a:pt x="501938" y="37832"/>
                      </a:lnTo>
                      <a:cubicBezTo>
                        <a:pt x="510754" y="37832"/>
                        <a:pt x="519570" y="46648"/>
                        <a:pt x="519570" y="58403"/>
                      </a:cubicBezTo>
                      <a:lnTo>
                        <a:pt x="519570" y="352283"/>
                      </a:lnTo>
                      <a:lnTo>
                        <a:pt x="69935" y="352283"/>
                      </a:lnTo>
                      <a:lnTo>
                        <a:pt x="69935" y="58403"/>
                      </a:lnTo>
                      <a:close/>
                      <a:moveTo>
                        <a:pt x="551897" y="411059"/>
                      </a:moveTo>
                      <a:cubicBezTo>
                        <a:pt x="551897" y="422814"/>
                        <a:pt x="543081" y="431630"/>
                        <a:pt x="534264" y="431630"/>
                      </a:cubicBezTo>
                      <a:lnTo>
                        <a:pt x="52302" y="431630"/>
                      </a:lnTo>
                      <a:cubicBezTo>
                        <a:pt x="43486" y="431630"/>
                        <a:pt x="34669" y="422814"/>
                        <a:pt x="34669" y="411059"/>
                      </a:cubicBezTo>
                      <a:lnTo>
                        <a:pt x="34669" y="390487"/>
                      </a:lnTo>
                      <a:lnTo>
                        <a:pt x="551897" y="390487"/>
                      </a:lnTo>
                      <a:lnTo>
                        <a:pt x="551897" y="411059"/>
                      </a:lnTo>
                      <a:close/>
                    </a:path>
                  </a:pathLst>
                </a:custGeom>
                <a:solidFill>
                  <a:srgbClr val="2C2C2C"/>
                </a:solidFill>
                <a:ln w="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1" name="任意多边形: 形状 70">
                  <a:extLst>
                    <a:ext uri="{FF2B5EF4-FFF2-40B4-BE49-F238E27FC236}">
                      <a16:creationId xmlns:a16="http://schemas.microsoft.com/office/drawing/2014/main" id="{F3F3845E-01D0-CE5B-2BB1-E7007576E9B9}"/>
                    </a:ext>
                  </a:extLst>
                </p:cNvPr>
                <p:cNvSpPr/>
                <p:nvPr/>
              </p:nvSpPr>
              <p:spPr>
                <a:xfrm>
                  <a:off x="674225" y="3258967"/>
                  <a:ext cx="35265" cy="235103"/>
                </a:xfrm>
                <a:custGeom>
                  <a:avLst/>
                  <a:gdLst>
                    <a:gd name="connsiteX0" fmla="*/ -295 w 35265"/>
                    <a:gd name="connsiteY0" fmla="*/ -307 h 235103"/>
                    <a:gd name="connsiteX1" fmla="*/ 34971 w 35265"/>
                    <a:gd name="connsiteY1" fmla="*/ -307 h 235103"/>
                    <a:gd name="connsiteX2" fmla="*/ 34971 w 35265"/>
                    <a:gd name="connsiteY2" fmla="*/ 234797 h 235103"/>
                    <a:gd name="connsiteX3" fmla="*/ -295 w 35265"/>
                    <a:gd name="connsiteY3" fmla="*/ 234797 h 2351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265" h="235103">
                      <a:moveTo>
                        <a:pt x="-295" y="-307"/>
                      </a:moveTo>
                      <a:lnTo>
                        <a:pt x="34971" y="-307"/>
                      </a:lnTo>
                      <a:lnTo>
                        <a:pt x="34971" y="234797"/>
                      </a:lnTo>
                      <a:lnTo>
                        <a:pt x="-295" y="234797"/>
                      </a:lnTo>
                      <a:close/>
                    </a:path>
                  </a:pathLst>
                </a:custGeom>
                <a:solidFill>
                  <a:srgbClr val="2C2C2C"/>
                </a:solidFill>
                <a:ln w="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图形 4">
                <a:extLst>
                  <a:ext uri="{FF2B5EF4-FFF2-40B4-BE49-F238E27FC236}">
                    <a16:creationId xmlns:a16="http://schemas.microsoft.com/office/drawing/2014/main" id="{7F1DEFC3-5419-492A-1AEB-7398B5863434}"/>
                  </a:ext>
                </a:extLst>
              </p:cNvPr>
              <p:cNvGrpSpPr/>
              <p:nvPr/>
            </p:nvGrpSpPr>
            <p:grpSpPr>
              <a:xfrm>
                <a:off x="773296" y="3250546"/>
                <a:ext cx="212358" cy="235111"/>
                <a:chOff x="773296" y="3250546"/>
                <a:chExt cx="212358" cy="235111"/>
              </a:xfrm>
              <a:solidFill>
                <a:srgbClr val="000000"/>
              </a:solidFill>
            </p:grpSpPr>
            <p:sp>
              <p:nvSpPr>
                <p:cNvPr id="67" name="任意多边形: 形状 66">
                  <a:extLst>
                    <a:ext uri="{FF2B5EF4-FFF2-40B4-BE49-F238E27FC236}">
                      <a16:creationId xmlns:a16="http://schemas.microsoft.com/office/drawing/2014/main" id="{83F50B66-1025-204E-5C48-CD3C96362170}"/>
                    </a:ext>
                  </a:extLst>
                </p:cNvPr>
                <p:cNvSpPr/>
                <p:nvPr/>
              </p:nvSpPr>
              <p:spPr>
                <a:xfrm>
                  <a:off x="856722" y="3424984"/>
                  <a:ext cx="45505" cy="60673"/>
                </a:xfrm>
                <a:custGeom>
                  <a:avLst/>
                  <a:gdLst>
                    <a:gd name="connsiteX0" fmla="*/ 29850 w 45505"/>
                    <a:gd name="connsiteY0" fmla="*/ 15750 h 60673"/>
                    <a:gd name="connsiteX1" fmla="*/ 29850 w 45505"/>
                    <a:gd name="connsiteY1" fmla="*/ 6863 h 60673"/>
                    <a:gd name="connsiteX2" fmla="*/ 22265 w 45505"/>
                    <a:gd name="connsiteY2" fmla="*/ -722 h 60673"/>
                    <a:gd name="connsiteX3" fmla="*/ 14681 w 45505"/>
                    <a:gd name="connsiteY3" fmla="*/ 6863 h 60673"/>
                    <a:gd name="connsiteX4" fmla="*/ 14681 w 45505"/>
                    <a:gd name="connsiteY4" fmla="*/ 15750 h 60673"/>
                    <a:gd name="connsiteX5" fmla="*/ -487 w 45505"/>
                    <a:gd name="connsiteY5" fmla="*/ 37200 h 60673"/>
                    <a:gd name="connsiteX6" fmla="*/ 22265 w 45505"/>
                    <a:gd name="connsiteY6" fmla="*/ 59952 h 60673"/>
                    <a:gd name="connsiteX7" fmla="*/ 45018 w 45505"/>
                    <a:gd name="connsiteY7" fmla="*/ 37200 h 60673"/>
                    <a:gd name="connsiteX8" fmla="*/ 29850 w 45505"/>
                    <a:gd name="connsiteY8" fmla="*/ 15750 h 60673"/>
                    <a:gd name="connsiteX9" fmla="*/ 22265 w 45505"/>
                    <a:gd name="connsiteY9" fmla="*/ 44784 h 60673"/>
                    <a:gd name="connsiteX10" fmla="*/ 14681 w 45505"/>
                    <a:gd name="connsiteY10" fmla="*/ 37200 h 60673"/>
                    <a:gd name="connsiteX11" fmla="*/ 22265 w 45505"/>
                    <a:gd name="connsiteY11" fmla="*/ 29615 h 60673"/>
                    <a:gd name="connsiteX12" fmla="*/ 29850 w 45505"/>
                    <a:gd name="connsiteY12" fmla="*/ 37200 h 60673"/>
                    <a:gd name="connsiteX13" fmla="*/ 22265 w 45505"/>
                    <a:gd name="connsiteY13" fmla="*/ 44784 h 60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5505" h="60673">
                      <a:moveTo>
                        <a:pt x="29850" y="15750"/>
                      </a:moveTo>
                      <a:lnTo>
                        <a:pt x="29850" y="6863"/>
                      </a:lnTo>
                      <a:cubicBezTo>
                        <a:pt x="29850" y="2668"/>
                        <a:pt x="26460" y="-722"/>
                        <a:pt x="22265" y="-722"/>
                      </a:cubicBezTo>
                      <a:cubicBezTo>
                        <a:pt x="18070" y="-722"/>
                        <a:pt x="14681" y="2668"/>
                        <a:pt x="14681" y="6863"/>
                      </a:cubicBezTo>
                      <a:lnTo>
                        <a:pt x="14681" y="15750"/>
                      </a:lnTo>
                      <a:cubicBezTo>
                        <a:pt x="5864" y="18879"/>
                        <a:pt x="-487" y="27316"/>
                        <a:pt x="-487" y="37200"/>
                      </a:cubicBezTo>
                      <a:cubicBezTo>
                        <a:pt x="-487" y="49737"/>
                        <a:pt x="9728" y="59952"/>
                        <a:pt x="22265" y="59952"/>
                      </a:cubicBezTo>
                      <a:cubicBezTo>
                        <a:pt x="34803" y="59952"/>
                        <a:pt x="45018" y="49737"/>
                        <a:pt x="45018" y="37200"/>
                      </a:cubicBezTo>
                      <a:cubicBezTo>
                        <a:pt x="45018" y="27316"/>
                        <a:pt x="38666" y="18879"/>
                        <a:pt x="29850" y="15750"/>
                      </a:cubicBezTo>
                      <a:close/>
                      <a:moveTo>
                        <a:pt x="22265" y="44784"/>
                      </a:moveTo>
                      <a:cubicBezTo>
                        <a:pt x="18094" y="44784"/>
                        <a:pt x="14681" y="41371"/>
                        <a:pt x="14681" y="37200"/>
                      </a:cubicBezTo>
                      <a:cubicBezTo>
                        <a:pt x="14681" y="33028"/>
                        <a:pt x="18094" y="29615"/>
                        <a:pt x="22265" y="29615"/>
                      </a:cubicBezTo>
                      <a:cubicBezTo>
                        <a:pt x="26437" y="29615"/>
                        <a:pt x="29850" y="33028"/>
                        <a:pt x="29850" y="37200"/>
                      </a:cubicBezTo>
                      <a:cubicBezTo>
                        <a:pt x="29850" y="41371"/>
                        <a:pt x="26437" y="44784"/>
                        <a:pt x="22265" y="4478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3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8" name="任意多边形: 形状 67">
                  <a:extLst>
                    <a:ext uri="{FF2B5EF4-FFF2-40B4-BE49-F238E27FC236}">
                      <a16:creationId xmlns:a16="http://schemas.microsoft.com/office/drawing/2014/main" id="{52569664-AD76-F19D-37CD-C3947FB3A771}"/>
                    </a:ext>
                  </a:extLst>
                </p:cNvPr>
                <p:cNvSpPr/>
                <p:nvPr/>
              </p:nvSpPr>
              <p:spPr>
                <a:xfrm>
                  <a:off x="773296" y="3250546"/>
                  <a:ext cx="212358" cy="204797"/>
                </a:xfrm>
                <a:custGeom>
                  <a:avLst/>
                  <a:gdLst>
                    <a:gd name="connsiteX0" fmla="*/ 181534 w 212358"/>
                    <a:gd name="connsiteY0" fmla="*/ 143804 h 204797"/>
                    <a:gd name="connsiteX1" fmla="*/ 162882 w 212358"/>
                    <a:gd name="connsiteY1" fmla="*/ 150226 h 204797"/>
                    <a:gd name="connsiteX2" fmla="*/ 147690 w 212358"/>
                    <a:gd name="connsiteY2" fmla="*/ 138542 h 204797"/>
                    <a:gd name="connsiteX3" fmla="*/ 151197 w 212358"/>
                    <a:gd name="connsiteY3" fmla="*/ 121051 h 204797"/>
                    <a:gd name="connsiteX4" fmla="*/ 113276 w 212358"/>
                    <a:gd name="connsiteY4" fmla="*/ 76185 h 204797"/>
                    <a:gd name="connsiteX5" fmla="*/ 113276 w 212358"/>
                    <a:gd name="connsiteY5" fmla="*/ 59429 h 204797"/>
                    <a:gd name="connsiteX6" fmla="*/ 136029 w 212358"/>
                    <a:gd name="connsiteY6" fmla="*/ 30040 h 204797"/>
                    <a:gd name="connsiteX7" fmla="*/ 105692 w 212358"/>
                    <a:gd name="connsiteY7" fmla="*/ -297 h 204797"/>
                    <a:gd name="connsiteX8" fmla="*/ 75355 w 212358"/>
                    <a:gd name="connsiteY8" fmla="*/ 30040 h 204797"/>
                    <a:gd name="connsiteX9" fmla="*/ 98108 w 212358"/>
                    <a:gd name="connsiteY9" fmla="*/ 59429 h 204797"/>
                    <a:gd name="connsiteX10" fmla="*/ 98108 w 212358"/>
                    <a:gd name="connsiteY10" fmla="*/ 76185 h 204797"/>
                    <a:gd name="connsiteX11" fmla="*/ 60186 w 212358"/>
                    <a:gd name="connsiteY11" fmla="*/ 121051 h 204797"/>
                    <a:gd name="connsiteX12" fmla="*/ 63552 w 212358"/>
                    <a:gd name="connsiteY12" fmla="*/ 138210 h 204797"/>
                    <a:gd name="connsiteX13" fmla="*/ 48336 w 212358"/>
                    <a:gd name="connsiteY13" fmla="*/ 150108 h 204797"/>
                    <a:gd name="connsiteX14" fmla="*/ 29850 w 212358"/>
                    <a:gd name="connsiteY14" fmla="*/ 143804 h 204797"/>
                    <a:gd name="connsiteX15" fmla="*/ -487 w 212358"/>
                    <a:gd name="connsiteY15" fmla="*/ 174140 h 204797"/>
                    <a:gd name="connsiteX16" fmla="*/ 29850 w 212358"/>
                    <a:gd name="connsiteY16" fmla="*/ 204477 h 204797"/>
                    <a:gd name="connsiteX17" fmla="*/ 60186 w 212358"/>
                    <a:gd name="connsiteY17" fmla="*/ 174140 h 204797"/>
                    <a:gd name="connsiteX18" fmla="*/ 57674 w 212358"/>
                    <a:gd name="connsiteY18" fmla="*/ 162053 h 204797"/>
                    <a:gd name="connsiteX19" fmla="*/ 71610 w 212358"/>
                    <a:gd name="connsiteY19" fmla="*/ 151174 h 204797"/>
                    <a:gd name="connsiteX20" fmla="*/ 105692 w 212358"/>
                    <a:gd name="connsiteY20" fmla="*/ 166580 h 204797"/>
                    <a:gd name="connsiteX21" fmla="*/ 139560 w 212358"/>
                    <a:gd name="connsiteY21" fmla="*/ 151435 h 204797"/>
                    <a:gd name="connsiteX22" fmla="*/ 153638 w 212358"/>
                    <a:gd name="connsiteY22" fmla="*/ 162266 h 204797"/>
                    <a:gd name="connsiteX23" fmla="*/ 151197 w 212358"/>
                    <a:gd name="connsiteY23" fmla="*/ 174164 h 204797"/>
                    <a:gd name="connsiteX24" fmla="*/ 181534 w 212358"/>
                    <a:gd name="connsiteY24" fmla="*/ 204501 h 204797"/>
                    <a:gd name="connsiteX25" fmla="*/ 211871 w 212358"/>
                    <a:gd name="connsiteY25" fmla="*/ 174164 h 204797"/>
                    <a:gd name="connsiteX26" fmla="*/ 181534 w 212358"/>
                    <a:gd name="connsiteY26" fmla="*/ 143804 h 204797"/>
                    <a:gd name="connsiteX27" fmla="*/ 29850 w 212358"/>
                    <a:gd name="connsiteY27" fmla="*/ 189309 h 204797"/>
                    <a:gd name="connsiteX28" fmla="*/ 14681 w 212358"/>
                    <a:gd name="connsiteY28" fmla="*/ 174140 h 204797"/>
                    <a:gd name="connsiteX29" fmla="*/ 29850 w 212358"/>
                    <a:gd name="connsiteY29" fmla="*/ 158972 h 204797"/>
                    <a:gd name="connsiteX30" fmla="*/ 45018 w 212358"/>
                    <a:gd name="connsiteY30" fmla="*/ 174140 h 204797"/>
                    <a:gd name="connsiteX31" fmla="*/ 29850 w 212358"/>
                    <a:gd name="connsiteY31" fmla="*/ 189309 h 204797"/>
                    <a:gd name="connsiteX32" fmla="*/ 90523 w 212358"/>
                    <a:gd name="connsiteY32" fmla="*/ 30040 h 204797"/>
                    <a:gd name="connsiteX33" fmla="*/ 105692 w 212358"/>
                    <a:gd name="connsiteY33" fmla="*/ 14872 h 204797"/>
                    <a:gd name="connsiteX34" fmla="*/ 120860 w 212358"/>
                    <a:gd name="connsiteY34" fmla="*/ 30040 h 204797"/>
                    <a:gd name="connsiteX35" fmla="*/ 105692 w 212358"/>
                    <a:gd name="connsiteY35" fmla="*/ 45209 h 204797"/>
                    <a:gd name="connsiteX36" fmla="*/ 90523 w 212358"/>
                    <a:gd name="connsiteY36" fmla="*/ 30040 h 204797"/>
                    <a:gd name="connsiteX37" fmla="*/ 105692 w 212358"/>
                    <a:gd name="connsiteY37" fmla="*/ 151388 h 204797"/>
                    <a:gd name="connsiteX38" fmla="*/ 75355 w 212358"/>
                    <a:gd name="connsiteY38" fmla="*/ 121051 h 204797"/>
                    <a:gd name="connsiteX39" fmla="*/ 105692 w 212358"/>
                    <a:gd name="connsiteY39" fmla="*/ 90714 h 204797"/>
                    <a:gd name="connsiteX40" fmla="*/ 136029 w 212358"/>
                    <a:gd name="connsiteY40" fmla="*/ 121051 h 204797"/>
                    <a:gd name="connsiteX41" fmla="*/ 105692 w 212358"/>
                    <a:gd name="connsiteY41" fmla="*/ 151388 h 204797"/>
                    <a:gd name="connsiteX42" fmla="*/ 181534 w 212358"/>
                    <a:gd name="connsiteY42" fmla="*/ 189309 h 204797"/>
                    <a:gd name="connsiteX43" fmla="*/ 166366 w 212358"/>
                    <a:gd name="connsiteY43" fmla="*/ 174140 h 204797"/>
                    <a:gd name="connsiteX44" fmla="*/ 181534 w 212358"/>
                    <a:gd name="connsiteY44" fmla="*/ 158972 h 204797"/>
                    <a:gd name="connsiteX45" fmla="*/ 196703 w 212358"/>
                    <a:gd name="connsiteY45" fmla="*/ 174140 h 204797"/>
                    <a:gd name="connsiteX46" fmla="*/ 181534 w 212358"/>
                    <a:gd name="connsiteY46" fmla="*/ 189309 h 2047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</a:cxnLst>
                  <a:rect l="l" t="t" r="r" b="b"/>
                  <a:pathLst>
                    <a:path w="212358" h="204797">
                      <a:moveTo>
                        <a:pt x="181534" y="143804"/>
                      </a:moveTo>
                      <a:cubicBezTo>
                        <a:pt x="174519" y="143804"/>
                        <a:pt x="168025" y="146197"/>
                        <a:pt x="162882" y="150226"/>
                      </a:cubicBezTo>
                      <a:lnTo>
                        <a:pt x="147690" y="138542"/>
                      </a:lnTo>
                      <a:cubicBezTo>
                        <a:pt x="149941" y="133162"/>
                        <a:pt x="151197" y="127237"/>
                        <a:pt x="151197" y="121051"/>
                      </a:cubicBezTo>
                      <a:cubicBezTo>
                        <a:pt x="151197" y="98535"/>
                        <a:pt x="134773" y="79812"/>
                        <a:pt x="113276" y="76185"/>
                      </a:cubicBezTo>
                      <a:lnTo>
                        <a:pt x="113276" y="59429"/>
                      </a:lnTo>
                      <a:cubicBezTo>
                        <a:pt x="126335" y="56063"/>
                        <a:pt x="136029" y="44166"/>
                        <a:pt x="136029" y="30040"/>
                      </a:cubicBezTo>
                      <a:cubicBezTo>
                        <a:pt x="136029" y="13307"/>
                        <a:pt x="122425" y="-297"/>
                        <a:pt x="105692" y="-297"/>
                      </a:cubicBezTo>
                      <a:cubicBezTo>
                        <a:pt x="88959" y="-297"/>
                        <a:pt x="75355" y="13307"/>
                        <a:pt x="75355" y="30040"/>
                      </a:cubicBezTo>
                      <a:cubicBezTo>
                        <a:pt x="75355" y="44142"/>
                        <a:pt x="85049" y="56040"/>
                        <a:pt x="98108" y="59429"/>
                      </a:cubicBezTo>
                      <a:lnTo>
                        <a:pt x="98108" y="76185"/>
                      </a:lnTo>
                      <a:cubicBezTo>
                        <a:pt x="76611" y="79812"/>
                        <a:pt x="60186" y="98535"/>
                        <a:pt x="60186" y="121051"/>
                      </a:cubicBezTo>
                      <a:cubicBezTo>
                        <a:pt x="60186" y="127118"/>
                        <a:pt x="61371" y="132901"/>
                        <a:pt x="63552" y="138210"/>
                      </a:cubicBezTo>
                      <a:lnTo>
                        <a:pt x="48336" y="150108"/>
                      </a:lnTo>
                      <a:cubicBezTo>
                        <a:pt x="43193" y="146150"/>
                        <a:pt x="36794" y="143804"/>
                        <a:pt x="29850" y="143804"/>
                      </a:cubicBezTo>
                      <a:cubicBezTo>
                        <a:pt x="13117" y="143804"/>
                        <a:pt x="-487" y="157408"/>
                        <a:pt x="-487" y="174140"/>
                      </a:cubicBezTo>
                      <a:cubicBezTo>
                        <a:pt x="-487" y="190873"/>
                        <a:pt x="13117" y="204477"/>
                        <a:pt x="29850" y="204477"/>
                      </a:cubicBezTo>
                      <a:cubicBezTo>
                        <a:pt x="46582" y="204477"/>
                        <a:pt x="60186" y="190873"/>
                        <a:pt x="60186" y="174140"/>
                      </a:cubicBezTo>
                      <a:cubicBezTo>
                        <a:pt x="60186" y="169851"/>
                        <a:pt x="59286" y="165750"/>
                        <a:pt x="57674" y="162053"/>
                      </a:cubicBezTo>
                      <a:lnTo>
                        <a:pt x="71610" y="151174"/>
                      </a:lnTo>
                      <a:cubicBezTo>
                        <a:pt x="79953" y="160607"/>
                        <a:pt x="92135" y="166580"/>
                        <a:pt x="105692" y="166580"/>
                      </a:cubicBezTo>
                      <a:cubicBezTo>
                        <a:pt x="119130" y="166580"/>
                        <a:pt x="131218" y="160726"/>
                        <a:pt x="139560" y="151435"/>
                      </a:cubicBezTo>
                      <a:lnTo>
                        <a:pt x="153638" y="162266"/>
                      </a:lnTo>
                      <a:cubicBezTo>
                        <a:pt x="152074" y="165916"/>
                        <a:pt x="151197" y="169945"/>
                        <a:pt x="151197" y="174164"/>
                      </a:cubicBezTo>
                      <a:cubicBezTo>
                        <a:pt x="151197" y="190897"/>
                        <a:pt x="164801" y="204501"/>
                        <a:pt x="181534" y="204501"/>
                      </a:cubicBezTo>
                      <a:cubicBezTo>
                        <a:pt x="198267" y="204501"/>
                        <a:pt x="211871" y="190897"/>
                        <a:pt x="211871" y="174164"/>
                      </a:cubicBezTo>
                      <a:cubicBezTo>
                        <a:pt x="211871" y="157431"/>
                        <a:pt x="198267" y="143804"/>
                        <a:pt x="181534" y="143804"/>
                      </a:cubicBezTo>
                      <a:close/>
                      <a:moveTo>
                        <a:pt x="29850" y="189309"/>
                      </a:moveTo>
                      <a:cubicBezTo>
                        <a:pt x="21483" y="189309"/>
                        <a:pt x="14681" y="182507"/>
                        <a:pt x="14681" y="174140"/>
                      </a:cubicBezTo>
                      <a:cubicBezTo>
                        <a:pt x="14681" y="165774"/>
                        <a:pt x="21483" y="158972"/>
                        <a:pt x="29850" y="158972"/>
                      </a:cubicBezTo>
                      <a:cubicBezTo>
                        <a:pt x="38216" y="158972"/>
                        <a:pt x="45018" y="165774"/>
                        <a:pt x="45018" y="174140"/>
                      </a:cubicBezTo>
                      <a:cubicBezTo>
                        <a:pt x="45018" y="182507"/>
                        <a:pt x="38216" y="189309"/>
                        <a:pt x="29850" y="189309"/>
                      </a:cubicBezTo>
                      <a:close/>
                      <a:moveTo>
                        <a:pt x="90523" y="30040"/>
                      </a:moveTo>
                      <a:cubicBezTo>
                        <a:pt x="90523" y="21674"/>
                        <a:pt x="97326" y="14872"/>
                        <a:pt x="105692" y="14872"/>
                      </a:cubicBezTo>
                      <a:cubicBezTo>
                        <a:pt x="114058" y="14872"/>
                        <a:pt x="120860" y="21674"/>
                        <a:pt x="120860" y="30040"/>
                      </a:cubicBezTo>
                      <a:cubicBezTo>
                        <a:pt x="120860" y="38406"/>
                        <a:pt x="114058" y="45209"/>
                        <a:pt x="105692" y="45209"/>
                      </a:cubicBezTo>
                      <a:cubicBezTo>
                        <a:pt x="97326" y="45209"/>
                        <a:pt x="90523" y="38406"/>
                        <a:pt x="90523" y="30040"/>
                      </a:cubicBezTo>
                      <a:close/>
                      <a:moveTo>
                        <a:pt x="105692" y="151388"/>
                      </a:moveTo>
                      <a:cubicBezTo>
                        <a:pt x="88959" y="151388"/>
                        <a:pt x="75355" y="137784"/>
                        <a:pt x="75355" y="121051"/>
                      </a:cubicBezTo>
                      <a:cubicBezTo>
                        <a:pt x="75355" y="104318"/>
                        <a:pt x="88959" y="90714"/>
                        <a:pt x="105692" y="90714"/>
                      </a:cubicBezTo>
                      <a:cubicBezTo>
                        <a:pt x="122425" y="90714"/>
                        <a:pt x="136029" y="104318"/>
                        <a:pt x="136029" y="121051"/>
                      </a:cubicBezTo>
                      <a:cubicBezTo>
                        <a:pt x="136029" y="137784"/>
                        <a:pt x="122425" y="151388"/>
                        <a:pt x="105692" y="151388"/>
                      </a:cubicBezTo>
                      <a:close/>
                      <a:moveTo>
                        <a:pt x="181534" y="189309"/>
                      </a:moveTo>
                      <a:cubicBezTo>
                        <a:pt x="173168" y="189309"/>
                        <a:pt x="166366" y="182507"/>
                        <a:pt x="166366" y="174140"/>
                      </a:cubicBezTo>
                      <a:cubicBezTo>
                        <a:pt x="166366" y="165774"/>
                        <a:pt x="173168" y="158972"/>
                        <a:pt x="181534" y="158972"/>
                      </a:cubicBezTo>
                      <a:cubicBezTo>
                        <a:pt x="189901" y="158972"/>
                        <a:pt x="196703" y="165774"/>
                        <a:pt x="196703" y="174140"/>
                      </a:cubicBezTo>
                      <a:cubicBezTo>
                        <a:pt x="196703" y="182507"/>
                        <a:pt x="189901" y="189309"/>
                        <a:pt x="181534" y="18930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3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9" name="任意多边形: 形状 68">
                  <a:extLst>
                    <a:ext uri="{FF2B5EF4-FFF2-40B4-BE49-F238E27FC236}">
                      <a16:creationId xmlns:a16="http://schemas.microsoft.com/office/drawing/2014/main" id="{1366F4A4-B2D0-30A7-5D4A-8AD49BF2CF1A}"/>
                    </a:ext>
                  </a:extLst>
                </p:cNvPr>
                <p:cNvSpPr/>
                <p:nvPr/>
              </p:nvSpPr>
              <p:spPr>
                <a:xfrm>
                  <a:off x="773320" y="3311197"/>
                  <a:ext cx="212334" cy="45529"/>
                </a:xfrm>
                <a:custGeom>
                  <a:avLst/>
                  <a:gdLst>
                    <a:gd name="connsiteX0" fmla="*/ 22242 w 212334"/>
                    <a:gd name="connsiteY0" fmla="*/ 45311 h 45529"/>
                    <a:gd name="connsiteX1" fmla="*/ 38619 w 212334"/>
                    <a:gd name="connsiteY1" fmla="*/ 38343 h 45529"/>
                    <a:gd name="connsiteX2" fmla="*/ 45279 w 212334"/>
                    <a:gd name="connsiteY2" fmla="*/ 41377 h 45529"/>
                    <a:gd name="connsiteX3" fmla="*/ 48407 w 212334"/>
                    <a:gd name="connsiteY3" fmla="*/ 42064 h 45529"/>
                    <a:gd name="connsiteX4" fmla="*/ 55328 w 212334"/>
                    <a:gd name="connsiteY4" fmla="*/ 37608 h 45529"/>
                    <a:gd name="connsiteX5" fmla="*/ 51559 w 212334"/>
                    <a:gd name="connsiteY5" fmla="*/ 27559 h 45529"/>
                    <a:gd name="connsiteX6" fmla="*/ 44923 w 212334"/>
                    <a:gd name="connsiteY6" fmla="*/ 24549 h 45529"/>
                    <a:gd name="connsiteX7" fmla="*/ 45018 w 212334"/>
                    <a:gd name="connsiteY7" fmla="*/ 22582 h 45529"/>
                    <a:gd name="connsiteX8" fmla="*/ 22265 w 212334"/>
                    <a:gd name="connsiteY8" fmla="*/ -171 h 45529"/>
                    <a:gd name="connsiteX9" fmla="*/ -487 w 212334"/>
                    <a:gd name="connsiteY9" fmla="*/ 22582 h 45529"/>
                    <a:gd name="connsiteX10" fmla="*/ 22242 w 212334"/>
                    <a:gd name="connsiteY10" fmla="*/ 45311 h 45529"/>
                    <a:gd name="connsiteX11" fmla="*/ 22242 w 212334"/>
                    <a:gd name="connsiteY11" fmla="*/ 14974 h 45529"/>
                    <a:gd name="connsiteX12" fmla="*/ 29826 w 212334"/>
                    <a:gd name="connsiteY12" fmla="*/ 22558 h 45529"/>
                    <a:gd name="connsiteX13" fmla="*/ 22242 w 212334"/>
                    <a:gd name="connsiteY13" fmla="*/ 30143 h 45529"/>
                    <a:gd name="connsiteX14" fmla="*/ 14657 w 212334"/>
                    <a:gd name="connsiteY14" fmla="*/ 22558 h 45529"/>
                    <a:gd name="connsiteX15" fmla="*/ 22242 w 212334"/>
                    <a:gd name="connsiteY15" fmla="*/ 14974 h 45529"/>
                    <a:gd name="connsiteX16" fmla="*/ 162929 w 212334"/>
                    <a:gd name="connsiteY16" fmla="*/ 42040 h 45529"/>
                    <a:gd name="connsiteX17" fmla="*/ 166058 w 212334"/>
                    <a:gd name="connsiteY17" fmla="*/ 41353 h 45529"/>
                    <a:gd name="connsiteX18" fmla="*/ 172717 w 212334"/>
                    <a:gd name="connsiteY18" fmla="*/ 38319 h 45529"/>
                    <a:gd name="connsiteX19" fmla="*/ 189095 w 212334"/>
                    <a:gd name="connsiteY19" fmla="*/ 45287 h 45529"/>
                    <a:gd name="connsiteX20" fmla="*/ 211847 w 212334"/>
                    <a:gd name="connsiteY20" fmla="*/ 22535 h 45529"/>
                    <a:gd name="connsiteX21" fmla="*/ 189095 w 212334"/>
                    <a:gd name="connsiteY21" fmla="*/ -218 h 45529"/>
                    <a:gd name="connsiteX22" fmla="*/ 166342 w 212334"/>
                    <a:gd name="connsiteY22" fmla="*/ 22535 h 45529"/>
                    <a:gd name="connsiteX23" fmla="*/ 166437 w 212334"/>
                    <a:gd name="connsiteY23" fmla="*/ 24502 h 45529"/>
                    <a:gd name="connsiteX24" fmla="*/ 159801 w 212334"/>
                    <a:gd name="connsiteY24" fmla="*/ 27512 h 45529"/>
                    <a:gd name="connsiteX25" fmla="*/ 156032 w 212334"/>
                    <a:gd name="connsiteY25" fmla="*/ 37561 h 45529"/>
                    <a:gd name="connsiteX26" fmla="*/ 162929 w 212334"/>
                    <a:gd name="connsiteY26" fmla="*/ 42040 h 45529"/>
                    <a:gd name="connsiteX27" fmla="*/ 189095 w 212334"/>
                    <a:gd name="connsiteY27" fmla="*/ 14974 h 45529"/>
                    <a:gd name="connsiteX28" fmla="*/ 196679 w 212334"/>
                    <a:gd name="connsiteY28" fmla="*/ 22558 h 45529"/>
                    <a:gd name="connsiteX29" fmla="*/ 189095 w 212334"/>
                    <a:gd name="connsiteY29" fmla="*/ 30143 h 45529"/>
                    <a:gd name="connsiteX30" fmla="*/ 181510 w 212334"/>
                    <a:gd name="connsiteY30" fmla="*/ 22558 h 45529"/>
                    <a:gd name="connsiteX31" fmla="*/ 189095 w 212334"/>
                    <a:gd name="connsiteY31" fmla="*/ 14974 h 455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212334" h="45529">
                      <a:moveTo>
                        <a:pt x="22242" y="45311"/>
                      </a:moveTo>
                      <a:cubicBezTo>
                        <a:pt x="28664" y="45311"/>
                        <a:pt x="34471" y="42633"/>
                        <a:pt x="38619" y="38343"/>
                      </a:cubicBezTo>
                      <a:lnTo>
                        <a:pt x="45279" y="41377"/>
                      </a:lnTo>
                      <a:cubicBezTo>
                        <a:pt x="46298" y="41851"/>
                        <a:pt x="47364" y="42064"/>
                        <a:pt x="48407" y="42064"/>
                      </a:cubicBezTo>
                      <a:cubicBezTo>
                        <a:pt x="51299" y="42064"/>
                        <a:pt x="54048" y="40405"/>
                        <a:pt x="55328" y="37608"/>
                      </a:cubicBezTo>
                      <a:cubicBezTo>
                        <a:pt x="57058" y="33792"/>
                        <a:pt x="55375" y="29289"/>
                        <a:pt x="51559" y="27559"/>
                      </a:cubicBezTo>
                      <a:lnTo>
                        <a:pt x="44923" y="24549"/>
                      </a:lnTo>
                      <a:cubicBezTo>
                        <a:pt x="44971" y="23909"/>
                        <a:pt x="45018" y="23246"/>
                        <a:pt x="45018" y="22582"/>
                      </a:cubicBezTo>
                      <a:cubicBezTo>
                        <a:pt x="45018" y="10044"/>
                        <a:pt x="34803" y="-171"/>
                        <a:pt x="22265" y="-171"/>
                      </a:cubicBezTo>
                      <a:cubicBezTo>
                        <a:pt x="9728" y="-171"/>
                        <a:pt x="-487" y="10044"/>
                        <a:pt x="-487" y="22582"/>
                      </a:cubicBezTo>
                      <a:cubicBezTo>
                        <a:pt x="-487" y="35120"/>
                        <a:pt x="9704" y="45311"/>
                        <a:pt x="22242" y="45311"/>
                      </a:cubicBezTo>
                      <a:close/>
                      <a:moveTo>
                        <a:pt x="22242" y="14974"/>
                      </a:moveTo>
                      <a:cubicBezTo>
                        <a:pt x="26413" y="14974"/>
                        <a:pt x="29826" y="18387"/>
                        <a:pt x="29826" y="22558"/>
                      </a:cubicBezTo>
                      <a:cubicBezTo>
                        <a:pt x="29826" y="26730"/>
                        <a:pt x="26413" y="30143"/>
                        <a:pt x="22242" y="30143"/>
                      </a:cubicBezTo>
                      <a:cubicBezTo>
                        <a:pt x="18070" y="30143"/>
                        <a:pt x="14657" y="26730"/>
                        <a:pt x="14657" y="22558"/>
                      </a:cubicBezTo>
                      <a:cubicBezTo>
                        <a:pt x="14657" y="18387"/>
                        <a:pt x="18070" y="14974"/>
                        <a:pt x="22242" y="14974"/>
                      </a:cubicBezTo>
                      <a:close/>
                      <a:moveTo>
                        <a:pt x="162929" y="42040"/>
                      </a:moveTo>
                      <a:cubicBezTo>
                        <a:pt x="163972" y="42040"/>
                        <a:pt x="165038" y="41827"/>
                        <a:pt x="166058" y="41353"/>
                      </a:cubicBezTo>
                      <a:lnTo>
                        <a:pt x="172717" y="38319"/>
                      </a:lnTo>
                      <a:cubicBezTo>
                        <a:pt x="176865" y="42609"/>
                        <a:pt x="182672" y="45287"/>
                        <a:pt x="189095" y="45287"/>
                      </a:cubicBezTo>
                      <a:cubicBezTo>
                        <a:pt x="201632" y="45287"/>
                        <a:pt x="211847" y="35072"/>
                        <a:pt x="211847" y="22535"/>
                      </a:cubicBezTo>
                      <a:cubicBezTo>
                        <a:pt x="211847" y="9997"/>
                        <a:pt x="201632" y="-218"/>
                        <a:pt x="189095" y="-218"/>
                      </a:cubicBezTo>
                      <a:cubicBezTo>
                        <a:pt x="176557" y="-218"/>
                        <a:pt x="166342" y="9997"/>
                        <a:pt x="166342" y="22535"/>
                      </a:cubicBezTo>
                      <a:cubicBezTo>
                        <a:pt x="166342" y="23198"/>
                        <a:pt x="166366" y="23862"/>
                        <a:pt x="166437" y="24502"/>
                      </a:cubicBezTo>
                      <a:lnTo>
                        <a:pt x="159801" y="27512"/>
                      </a:lnTo>
                      <a:cubicBezTo>
                        <a:pt x="155985" y="29242"/>
                        <a:pt x="154302" y="33745"/>
                        <a:pt x="156032" y="37561"/>
                      </a:cubicBezTo>
                      <a:cubicBezTo>
                        <a:pt x="157288" y="40381"/>
                        <a:pt x="160061" y="42040"/>
                        <a:pt x="162929" y="42040"/>
                      </a:cubicBezTo>
                      <a:close/>
                      <a:moveTo>
                        <a:pt x="189095" y="14974"/>
                      </a:moveTo>
                      <a:cubicBezTo>
                        <a:pt x="193266" y="14974"/>
                        <a:pt x="196679" y="18387"/>
                        <a:pt x="196679" y="22558"/>
                      </a:cubicBezTo>
                      <a:cubicBezTo>
                        <a:pt x="196679" y="26730"/>
                        <a:pt x="193266" y="30143"/>
                        <a:pt x="189095" y="30143"/>
                      </a:cubicBezTo>
                      <a:cubicBezTo>
                        <a:pt x="184923" y="30143"/>
                        <a:pt x="181510" y="26730"/>
                        <a:pt x="181510" y="22558"/>
                      </a:cubicBezTo>
                      <a:cubicBezTo>
                        <a:pt x="181510" y="18387"/>
                        <a:pt x="184923" y="14974"/>
                        <a:pt x="189095" y="1497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3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1" name="组合 190">
              <a:extLst>
                <a:ext uri="{FF2B5EF4-FFF2-40B4-BE49-F238E27FC236}">
                  <a16:creationId xmlns:a16="http://schemas.microsoft.com/office/drawing/2014/main" id="{C1B5265D-2524-069E-4023-8C5C1369E94F}"/>
                </a:ext>
              </a:extLst>
            </p:cNvPr>
            <p:cNvGrpSpPr/>
            <p:nvPr/>
          </p:nvGrpSpPr>
          <p:grpSpPr>
            <a:xfrm>
              <a:off x="3021282" y="1637336"/>
              <a:ext cx="531098" cy="999334"/>
              <a:chOff x="3021282" y="1637336"/>
              <a:chExt cx="531098" cy="999334"/>
            </a:xfrm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C7738948-D6CD-941D-EEDD-FF59DB7A5963}"/>
                  </a:ext>
                </a:extLst>
              </p:cNvPr>
              <p:cNvSpPr/>
              <p:nvPr/>
            </p:nvSpPr>
            <p:spPr>
              <a:xfrm rot="5400000">
                <a:off x="2787164" y="1922860"/>
                <a:ext cx="999334" cy="428286"/>
              </a:xfrm>
              <a:custGeom>
                <a:avLst/>
                <a:gdLst>
                  <a:gd name="connsiteX0" fmla="*/ 0 w 999334"/>
                  <a:gd name="connsiteY0" fmla="*/ 428286 h 428286"/>
                  <a:gd name="connsiteX1" fmla="*/ 214143 w 999334"/>
                  <a:gd name="connsiteY1" fmla="*/ 0 h 428286"/>
                  <a:gd name="connsiteX2" fmla="*/ 785191 w 999334"/>
                  <a:gd name="connsiteY2" fmla="*/ 0 h 428286"/>
                  <a:gd name="connsiteX3" fmla="*/ 999334 w 999334"/>
                  <a:gd name="connsiteY3" fmla="*/ 428286 h 428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4" h="428286">
                    <a:moveTo>
                      <a:pt x="0" y="428286"/>
                    </a:moveTo>
                    <a:lnTo>
                      <a:pt x="214143" y="0"/>
                    </a:lnTo>
                    <a:lnTo>
                      <a:pt x="785191" y="0"/>
                    </a:lnTo>
                    <a:lnTo>
                      <a:pt x="999334" y="428286"/>
                    </a:lnTo>
                    <a:close/>
                  </a:path>
                </a:pathLst>
              </a:custGeom>
              <a:solidFill>
                <a:srgbClr val="D5E8D4"/>
              </a:solidFill>
              <a:ln w="14275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3" name="文本框 182">
                    <a:extLst>
                      <a:ext uri="{FF2B5EF4-FFF2-40B4-BE49-F238E27FC236}">
                        <a16:creationId xmlns:a16="http://schemas.microsoft.com/office/drawing/2014/main" id="{FA7AB169-64E0-FBDC-BDC1-8612222F1B96}"/>
                      </a:ext>
                    </a:extLst>
                  </p:cNvPr>
                  <p:cNvSpPr txBox="1"/>
                  <p:nvPr/>
                </p:nvSpPr>
                <p:spPr>
                  <a:xfrm>
                    <a:off x="3021282" y="1983115"/>
                    <a:ext cx="53109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83" name="文本框 182">
                    <a:extLst>
                      <a:ext uri="{FF2B5EF4-FFF2-40B4-BE49-F238E27FC236}">
                        <a16:creationId xmlns:a16="http://schemas.microsoft.com/office/drawing/2014/main" id="{FA7AB169-64E0-FBDC-BDC1-8612222F1B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1282" y="1983115"/>
                    <a:ext cx="531098" cy="30777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0" name="组合 189">
              <a:extLst>
                <a:ext uri="{FF2B5EF4-FFF2-40B4-BE49-F238E27FC236}">
                  <a16:creationId xmlns:a16="http://schemas.microsoft.com/office/drawing/2014/main" id="{ABFD9A72-9897-24EB-FDFC-8C1C2C0A6E62}"/>
                </a:ext>
              </a:extLst>
            </p:cNvPr>
            <p:cNvGrpSpPr/>
            <p:nvPr/>
          </p:nvGrpSpPr>
          <p:grpSpPr>
            <a:xfrm>
              <a:off x="3021282" y="2922194"/>
              <a:ext cx="531098" cy="999334"/>
              <a:chOff x="3021282" y="2922194"/>
              <a:chExt cx="531098" cy="999334"/>
            </a:xfrm>
          </p:grpSpPr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7F5C0A55-0624-C6B2-C111-4881A7D9BF00}"/>
                  </a:ext>
                </a:extLst>
              </p:cNvPr>
              <p:cNvSpPr/>
              <p:nvPr/>
            </p:nvSpPr>
            <p:spPr>
              <a:xfrm rot="5400000">
                <a:off x="2787164" y="3207718"/>
                <a:ext cx="999334" cy="428286"/>
              </a:xfrm>
              <a:custGeom>
                <a:avLst/>
                <a:gdLst>
                  <a:gd name="connsiteX0" fmla="*/ 0 w 999334"/>
                  <a:gd name="connsiteY0" fmla="*/ 428286 h 428286"/>
                  <a:gd name="connsiteX1" fmla="*/ 214143 w 999334"/>
                  <a:gd name="connsiteY1" fmla="*/ 0 h 428286"/>
                  <a:gd name="connsiteX2" fmla="*/ 785191 w 999334"/>
                  <a:gd name="connsiteY2" fmla="*/ 0 h 428286"/>
                  <a:gd name="connsiteX3" fmla="*/ 999334 w 999334"/>
                  <a:gd name="connsiteY3" fmla="*/ 428286 h 428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4" h="428286">
                    <a:moveTo>
                      <a:pt x="0" y="428286"/>
                    </a:moveTo>
                    <a:lnTo>
                      <a:pt x="214143" y="0"/>
                    </a:lnTo>
                    <a:lnTo>
                      <a:pt x="785191" y="0"/>
                    </a:lnTo>
                    <a:lnTo>
                      <a:pt x="999334" y="428286"/>
                    </a:lnTo>
                    <a:close/>
                  </a:path>
                </a:pathLst>
              </a:custGeom>
              <a:solidFill>
                <a:srgbClr val="D5E8D4"/>
              </a:solidFill>
              <a:ln w="14275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4" name="文本框 183">
                    <a:extLst>
                      <a:ext uri="{FF2B5EF4-FFF2-40B4-BE49-F238E27FC236}">
                        <a16:creationId xmlns:a16="http://schemas.microsoft.com/office/drawing/2014/main" id="{D7FCDD88-AC70-075E-5E0D-0BE6AC28D427}"/>
                      </a:ext>
                    </a:extLst>
                  </p:cNvPr>
                  <p:cNvSpPr txBox="1"/>
                  <p:nvPr/>
                </p:nvSpPr>
                <p:spPr>
                  <a:xfrm>
                    <a:off x="3021282" y="3275111"/>
                    <a:ext cx="53109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84" name="文本框 183">
                    <a:extLst>
                      <a:ext uri="{FF2B5EF4-FFF2-40B4-BE49-F238E27FC236}">
                        <a16:creationId xmlns:a16="http://schemas.microsoft.com/office/drawing/2014/main" id="{D7FCDD88-AC70-075E-5E0D-0BE6AC28D4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1282" y="3275111"/>
                    <a:ext cx="531098" cy="30777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FBDDE43-B225-47C7-6F28-9143BC6E25A8}"/>
                </a:ext>
              </a:extLst>
            </p:cNvPr>
            <p:cNvGrpSpPr/>
            <p:nvPr/>
          </p:nvGrpSpPr>
          <p:grpSpPr>
            <a:xfrm>
              <a:off x="3021282" y="4207052"/>
              <a:ext cx="531098" cy="999334"/>
              <a:chOff x="3021282" y="4207052"/>
              <a:chExt cx="531098" cy="999334"/>
            </a:xfrm>
          </p:grpSpPr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FFD06FCA-56B6-EDAE-0F8C-C31FCEEE6B0B}"/>
                  </a:ext>
                </a:extLst>
              </p:cNvPr>
              <p:cNvSpPr/>
              <p:nvPr/>
            </p:nvSpPr>
            <p:spPr>
              <a:xfrm rot="5400000">
                <a:off x="2787164" y="4492576"/>
                <a:ext cx="999334" cy="428286"/>
              </a:xfrm>
              <a:custGeom>
                <a:avLst/>
                <a:gdLst>
                  <a:gd name="connsiteX0" fmla="*/ 0 w 999334"/>
                  <a:gd name="connsiteY0" fmla="*/ 428286 h 428286"/>
                  <a:gd name="connsiteX1" fmla="*/ 214143 w 999334"/>
                  <a:gd name="connsiteY1" fmla="*/ 0 h 428286"/>
                  <a:gd name="connsiteX2" fmla="*/ 785191 w 999334"/>
                  <a:gd name="connsiteY2" fmla="*/ 0 h 428286"/>
                  <a:gd name="connsiteX3" fmla="*/ 999334 w 999334"/>
                  <a:gd name="connsiteY3" fmla="*/ 428286 h 428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9334" h="428286">
                    <a:moveTo>
                      <a:pt x="0" y="428286"/>
                    </a:moveTo>
                    <a:lnTo>
                      <a:pt x="214143" y="0"/>
                    </a:lnTo>
                    <a:lnTo>
                      <a:pt x="785191" y="0"/>
                    </a:lnTo>
                    <a:lnTo>
                      <a:pt x="999334" y="428286"/>
                    </a:lnTo>
                    <a:close/>
                  </a:path>
                </a:pathLst>
              </a:custGeom>
              <a:solidFill>
                <a:srgbClr val="D5E8D4"/>
              </a:solidFill>
              <a:ln w="14275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5" name="文本框 184">
                    <a:extLst>
                      <a:ext uri="{FF2B5EF4-FFF2-40B4-BE49-F238E27FC236}">
                        <a16:creationId xmlns:a16="http://schemas.microsoft.com/office/drawing/2014/main" id="{68A71F97-D6D5-8105-D5C5-AB38462E87FA}"/>
                      </a:ext>
                    </a:extLst>
                  </p:cNvPr>
                  <p:cNvSpPr txBox="1"/>
                  <p:nvPr/>
                </p:nvSpPr>
                <p:spPr>
                  <a:xfrm>
                    <a:off x="3021282" y="4552830"/>
                    <a:ext cx="53109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85" name="文本框 184">
                    <a:extLst>
                      <a:ext uri="{FF2B5EF4-FFF2-40B4-BE49-F238E27FC236}">
                        <a16:creationId xmlns:a16="http://schemas.microsoft.com/office/drawing/2014/main" id="{68A71F97-D6D5-8105-D5C5-AB38462E87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1282" y="4552830"/>
                    <a:ext cx="531098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2" name="组合 191">
              <a:extLst>
                <a:ext uri="{FF2B5EF4-FFF2-40B4-BE49-F238E27FC236}">
                  <a16:creationId xmlns:a16="http://schemas.microsoft.com/office/drawing/2014/main" id="{AA254C5A-52C3-1F15-1DD0-43D4F8A7A3CC}"/>
                </a:ext>
              </a:extLst>
            </p:cNvPr>
            <p:cNvGrpSpPr/>
            <p:nvPr/>
          </p:nvGrpSpPr>
          <p:grpSpPr>
            <a:xfrm>
              <a:off x="3702710" y="1715855"/>
              <a:ext cx="531098" cy="856572"/>
              <a:chOff x="3702710" y="1715855"/>
              <a:chExt cx="531098" cy="856572"/>
            </a:xfrm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878E02C8-2A22-E44D-9EE6-5D2D43E01E9C}"/>
                  </a:ext>
                </a:extLst>
              </p:cNvPr>
              <p:cNvSpPr/>
              <p:nvPr/>
            </p:nvSpPr>
            <p:spPr>
              <a:xfrm>
                <a:off x="3811807" y="1715855"/>
                <a:ext cx="285524" cy="856572"/>
              </a:xfrm>
              <a:custGeom>
                <a:avLst/>
                <a:gdLst>
                  <a:gd name="connsiteX0" fmla="*/ 0 w 285524"/>
                  <a:gd name="connsiteY0" fmla="*/ 0 h 856572"/>
                  <a:gd name="connsiteX1" fmla="*/ 285524 w 285524"/>
                  <a:gd name="connsiteY1" fmla="*/ 0 h 856572"/>
                  <a:gd name="connsiteX2" fmla="*/ 285524 w 285524"/>
                  <a:gd name="connsiteY2" fmla="*/ 856572 h 856572"/>
                  <a:gd name="connsiteX3" fmla="*/ 0 w 285524"/>
                  <a:gd name="connsiteY3" fmla="*/ 856572 h 856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524" h="856572">
                    <a:moveTo>
                      <a:pt x="0" y="0"/>
                    </a:moveTo>
                    <a:lnTo>
                      <a:pt x="285524" y="0"/>
                    </a:lnTo>
                    <a:lnTo>
                      <a:pt x="285524" y="856572"/>
                    </a:lnTo>
                    <a:lnTo>
                      <a:pt x="0" y="856572"/>
                    </a:lnTo>
                    <a:close/>
                  </a:path>
                </a:pathLst>
              </a:custGeom>
              <a:solidFill>
                <a:srgbClr val="FFFFFF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6" name="文本框 185">
                    <a:extLst>
                      <a:ext uri="{FF2B5EF4-FFF2-40B4-BE49-F238E27FC236}">
                        <a16:creationId xmlns:a16="http://schemas.microsoft.com/office/drawing/2014/main" id="{5F32309B-FAE0-3049-2370-3EB12871FE7C}"/>
                      </a:ext>
                    </a:extLst>
                  </p:cNvPr>
                  <p:cNvSpPr txBox="1"/>
                  <p:nvPr/>
                </p:nvSpPr>
                <p:spPr>
                  <a:xfrm>
                    <a:off x="3702710" y="1981398"/>
                    <a:ext cx="53109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86" name="文本框 185">
                    <a:extLst>
                      <a:ext uri="{FF2B5EF4-FFF2-40B4-BE49-F238E27FC236}">
                        <a16:creationId xmlns:a16="http://schemas.microsoft.com/office/drawing/2014/main" id="{5F32309B-FAE0-3049-2370-3EB12871FE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2710" y="1981398"/>
                    <a:ext cx="531098" cy="30777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1B1ADAE1-47BA-BE23-8CD0-C8961ECE9BF2}"/>
                </a:ext>
              </a:extLst>
            </p:cNvPr>
            <p:cNvGrpSpPr/>
            <p:nvPr/>
          </p:nvGrpSpPr>
          <p:grpSpPr>
            <a:xfrm>
              <a:off x="3702710" y="2993575"/>
              <a:ext cx="531098" cy="856572"/>
              <a:chOff x="3702710" y="2993575"/>
              <a:chExt cx="531098" cy="856572"/>
            </a:xfrm>
          </p:grpSpPr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73435646-A189-D3E2-9FE5-CCFC667C73F5}"/>
                  </a:ext>
                </a:extLst>
              </p:cNvPr>
              <p:cNvSpPr/>
              <p:nvPr/>
            </p:nvSpPr>
            <p:spPr>
              <a:xfrm>
                <a:off x="3811807" y="2993575"/>
                <a:ext cx="285524" cy="856572"/>
              </a:xfrm>
              <a:custGeom>
                <a:avLst/>
                <a:gdLst>
                  <a:gd name="connsiteX0" fmla="*/ 0 w 285524"/>
                  <a:gd name="connsiteY0" fmla="*/ 0 h 856572"/>
                  <a:gd name="connsiteX1" fmla="*/ 285524 w 285524"/>
                  <a:gd name="connsiteY1" fmla="*/ 0 h 856572"/>
                  <a:gd name="connsiteX2" fmla="*/ 285524 w 285524"/>
                  <a:gd name="connsiteY2" fmla="*/ 856572 h 856572"/>
                  <a:gd name="connsiteX3" fmla="*/ 0 w 285524"/>
                  <a:gd name="connsiteY3" fmla="*/ 856572 h 856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524" h="856572">
                    <a:moveTo>
                      <a:pt x="0" y="0"/>
                    </a:moveTo>
                    <a:lnTo>
                      <a:pt x="285524" y="0"/>
                    </a:lnTo>
                    <a:lnTo>
                      <a:pt x="285524" y="856572"/>
                    </a:lnTo>
                    <a:lnTo>
                      <a:pt x="0" y="856572"/>
                    </a:lnTo>
                    <a:close/>
                  </a:path>
                </a:pathLst>
              </a:custGeom>
              <a:solidFill>
                <a:srgbClr val="FFFFFF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7" name="文本框 186">
                    <a:extLst>
                      <a:ext uri="{FF2B5EF4-FFF2-40B4-BE49-F238E27FC236}">
                        <a16:creationId xmlns:a16="http://schemas.microsoft.com/office/drawing/2014/main" id="{968B3920-F1A7-895D-9898-6FE50D708DCB}"/>
                      </a:ext>
                    </a:extLst>
                  </p:cNvPr>
                  <p:cNvSpPr txBox="1"/>
                  <p:nvPr/>
                </p:nvSpPr>
                <p:spPr>
                  <a:xfrm>
                    <a:off x="3702710" y="3267973"/>
                    <a:ext cx="53109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87" name="文本框 186">
                    <a:extLst>
                      <a:ext uri="{FF2B5EF4-FFF2-40B4-BE49-F238E27FC236}">
                        <a16:creationId xmlns:a16="http://schemas.microsoft.com/office/drawing/2014/main" id="{968B3920-F1A7-895D-9898-6FE50D708D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2710" y="3267973"/>
                    <a:ext cx="531098" cy="30777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4" name="组合 193">
              <a:extLst>
                <a:ext uri="{FF2B5EF4-FFF2-40B4-BE49-F238E27FC236}">
                  <a16:creationId xmlns:a16="http://schemas.microsoft.com/office/drawing/2014/main" id="{E79EC548-883A-A539-6FBE-427078545A14}"/>
                </a:ext>
              </a:extLst>
            </p:cNvPr>
            <p:cNvGrpSpPr/>
            <p:nvPr/>
          </p:nvGrpSpPr>
          <p:grpSpPr>
            <a:xfrm>
              <a:off x="3702710" y="4278433"/>
              <a:ext cx="531098" cy="856572"/>
              <a:chOff x="3702710" y="4278433"/>
              <a:chExt cx="531098" cy="856572"/>
            </a:xfrm>
          </p:grpSpPr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795ABE20-00AB-24B6-8CD7-B7AACE41DE5F}"/>
                  </a:ext>
                </a:extLst>
              </p:cNvPr>
              <p:cNvSpPr/>
              <p:nvPr/>
            </p:nvSpPr>
            <p:spPr>
              <a:xfrm>
                <a:off x="3811807" y="4278433"/>
                <a:ext cx="285524" cy="856572"/>
              </a:xfrm>
              <a:custGeom>
                <a:avLst/>
                <a:gdLst>
                  <a:gd name="connsiteX0" fmla="*/ 0 w 285524"/>
                  <a:gd name="connsiteY0" fmla="*/ 0 h 856572"/>
                  <a:gd name="connsiteX1" fmla="*/ 285524 w 285524"/>
                  <a:gd name="connsiteY1" fmla="*/ 0 h 856572"/>
                  <a:gd name="connsiteX2" fmla="*/ 285524 w 285524"/>
                  <a:gd name="connsiteY2" fmla="*/ 856572 h 856572"/>
                  <a:gd name="connsiteX3" fmla="*/ 0 w 285524"/>
                  <a:gd name="connsiteY3" fmla="*/ 856572 h 856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524" h="856572">
                    <a:moveTo>
                      <a:pt x="0" y="0"/>
                    </a:moveTo>
                    <a:lnTo>
                      <a:pt x="285524" y="0"/>
                    </a:lnTo>
                    <a:lnTo>
                      <a:pt x="285524" y="856572"/>
                    </a:lnTo>
                    <a:lnTo>
                      <a:pt x="0" y="856572"/>
                    </a:lnTo>
                    <a:close/>
                  </a:path>
                </a:pathLst>
              </a:custGeom>
              <a:solidFill>
                <a:srgbClr val="FFFFFF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0372A439-D31B-F8D7-D888-5ED186D5974F}"/>
                      </a:ext>
                    </a:extLst>
                  </p:cNvPr>
                  <p:cNvSpPr txBox="1"/>
                  <p:nvPr/>
                </p:nvSpPr>
                <p:spPr>
                  <a:xfrm>
                    <a:off x="3702710" y="4552829"/>
                    <a:ext cx="53109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0372A439-D31B-F8D7-D888-5ED186D597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2710" y="4552829"/>
                    <a:ext cx="531098" cy="30777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56B1B0A6-030F-0FA1-4E32-4F249B282EBB}"/>
                </a:ext>
              </a:extLst>
            </p:cNvPr>
            <p:cNvGrpSpPr/>
            <p:nvPr/>
          </p:nvGrpSpPr>
          <p:grpSpPr>
            <a:xfrm>
              <a:off x="8400167" y="2993575"/>
              <a:ext cx="531098" cy="856572"/>
              <a:chOff x="8400167" y="2993575"/>
              <a:chExt cx="531098" cy="856572"/>
            </a:xfrm>
          </p:grpSpPr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A62905DD-9915-7AC8-7AFB-53BD84734877}"/>
                  </a:ext>
                </a:extLst>
              </p:cNvPr>
              <p:cNvSpPr/>
              <p:nvPr/>
            </p:nvSpPr>
            <p:spPr>
              <a:xfrm>
                <a:off x="8522954" y="2993575"/>
                <a:ext cx="285524" cy="856572"/>
              </a:xfrm>
              <a:custGeom>
                <a:avLst/>
                <a:gdLst>
                  <a:gd name="connsiteX0" fmla="*/ 0 w 285524"/>
                  <a:gd name="connsiteY0" fmla="*/ 0 h 856572"/>
                  <a:gd name="connsiteX1" fmla="*/ 285524 w 285524"/>
                  <a:gd name="connsiteY1" fmla="*/ 0 h 856572"/>
                  <a:gd name="connsiteX2" fmla="*/ 285524 w 285524"/>
                  <a:gd name="connsiteY2" fmla="*/ 856572 h 856572"/>
                  <a:gd name="connsiteX3" fmla="*/ 0 w 285524"/>
                  <a:gd name="connsiteY3" fmla="*/ 856572 h 856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5524" h="856572">
                    <a:moveTo>
                      <a:pt x="0" y="0"/>
                    </a:moveTo>
                    <a:lnTo>
                      <a:pt x="285524" y="0"/>
                    </a:lnTo>
                    <a:lnTo>
                      <a:pt x="285524" y="856572"/>
                    </a:lnTo>
                    <a:lnTo>
                      <a:pt x="0" y="856572"/>
                    </a:lnTo>
                    <a:close/>
                  </a:path>
                </a:pathLst>
              </a:custGeom>
              <a:solidFill>
                <a:srgbClr val="FFFFFF"/>
              </a:solidFill>
              <a:ln w="1427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文本框 188">
                    <a:extLst>
                      <a:ext uri="{FF2B5EF4-FFF2-40B4-BE49-F238E27FC236}">
                        <a16:creationId xmlns:a16="http://schemas.microsoft.com/office/drawing/2014/main" id="{DC37C50D-4422-F489-1951-1746AC0DCF58}"/>
                      </a:ext>
                    </a:extLst>
                  </p:cNvPr>
                  <p:cNvSpPr txBox="1"/>
                  <p:nvPr/>
                </p:nvSpPr>
                <p:spPr>
                  <a:xfrm>
                    <a:off x="8400167" y="3267971"/>
                    <a:ext cx="53109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89" name="文本框 188">
                    <a:extLst>
                      <a:ext uri="{FF2B5EF4-FFF2-40B4-BE49-F238E27FC236}">
                        <a16:creationId xmlns:a16="http://schemas.microsoft.com/office/drawing/2014/main" id="{DC37C50D-4422-F489-1951-1746AC0DCF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00167" y="3267971"/>
                    <a:ext cx="531098" cy="30777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" name="任意多边形: 形状 1">
              <a:extLst>
                <a:ext uri="{FF2B5EF4-FFF2-40B4-BE49-F238E27FC236}">
                  <a16:creationId xmlns:a16="http://schemas.microsoft.com/office/drawing/2014/main" id="{9C675BEE-3647-BD8D-623E-BECE163E65B7}"/>
                </a:ext>
              </a:extLst>
            </p:cNvPr>
            <p:cNvSpPr/>
            <p:nvPr/>
          </p:nvSpPr>
          <p:spPr>
            <a:xfrm>
              <a:off x="7780592" y="3421859"/>
              <a:ext cx="658558" cy="45719"/>
            </a:xfrm>
            <a:custGeom>
              <a:avLst/>
              <a:gdLst>
                <a:gd name="connsiteX0" fmla="*/ 0 w 285524"/>
                <a:gd name="connsiteY0" fmla="*/ 0 h 14276"/>
                <a:gd name="connsiteX1" fmla="*/ 285524 w 285524"/>
                <a:gd name="connsiteY1" fmla="*/ 0 h 14276"/>
                <a:gd name="connsiteX2" fmla="*/ 0 w 285524"/>
                <a:gd name="connsiteY2" fmla="*/ 0 h 14276"/>
                <a:gd name="connsiteX3" fmla="*/ 194585 w 285524"/>
                <a:gd name="connsiteY3" fmla="*/ 0 h 14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524" h="14276">
                  <a:moveTo>
                    <a:pt x="0" y="0"/>
                  </a:moveTo>
                  <a:lnTo>
                    <a:pt x="285524" y="0"/>
                  </a:lnTo>
                  <a:lnTo>
                    <a:pt x="0" y="0"/>
                  </a:lnTo>
                  <a:lnTo>
                    <a:pt x="194585" y="0"/>
                  </a:lnTo>
                </a:path>
              </a:pathLst>
            </a:custGeom>
            <a:noFill/>
            <a:ln w="1427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1372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48D39-B0FD-CB2C-480B-43FF1C627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CFF91F3B-956F-44BD-822B-6E3A944CFFB6}"/>
              </a:ext>
            </a:extLst>
          </p:cNvPr>
          <p:cNvSpPr/>
          <p:nvPr/>
        </p:nvSpPr>
        <p:spPr>
          <a:xfrm>
            <a:off x="0" y="1207444"/>
            <a:ext cx="12192000" cy="4443112"/>
          </a:xfrm>
          <a:custGeom>
            <a:avLst/>
            <a:gdLst>
              <a:gd name="connsiteX0" fmla="*/ 0 w 12192000"/>
              <a:gd name="connsiteY0" fmla="*/ 0 h 4443112"/>
              <a:gd name="connsiteX1" fmla="*/ 12192000 w 12192000"/>
              <a:gd name="connsiteY1" fmla="*/ 0 h 4443112"/>
              <a:gd name="connsiteX2" fmla="*/ 12192000 w 12192000"/>
              <a:gd name="connsiteY2" fmla="*/ 4443112 h 4443112"/>
              <a:gd name="connsiteX3" fmla="*/ 0 w 12192000"/>
              <a:gd name="connsiteY3" fmla="*/ 4443112 h 4443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443112">
                <a:moveTo>
                  <a:pt x="0" y="0"/>
                </a:moveTo>
                <a:lnTo>
                  <a:pt x="12192000" y="0"/>
                </a:lnTo>
                <a:lnTo>
                  <a:pt x="12192000" y="4443112"/>
                </a:lnTo>
                <a:lnTo>
                  <a:pt x="0" y="4443112"/>
                </a:lnTo>
                <a:close/>
              </a:path>
            </a:pathLst>
          </a:custGeom>
          <a:solidFill>
            <a:srgbClr val="FFFFFF"/>
          </a:solidFill>
          <a:ln w="624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97A33F02-3A87-F8CD-DB71-48C9120ED57D}"/>
              </a:ext>
            </a:extLst>
          </p:cNvPr>
          <p:cNvSpPr/>
          <p:nvPr/>
        </p:nvSpPr>
        <p:spPr>
          <a:xfrm>
            <a:off x="8511278" y="4547589"/>
            <a:ext cx="2112196" cy="884248"/>
          </a:xfrm>
          <a:custGeom>
            <a:avLst/>
            <a:gdLst>
              <a:gd name="connsiteX0" fmla="*/ 1979591 w 2112196"/>
              <a:gd name="connsiteY0" fmla="*/ 0 h 884248"/>
              <a:gd name="connsiteX1" fmla="*/ 2112197 w 2112196"/>
              <a:gd name="connsiteY1" fmla="*/ 132606 h 884248"/>
              <a:gd name="connsiteX2" fmla="*/ 2112197 w 2112196"/>
              <a:gd name="connsiteY2" fmla="*/ 751642 h 884248"/>
              <a:gd name="connsiteX3" fmla="*/ 1979591 w 2112196"/>
              <a:gd name="connsiteY3" fmla="*/ 884248 h 884248"/>
              <a:gd name="connsiteX4" fmla="*/ 132606 w 2112196"/>
              <a:gd name="connsiteY4" fmla="*/ 884248 h 884248"/>
              <a:gd name="connsiteX5" fmla="*/ 0 w 2112196"/>
              <a:gd name="connsiteY5" fmla="*/ 751642 h 884248"/>
              <a:gd name="connsiteX6" fmla="*/ 0 w 2112196"/>
              <a:gd name="connsiteY6" fmla="*/ 132606 h 884248"/>
              <a:gd name="connsiteX7" fmla="*/ 132606 w 2112196"/>
              <a:gd name="connsiteY7" fmla="*/ 0 h 884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2196" h="884248">
                <a:moveTo>
                  <a:pt x="1979591" y="0"/>
                </a:moveTo>
                <a:cubicBezTo>
                  <a:pt x="2052827" y="0"/>
                  <a:pt x="2112197" y="59370"/>
                  <a:pt x="2112197" y="132606"/>
                </a:cubicBezTo>
                <a:lnTo>
                  <a:pt x="2112197" y="751642"/>
                </a:lnTo>
                <a:cubicBezTo>
                  <a:pt x="2112197" y="824878"/>
                  <a:pt x="2052827" y="884248"/>
                  <a:pt x="1979591" y="884248"/>
                </a:cubicBezTo>
                <a:lnTo>
                  <a:pt x="132606" y="884248"/>
                </a:lnTo>
                <a:cubicBezTo>
                  <a:pt x="59370" y="884248"/>
                  <a:pt x="0" y="824878"/>
                  <a:pt x="0" y="751642"/>
                </a:cubicBezTo>
                <a:lnTo>
                  <a:pt x="0" y="132606"/>
                </a:lnTo>
                <a:cubicBezTo>
                  <a:pt x="0" y="59370"/>
                  <a:pt x="59370" y="0"/>
                  <a:pt x="132606" y="0"/>
                </a:cubicBezTo>
                <a:close/>
              </a:path>
            </a:pathLst>
          </a:custGeom>
          <a:solidFill>
            <a:srgbClr val="FFF2CC"/>
          </a:solidFill>
          <a:ln w="6249" cap="flat">
            <a:solidFill>
              <a:srgbClr val="D6B656"/>
            </a:solidFill>
            <a:custDash>
              <a:ds d="225000" sp="225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08ABA5E-7EC0-C7D1-08D1-B511E39BD585}"/>
              </a:ext>
            </a:extLst>
          </p:cNvPr>
          <p:cNvSpPr/>
          <p:nvPr/>
        </p:nvSpPr>
        <p:spPr>
          <a:xfrm>
            <a:off x="4874300" y="4207013"/>
            <a:ext cx="2999569" cy="1437293"/>
          </a:xfrm>
          <a:custGeom>
            <a:avLst/>
            <a:gdLst>
              <a:gd name="connsiteX0" fmla="*/ 2783976 w 2999569"/>
              <a:gd name="connsiteY0" fmla="*/ 0 h 1437293"/>
              <a:gd name="connsiteX1" fmla="*/ 2999570 w 2999569"/>
              <a:gd name="connsiteY1" fmla="*/ 215594 h 1437293"/>
              <a:gd name="connsiteX2" fmla="*/ 2999570 w 2999569"/>
              <a:gd name="connsiteY2" fmla="*/ 1221700 h 1437293"/>
              <a:gd name="connsiteX3" fmla="*/ 2783976 w 2999569"/>
              <a:gd name="connsiteY3" fmla="*/ 1437294 h 1437293"/>
              <a:gd name="connsiteX4" fmla="*/ 215594 w 2999569"/>
              <a:gd name="connsiteY4" fmla="*/ 1437294 h 1437293"/>
              <a:gd name="connsiteX5" fmla="*/ 0 w 2999569"/>
              <a:gd name="connsiteY5" fmla="*/ 1221700 h 1437293"/>
              <a:gd name="connsiteX6" fmla="*/ 0 w 2999569"/>
              <a:gd name="connsiteY6" fmla="*/ 215594 h 1437293"/>
              <a:gd name="connsiteX7" fmla="*/ 215594 w 2999569"/>
              <a:gd name="connsiteY7" fmla="*/ 0 h 1437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9569" h="1437293">
                <a:moveTo>
                  <a:pt x="2783976" y="0"/>
                </a:moveTo>
                <a:cubicBezTo>
                  <a:pt x="2903045" y="0"/>
                  <a:pt x="2999570" y="96525"/>
                  <a:pt x="2999570" y="215594"/>
                </a:cubicBezTo>
                <a:lnTo>
                  <a:pt x="2999570" y="1221700"/>
                </a:lnTo>
                <a:cubicBezTo>
                  <a:pt x="2999570" y="1340769"/>
                  <a:pt x="2903045" y="1437294"/>
                  <a:pt x="2783976" y="1437294"/>
                </a:cubicBezTo>
                <a:lnTo>
                  <a:pt x="215594" y="1437294"/>
                </a:lnTo>
                <a:cubicBezTo>
                  <a:pt x="96525" y="1437294"/>
                  <a:pt x="0" y="1340769"/>
                  <a:pt x="0" y="1221700"/>
                </a:cubicBezTo>
                <a:lnTo>
                  <a:pt x="0" y="215594"/>
                </a:lnTo>
                <a:cubicBezTo>
                  <a:pt x="0" y="96525"/>
                  <a:pt x="96525" y="0"/>
                  <a:pt x="215594" y="0"/>
                </a:cubicBezTo>
                <a:close/>
              </a:path>
            </a:pathLst>
          </a:custGeom>
          <a:solidFill>
            <a:srgbClr val="FFF2CC"/>
          </a:solidFill>
          <a:ln w="6249" cap="flat">
            <a:solidFill>
              <a:srgbClr val="D6B656"/>
            </a:solidFill>
            <a:custDash>
              <a:ds d="225000" sp="225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8F407D0-FFB6-ED00-3D61-6F9C36D33FB1}"/>
              </a:ext>
            </a:extLst>
          </p:cNvPr>
          <p:cNvSpPr/>
          <p:nvPr/>
        </p:nvSpPr>
        <p:spPr>
          <a:xfrm>
            <a:off x="4874300" y="1369920"/>
            <a:ext cx="1499784" cy="749892"/>
          </a:xfrm>
          <a:custGeom>
            <a:avLst/>
            <a:gdLst>
              <a:gd name="connsiteX0" fmla="*/ 1387301 w 1499784"/>
              <a:gd name="connsiteY0" fmla="*/ 0 h 749892"/>
              <a:gd name="connsiteX1" fmla="*/ 1499785 w 1499784"/>
              <a:gd name="connsiteY1" fmla="*/ 112484 h 749892"/>
              <a:gd name="connsiteX2" fmla="*/ 1499785 w 1499784"/>
              <a:gd name="connsiteY2" fmla="*/ 637409 h 749892"/>
              <a:gd name="connsiteX3" fmla="*/ 1387301 w 1499784"/>
              <a:gd name="connsiteY3" fmla="*/ 749892 h 749892"/>
              <a:gd name="connsiteX4" fmla="*/ 112484 w 1499784"/>
              <a:gd name="connsiteY4" fmla="*/ 749892 h 749892"/>
              <a:gd name="connsiteX5" fmla="*/ 0 w 1499784"/>
              <a:gd name="connsiteY5" fmla="*/ 637409 h 749892"/>
              <a:gd name="connsiteX6" fmla="*/ 0 w 1499784"/>
              <a:gd name="connsiteY6" fmla="*/ 112484 h 749892"/>
              <a:gd name="connsiteX7" fmla="*/ 112484 w 1499784"/>
              <a:gd name="connsiteY7" fmla="*/ 0 h 749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99784" h="749892">
                <a:moveTo>
                  <a:pt x="1387301" y="0"/>
                </a:moveTo>
                <a:cubicBezTo>
                  <a:pt x="1449424" y="0"/>
                  <a:pt x="1499785" y="50361"/>
                  <a:pt x="1499785" y="112484"/>
                </a:cubicBezTo>
                <a:lnTo>
                  <a:pt x="1499785" y="637409"/>
                </a:lnTo>
                <a:cubicBezTo>
                  <a:pt x="1499785" y="699532"/>
                  <a:pt x="1449424" y="749892"/>
                  <a:pt x="1387301" y="749892"/>
                </a:cubicBezTo>
                <a:lnTo>
                  <a:pt x="112484" y="749892"/>
                </a:lnTo>
                <a:cubicBezTo>
                  <a:pt x="50361" y="749892"/>
                  <a:pt x="0" y="699532"/>
                  <a:pt x="0" y="637409"/>
                </a:cubicBezTo>
                <a:lnTo>
                  <a:pt x="0" y="112484"/>
                </a:lnTo>
                <a:cubicBezTo>
                  <a:pt x="0" y="50361"/>
                  <a:pt x="50361" y="0"/>
                  <a:pt x="112484" y="0"/>
                </a:cubicBezTo>
                <a:close/>
              </a:path>
            </a:pathLst>
          </a:custGeom>
          <a:solidFill>
            <a:srgbClr val="FFF2CC"/>
          </a:solidFill>
          <a:ln w="6249" cap="flat">
            <a:solidFill>
              <a:srgbClr val="D6B656"/>
            </a:solidFill>
            <a:custDash>
              <a:ds d="225000" sp="225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01706722-08FA-E146-00A9-269D8B97CD3D}"/>
              </a:ext>
            </a:extLst>
          </p:cNvPr>
          <p:cNvSpPr/>
          <p:nvPr/>
        </p:nvSpPr>
        <p:spPr>
          <a:xfrm>
            <a:off x="2805847" y="1207444"/>
            <a:ext cx="1812239" cy="1062347"/>
          </a:xfrm>
          <a:custGeom>
            <a:avLst/>
            <a:gdLst>
              <a:gd name="connsiteX0" fmla="*/ 1652888 w 1812239"/>
              <a:gd name="connsiteY0" fmla="*/ 0 h 1062347"/>
              <a:gd name="connsiteX1" fmla="*/ 1812240 w 1812239"/>
              <a:gd name="connsiteY1" fmla="*/ 159352 h 1062347"/>
              <a:gd name="connsiteX2" fmla="*/ 1812240 w 1812239"/>
              <a:gd name="connsiteY2" fmla="*/ 902995 h 1062347"/>
              <a:gd name="connsiteX3" fmla="*/ 1652888 w 1812239"/>
              <a:gd name="connsiteY3" fmla="*/ 1062348 h 1062347"/>
              <a:gd name="connsiteX4" fmla="*/ 159352 w 1812239"/>
              <a:gd name="connsiteY4" fmla="*/ 1062348 h 1062347"/>
              <a:gd name="connsiteX5" fmla="*/ 0 w 1812239"/>
              <a:gd name="connsiteY5" fmla="*/ 902995 h 1062347"/>
              <a:gd name="connsiteX6" fmla="*/ 0 w 1812239"/>
              <a:gd name="connsiteY6" fmla="*/ 159352 h 1062347"/>
              <a:gd name="connsiteX7" fmla="*/ 159352 w 1812239"/>
              <a:gd name="connsiteY7" fmla="*/ 0 h 106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12239" h="1062347">
                <a:moveTo>
                  <a:pt x="1652888" y="0"/>
                </a:moveTo>
                <a:cubicBezTo>
                  <a:pt x="1740896" y="0"/>
                  <a:pt x="1812240" y="71344"/>
                  <a:pt x="1812240" y="159352"/>
                </a:cubicBezTo>
                <a:lnTo>
                  <a:pt x="1812240" y="902995"/>
                </a:lnTo>
                <a:cubicBezTo>
                  <a:pt x="1812240" y="991003"/>
                  <a:pt x="1740896" y="1062348"/>
                  <a:pt x="1652888" y="1062348"/>
                </a:cubicBezTo>
                <a:lnTo>
                  <a:pt x="159352" y="1062348"/>
                </a:lnTo>
                <a:cubicBezTo>
                  <a:pt x="71344" y="1062348"/>
                  <a:pt x="0" y="991003"/>
                  <a:pt x="0" y="902995"/>
                </a:cubicBezTo>
                <a:lnTo>
                  <a:pt x="0" y="159352"/>
                </a:lnTo>
                <a:cubicBezTo>
                  <a:pt x="0" y="71344"/>
                  <a:pt x="71344" y="0"/>
                  <a:pt x="159352" y="0"/>
                </a:cubicBezTo>
                <a:close/>
              </a:path>
            </a:pathLst>
          </a:custGeom>
          <a:solidFill>
            <a:srgbClr val="FFF2CC"/>
          </a:solidFill>
          <a:ln w="6249" cap="flat">
            <a:solidFill>
              <a:srgbClr val="D6B656"/>
            </a:solidFill>
            <a:custDash>
              <a:ds d="225000" sp="225000"/>
            </a:custDash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grpSp>
        <p:nvGrpSpPr>
          <p:cNvPr id="9" name="图形 93">
            <a:extLst>
              <a:ext uri="{FF2B5EF4-FFF2-40B4-BE49-F238E27FC236}">
                <a16:creationId xmlns:a16="http://schemas.microsoft.com/office/drawing/2014/main" id="{09BE3EC1-B887-62FC-69B8-551FB3552F3F}"/>
              </a:ext>
            </a:extLst>
          </p:cNvPr>
          <p:cNvGrpSpPr/>
          <p:nvPr/>
        </p:nvGrpSpPr>
        <p:grpSpPr>
          <a:xfrm>
            <a:off x="1062347" y="1779236"/>
            <a:ext cx="180474" cy="43743"/>
            <a:chOff x="1062347" y="1779236"/>
            <a:chExt cx="180474" cy="4374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18A86BDC-EE98-DF98-7AAB-42B06E94044F}"/>
                </a:ext>
              </a:extLst>
            </p:cNvPr>
            <p:cNvSpPr/>
            <p:nvPr/>
          </p:nvSpPr>
          <p:spPr>
            <a:xfrm>
              <a:off x="1062347" y="1801108"/>
              <a:ext cx="147666" cy="6249"/>
            </a:xfrm>
            <a:custGeom>
              <a:avLst/>
              <a:gdLst>
                <a:gd name="connsiteX0" fmla="*/ 0 w 147666"/>
                <a:gd name="connsiteY0" fmla="*/ 0 h 6249"/>
                <a:gd name="connsiteX1" fmla="*/ 147666 w 147666"/>
                <a:gd name="connsiteY1" fmla="*/ 0 h 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666" h="6249">
                  <a:moveTo>
                    <a:pt x="0" y="0"/>
                  </a:moveTo>
                  <a:lnTo>
                    <a:pt x="147666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1376E4BB-C47E-8C85-211E-129570FF0C85}"/>
                </a:ext>
              </a:extLst>
            </p:cNvPr>
            <p:cNvSpPr/>
            <p:nvPr/>
          </p:nvSpPr>
          <p:spPr>
            <a:xfrm>
              <a:off x="1199077" y="1779236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2" name="图形 93">
            <a:extLst>
              <a:ext uri="{FF2B5EF4-FFF2-40B4-BE49-F238E27FC236}">
                <a16:creationId xmlns:a16="http://schemas.microsoft.com/office/drawing/2014/main" id="{4A45CA64-51CB-84F8-20B0-CE3A3D22057E}"/>
              </a:ext>
            </a:extLst>
          </p:cNvPr>
          <p:cNvGrpSpPr/>
          <p:nvPr/>
        </p:nvGrpSpPr>
        <p:grpSpPr>
          <a:xfrm>
            <a:off x="1249820" y="1582390"/>
            <a:ext cx="249964" cy="437437"/>
            <a:chOff x="1249820" y="1582390"/>
            <a:chExt cx="249964" cy="437437"/>
          </a:xfrm>
          <a:solidFill>
            <a:srgbClr val="D5E8D4"/>
          </a:solidFill>
        </p:grpSpPr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2F90634E-5876-EAF1-30BC-5E74E88F80AA}"/>
                </a:ext>
              </a:extLst>
            </p:cNvPr>
            <p:cNvSpPr/>
            <p:nvPr/>
          </p:nvSpPr>
          <p:spPr>
            <a:xfrm rot="5400000">
              <a:off x="1156084" y="1676126"/>
              <a:ext cx="437437" cy="249964"/>
            </a:xfrm>
            <a:custGeom>
              <a:avLst/>
              <a:gdLst>
                <a:gd name="connsiteX0" fmla="*/ 0 w 437437"/>
                <a:gd name="connsiteY0" fmla="*/ 249964 h 249964"/>
                <a:gd name="connsiteX1" fmla="*/ 93737 w 437437"/>
                <a:gd name="connsiteY1" fmla="*/ 0 h 249964"/>
                <a:gd name="connsiteX2" fmla="*/ 343701 w 437437"/>
                <a:gd name="connsiteY2" fmla="*/ 0 h 249964"/>
                <a:gd name="connsiteX3" fmla="*/ 437437 w 437437"/>
                <a:gd name="connsiteY3" fmla="*/ 249964 h 24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7" h="249964">
                  <a:moveTo>
                    <a:pt x="0" y="249964"/>
                  </a:moveTo>
                  <a:lnTo>
                    <a:pt x="93737" y="0"/>
                  </a:lnTo>
                  <a:lnTo>
                    <a:pt x="343701" y="0"/>
                  </a:lnTo>
                  <a:lnTo>
                    <a:pt x="437437" y="249964"/>
                  </a:lnTo>
                  <a:close/>
                </a:path>
              </a:pathLst>
            </a:custGeom>
            <a:solidFill>
              <a:srgbClr val="D5E8D4"/>
            </a:solidFill>
            <a:ln w="6249" cap="flat">
              <a:solidFill>
                <a:srgbClr val="82B36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1D845F7-57CA-1E13-7570-7EB4BCEE4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2945" y="1757365"/>
              <a:ext cx="237465" cy="106234"/>
            </a:xfrm>
            <a:custGeom>
              <a:avLst/>
              <a:gdLst>
                <a:gd name="connsiteX0" fmla="*/ -1 w 237465"/>
                <a:gd name="connsiteY0" fmla="*/ -1 h 106234"/>
                <a:gd name="connsiteX1" fmla="*/ 237465 w 237465"/>
                <a:gd name="connsiteY1" fmla="*/ -1 h 106234"/>
                <a:gd name="connsiteX2" fmla="*/ 237465 w 237465"/>
                <a:gd name="connsiteY2" fmla="*/ 106234 h 106234"/>
                <a:gd name="connsiteX3" fmla="*/ -1 w 237465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7465" h="106234">
                  <a:moveTo>
                    <a:pt x="-1" y="-1"/>
                  </a:moveTo>
                  <a:lnTo>
                    <a:pt x="237465" y="-1"/>
                  </a:lnTo>
                  <a:lnTo>
                    <a:pt x="237465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15" name="图形 93">
            <a:extLst>
              <a:ext uri="{FF2B5EF4-FFF2-40B4-BE49-F238E27FC236}">
                <a16:creationId xmlns:a16="http://schemas.microsoft.com/office/drawing/2014/main" id="{3031BF61-8227-2D59-5215-4270BC0304A5}"/>
              </a:ext>
            </a:extLst>
          </p:cNvPr>
          <p:cNvGrpSpPr/>
          <p:nvPr/>
        </p:nvGrpSpPr>
        <p:grpSpPr>
          <a:xfrm>
            <a:off x="1499784" y="1779236"/>
            <a:ext cx="180474" cy="43743"/>
            <a:chOff x="1499784" y="1779236"/>
            <a:chExt cx="180474" cy="43743"/>
          </a:xfrm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EF7EDE6E-826D-12C5-34FC-49CEE5646776}"/>
                </a:ext>
              </a:extLst>
            </p:cNvPr>
            <p:cNvSpPr/>
            <p:nvPr/>
          </p:nvSpPr>
          <p:spPr>
            <a:xfrm>
              <a:off x="1499784" y="1801108"/>
              <a:ext cx="147666" cy="6249"/>
            </a:xfrm>
            <a:custGeom>
              <a:avLst/>
              <a:gdLst>
                <a:gd name="connsiteX0" fmla="*/ 0 w 147666"/>
                <a:gd name="connsiteY0" fmla="*/ 0 h 6249"/>
                <a:gd name="connsiteX1" fmla="*/ 147666 w 147666"/>
                <a:gd name="connsiteY1" fmla="*/ 0 h 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666" h="6249">
                  <a:moveTo>
                    <a:pt x="0" y="0"/>
                  </a:moveTo>
                  <a:lnTo>
                    <a:pt x="147666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912FD19F-834C-4FCA-6A27-0A57E56757D8}"/>
                </a:ext>
              </a:extLst>
            </p:cNvPr>
            <p:cNvSpPr/>
            <p:nvPr/>
          </p:nvSpPr>
          <p:spPr>
            <a:xfrm>
              <a:off x="1636515" y="1779236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8" name="图形 93">
            <a:extLst>
              <a:ext uri="{FF2B5EF4-FFF2-40B4-BE49-F238E27FC236}">
                <a16:creationId xmlns:a16="http://schemas.microsoft.com/office/drawing/2014/main" id="{F4B335D6-1893-F45D-5B7D-1E74077AA154}"/>
              </a:ext>
            </a:extLst>
          </p:cNvPr>
          <p:cNvGrpSpPr/>
          <p:nvPr/>
        </p:nvGrpSpPr>
        <p:grpSpPr>
          <a:xfrm>
            <a:off x="615536" y="1582390"/>
            <a:ext cx="343700" cy="371819"/>
            <a:chOff x="615536" y="1582390"/>
            <a:chExt cx="343700" cy="371819"/>
          </a:xfrm>
          <a:noFill/>
        </p:grpSpPr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ED5B04D3-A469-92C0-7FC3-FC690E9D9453}"/>
                </a:ext>
              </a:extLst>
            </p:cNvPr>
            <p:cNvSpPr/>
            <p:nvPr/>
          </p:nvSpPr>
          <p:spPr>
            <a:xfrm>
              <a:off x="664279" y="1704247"/>
              <a:ext cx="242465" cy="249961"/>
            </a:xfrm>
            <a:custGeom>
              <a:avLst/>
              <a:gdLst>
                <a:gd name="connsiteX0" fmla="*/ 154226 w 242465"/>
                <a:gd name="connsiteY0" fmla="*/ -412 h 249961"/>
                <a:gd name="connsiteX1" fmla="*/ 170117 w 242465"/>
                <a:gd name="connsiteY1" fmla="*/ 6162 h 249961"/>
                <a:gd name="connsiteX2" fmla="*/ 215915 w 242465"/>
                <a:gd name="connsiteY2" fmla="*/ 51862 h 249961"/>
                <a:gd name="connsiteX3" fmla="*/ 222519 w 242465"/>
                <a:gd name="connsiteY3" fmla="*/ 67785 h 249961"/>
                <a:gd name="connsiteX4" fmla="*/ 222519 w 242465"/>
                <a:gd name="connsiteY4" fmla="*/ 97231 h 249961"/>
                <a:gd name="connsiteX5" fmla="*/ 242074 w 242465"/>
                <a:gd name="connsiteY5" fmla="*/ 116781 h 249961"/>
                <a:gd name="connsiteX6" fmla="*/ 242074 w 242465"/>
                <a:gd name="connsiteY6" fmla="*/ 194844 h 249961"/>
                <a:gd name="connsiteX7" fmla="*/ 223141 w 242465"/>
                <a:gd name="connsiteY7" fmla="*/ 214389 h 249961"/>
                <a:gd name="connsiteX8" fmla="*/ 222519 w 242465"/>
                <a:gd name="connsiteY8" fmla="*/ 214397 h 249961"/>
                <a:gd name="connsiteX9" fmla="*/ 222519 w 242465"/>
                <a:gd name="connsiteY9" fmla="*/ 226115 h 249961"/>
                <a:gd name="connsiteX10" fmla="*/ 199055 w 242465"/>
                <a:gd name="connsiteY10" fmla="*/ 249549 h 249961"/>
                <a:gd name="connsiteX11" fmla="*/ 42627 w 242465"/>
                <a:gd name="connsiteY11" fmla="*/ 249549 h 249961"/>
                <a:gd name="connsiteX12" fmla="*/ 19163 w 242465"/>
                <a:gd name="connsiteY12" fmla="*/ 226115 h 249961"/>
                <a:gd name="connsiteX13" fmla="*/ 19163 w 242465"/>
                <a:gd name="connsiteY13" fmla="*/ 214397 h 249961"/>
                <a:gd name="connsiteX14" fmla="*/ -391 w 242465"/>
                <a:gd name="connsiteY14" fmla="*/ 194847 h 249961"/>
                <a:gd name="connsiteX15" fmla="*/ -391 w 242465"/>
                <a:gd name="connsiteY15" fmla="*/ 116783 h 249961"/>
                <a:gd name="connsiteX16" fmla="*/ 18541 w 242465"/>
                <a:gd name="connsiteY16" fmla="*/ 97239 h 249961"/>
                <a:gd name="connsiteX17" fmla="*/ 19163 w 242465"/>
                <a:gd name="connsiteY17" fmla="*/ 97229 h 249961"/>
                <a:gd name="connsiteX18" fmla="*/ 19163 w 242465"/>
                <a:gd name="connsiteY18" fmla="*/ 23022 h 249961"/>
                <a:gd name="connsiteX19" fmla="*/ 42627 w 242465"/>
                <a:gd name="connsiteY19" fmla="*/ -412 h 249961"/>
                <a:gd name="connsiteX20" fmla="*/ 154226 w 242465"/>
                <a:gd name="connsiteY20" fmla="*/ -412 h 249961"/>
                <a:gd name="connsiteX21" fmla="*/ 199055 w 242465"/>
                <a:gd name="connsiteY21" fmla="*/ 214399 h 249961"/>
                <a:gd name="connsiteX22" fmla="*/ 42627 w 242465"/>
                <a:gd name="connsiteY22" fmla="*/ 214399 h 249961"/>
                <a:gd name="connsiteX23" fmla="*/ 42627 w 242465"/>
                <a:gd name="connsiteY23" fmla="*/ 218619 h 249961"/>
                <a:gd name="connsiteX24" fmla="*/ 50126 w 242465"/>
                <a:gd name="connsiteY24" fmla="*/ 226117 h 249961"/>
                <a:gd name="connsiteX25" fmla="*/ 191556 w 242465"/>
                <a:gd name="connsiteY25" fmla="*/ 226117 h 249961"/>
                <a:gd name="connsiteX26" fmla="*/ 199055 w 242465"/>
                <a:gd name="connsiteY26" fmla="*/ 218619 h 249961"/>
                <a:gd name="connsiteX27" fmla="*/ 199055 w 242465"/>
                <a:gd name="connsiteY27" fmla="*/ 214399 h 249961"/>
                <a:gd name="connsiteX28" fmla="*/ 117842 w 242465"/>
                <a:gd name="connsiteY28" fmla="*/ 135258 h 249961"/>
                <a:gd name="connsiteX29" fmla="*/ 107488 w 242465"/>
                <a:gd name="connsiteY29" fmla="*/ 137538 h 249961"/>
                <a:gd name="connsiteX30" fmla="*/ 99607 w 242465"/>
                <a:gd name="connsiteY30" fmla="*/ 144429 h 249961"/>
                <a:gd name="connsiteX31" fmla="*/ 96382 w 242465"/>
                <a:gd name="connsiteY31" fmla="*/ 151158 h 249961"/>
                <a:gd name="connsiteX32" fmla="*/ 95242 w 242465"/>
                <a:gd name="connsiteY32" fmla="*/ 159204 h 249961"/>
                <a:gd name="connsiteX33" fmla="*/ 99814 w 242465"/>
                <a:gd name="connsiteY33" fmla="*/ 171658 h 249961"/>
                <a:gd name="connsiteX34" fmla="*/ 112542 w 242465"/>
                <a:gd name="connsiteY34" fmla="*/ 176150 h 249961"/>
                <a:gd name="connsiteX35" fmla="*/ 122524 w 242465"/>
                <a:gd name="connsiteY35" fmla="*/ 173910 h 249961"/>
                <a:gd name="connsiteX36" fmla="*/ 130227 w 242465"/>
                <a:gd name="connsiteY36" fmla="*/ 167416 h 249961"/>
                <a:gd name="connsiteX37" fmla="*/ 133769 w 242465"/>
                <a:gd name="connsiteY37" fmla="*/ 160290 h 249961"/>
                <a:gd name="connsiteX38" fmla="*/ 135062 w 242465"/>
                <a:gd name="connsiteY38" fmla="*/ 152011 h 249961"/>
                <a:gd name="connsiteX39" fmla="*/ 130502 w 242465"/>
                <a:gd name="connsiteY39" fmla="*/ 139692 h 249961"/>
                <a:gd name="connsiteX40" fmla="*/ 117842 w 242465"/>
                <a:gd name="connsiteY40" fmla="*/ 135258 h 249961"/>
                <a:gd name="connsiteX41" fmla="*/ 165022 w 242465"/>
                <a:gd name="connsiteY41" fmla="*/ 135203 h 249961"/>
                <a:gd name="connsiteX42" fmla="*/ 153324 w 242465"/>
                <a:gd name="connsiteY42" fmla="*/ 136933 h 249961"/>
                <a:gd name="connsiteX43" fmla="*/ 144948 w 242465"/>
                <a:gd name="connsiteY43" fmla="*/ 142397 h 249961"/>
                <a:gd name="connsiteX44" fmla="*/ 140623 w 242465"/>
                <a:gd name="connsiteY44" fmla="*/ 149166 h 249961"/>
                <a:gd name="connsiteX45" fmla="*/ 139153 w 242465"/>
                <a:gd name="connsiteY45" fmla="*/ 157475 h 249961"/>
                <a:gd name="connsiteX46" fmla="*/ 144370 w 242465"/>
                <a:gd name="connsiteY46" fmla="*/ 171123 h 249961"/>
                <a:gd name="connsiteX47" fmla="*/ 159063 w 242465"/>
                <a:gd name="connsiteY47" fmla="*/ 175985 h 249961"/>
                <a:gd name="connsiteX48" fmla="*/ 166287 w 242465"/>
                <a:gd name="connsiteY48" fmla="*/ 175502 h 249961"/>
                <a:gd name="connsiteX49" fmla="*/ 172491 w 242465"/>
                <a:gd name="connsiteY49" fmla="*/ 174062 h 249961"/>
                <a:gd name="connsiteX50" fmla="*/ 177106 w 242465"/>
                <a:gd name="connsiteY50" fmla="*/ 152475 h 249961"/>
                <a:gd name="connsiteX51" fmla="*/ 160848 w 242465"/>
                <a:gd name="connsiteY51" fmla="*/ 152475 h 249961"/>
                <a:gd name="connsiteX52" fmla="*/ 159336 w 242465"/>
                <a:gd name="connsiteY52" fmla="*/ 159565 h 249961"/>
                <a:gd name="connsiteX53" fmla="*/ 165760 w 242465"/>
                <a:gd name="connsiteY53" fmla="*/ 159565 h 249961"/>
                <a:gd name="connsiteX54" fmla="*/ 164002 w 242465"/>
                <a:gd name="connsiteY54" fmla="*/ 167721 h 249961"/>
                <a:gd name="connsiteX55" fmla="*/ 161805 w 242465"/>
                <a:gd name="connsiteY55" fmla="*/ 168173 h 249961"/>
                <a:gd name="connsiteX56" fmla="*/ 159831 w 242465"/>
                <a:gd name="connsiteY56" fmla="*/ 168323 h 249961"/>
                <a:gd name="connsiteX57" fmla="*/ 152414 w 242465"/>
                <a:gd name="connsiteY57" fmla="*/ 165469 h 249961"/>
                <a:gd name="connsiteX58" fmla="*/ 149722 w 242465"/>
                <a:gd name="connsiteY58" fmla="*/ 157587 h 249961"/>
                <a:gd name="connsiteX59" fmla="*/ 154116 w 242465"/>
                <a:gd name="connsiteY59" fmla="*/ 146739 h 249961"/>
                <a:gd name="connsiteX60" fmla="*/ 166255 w 242465"/>
                <a:gd name="connsiteY60" fmla="*/ 142784 h 249961"/>
                <a:gd name="connsiteX61" fmla="*/ 171156 w 242465"/>
                <a:gd name="connsiteY61" fmla="*/ 143374 h 249961"/>
                <a:gd name="connsiteX62" fmla="*/ 175703 w 242465"/>
                <a:gd name="connsiteY62" fmla="*/ 145147 h 249961"/>
                <a:gd name="connsiteX63" fmla="*/ 177953 w 242465"/>
                <a:gd name="connsiteY63" fmla="*/ 137128 h 249961"/>
                <a:gd name="connsiteX64" fmla="*/ 171774 w 242465"/>
                <a:gd name="connsiteY64" fmla="*/ 135673 h 249961"/>
                <a:gd name="connsiteX65" fmla="*/ 165020 w 242465"/>
                <a:gd name="connsiteY65" fmla="*/ 135205 h 249961"/>
                <a:gd name="connsiteX66" fmla="*/ 80959 w 242465"/>
                <a:gd name="connsiteY66" fmla="*/ 136163 h 249961"/>
                <a:gd name="connsiteX67" fmla="*/ 70443 w 242465"/>
                <a:gd name="connsiteY67" fmla="*/ 136163 h 249961"/>
                <a:gd name="connsiteX68" fmla="*/ 62122 w 242465"/>
                <a:gd name="connsiteY68" fmla="*/ 175187 h 249961"/>
                <a:gd name="connsiteX69" fmla="*/ 88706 w 242465"/>
                <a:gd name="connsiteY69" fmla="*/ 175187 h 249961"/>
                <a:gd name="connsiteX70" fmla="*/ 90406 w 242465"/>
                <a:gd name="connsiteY70" fmla="*/ 167414 h 249961"/>
                <a:gd name="connsiteX71" fmla="*/ 74260 w 242465"/>
                <a:gd name="connsiteY71" fmla="*/ 167414 h 249961"/>
                <a:gd name="connsiteX72" fmla="*/ 80959 w 242465"/>
                <a:gd name="connsiteY72" fmla="*/ 136163 h 249961"/>
                <a:gd name="connsiteX73" fmla="*/ 117154 w 242465"/>
                <a:gd name="connsiteY73" fmla="*/ 142507 h 249961"/>
                <a:gd name="connsiteX74" fmla="*/ 122428 w 242465"/>
                <a:gd name="connsiteY74" fmla="*/ 144842 h 249961"/>
                <a:gd name="connsiteX75" fmla="*/ 124296 w 242465"/>
                <a:gd name="connsiteY75" fmla="*/ 151461 h 249961"/>
                <a:gd name="connsiteX76" fmla="*/ 123446 w 242465"/>
                <a:gd name="connsiteY76" fmla="*/ 157610 h 249961"/>
                <a:gd name="connsiteX77" fmla="*/ 121221 w 242465"/>
                <a:gd name="connsiteY77" fmla="*/ 162939 h 249961"/>
                <a:gd name="connsiteX78" fmla="*/ 117322 w 242465"/>
                <a:gd name="connsiteY78" fmla="*/ 167128 h 249961"/>
                <a:gd name="connsiteX79" fmla="*/ 112897 w 242465"/>
                <a:gd name="connsiteY79" fmla="*/ 168486 h 249961"/>
                <a:gd name="connsiteX80" fmla="*/ 107708 w 242465"/>
                <a:gd name="connsiteY80" fmla="*/ 166111 h 249961"/>
                <a:gd name="connsiteX81" fmla="*/ 105813 w 242465"/>
                <a:gd name="connsiteY81" fmla="*/ 159617 h 249961"/>
                <a:gd name="connsiteX82" fmla="*/ 106663 w 242465"/>
                <a:gd name="connsiteY82" fmla="*/ 153423 h 249961"/>
                <a:gd name="connsiteX83" fmla="*/ 108888 w 242465"/>
                <a:gd name="connsiteY83" fmla="*/ 148029 h 249961"/>
                <a:gd name="connsiteX84" fmla="*/ 112665 w 242465"/>
                <a:gd name="connsiteY84" fmla="*/ 143909 h 249961"/>
                <a:gd name="connsiteX85" fmla="*/ 117157 w 242465"/>
                <a:gd name="connsiteY85" fmla="*/ 142509 h 249961"/>
                <a:gd name="connsiteX86" fmla="*/ 143110 w 242465"/>
                <a:gd name="connsiteY86" fmla="*/ 21147 h 249961"/>
                <a:gd name="connsiteX87" fmla="*/ 50126 w 242465"/>
                <a:gd name="connsiteY87" fmla="*/ 21147 h 249961"/>
                <a:gd name="connsiteX88" fmla="*/ 42627 w 242465"/>
                <a:gd name="connsiteY88" fmla="*/ 28646 h 249961"/>
                <a:gd name="connsiteX89" fmla="*/ 42627 w 242465"/>
                <a:gd name="connsiteY89" fmla="*/ 97229 h 249961"/>
                <a:gd name="connsiteX90" fmla="*/ 199055 w 242465"/>
                <a:gd name="connsiteY90" fmla="*/ 97229 h 249961"/>
                <a:gd name="connsiteX91" fmla="*/ 199055 w 242465"/>
                <a:gd name="connsiteY91" fmla="*/ 77319 h 249961"/>
                <a:gd name="connsiteX92" fmla="*/ 165612 w 242465"/>
                <a:gd name="connsiteY92" fmla="*/ 77319 h 249961"/>
                <a:gd name="connsiteX93" fmla="*/ 143116 w 242465"/>
                <a:gd name="connsiteY93" fmla="*/ 54822 h 249961"/>
                <a:gd name="connsiteX94" fmla="*/ 143108 w 242465"/>
                <a:gd name="connsiteY94" fmla="*/ 21147 h 249961"/>
                <a:gd name="connsiteX95" fmla="*/ 166575 w 242465"/>
                <a:gd name="connsiteY95" fmla="*/ 35755 h 249961"/>
                <a:gd name="connsiteX96" fmla="*/ 166575 w 242465"/>
                <a:gd name="connsiteY96" fmla="*/ 50135 h 249961"/>
                <a:gd name="connsiteX97" fmla="*/ 170324 w 242465"/>
                <a:gd name="connsiteY97" fmla="*/ 53885 h 249961"/>
                <a:gd name="connsiteX98" fmla="*/ 184747 w 242465"/>
                <a:gd name="connsiteY98" fmla="*/ 53885 h 249961"/>
                <a:gd name="connsiteX99" fmla="*/ 166575 w 242465"/>
                <a:gd name="connsiteY99" fmla="*/ 35755 h 24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242465" h="249961">
                  <a:moveTo>
                    <a:pt x="154226" y="-412"/>
                  </a:moveTo>
                  <a:cubicBezTo>
                    <a:pt x="160185" y="-412"/>
                    <a:pt x="165899" y="1952"/>
                    <a:pt x="170117" y="6162"/>
                  </a:cubicBezTo>
                  <a:lnTo>
                    <a:pt x="215915" y="51862"/>
                  </a:lnTo>
                  <a:cubicBezTo>
                    <a:pt x="220143" y="56083"/>
                    <a:pt x="222519" y="61811"/>
                    <a:pt x="222519" y="67785"/>
                  </a:cubicBezTo>
                  <a:lnTo>
                    <a:pt x="222519" y="97231"/>
                  </a:lnTo>
                  <a:cubicBezTo>
                    <a:pt x="233317" y="97231"/>
                    <a:pt x="242071" y="105983"/>
                    <a:pt x="242074" y="116781"/>
                  </a:cubicBezTo>
                  <a:lnTo>
                    <a:pt x="242074" y="194844"/>
                  </a:lnTo>
                  <a:cubicBezTo>
                    <a:pt x="242074" y="205402"/>
                    <a:pt x="233694" y="214053"/>
                    <a:pt x="223141" y="214389"/>
                  </a:cubicBezTo>
                  <a:lnTo>
                    <a:pt x="222519" y="214397"/>
                  </a:lnTo>
                  <a:lnTo>
                    <a:pt x="222519" y="226115"/>
                  </a:lnTo>
                  <a:cubicBezTo>
                    <a:pt x="222519" y="239058"/>
                    <a:pt x="212016" y="249549"/>
                    <a:pt x="199055" y="249549"/>
                  </a:cubicBezTo>
                  <a:lnTo>
                    <a:pt x="42627" y="249549"/>
                  </a:lnTo>
                  <a:cubicBezTo>
                    <a:pt x="29667" y="249549"/>
                    <a:pt x="19163" y="239058"/>
                    <a:pt x="19163" y="226115"/>
                  </a:cubicBezTo>
                  <a:lnTo>
                    <a:pt x="19163" y="214397"/>
                  </a:lnTo>
                  <a:cubicBezTo>
                    <a:pt x="8365" y="214397"/>
                    <a:pt x="-389" y="205645"/>
                    <a:pt x="-391" y="194847"/>
                  </a:cubicBezTo>
                  <a:lnTo>
                    <a:pt x="-391" y="116783"/>
                  </a:lnTo>
                  <a:cubicBezTo>
                    <a:pt x="-391" y="106226"/>
                    <a:pt x="7989" y="97574"/>
                    <a:pt x="18541" y="97239"/>
                  </a:cubicBezTo>
                  <a:lnTo>
                    <a:pt x="19163" y="97229"/>
                  </a:lnTo>
                  <a:lnTo>
                    <a:pt x="19163" y="23022"/>
                  </a:lnTo>
                  <a:cubicBezTo>
                    <a:pt x="19163" y="10079"/>
                    <a:pt x="29667" y="-412"/>
                    <a:pt x="42627" y="-412"/>
                  </a:cubicBezTo>
                  <a:lnTo>
                    <a:pt x="154226" y="-412"/>
                  </a:lnTo>
                  <a:close/>
                  <a:moveTo>
                    <a:pt x="199055" y="214399"/>
                  </a:moveTo>
                  <a:lnTo>
                    <a:pt x="42627" y="214399"/>
                  </a:lnTo>
                  <a:lnTo>
                    <a:pt x="42627" y="218619"/>
                  </a:lnTo>
                  <a:cubicBezTo>
                    <a:pt x="42627" y="222760"/>
                    <a:pt x="45985" y="226117"/>
                    <a:pt x="50126" y="226117"/>
                  </a:cubicBezTo>
                  <a:lnTo>
                    <a:pt x="191556" y="226117"/>
                  </a:lnTo>
                  <a:cubicBezTo>
                    <a:pt x="195698" y="226117"/>
                    <a:pt x="199055" y="222760"/>
                    <a:pt x="199055" y="218619"/>
                  </a:cubicBezTo>
                  <a:lnTo>
                    <a:pt x="199055" y="214399"/>
                  </a:lnTo>
                  <a:close/>
                  <a:moveTo>
                    <a:pt x="117842" y="135258"/>
                  </a:moveTo>
                  <a:cubicBezTo>
                    <a:pt x="113962" y="135258"/>
                    <a:pt x="110510" y="136018"/>
                    <a:pt x="107488" y="137538"/>
                  </a:cubicBezTo>
                  <a:cubicBezTo>
                    <a:pt x="104469" y="139057"/>
                    <a:pt x="101839" y="141355"/>
                    <a:pt x="99607" y="144429"/>
                  </a:cubicBezTo>
                  <a:cubicBezTo>
                    <a:pt x="98217" y="146334"/>
                    <a:pt x="97140" y="148579"/>
                    <a:pt x="96382" y="151158"/>
                  </a:cubicBezTo>
                  <a:cubicBezTo>
                    <a:pt x="95618" y="153772"/>
                    <a:pt x="95234" y="156482"/>
                    <a:pt x="95242" y="159204"/>
                  </a:cubicBezTo>
                  <a:cubicBezTo>
                    <a:pt x="95242" y="164514"/>
                    <a:pt x="96767" y="168666"/>
                    <a:pt x="99814" y="171658"/>
                  </a:cubicBezTo>
                  <a:cubicBezTo>
                    <a:pt x="102864" y="174652"/>
                    <a:pt x="107106" y="176150"/>
                    <a:pt x="112542" y="176150"/>
                  </a:cubicBezTo>
                  <a:cubicBezTo>
                    <a:pt x="116184" y="176150"/>
                    <a:pt x="119514" y="175402"/>
                    <a:pt x="122524" y="173910"/>
                  </a:cubicBezTo>
                  <a:cubicBezTo>
                    <a:pt x="125536" y="172418"/>
                    <a:pt x="128105" y="170253"/>
                    <a:pt x="130227" y="167416"/>
                  </a:cubicBezTo>
                  <a:cubicBezTo>
                    <a:pt x="131727" y="165384"/>
                    <a:pt x="132910" y="163009"/>
                    <a:pt x="133769" y="160290"/>
                  </a:cubicBezTo>
                  <a:cubicBezTo>
                    <a:pt x="134632" y="157570"/>
                    <a:pt x="135062" y="154810"/>
                    <a:pt x="135062" y="152011"/>
                  </a:cubicBezTo>
                  <a:cubicBezTo>
                    <a:pt x="135062" y="146756"/>
                    <a:pt x="133542" y="142649"/>
                    <a:pt x="130502" y="139692"/>
                  </a:cubicBezTo>
                  <a:cubicBezTo>
                    <a:pt x="127463" y="136735"/>
                    <a:pt x="123243" y="135258"/>
                    <a:pt x="117842" y="135258"/>
                  </a:cubicBezTo>
                  <a:close/>
                  <a:moveTo>
                    <a:pt x="165022" y="135203"/>
                  </a:moveTo>
                  <a:cubicBezTo>
                    <a:pt x="160426" y="135203"/>
                    <a:pt x="156526" y="135778"/>
                    <a:pt x="153324" y="136933"/>
                  </a:cubicBezTo>
                  <a:cubicBezTo>
                    <a:pt x="150142" y="138072"/>
                    <a:pt x="147272" y="139944"/>
                    <a:pt x="144948" y="142397"/>
                  </a:cubicBezTo>
                  <a:cubicBezTo>
                    <a:pt x="143050" y="144327"/>
                    <a:pt x="141577" y="146633"/>
                    <a:pt x="140623" y="149166"/>
                  </a:cubicBezTo>
                  <a:cubicBezTo>
                    <a:pt x="139629" y="151822"/>
                    <a:pt x="139130" y="154638"/>
                    <a:pt x="139153" y="157475"/>
                  </a:cubicBezTo>
                  <a:cubicBezTo>
                    <a:pt x="139153" y="163334"/>
                    <a:pt x="140891" y="167883"/>
                    <a:pt x="144370" y="171123"/>
                  </a:cubicBezTo>
                  <a:cubicBezTo>
                    <a:pt x="147850" y="174362"/>
                    <a:pt x="152744" y="175985"/>
                    <a:pt x="159063" y="175985"/>
                  </a:cubicBezTo>
                  <a:cubicBezTo>
                    <a:pt x="161680" y="175985"/>
                    <a:pt x="164087" y="175825"/>
                    <a:pt x="166287" y="175502"/>
                  </a:cubicBezTo>
                  <a:cubicBezTo>
                    <a:pt x="168393" y="175203"/>
                    <a:pt x="170469" y="174722"/>
                    <a:pt x="172491" y="174062"/>
                  </a:cubicBezTo>
                  <a:lnTo>
                    <a:pt x="177106" y="152475"/>
                  </a:lnTo>
                  <a:lnTo>
                    <a:pt x="160848" y="152475"/>
                  </a:lnTo>
                  <a:lnTo>
                    <a:pt x="159336" y="159565"/>
                  </a:lnTo>
                  <a:lnTo>
                    <a:pt x="165760" y="159565"/>
                  </a:lnTo>
                  <a:lnTo>
                    <a:pt x="164002" y="167721"/>
                  </a:lnTo>
                  <a:cubicBezTo>
                    <a:pt x="163278" y="167909"/>
                    <a:pt x="162545" y="168060"/>
                    <a:pt x="161805" y="168173"/>
                  </a:cubicBezTo>
                  <a:cubicBezTo>
                    <a:pt x="161130" y="168273"/>
                    <a:pt x="160471" y="168323"/>
                    <a:pt x="159831" y="168323"/>
                  </a:cubicBezTo>
                  <a:cubicBezTo>
                    <a:pt x="156681" y="168323"/>
                    <a:pt x="154207" y="167373"/>
                    <a:pt x="152414" y="165469"/>
                  </a:cubicBezTo>
                  <a:cubicBezTo>
                    <a:pt x="150619" y="163564"/>
                    <a:pt x="149722" y="160937"/>
                    <a:pt x="149722" y="157587"/>
                  </a:cubicBezTo>
                  <a:cubicBezTo>
                    <a:pt x="149722" y="152991"/>
                    <a:pt x="151187" y="149376"/>
                    <a:pt x="154116" y="146739"/>
                  </a:cubicBezTo>
                  <a:cubicBezTo>
                    <a:pt x="157046" y="144104"/>
                    <a:pt x="161090" y="142784"/>
                    <a:pt x="166255" y="142784"/>
                  </a:cubicBezTo>
                  <a:cubicBezTo>
                    <a:pt x="167957" y="142784"/>
                    <a:pt x="169592" y="142982"/>
                    <a:pt x="171156" y="143374"/>
                  </a:cubicBezTo>
                  <a:cubicBezTo>
                    <a:pt x="172740" y="143775"/>
                    <a:pt x="174267" y="144370"/>
                    <a:pt x="175703" y="145147"/>
                  </a:cubicBezTo>
                  <a:lnTo>
                    <a:pt x="177953" y="137128"/>
                  </a:lnTo>
                  <a:cubicBezTo>
                    <a:pt x="175940" y="136461"/>
                    <a:pt x="173873" y="135974"/>
                    <a:pt x="171774" y="135673"/>
                  </a:cubicBezTo>
                  <a:cubicBezTo>
                    <a:pt x="169537" y="135355"/>
                    <a:pt x="167280" y="135199"/>
                    <a:pt x="165020" y="135205"/>
                  </a:cubicBezTo>
                  <a:close/>
                  <a:moveTo>
                    <a:pt x="80959" y="136163"/>
                  </a:moveTo>
                  <a:lnTo>
                    <a:pt x="70443" y="136163"/>
                  </a:lnTo>
                  <a:lnTo>
                    <a:pt x="62122" y="175187"/>
                  </a:lnTo>
                  <a:lnTo>
                    <a:pt x="88706" y="175187"/>
                  </a:lnTo>
                  <a:lnTo>
                    <a:pt x="90406" y="167414"/>
                  </a:lnTo>
                  <a:lnTo>
                    <a:pt x="74260" y="167414"/>
                  </a:lnTo>
                  <a:lnTo>
                    <a:pt x="80959" y="136163"/>
                  </a:lnTo>
                  <a:close/>
                  <a:moveTo>
                    <a:pt x="117154" y="142507"/>
                  </a:moveTo>
                  <a:cubicBezTo>
                    <a:pt x="119426" y="142507"/>
                    <a:pt x="121184" y="143287"/>
                    <a:pt x="122428" y="144842"/>
                  </a:cubicBezTo>
                  <a:cubicBezTo>
                    <a:pt x="123673" y="146399"/>
                    <a:pt x="124296" y="148604"/>
                    <a:pt x="124296" y="151461"/>
                  </a:cubicBezTo>
                  <a:cubicBezTo>
                    <a:pt x="124296" y="153455"/>
                    <a:pt x="124013" y="155508"/>
                    <a:pt x="123446" y="157610"/>
                  </a:cubicBezTo>
                  <a:cubicBezTo>
                    <a:pt x="122876" y="159717"/>
                    <a:pt x="122136" y="161494"/>
                    <a:pt x="121221" y="162939"/>
                  </a:cubicBezTo>
                  <a:cubicBezTo>
                    <a:pt x="119976" y="164826"/>
                    <a:pt x="118676" y="166221"/>
                    <a:pt x="117322" y="167128"/>
                  </a:cubicBezTo>
                  <a:cubicBezTo>
                    <a:pt x="116018" y="168018"/>
                    <a:pt x="114476" y="168492"/>
                    <a:pt x="112897" y="168486"/>
                  </a:cubicBezTo>
                  <a:cubicBezTo>
                    <a:pt x="110703" y="168486"/>
                    <a:pt x="108973" y="167696"/>
                    <a:pt x="107708" y="166111"/>
                  </a:cubicBezTo>
                  <a:cubicBezTo>
                    <a:pt x="106446" y="164529"/>
                    <a:pt x="105813" y="162362"/>
                    <a:pt x="105813" y="159617"/>
                  </a:cubicBezTo>
                  <a:cubicBezTo>
                    <a:pt x="105813" y="157602"/>
                    <a:pt x="106098" y="155538"/>
                    <a:pt x="106663" y="153423"/>
                  </a:cubicBezTo>
                  <a:cubicBezTo>
                    <a:pt x="107233" y="151308"/>
                    <a:pt x="107976" y="149511"/>
                    <a:pt x="108888" y="148029"/>
                  </a:cubicBezTo>
                  <a:cubicBezTo>
                    <a:pt x="110008" y="146214"/>
                    <a:pt x="111265" y="144842"/>
                    <a:pt x="112665" y="143909"/>
                  </a:cubicBezTo>
                  <a:cubicBezTo>
                    <a:pt x="113987" y="143000"/>
                    <a:pt x="115552" y="142512"/>
                    <a:pt x="117157" y="142509"/>
                  </a:cubicBezTo>
                  <a:close/>
                  <a:moveTo>
                    <a:pt x="143110" y="21147"/>
                  </a:moveTo>
                  <a:lnTo>
                    <a:pt x="50126" y="21147"/>
                  </a:lnTo>
                  <a:cubicBezTo>
                    <a:pt x="45985" y="21147"/>
                    <a:pt x="42627" y="24504"/>
                    <a:pt x="42627" y="28646"/>
                  </a:cubicBezTo>
                  <a:lnTo>
                    <a:pt x="42627" y="97229"/>
                  </a:lnTo>
                  <a:lnTo>
                    <a:pt x="199055" y="97229"/>
                  </a:lnTo>
                  <a:lnTo>
                    <a:pt x="199055" y="77319"/>
                  </a:lnTo>
                  <a:lnTo>
                    <a:pt x="165612" y="77319"/>
                  </a:lnTo>
                  <a:cubicBezTo>
                    <a:pt x="153189" y="77316"/>
                    <a:pt x="143118" y="67245"/>
                    <a:pt x="143116" y="54822"/>
                  </a:cubicBezTo>
                  <a:lnTo>
                    <a:pt x="143108" y="21147"/>
                  </a:lnTo>
                  <a:close/>
                  <a:moveTo>
                    <a:pt x="166575" y="35755"/>
                  </a:moveTo>
                  <a:lnTo>
                    <a:pt x="166575" y="50135"/>
                  </a:lnTo>
                  <a:cubicBezTo>
                    <a:pt x="166575" y="52206"/>
                    <a:pt x="168253" y="53885"/>
                    <a:pt x="170324" y="53885"/>
                  </a:cubicBezTo>
                  <a:lnTo>
                    <a:pt x="184747" y="53885"/>
                  </a:lnTo>
                  <a:lnTo>
                    <a:pt x="166575" y="35755"/>
                  </a:lnTo>
                  <a:close/>
                </a:path>
              </a:pathLst>
            </a:custGeom>
            <a:solidFill>
              <a:srgbClr val="2C2C2C"/>
            </a:solidFill>
            <a:ln w="2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0" name="图形 93">
              <a:extLst>
                <a:ext uri="{FF2B5EF4-FFF2-40B4-BE49-F238E27FC236}">
                  <a16:creationId xmlns:a16="http://schemas.microsoft.com/office/drawing/2014/main" id="{AFACC6E9-8816-F154-4751-376DB0922850}"/>
                </a:ext>
              </a:extLst>
            </p:cNvPr>
            <p:cNvGrpSpPr/>
            <p:nvPr/>
          </p:nvGrpSpPr>
          <p:grpSpPr>
            <a:xfrm>
              <a:off x="615536" y="1582390"/>
              <a:ext cx="343700" cy="146853"/>
              <a:chOff x="615536" y="1582390"/>
              <a:chExt cx="343700" cy="146853"/>
            </a:xfrm>
            <a:noFill/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E6DDB664-3DF3-9D7C-B339-0C57609C28F0}"/>
                  </a:ext>
                </a:extLst>
              </p:cNvPr>
              <p:cNvSpPr/>
              <p:nvPr/>
            </p:nvSpPr>
            <p:spPr>
              <a:xfrm>
                <a:off x="615536" y="1582390"/>
                <a:ext cx="343700" cy="124982"/>
              </a:xfrm>
              <a:custGeom>
                <a:avLst/>
                <a:gdLst>
                  <a:gd name="connsiteX0" fmla="*/ 0 w 343700"/>
                  <a:gd name="connsiteY0" fmla="*/ 0 h 124982"/>
                  <a:gd name="connsiteX1" fmla="*/ 343701 w 343700"/>
                  <a:gd name="connsiteY1" fmla="*/ 0 h 124982"/>
                  <a:gd name="connsiteX2" fmla="*/ 343701 w 343700"/>
                  <a:gd name="connsiteY2" fmla="*/ 124982 h 124982"/>
                  <a:gd name="connsiteX3" fmla="*/ 0 w 343700"/>
                  <a:gd name="connsiteY3" fmla="*/ 124982 h 124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3700" h="124982">
                    <a:moveTo>
                      <a:pt x="0" y="0"/>
                    </a:moveTo>
                    <a:lnTo>
                      <a:pt x="343701" y="0"/>
                    </a:lnTo>
                    <a:lnTo>
                      <a:pt x="343701" y="124982"/>
                    </a:lnTo>
                    <a:lnTo>
                      <a:pt x="0" y="124982"/>
                    </a:lnTo>
                    <a:close/>
                  </a:path>
                </a:pathLst>
              </a:custGeom>
              <a:noFill/>
              <a:ln w="62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7BB5AADB-2CC5-3BB5-0DDA-511848096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785" y="1585514"/>
                <a:ext cx="331202" cy="143729"/>
              </a:xfrm>
              <a:custGeom>
                <a:avLst/>
                <a:gdLst>
                  <a:gd name="connsiteX0" fmla="*/ -1 w 331202"/>
                  <a:gd name="connsiteY0" fmla="*/ -1 h 143729"/>
                  <a:gd name="connsiteX1" fmla="*/ 331202 w 331202"/>
                  <a:gd name="connsiteY1" fmla="*/ -1 h 143729"/>
                  <a:gd name="connsiteX2" fmla="*/ 331202 w 331202"/>
                  <a:gd name="connsiteY2" fmla="*/ 143729 h 143729"/>
                  <a:gd name="connsiteX3" fmla="*/ -1 w 331202"/>
                  <a:gd name="connsiteY3" fmla="*/ 143729 h 143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1202" h="143729">
                    <a:moveTo>
                      <a:pt x="-1" y="-1"/>
                    </a:moveTo>
                    <a:lnTo>
                      <a:pt x="331202" y="-1"/>
                    </a:lnTo>
                    <a:lnTo>
                      <a:pt x="331202" y="143729"/>
                    </a:lnTo>
                    <a:lnTo>
                      <a:pt x="-1" y="143729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3" name="图形 93">
            <a:extLst>
              <a:ext uri="{FF2B5EF4-FFF2-40B4-BE49-F238E27FC236}">
                <a16:creationId xmlns:a16="http://schemas.microsoft.com/office/drawing/2014/main" id="{3A8FF816-4F88-AF2E-CE3B-198E608D608C}"/>
              </a:ext>
            </a:extLst>
          </p:cNvPr>
          <p:cNvGrpSpPr/>
          <p:nvPr/>
        </p:nvGrpSpPr>
        <p:grpSpPr>
          <a:xfrm>
            <a:off x="615536" y="3119669"/>
            <a:ext cx="343700" cy="361406"/>
            <a:chOff x="615536" y="3119669"/>
            <a:chExt cx="343700" cy="361406"/>
          </a:xfrm>
          <a:noFill/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C2BE3E58-B873-2CE5-E1C0-0550907D7BFB}"/>
                </a:ext>
              </a:extLst>
            </p:cNvPr>
            <p:cNvSpPr/>
            <p:nvPr/>
          </p:nvSpPr>
          <p:spPr>
            <a:xfrm>
              <a:off x="669695" y="3251942"/>
              <a:ext cx="229133" cy="229133"/>
            </a:xfrm>
            <a:custGeom>
              <a:avLst/>
              <a:gdLst>
                <a:gd name="connsiteX0" fmla="*/ 187087 w 229133"/>
                <a:gd name="connsiteY0" fmla="*/ 139917 h 229133"/>
                <a:gd name="connsiteX1" fmla="*/ 207917 w 229133"/>
                <a:gd name="connsiteY1" fmla="*/ 119608 h 229133"/>
                <a:gd name="connsiteX2" fmla="*/ 228747 w 229133"/>
                <a:gd name="connsiteY2" fmla="*/ 140438 h 229133"/>
                <a:gd name="connsiteX3" fmla="*/ 207917 w 229133"/>
                <a:gd name="connsiteY3" fmla="*/ 161269 h 229133"/>
                <a:gd name="connsiteX4" fmla="*/ 189690 w 229133"/>
                <a:gd name="connsiteY4" fmla="*/ 150333 h 229133"/>
                <a:gd name="connsiteX5" fmla="*/ 162090 w 229133"/>
                <a:gd name="connsiteY5" fmla="*/ 150333 h 229133"/>
                <a:gd name="connsiteX6" fmla="*/ 156883 w 229133"/>
                <a:gd name="connsiteY6" fmla="*/ 146688 h 229133"/>
                <a:gd name="connsiteX7" fmla="*/ 133448 w 229133"/>
                <a:gd name="connsiteY7" fmla="*/ 57117 h 229133"/>
                <a:gd name="connsiteX8" fmla="*/ 99078 w 229133"/>
                <a:gd name="connsiteY8" fmla="*/ 188869 h 229133"/>
                <a:gd name="connsiteX9" fmla="*/ 89184 w 229133"/>
                <a:gd name="connsiteY9" fmla="*/ 189390 h 229133"/>
                <a:gd name="connsiteX10" fmla="*/ 64188 w 229133"/>
                <a:gd name="connsiteY10" fmla="*/ 111276 h 229133"/>
                <a:gd name="connsiteX11" fmla="*/ 45961 w 229133"/>
                <a:gd name="connsiteY11" fmla="*/ 148250 h 229133"/>
                <a:gd name="connsiteX12" fmla="*/ 41274 w 229133"/>
                <a:gd name="connsiteY12" fmla="*/ 151374 h 229133"/>
                <a:gd name="connsiteX13" fmla="*/ 20444 w 229133"/>
                <a:gd name="connsiteY13" fmla="*/ 151374 h 229133"/>
                <a:gd name="connsiteX14" fmla="*/ 15236 w 229133"/>
                <a:gd name="connsiteY14" fmla="*/ 146167 h 229133"/>
                <a:gd name="connsiteX15" fmla="*/ 20444 w 229133"/>
                <a:gd name="connsiteY15" fmla="*/ 140959 h 229133"/>
                <a:gd name="connsiteX16" fmla="*/ 37629 w 229133"/>
                <a:gd name="connsiteY16" fmla="*/ 140959 h 229133"/>
                <a:gd name="connsiteX17" fmla="*/ 60021 w 229133"/>
                <a:gd name="connsiteY17" fmla="*/ 95653 h 229133"/>
                <a:gd name="connsiteX18" fmla="*/ 69395 w 229133"/>
                <a:gd name="connsiteY18" fmla="*/ 96174 h 229133"/>
                <a:gd name="connsiteX19" fmla="*/ 93350 w 229133"/>
                <a:gd name="connsiteY19" fmla="*/ 168559 h 229133"/>
                <a:gd name="connsiteX20" fmla="*/ 128241 w 229133"/>
                <a:gd name="connsiteY20" fmla="*/ 34724 h 229133"/>
                <a:gd name="connsiteX21" fmla="*/ 138135 w 229133"/>
                <a:gd name="connsiteY21" fmla="*/ 34724 h 229133"/>
                <a:gd name="connsiteX22" fmla="*/ 165735 w 229133"/>
                <a:gd name="connsiteY22" fmla="*/ 139917 h 229133"/>
                <a:gd name="connsiteX23" fmla="*/ 187087 w 229133"/>
                <a:gd name="connsiteY23" fmla="*/ 139917 h 229133"/>
                <a:gd name="connsiteX24" fmla="*/ 207917 w 229133"/>
                <a:gd name="connsiteY24" fmla="*/ 150853 h 229133"/>
                <a:gd name="connsiteX25" fmla="*/ 218332 w 229133"/>
                <a:gd name="connsiteY25" fmla="*/ 140438 h 229133"/>
                <a:gd name="connsiteX26" fmla="*/ 207917 w 229133"/>
                <a:gd name="connsiteY26" fmla="*/ 130023 h 229133"/>
                <a:gd name="connsiteX27" fmla="*/ 197502 w 229133"/>
                <a:gd name="connsiteY27" fmla="*/ 140438 h 229133"/>
                <a:gd name="connsiteX28" fmla="*/ 207917 w 229133"/>
                <a:gd name="connsiteY28" fmla="*/ 150853 h 229133"/>
                <a:gd name="connsiteX29" fmla="*/ 10029 w 229133"/>
                <a:gd name="connsiteY29" fmla="*/ 218552 h 229133"/>
                <a:gd name="connsiteX30" fmla="*/ 223540 w 229133"/>
                <a:gd name="connsiteY30" fmla="*/ 218552 h 229133"/>
                <a:gd name="connsiteX31" fmla="*/ 228747 w 229133"/>
                <a:gd name="connsiteY31" fmla="*/ 223760 h 229133"/>
                <a:gd name="connsiteX32" fmla="*/ 223540 w 229133"/>
                <a:gd name="connsiteY32" fmla="*/ 228967 h 229133"/>
                <a:gd name="connsiteX33" fmla="*/ 4821 w 229133"/>
                <a:gd name="connsiteY33" fmla="*/ 228967 h 229133"/>
                <a:gd name="connsiteX34" fmla="*/ -386 w 229133"/>
                <a:gd name="connsiteY34" fmla="*/ 223760 h 229133"/>
                <a:gd name="connsiteX35" fmla="*/ -386 w 229133"/>
                <a:gd name="connsiteY35" fmla="*/ 5041 h 229133"/>
                <a:gd name="connsiteX36" fmla="*/ 4821 w 229133"/>
                <a:gd name="connsiteY36" fmla="*/ -166 h 229133"/>
                <a:gd name="connsiteX37" fmla="*/ 10029 w 229133"/>
                <a:gd name="connsiteY37" fmla="*/ 5041 h 229133"/>
                <a:gd name="connsiteX38" fmla="*/ 10029 w 229133"/>
                <a:gd name="connsiteY38" fmla="*/ 218552 h 22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29133" h="229133">
                  <a:moveTo>
                    <a:pt x="187087" y="139917"/>
                  </a:moveTo>
                  <a:cubicBezTo>
                    <a:pt x="187087" y="128461"/>
                    <a:pt x="196460" y="119608"/>
                    <a:pt x="207917" y="119608"/>
                  </a:cubicBezTo>
                  <a:cubicBezTo>
                    <a:pt x="219374" y="119608"/>
                    <a:pt x="228747" y="128982"/>
                    <a:pt x="228747" y="140438"/>
                  </a:cubicBezTo>
                  <a:cubicBezTo>
                    <a:pt x="228747" y="151895"/>
                    <a:pt x="219374" y="161269"/>
                    <a:pt x="207917" y="161269"/>
                  </a:cubicBezTo>
                  <a:cubicBezTo>
                    <a:pt x="200106" y="161269"/>
                    <a:pt x="193336" y="157102"/>
                    <a:pt x="189690" y="150333"/>
                  </a:cubicBezTo>
                  <a:lnTo>
                    <a:pt x="162090" y="150333"/>
                  </a:lnTo>
                  <a:cubicBezTo>
                    <a:pt x="159486" y="150333"/>
                    <a:pt x="157403" y="148770"/>
                    <a:pt x="156883" y="146688"/>
                  </a:cubicBezTo>
                  <a:lnTo>
                    <a:pt x="133448" y="57117"/>
                  </a:lnTo>
                  <a:lnTo>
                    <a:pt x="99078" y="188869"/>
                  </a:lnTo>
                  <a:cubicBezTo>
                    <a:pt x="97516" y="194076"/>
                    <a:pt x="90746" y="194076"/>
                    <a:pt x="89184" y="189390"/>
                  </a:cubicBezTo>
                  <a:lnTo>
                    <a:pt x="64188" y="111276"/>
                  </a:lnTo>
                  <a:lnTo>
                    <a:pt x="45961" y="148250"/>
                  </a:lnTo>
                  <a:cubicBezTo>
                    <a:pt x="44920" y="149812"/>
                    <a:pt x="43357" y="151374"/>
                    <a:pt x="41274" y="151374"/>
                  </a:cubicBezTo>
                  <a:lnTo>
                    <a:pt x="20444" y="151374"/>
                  </a:lnTo>
                  <a:cubicBezTo>
                    <a:pt x="17319" y="151374"/>
                    <a:pt x="15236" y="149291"/>
                    <a:pt x="15236" y="146167"/>
                  </a:cubicBezTo>
                  <a:cubicBezTo>
                    <a:pt x="15236" y="143042"/>
                    <a:pt x="17319" y="140959"/>
                    <a:pt x="20444" y="140959"/>
                  </a:cubicBezTo>
                  <a:lnTo>
                    <a:pt x="37629" y="140959"/>
                  </a:lnTo>
                  <a:lnTo>
                    <a:pt x="60021" y="95653"/>
                  </a:lnTo>
                  <a:cubicBezTo>
                    <a:pt x="62105" y="91487"/>
                    <a:pt x="68354" y="92008"/>
                    <a:pt x="69395" y="96174"/>
                  </a:cubicBezTo>
                  <a:lnTo>
                    <a:pt x="93350" y="168559"/>
                  </a:lnTo>
                  <a:lnTo>
                    <a:pt x="128241" y="34724"/>
                  </a:lnTo>
                  <a:cubicBezTo>
                    <a:pt x="129803" y="29517"/>
                    <a:pt x="137094" y="29517"/>
                    <a:pt x="138135" y="34724"/>
                  </a:cubicBezTo>
                  <a:lnTo>
                    <a:pt x="165735" y="139917"/>
                  </a:lnTo>
                  <a:lnTo>
                    <a:pt x="187087" y="139917"/>
                  </a:lnTo>
                  <a:close/>
                  <a:moveTo>
                    <a:pt x="207917" y="150853"/>
                  </a:moveTo>
                  <a:cubicBezTo>
                    <a:pt x="213645" y="150853"/>
                    <a:pt x="218332" y="146167"/>
                    <a:pt x="218332" y="140438"/>
                  </a:cubicBezTo>
                  <a:cubicBezTo>
                    <a:pt x="218332" y="134710"/>
                    <a:pt x="213645" y="130023"/>
                    <a:pt x="207917" y="130023"/>
                  </a:cubicBezTo>
                  <a:cubicBezTo>
                    <a:pt x="202189" y="130023"/>
                    <a:pt x="197502" y="134710"/>
                    <a:pt x="197502" y="140438"/>
                  </a:cubicBezTo>
                  <a:cubicBezTo>
                    <a:pt x="197502" y="146167"/>
                    <a:pt x="202189" y="150853"/>
                    <a:pt x="207917" y="150853"/>
                  </a:cubicBezTo>
                  <a:close/>
                  <a:moveTo>
                    <a:pt x="10029" y="218552"/>
                  </a:moveTo>
                  <a:lnTo>
                    <a:pt x="223540" y="218552"/>
                  </a:lnTo>
                  <a:cubicBezTo>
                    <a:pt x="226664" y="218552"/>
                    <a:pt x="228747" y="220635"/>
                    <a:pt x="228747" y="223760"/>
                  </a:cubicBezTo>
                  <a:cubicBezTo>
                    <a:pt x="228747" y="226884"/>
                    <a:pt x="226664" y="228967"/>
                    <a:pt x="223540" y="228967"/>
                  </a:cubicBezTo>
                  <a:lnTo>
                    <a:pt x="4821" y="228967"/>
                  </a:lnTo>
                  <a:cubicBezTo>
                    <a:pt x="1697" y="228967"/>
                    <a:pt x="-386" y="226884"/>
                    <a:pt x="-386" y="223760"/>
                  </a:cubicBezTo>
                  <a:lnTo>
                    <a:pt x="-386" y="5041"/>
                  </a:lnTo>
                  <a:cubicBezTo>
                    <a:pt x="-386" y="1917"/>
                    <a:pt x="1697" y="-166"/>
                    <a:pt x="4821" y="-166"/>
                  </a:cubicBezTo>
                  <a:cubicBezTo>
                    <a:pt x="7946" y="-166"/>
                    <a:pt x="10029" y="1917"/>
                    <a:pt x="10029" y="5041"/>
                  </a:cubicBezTo>
                  <a:lnTo>
                    <a:pt x="10029" y="218552"/>
                  </a:lnTo>
                  <a:close/>
                </a:path>
              </a:pathLst>
            </a:custGeom>
            <a:solidFill>
              <a:srgbClr val="2C2C2C"/>
            </a:solidFill>
            <a:ln w="2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5" name="图形 93">
              <a:extLst>
                <a:ext uri="{FF2B5EF4-FFF2-40B4-BE49-F238E27FC236}">
                  <a16:creationId xmlns:a16="http://schemas.microsoft.com/office/drawing/2014/main" id="{36F54F9B-9A73-A06B-E5F4-8A581E36A6A4}"/>
                </a:ext>
              </a:extLst>
            </p:cNvPr>
            <p:cNvGrpSpPr/>
            <p:nvPr/>
          </p:nvGrpSpPr>
          <p:grpSpPr>
            <a:xfrm>
              <a:off x="615536" y="3119669"/>
              <a:ext cx="343700" cy="146853"/>
              <a:chOff x="615536" y="3119669"/>
              <a:chExt cx="343700" cy="146853"/>
            </a:xfrm>
            <a:noFill/>
          </p:grpSpPr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E658AAED-818F-99F4-DF68-5FD27234F099}"/>
                  </a:ext>
                </a:extLst>
              </p:cNvPr>
              <p:cNvSpPr/>
              <p:nvPr/>
            </p:nvSpPr>
            <p:spPr>
              <a:xfrm>
                <a:off x="615536" y="3119669"/>
                <a:ext cx="343700" cy="124982"/>
              </a:xfrm>
              <a:custGeom>
                <a:avLst/>
                <a:gdLst>
                  <a:gd name="connsiteX0" fmla="*/ 0 w 343700"/>
                  <a:gd name="connsiteY0" fmla="*/ 0 h 124982"/>
                  <a:gd name="connsiteX1" fmla="*/ 343701 w 343700"/>
                  <a:gd name="connsiteY1" fmla="*/ 0 h 124982"/>
                  <a:gd name="connsiteX2" fmla="*/ 343701 w 343700"/>
                  <a:gd name="connsiteY2" fmla="*/ 124982 h 124982"/>
                  <a:gd name="connsiteX3" fmla="*/ 0 w 343700"/>
                  <a:gd name="connsiteY3" fmla="*/ 124982 h 124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3700" h="124982">
                    <a:moveTo>
                      <a:pt x="0" y="0"/>
                    </a:moveTo>
                    <a:lnTo>
                      <a:pt x="343701" y="0"/>
                    </a:lnTo>
                    <a:lnTo>
                      <a:pt x="343701" y="124982"/>
                    </a:lnTo>
                    <a:lnTo>
                      <a:pt x="0" y="124982"/>
                    </a:lnTo>
                    <a:close/>
                  </a:path>
                </a:pathLst>
              </a:custGeom>
              <a:noFill/>
              <a:ln w="62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6F2F75E1-D02F-FC8F-A530-28B314E76D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1785" y="3122793"/>
                <a:ext cx="331202" cy="143729"/>
              </a:xfrm>
              <a:custGeom>
                <a:avLst/>
                <a:gdLst>
                  <a:gd name="connsiteX0" fmla="*/ -1 w 331202"/>
                  <a:gd name="connsiteY0" fmla="*/ -1 h 143729"/>
                  <a:gd name="connsiteX1" fmla="*/ 331202 w 331202"/>
                  <a:gd name="connsiteY1" fmla="*/ -1 h 143729"/>
                  <a:gd name="connsiteX2" fmla="*/ 331202 w 331202"/>
                  <a:gd name="connsiteY2" fmla="*/ 143729 h 143729"/>
                  <a:gd name="connsiteX3" fmla="*/ -1 w 331202"/>
                  <a:gd name="connsiteY3" fmla="*/ 143729 h 143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1202" h="143729">
                    <a:moveTo>
                      <a:pt x="-1" y="-1"/>
                    </a:moveTo>
                    <a:lnTo>
                      <a:pt x="331202" y="-1"/>
                    </a:lnTo>
                    <a:lnTo>
                      <a:pt x="331202" y="143729"/>
                    </a:lnTo>
                    <a:lnTo>
                      <a:pt x="-1" y="143729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8" name="图形 93">
            <a:extLst>
              <a:ext uri="{FF2B5EF4-FFF2-40B4-BE49-F238E27FC236}">
                <a16:creationId xmlns:a16="http://schemas.microsoft.com/office/drawing/2014/main" id="{583A03F6-E3AD-BEAA-4922-1C3C6D319E75}"/>
              </a:ext>
            </a:extLst>
          </p:cNvPr>
          <p:cNvGrpSpPr/>
          <p:nvPr/>
        </p:nvGrpSpPr>
        <p:grpSpPr>
          <a:xfrm>
            <a:off x="18860" y="3326088"/>
            <a:ext cx="258566" cy="205823"/>
            <a:chOff x="18860" y="3326088"/>
            <a:chExt cx="258566" cy="205823"/>
          </a:xfrm>
        </p:grpSpPr>
        <p:grpSp>
          <p:nvGrpSpPr>
            <p:cNvPr id="29" name="图形 93">
              <a:extLst>
                <a:ext uri="{FF2B5EF4-FFF2-40B4-BE49-F238E27FC236}">
                  <a16:creationId xmlns:a16="http://schemas.microsoft.com/office/drawing/2014/main" id="{0BAF8469-FDC0-0542-A8E4-1A72C1F955FD}"/>
                </a:ext>
              </a:extLst>
            </p:cNvPr>
            <p:cNvGrpSpPr/>
            <p:nvPr/>
          </p:nvGrpSpPr>
          <p:grpSpPr>
            <a:xfrm>
              <a:off x="18860" y="3326088"/>
              <a:ext cx="258566" cy="205823"/>
              <a:chOff x="18860" y="3326088"/>
              <a:chExt cx="258566" cy="205823"/>
            </a:xfrm>
            <a:solidFill>
              <a:srgbClr val="2C2C2C"/>
            </a:solidFill>
          </p:grpSpPr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7B203708-4A19-9843-E72B-CD15A9825789}"/>
                  </a:ext>
                </a:extLst>
              </p:cNvPr>
              <p:cNvSpPr/>
              <p:nvPr/>
            </p:nvSpPr>
            <p:spPr>
              <a:xfrm>
                <a:off x="18860" y="3326088"/>
                <a:ext cx="258566" cy="205823"/>
              </a:xfrm>
              <a:custGeom>
                <a:avLst/>
                <a:gdLst>
                  <a:gd name="connsiteX0" fmla="*/ 241246 w 258566"/>
                  <a:gd name="connsiteY0" fmla="*/ 154211 h 205823"/>
                  <a:gd name="connsiteX1" fmla="*/ 241246 w 258566"/>
                  <a:gd name="connsiteY1" fmla="*/ 25571 h 205823"/>
                  <a:gd name="connsiteX2" fmla="*/ 218091 w 258566"/>
                  <a:gd name="connsiteY2" fmla="*/ -157 h 205823"/>
                  <a:gd name="connsiteX3" fmla="*/ 36709 w 258566"/>
                  <a:gd name="connsiteY3" fmla="*/ -157 h 205823"/>
                  <a:gd name="connsiteX4" fmla="*/ 14840 w 258566"/>
                  <a:gd name="connsiteY4" fmla="*/ 25571 h 205823"/>
                  <a:gd name="connsiteX5" fmla="*/ 14840 w 258566"/>
                  <a:gd name="connsiteY5" fmla="*/ 154211 h 205823"/>
                  <a:gd name="connsiteX6" fmla="*/ -596 w 258566"/>
                  <a:gd name="connsiteY6" fmla="*/ 154211 h 205823"/>
                  <a:gd name="connsiteX7" fmla="*/ -596 w 258566"/>
                  <a:gd name="connsiteY7" fmla="*/ 179939 h 205823"/>
                  <a:gd name="connsiteX8" fmla="*/ 22559 w 258566"/>
                  <a:gd name="connsiteY8" fmla="*/ 205667 h 205823"/>
                  <a:gd name="connsiteX9" fmla="*/ 234813 w 258566"/>
                  <a:gd name="connsiteY9" fmla="*/ 205667 h 205823"/>
                  <a:gd name="connsiteX10" fmla="*/ 257970 w 258566"/>
                  <a:gd name="connsiteY10" fmla="*/ 179939 h 205823"/>
                  <a:gd name="connsiteX11" fmla="*/ 257970 w 258566"/>
                  <a:gd name="connsiteY11" fmla="*/ 154211 h 205823"/>
                  <a:gd name="connsiteX12" fmla="*/ 241246 w 258566"/>
                  <a:gd name="connsiteY12" fmla="*/ 154211 h 205823"/>
                  <a:gd name="connsiteX13" fmla="*/ 30277 w 258566"/>
                  <a:gd name="connsiteY13" fmla="*/ 25571 h 205823"/>
                  <a:gd name="connsiteX14" fmla="*/ 37995 w 258566"/>
                  <a:gd name="connsiteY14" fmla="*/ 16567 h 205823"/>
                  <a:gd name="connsiteX15" fmla="*/ 219377 w 258566"/>
                  <a:gd name="connsiteY15" fmla="*/ 16567 h 205823"/>
                  <a:gd name="connsiteX16" fmla="*/ 227095 w 258566"/>
                  <a:gd name="connsiteY16" fmla="*/ 25571 h 205823"/>
                  <a:gd name="connsiteX17" fmla="*/ 227095 w 258566"/>
                  <a:gd name="connsiteY17" fmla="*/ 154211 h 205823"/>
                  <a:gd name="connsiteX18" fmla="*/ 30277 w 258566"/>
                  <a:gd name="connsiteY18" fmla="*/ 154211 h 205823"/>
                  <a:gd name="connsiteX19" fmla="*/ 30277 w 258566"/>
                  <a:gd name="connsiteY19" fmla="*/ 25571 h 205823"/>
                  <a:gd name="connsiteX20" fmla="*/ 241246 w 258566"/>
                  <a:gd name="connsiteY20" fmla="*/ 179939 h 205823"/>
                  <a:gd name="connsiteX21" fmla="*/ 233527 w 258566"/>
                  <a:gd name="connsiteY21" fmla="*/ 188943 h 205823"/>
                  <a:gd name="connsiteX22" fmla="*/ 22559 w 258566"/>
                  <a:gd name="connsiteY22" fmla="*/ 188943 h 205823"/>
                  <a:gd name="connsiteX23" fmla="*/ 14840 w 258566"/>
                  <a:gd name="connsiteY23" fmla="*/ 179939 h 205823"/>
                  <a:gd name="connsiteX24" fmla="*/ 14840 w 258566"/>
                  <a:gd name="connsiteY24" fmla="*/ 170934 h 205823"/>
                  <a:gd name="connsiteX25" fmla="*/ 241246 w 258566"/>
                  <a:gd name="connsiteY25" fmla="*/ 170934 h 205823"/>
                  <a:gd name="connsiteX26" fmla="*/ 241246 w 258566"/>
                  <a:gd name="connsiteY26" fmla="*/ 179939 h 205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58566" h="205823">
                    <a:moveTo>
                      <a:pt x="241246" y="154211"/>
                    </a:moveTo>
                    <a:lnTo>
                      <a:pt x="241246" y="25571"/>
                    </a:lnTo>
                    <a:cubicBezTo>
                      <a:pt x="241246" y="11421"/>
                      <a:pt x="230954" y="-157"/>
                      <a:pt x="218091" y="-157"/>
                    </a:cubicBezTo>
                    <a:lnTo>
                      <a:pt x="36709" y="-157"/>
                    </a:lnTo>
                    <a:cubicBezTo>
                      <a:pt x="25132" y="-157"/>
                      <a:pt x="14840" y="11421"/>
                      <a:pt x="14840" y="25571"/>
                    </a:cubicBezTo>
                    <a:lnTo>
                      <a:pt x="14840" y="154211"/>
                    </a:lnTo>
                    <a:lnTo>
                      <a:pt x="-596" y="154211"/>
                    </a:lnTo>
                    <a:lnTo>
                      <a:pt x="-596" y="179939"/>
                    </a:lnTo>
                    <a:cubicBezTo>
                      <a:pt x="-596" y="194089"/>
                      <a:pt x="9695" y="205667"/>
                      <a:pt x="22559" y="205667"/>
                    </a:cubicBezTo>
                    <a:lnTo>
                      <a:pt x="234813" y="205667"/>
                    </a:lnTo>
                    <a:cubicBezTo>
                      <a:pt x="247678" y="205667"/>
                      <a:pt x="257970" y="194089"/>
                      <a:pt x="257970" y="179939"/>
                    </a:cubicBezTo>
                    <a:lnTo>
                      <a:pt x="257970" y="154211"/>
                    </a:lnTo>
                    <a:lnTo>
                      <a:pt x="241246" y="154211"/>
                    </a:lnTo>
                    <a:close/>
                    <a:moveTo>
                      <a:pt x="30277" y="25571"/>
                    </a:moveTo>
                    <a:cubicBezTo>
                      <a:pt x="30277" y="20426"/>
                      <a:pt x="34136" y="16567"/>
                      <a:pt x="37995" y="16567"/>
                    </a:cubicBezTo>
                    <a:lnTo>
                      <a:pt x="219377" y="16567"/>
                    </a:lnTo>
                    <a:cubicBezTo>
                      <a:pt x="223236" y="16567"/>
                      <a:pt x="227095" y="20426"/>
                      <a:pt x="227095" y="25571"/>
                    </a:cubicBezTo>
                    <a:lnTo>
                      <a:pt x="227095" y="154211"/>
                    </a:lnTo>
                    <a:lnTo>
                      <a:pt x="30277" y="154211"/>
                    </a:lnTo>
                    <a:lnTo>
                      <a:pt x="30277" y="25571"/>
                    </a:lnTo>
                    <a:close/>
                    <a:moveTo>
                      <a:pt x="241246" y="179939"/>
                    </a:moveTo>
                    <a:cubicBezTo>
                      <a:pt x="241246" y="185084"/>
                      <a:pt x="237386" y="188943"/>
                      <a:pt x="233527" y="188943"/>
                    </a:cubicBezTo>
                    <a:lnTo>
                      <a:pt x="22559" y="188943"/>
                    </a:lnTo>
                    <a:cubicBezTo>
                      <a:pt x="18700" y="188943"/>
                      <a:pt x="14840" y="185084"/>
                      <a:pt x="14840" y="179939"/>
                    </a:cubicBezTo>
                    <a:lnTo>
                      <a:pt x="14840" y="170934"/>
                    </a:lnTo>
                    <a:lnTo>
                      <a:pt x="241246" y="170934"/>
                    </a:lnTo>
                    <a:lnTo>
                      <a:pt x="241246" y="179939"/>
                    </a:lnTo>
                    <a:close/>
                  </a:path>
                </a:pathLst>
              </a:custGeom>
              <a:solidFill>
                <a:srgbClr val="2C2C2C"/>
              </a:solidFill>
              <a:ln w="2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629EAEA5-A019-9A13-6213-200BDFF8EE3B}"/>
                  </a:ext>
                </a:extLst>
              </p:cNvPr>
              <p:cNvSpPr/>
              <p:nvPr/>
            </p:nvSpPr>
            <p:spPr>
              <a:xfrm>
                <a:off x="63884" y="3360821"/>
                <a:ext cx="15436" cy="102911"/>
              </a:xfrm>
              <a:custGeom>
                <a:avLst/>
                <a:gdLst>
                  <a:gd name="connsiteX0" fmla="*/ -295 w 15436"/>
                  <a:gd name="connsiteY0" fmla="*/ -91 h 102911"/>
                  <a:gd name="connsiteX1" fmla="*/ 15142 w 15436"/>
                  <a:gd name="connsiteY1" fmla="*/ -91 h 102911"/>
                  <a:gd name="connsiteX2" fmla="*/ 15142 w 15436"/>
                  <a:gd name="connsiteY2" fmla="*/ 102821 h 102911"/>
                  <a:gd name="connsiteX3" fmla="*/ -295 w 15436"/>
                  <a:gd name="connsiteY3" fmla="*/ 102821 h 102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436" h="102911">
                    <a:moveTo>
                      <a:pt x="-295" y="-91"/>
                    </a:moveTo>
                    <a:lnTo>
                      <a:pt x="15142" y="-91"/>
                    </a:lnTo>
                    <a:lnTo>
                      <a:pt x="15142" y="102821"/>
                    </a:lnTo>
                    <a:lnTo>
                      <a:pt x="-295" y="102821"/>
                    </a:lnTo>
                    <a:close/>
                  </a:path>
                </a:pathLst>
              </a:custGeom>
              <a:solidFill>
                <a:srgbClr val="2C2C2C"/>
              </a:solidFill>
              <a:ln w="2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2" name="图形 93">
              <a:extLst>
                <a:ext uri="{FF2B5EF4-FFF2-40B4-BE49-F238E27FC236}">
                  <a16:creationId xmlns:a16="http://schemas.microsoft.com/office/drawing/2014/main" id="{F2EDBF94-3726-0972-159D-237E689F46C1}"/>
                </a:ext>
              </a:extLst>
            </p:cNvPr>
            <p:cNvGrpSpPr/>
            <p:nvPr/>
          </p:nvGrpSpPr>
          <p:grpSpPr>
            <a:xfrm>
              <a:off x="107250" y="3357135"/>
              <a:ext cx="92955" cy="102914"/>
              <a:chOff x="107250" y="3357135"/>
              <a:chExt cx="92955" cy="102914"/>
            </a:xfrm>
            <a:solidFill>
              <a:srgbClr val="000000"/>
            </a:solidFill>
          </p:grpSpPr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3C8334F5-6D0C-4288-C1DB-CB8F178CB22C}"/>
                  </a:ext>
                </a:extLst>
              </p:cNvPr>
              <p:cNvSpPr/>
              <p:nvPr/>
            </p:nvSpPr>
            <p:spPr>
              <a:xfrm>
                <a:off x="143768" y="3433491"/>
                <a:ext cx="19919" cy="26558"/>
              </a:xfrm>
              <a:custGeom>
                <a:avLst/>
                <a:gdLst>
                  <a:gd name="connsiteX0" fmla="*/ 12792 w 19919"/>
                  <a:gd name="connsiteY0" fmla="*/ 6705 h 26558"/>
                  <a:gd name="connsiteX1" fmla="*/ 12792 w 19919"/>
                  <a:gd name="connsiteY1" fmla="*/ 2814 h 26558"/>
                  <a:gd name="connsiteX2" fmla="*/ 9472 w 19919"/>
                  <a:gd name="connsiteY2" fmla="*/ -506 h 26558"/>
                  <a:gd name="connsiteX3" fmla="*/ 6152 w 19919"/>
                  <a:gd name="connsiteY3" fmla="*/ 2814 h 26558"/>
                  <a:gd name="connsiteX4" fmla="*/ 6152 w 19919"/>
                  <a:gd name="connsiteY4" fmla="*/ 6705 h 26558"/>
                  <a:gd name="connsiteX5" fmla="*/ -487 w 19919"/>
                  <a:gd name="connsiteY5" fmla="*/ 16094 h 26558"/>
                  <a:gd name="connsiteX6" fmla="*/ 9472 w 19919"/>
                  <a:gd name="connsiteY6" fmla="*/ 26053 h 26558"/>
                  <a:gd name="connsiteX7" fmla="*/ 19432 w 19919"/>
                  <a:gd name="connsiteY7" fmla="*/ 16094 h 26558"/>
                  <a:gd name="connsiteX8" fmla="*/ 12792 w 19919"/>
                  <a:gd name="connsiteY8" fmla="*/ 6705 h 26558"/>
                  <a:gd name="connsiteX9" fmla="*/ 9472 w 19919"/>
                  <a:gd name="connsiteY9" fmla="*/ 19413 h 26558"/>
                  <a:gd name="connsiteX10" fmla="*/ 6152 w 19919"/>
                  <a:gd name="connsiteY10" fmla="*/ 16094 h 26558"/>
                  <a:gd name="connsiteX11" fmla="*/ 9472 w 19919"/>
                  <a:gd name="connsiteY11" fmla="*/ 12774 h 26558"/>
                  <a:gd name="connsiteX12" fmla="*/ 12792 w 19919"/>
                  <a:gd name="connsiteY12" fmla="*/ 16094 h 26558"/>
                  <a:gd name="connsiteX13" fmla="*/ 9472 w 19919"/>
                  <a:gd name="connsiteY13" fmla="*/ 19413 h 2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19" h="26558">
                    <a:moveTo>
                      <a:pt x="12792" y="6705"/>
                    </a:moveTo>
                    <a:lnTo>
                      <a:pt x="12792" y="2814"/>
                    </a:lnTo>
                    <a:cubicBezTo>
                      <a:pt x="12792" y="978"/>
                      <a:pt x="11308" y="-506"/>
                      <a:pt x="9472" y="-506"/>
                    </a:cubicBezTo>
                    <a:cubicBezTo>
                      <a:pt x="7636" y="-506"/>
                      <a:pt x="6152" y="978"/>
                      <a:pt x="6152" y="2814"/>
                    </a:cubicBezTo>
                    <a:lnTo>
                      <a:pt x="6152" y="6705"/>
                    </a:lnTo>
                    <a:cubicBezTo>
                      <a:pt x="2293" y="8074"/>
                      <a:pt x="-487" y="11767"/>
                      <a:pt x="-487" y="16094"/>
                    </a:cubicBezTo>
                    <a:cubicBezTo>
                      <a:pt x="-487" y="21582"/>
                      <a:pt x="3984" y="26053"/>
                      <a:pt x="9472" y="26053"/>
                    </a:cubicBezTo>
                    <a:cubicBezTo>
                      <a:pt x="14960" y="26053"/>
                      <a:pt x="19432" y="21582"/>
                      <a:pt x="19432" y="16094"/>
                    </a:cubicBezTo>
                    <a:cubicBezTo>
                      <a:pt x="19432" y="11767"/>
                      <a:pt x="16651" y="8074"/>
                      <a:pt x="12792" y="6705"/>
                    </a:cubicBezTo>
                    <a:close/>
                    <a:moveTo>
                      <a:pt x="9472" y="19413"/>
                    </a:moveTo>
                    <a:cubicBezTo>
                      <a:pt x="7646" y="19413"/>
                      <a:pt x="6152" y="17919"/>
                      <a:pt x="6152" y="16094"/>
                    </a:cubicBezTo>
                    <a:cubicBezTo>
                      <a:pt x="6152" y="14268"/>
                      <a:pt x="7646" y="12774"/>
                      <a:pt x="9472" y="12774"/>
                    </a:cubicBezTo>
                    <a:cubicBezTo>
                      <a:pt x="11298" y="12774"/>
                      <a:pt x="12792" y="14268"/>
                      <a:pt x="12792" y="16094"/>
                    </a:cubicBezTo>
                    <a:cubicBezTo>
                      <a:pt x="12792" y="17919"/>
                      <a:pt x="11298" y="19413"/>
                      <a:pt x="9472" y="1941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13C72A03-1BF6-7BC5-DED8-70864F3EFF9D}"/>
                  </a:ext>
                </a:extLst>
              </p:cNvPr>
              <p:cNvSpPr/>
              <p:nvPr/>
            </p:nvSpPr>
            <p:spPr>
              <a:xfrm>
                <a:off x="107250" y="3357135"/>
                <a:ext cx="92955" cy="89645"/>
              </a:xfrm>
              <a:custGeom>
                <a:avLst/>
                <a:gdLst>
                  <a:gd name="connsiteX0" fmla="*/ 79189 w 92955"/>
                  <a:gd name="connsiteY0" fmla="*/ 62996 h 89645"/>
                  <a:gd name="connsiteX1" fmla="*/ 71024 w 92955"/>
                  <a:gd name="connsiteY1" fmla="*/ 65807 h 89645"/>
                  <a:gd name="connsiteX2" fmla="*/ 64374 w 92955"/>
                  <a:gd name="connsiteY2" fmla="*/ 60693 h 89645"/>
                  <a:gd name="connsiteX3" fmla="*/ 65909 w 92955"/>
                  <a:gd name="connsiteY3" fmla="*/ 53036 h 89645"/>
                  <a:gd name="connsiteX4" fmla="*/ 49310 w 92955"/>
                  <a:gd name="connsiteY4" fmla="*/ 33398 h 89645"/>
                  <a:gd name="connsiteX5" fmla="*/ 49310 w 92955"/>
                  <a:gd name="connsiteY5" fmla="*/ 26063 h 89645"/>
                  <a:gd name="connsiteX6" fmla="*/ 59270 w 92955"/>
                  <a:gd name="connsiteY6" fmla="*/ 13198 h 89645"/>
                  <a:gd name="connsiteX7" fmla="*/ 45990 w 92955"/>
                  <a:gd name="connsiteY7" fmla="*/ -81 h 89645"/>
                  <a:gd name="connsiteX8" fmla="*/ 32711 w 92955"/>
                  <a:gd name="connsiteY8" fmla="*/ 13198 h 89645"/>
                  <a:gd name="connsiteX9" fmla="*/ 42670 w 92955"/>
                  <a:gd name="connsiteY9" fmla="*/ 26063 h 89645"/>
                  <a:gd name="connsiteX10" fmla="*/ 42670 w 92955"/>
                  <a:gd name="connsiteY10" fmla="*/ 33398 h 89645"/>
                  <a:gd name="connsiteX11" fmla="*/ 26071 w 92955"/>
                  <a:gd name="connsiteY11" fmla="*/ 53036 h 89645"/>
                  <a:gd name="connsiteX12" fmla="*/ 27544 w 92955"/>
                  <a:gd name="connsiteY12" fmla="*/ 60548 h 89645"/>
                  <a:gd name="connsiteX13" fmla="*/ 20884 w 92955"/>
                  <a:gd name="connsiteY13" fmla="*/ 65756 h 89645"/>
                  <a:gd name="connsiteX14" fmla="*/ 12792 w 92955"/>
                  <a:gd name="connsiteY14" fmla="*/ 62996 h 89645"/>
                  <a:gd name="connsiteX15" fmla="*/ -487 w 92955"/>
                  <a:gd name="connsiteY15" fmla="*/ 76275 h 89645"/>
                  <a:gd name="connsiteX16" fmla="*/ 12792 w 92955"/>
                  <a:gd name="connsiteY16" fmla="*/ 89555 h 89645"/>
                  <a:gd name="connsiteX17" fmla="*/ 26071 w 92955"/>
                  <a:gd name="connsiteY17" fmla="*/ 76275 h 89645"/>
                  <a:gd name="connsiteX18" fmla="*/ 24972 w 92955"/>
                  <a:gd name="connsiteY18" fmla="*/ 70984 h 89645"/>
                  <a:gd name="connsiteX19" fmla="*/ 31072 w 92955"/>
                  <a:gd name="connsiteY19" fmla="*/ 66222 h 89645"/>
                  <a:gd name="connsiteX20" fmla="*/ 45990 w 92955"/>
                  <a:gd name="connsiteY20" fmla="*/ 72966 h 89645"/>
                  <a:gd name="connsiteX21" fmla="*/ 60815 w 92955"/>
                  <a:gd name="connsiteY21" fmla="*/ 66337 h 89645"/>
                  <a:gd name="connsiteX22" fmla="*/ 66978 w 92955"/>
                  <a:gd name="connsiteY22" fmla="*/ 71078 h 89645"/>
                  <a:gd name="connsiteX23" fmla="*/ 65909 w 92955"/>
                  <a:gd name="connsiteY23" fmla="*/ 76286 h 89645"/>
                  <a:gd name="connsiteX24" fmla="*/ 79189 w 92955"/>
                  <a:gd name="connsiteY24" fmla="*/ 89565 h 89645"/>
                  <a:gd name="connsiteX25" fmla="*/ 92468 w 92955"/>
                  <a:gd name="connsiteY25" fmla="*/ 76286 h 89645"/>
                  <a:gd name="connsiteX26" fmla="*/ 79189 w 92955"/>
                  <a:gd name="connsiteY26" fmla="*/ 62996 h 89645"/>
                  <a:gd name="connsiteX27" fmla="*/ 12792 w 92955"/>
                  <a:gd name="connsiteY27" fmla="*/ 82915 h 89645"/>
                  <a:gd name="connsiteX28" fmla="*/ 6152 w 92955"/>
                  <a:gd name="connsiteY28" fmla="*/ 76275 h 89645"/>
                  <a:gd name="connsiteX29" fmla="*/ 12792 w 92955"/>
                  <a:gd name="connsiteY29" fmla="*/ 69636 h 89645"/>
                  <a:gd name="connsiteX30" fmla="*/ 19432 w 92955"/>
                  <a:gd name="connsiteY30" fmla="*/ 76275 h 89645"/>
                  <a:gd name="connsiteX31" fmla="*/ 12792 w 92955"/>
                  <a:gd name="connsiteY31" fmla="*/ 82915 h 89645"/>
                  <a:gd name="connsiteX32" fmla="*/ 39351 w 92955"/>
                  <a:gd name="connsiteY32" fmla="*/ 13198 h 89645"/>
                  <a:gd name="connsiteX33" fmla="*/ 45990 w 92955"/>
                  <a:gd name="connsiteY33" fmla="*/ 6559 h 89645"/>
                  <a:gd name="connsiteX34" fmla="*/ 52630 w 92955"/>
                  <a:gd name="connsiteY34" fmla="*/ 13198 h 89645"/>
                  <a:gd name="connsiteX35" fmla="*/ 45990 w 92955"/>
                  <a:gd name="connsiteY35" fmla="*/ 19838 h 89645"/>
                  <a:gd name="connsiteX36" fmla="*/ 39351 w 92955"/>
                  <a:gd name="connsiteY36" fmla="*/ 13198 h 89645"/>
                  <a:gd name="connsiteX37" fmla="*/ 45990 w 92955"/>
                  <a:gd name="connsiteY37" fmla="*/ 66316 h 89645"/>
                  <a:gd name="connsiteX38" fmla="*/ 32711 w 92955"/>
                  <a:gd name="connsiteY38" fmla="*/ 53036 h 89645"/>
                  <a:gd name="connsiteX39" fmla="*/ 45990 w 92955"/>
                  <a:gd name="connsiteY39" fmla="*/ 39757 h 89645"/>
                  <a:gd name="connsiteX40" fmla="*/ 59270 w 92955"/>
                  <a:gd name="connsiteY40" fmla="*/ 53036 h 89645"/>
                  <a:gd name="connsiteX41" fmla="*/ 45990 w 92955"/>
                  <a:gd name="connsiteY41" fmla="*/ 66316 h 89645"/>
                  <a:gd name="connsiteX42" fmla="*/ 79189 w 92955"/>
                  <a:gd name="connsiteY42" fmla="*/ 82915 h 89645"/>
                  <a:gd name="connsiteX43" fmla="*/ 72549 w 92955"/>
                  <a:gd name="connsiteY43" fmla="*/ 76275 h 89645"/>
                  <a:gd name="connsiteX44" fmla="*/ 79189 w 92955"/>
                  <a:gd name="connsiteY44" fmla="*/ 69636 h 89645"/>
                  <a:gd name="connsiteX45" fmla="*/ 85828 w 92955"/>
                  <a:gd name="connsiteY45" fmla="*/ 76275 h 89645"/>
                  <a:gd name="connsiteX46" fmla="*/ 79189 w 92955"/>
                  <a:gd name="connsiteY46" fmla="*/ 82915 h 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92955" h="89645">
                    <a:moveTo>
                      <a:pt x="79189" y="62996"/>
                    </a:moveTo>
                    <a:cubicBezTo>
                      <a:pt x="76118" y="62996"/>
                      <a:pt x="73275" y="64044"/>
                      <a:pt x="71024" y="65807"/>
                    </a:cubicBezTo>
                    <a:lnTo>
                      <a:pt x="64374" y="60693"/>
                    </a:lnTo>
                    <a:cubicBezTo>
                      <a:pt x="65359" y="58338"/>
                      <a:pt x="65909" y="55744"/>
                      <a:pt x="65909" y="53036"/>
                    </a:cubicBezTo>
                    <a:cubicBezTo>
                      <a:pt x="65909" y="43181"/>
                      <a:pt x="58720" y="34985"/>
                      <a:pt x="49310" y="33398"/>
                    </a:cubicBezTo>
                    <a:lnTo>
                      <a:pt x="49310" y="26063"/>
                    </a:lnTo>
                    <a:cubicBezTo>
                      <a:pt x="55026" y="24590"/>
                      <a:pt x="59270" y="19382"/>
                      <a:pt x="59270" y="13198"/>
                    </a:cubicBezTo>
                    <a:cubicBezTo>
                      <a:pt x="59270" y="5874"/>
                      <a:pt x="53315" y="-81"/>
                      <a:pt x="45990" y="-81"/>
                    </a:cubicBezTo>
                    <a:cubicBezTo>
                      <a:pt x="38666" y="-81"/>
                      <a:pt x="32711" y="5874"/>
                      <a:pt x="32711" y="13198"/>
                    </a:cubicBezTo>
                    <a:cubicBezTo>
                      <a:pt x="32711" y="19371"/>
                      <a:pt x="36954" y="24579"/>
                      <a:pt x="42670" y="26063"/>
                    </a:cubicBezTo>
                    <a:lnTo>
                      <a:pt x="42670" y="33398"/>
                    </a:lnTo>
                    <a:cubicBezTo>
                      <a:pt x="33261" y="34985"/>
                      <a:pt x="26071" y="43181"/>
                      <a:pt x="26071" y="53036"/>
                    </a:cubicBezTo>
                    <a:cubicBezTo>
                      <a:pt x="26071" y="55692"/>
                      <a:pt x="26590" y="58224"/>
                      <a:pt x="27544" y="60548"/>
                    </a:cubicBezTo>
                    <a:lnTo>
                      <a:pt x="20884" y="65756"/>
                    </a:lnTo>
                    <a:cubicBezTo>
                      <a:pt x="18633" y="64023"/>
                      <a:pt x="15832" y="62996"/>
                      <a:pt x="12792" y="62996"/>
                    </a:cubicBezTo>
                    <a:cubicBezTo>
                      <a:pt x="5468" y="62996"/>
                      <a:pt x="-487" y="68951"/>
                      <a:pt x="-487" y="76275"/>
                    </a:cubicBezTo>
                    <a:cubicBezTo>
                      <a:pt x="-487" y="83600"/>
                      <a:pt x="5468" y="89555"/>
                      <a:pt x="12792" y="89555"/>
                    </a:cubicBezTo>
                    <a:cubicBezTo>
                      <a:pt x="20116" y="89555"/>
                      <a:pt x="26071" y="83600"/>
                      <a:pt x="26071" y="76275"/>
                    </a:cubicBezTo>
                    <a:cubicBezTo>
                      <a:pt x="26071" y="74398"/>
                      <a:pt x="25677" y="72603"/>
                      <a:pt x="24972" y="70984"/>
                    </a:cubicBezTo>
                    <a:lnTo>
                      <a:pt x="31072" y="66222"/>
                    </a:lnTo>
                    <a:cubicBezTo>
                      <a:pt x="34724" y="70352"/>
                      <a:pt x="40056" y="72966"/>
                      <a:pt x="45990" y="72966"/>
                    </a:cubicBezTo>
                    <a:cubicBezTo>
                      <a:pt x="51873" y="72966"/>
                      <a:pt x="57164" y="70403"/>
                      <a:pt x="60815" y="66337"/>
                    </a:cubicBezTo>
                    <a:lnTo>
                      <a:pt x="66978" y="71078"/>
                    </a:lnTo>
                    <a:cubicBezTo>
                      <a:pt x="66293" y="72675"/>
                      <a:pt x="65909" y="74439"/>
                      <a:pt x="65909" y="76286"/>
                    </a:cubicBezTo>
                    <a:cubicBezTo>
                      <a:pt x="65909" y="83610"/>
                      <a:pt x="71864" y="89565"/>
                      <a:pt x="79189" y="89565"/>
                    </a:cubicBezTo>
                    <a:cubicBezTo>
                      <a:pt x="86513" y="89565"/>
                      <a:pt x="92468" y="83610"/>
                      <a:pt x="92468" y="76286"/>
                    </a:cubicBezTo>
                    <a:cubicBezTo>
                      <a:pt x="92468" y="68961"/>
                      <a:pt x="86513" y="62996"/>
                      <a:pt x="79189" y="62996"/>
                    </a:cubicBezTo>
                    <a:close/>
                    <a:moveTo>
                      <a:pt x="12792" y="82915"/>
                    </a:moveTo>
                    <a:cubicBezTo>
                      <a:pt x="9130" y="82915"/>
                      <a:pt x="6152" y="79938"/>
                      <a:pt x="6152" y="76275"/>
                    </a:cubicBezTo>
                    <a:cubicBezTo>
                      <a:pt x="6152" y="72613"/>
                      <a:pt x="9130" y="69636"/>
                      <a:pt x="12792" y="69636"/>
                    </a:cubicBezTo>
                    <a:cubicBezTo>
                      <a:pt x="16454" y="69636"/>
                      <a:pt x="19432" y="72613"/>
                      <a:pt x="19432" y="76275"/>
                    </a:cubicBezTo>
                    <a:cubicBezTo>
                      <a:pt x="19432" y="79938"/>
                      <a:pt x="16454" y="82915"/>
                      <a:pt x="12792" y="82915"/>
                    </a:cubicBezTo>
                    <a:close/>
                    <a:moveTo>
                      <a:pt x="39351" y="13198"/>
                    </a:moveTo>
                    <a:cubicBezTo>
                      <a:pt x="39351" y="9536"/>
                      <a:pt x="42328" y="6559"/>
                      <a:pt x="45990" y="6559"/>
                    </a:cubicBezTo>
                    <a:cubicBezTo>
                      <a:pt x="49652" y="6559"/>
                      <a:pt x="52630" y="9536"/>
                      <a:pt x="52630" y="13198"/>
                    </a:cubicBezTo>
                    <a:cubicBezTo>
                      <a:pt x="52630" y="16861"/>
                      <a:pt x="49652" y="19838"/>
                      <a:pt x="45990" y="19838"/>
                    </a:cubicBezTo>
                    <a:cubicBezTo>
                      <a:pt x="42328" y="19838"/>
                      <a:pt x="39351" y="16861"/>
                      <a:pt x="39351" y="13198"/>
                    </a:cubicBezTo>
                    <a:close/>
                    <a:moveTo>
                      <a:pt x="45990" y="66316"/>
                    </a:moveTo>
                    <a:cubicBezTo>
                      <a:pt x="38666" y="66316"/>
                      <a:pt x="32711" y="60361"/>
                      <a:pt x="32711" y="53036"/>
                    </a:cubicBezTo>
                    <a:cubicBezTo>
                      <a:pt x="32711" y="45712"/>
                      <a:pt x="38666" y="39757"/>
                      <a:pt x="45990" y="39757"/>
                    </a:cubicBezTo>
                    <a:cubicBezTo>
                      <a:pt x="53315" y="39757"/>
                      <a:pt x="59270" y="45712"/>
                      <a:pt x="59270" y="53036"/>
                    </a:cubicBezTo>
                    <a:cubicBezTo>
                      <a:pt x="59270" y="60361"/>
                      <a:pt x="53315" y="66316"/>
                      <a:pt x="45990" y="66316"/>
                    </a:cubicBezTo>
                    <a:close/>
                    <a:moveTo>
                      <a:pt x="79189" y="82915"/>
                    </a:moveTo>
                    <a:cubicBezTo>
                      <a:pt x="75526" y="82915"/>
                      <a:pt x="72549" y="79938"/>
                      <a:pt x="72549" y="76275"/>
                    </a:cubicBezTo>
                    <a:cubicBezTo>
                      <a:pt x="72549" y="72613"/>
                      <a:pt x="75526" y="69636"/>
                      <a:pt x="79189" y="69636"/>
                    </a:cubicBezTo>
                    <a:cubicBezTo>
                      <a:pt x="82851" y="69636"/>
                      <a:pt x="85828" y="72613"/>
                      <a:pt x="85828" y="76275"/>
                    </a:cubicBezTo>
                    <a:cubicBezTo>
                      <a:pt x="85828" y="79938"/>
                      <a:pt x="82851" y="82915"/>
                      <a:pt x="79189" y="8291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B87EBFF4-AEBD-B875-E598-F01C8429A19B}"/>
                  </a:ext>
                </a:extLst>
              </p:cNvPr>
              <p:cNvSpPr/>
              <p:nvPr/>
            </p:nvSpPr>
            <p:spPr>
              <a:xfrm>
                <a:off x="107260" y="3383683"/>
                <a:ext cx="92945" cy="19929"/>
              </a:xfrm>
              <a:custGeom>
                <a:avLst/>
                <a:gdLst>
                  <a:gd name="connsiteX0" fmla="*/ 9462 w 92945"/>
                  <a:gd name="connsiteY0" fmla="*/ 19927 h 19929"/>
                  <a:gd name="connsiteX1" fmla="*/ 16630 w 92945"/>
                  <a:gd name="connsiteY1" fmla="*/ 16877 h 19929"/>
                  <a:gd name="connsiteX2" fmla="*/ 19546 w 92945"/>
                  <a:gd name="connsiteY2" fmla="*/ 18205 h 19929"/>
                  <a:gd name="connsiteX3" fmla="*/ 20915 w 92945"/>
                  <a:gd name="connsiteY3" fmla="*/ 18506 h 19929"/>
                  <a:gd name="connsiteX4" fmla="*/ 23944 w 92945"/>
                  <a:gd name="connsiteY4" fmla="*/ 16556 h 19929"/>
                  <a:gd name="connsiteX5" fmla="*/ 22295 w 92945"/>
                  <a:gd name="connsiteY5" fmla="*/ 12157 h 19929"/>
                  <a:gd name="connsiteX6" fmla="*/ 19390 w 92945"/>
                  <a:gd name="connsiteY6" fmla="*/ 10839 h 19929"/>
                  <a:gd name="connsiteX7" fmla="*/ 19432 w 92945"/>
                  <a:gd name="connsiteY7" fmla="*/ 9978 h 19929"/>
                  <a:gd name="connsiteX8" fmla="*/ 9472 w 92945"/>
                  <a:gd name="connsiteY8" fmla="*/ 19 h 19929"/>
                  <a:gd name="connsiteX9" fmla="*/ -487 w 92945"/>
                  <a:gd name="connsiteY9" fmla="*/ 9978 h 19929"/>
                  <a:gd name="connsiteX10" fmla="*/ 9462 w 92945"/>
                  <a:gd name="connsiteY10" fmla="*/ 19927 h 19929"/>
                  <a:gd name="connsiteX11" fmla="*/ 9462 w 92945"/>
                  <a:gd name="connsiteY11" fmla="*/ 6648 h 19929"/>
                  <a:gd name="connsiteX12" fmla="*/ 12782 w 92945"/>
                  <a:gd name="connsiteY12" fmla="*/ 9968 h 19929"/>
                  <a:gd name="connsiteX13" fmla="*/ 9462 w 92945"/>
                  <a:gd name="connsiteY13" fmla="*/ 13288 h 19929"/>
                  <a:gd name="connsiteX14" fmla="*/ 6142 w 92945"/>
                  <a:gd name="connsiteY14" fmla="*/ 9968 h 19929"/>
                  <a:gd name="connsiteX15" fmla="*/ 9462 w 92945"/>
                  <a:gd name="connsiteY15" fmla="*/ 6648 h 19929"/>
                  <a:gd name="connsiteX16" fmla="*/ 71045 w 92945"/>
                  <a:gd name="connsiteY16" fmla="*/ 18496 h 19929"/>
                  <a:gd name="connsiteX17" fmla="*/ 72414 w 92945"/>
                  <a:gd name="connsiteY17" fmla="*/ 18195 h 19929"/>
                  <a:gd name="connsiteX18" fmla="*/ 75329 w 92945"/>
                  <a:gd name="connsiteY18" fmla="*/ 16867 h 19929"/>
                  <a:gd name="connsiteX19" fmla="*/ 82498 w 92945"/>
                  <a:gd name="connsiteY19" fmla="*/ 19917 h 19929"/>
                  <a:gd name="connsiteX20" fmla="*/ 92458 w 92945"/>
                  <a:gd name="connsiteY20" fmla="*/ 9957 h 19929"/>
                  <a:gd name="connsiteX21" fmla="*/ 82498 w 92945"/>
                  <a:gd name="connsiteY21" fmla="*/ -2 h 19929"/>
                  <a:gd name="connsiteX22" fmla="*/ 72539 w 92945"/>
                  <a:gd name="connsiteY22" fmla="*/ 9957 h 19929"/>
                  <a:gd name="connsiteX23" fmla="*/ 72580 w 92945"/>
                  <a:gd name="connsiteY23" fmla="*/ 10818 h 19929"/>
                  <a:gd name="connsiteX24" fmla="*/ 69675 w 92945"/>
                  <a:gd name="connsiteY24" fmla="*/ 12136 h 19929"/>
                  <a:gd name="connsiteX25" fmla="*/ 68026 w 92945"/>
                  <a:gd name="connsiteY25" fmla="*/ 16535 h 19929"/>
                  <a:gd name="connsiteX26" fmla="*/ 71045 w 92945"/>
                  <a:gd name="connsiteY26" fmla="*/ 18496 h 19929"/>
                  <a:gd name="connsiteX27" fmla="*/ 82498 w 92945"/>
                  <a:gd name="connsiteY27" fmla="*/ 6648 h 19929"/>
                  <a:gd name="connsiteX28" fmla="*/ 85818 w 92945"/>
                  <a:gd name="connsiteY28" fmla="*/ 9968 h 19929"/>
                  <a:gd name="connsiteX29" fmla="*/ 82498 w 92945"/>
                  <a:gd name="connsiteY29" fmla="*/ 13288 h 19929"/>
                  <a:gd name="connsiteX30" fmla="*/ 79178 w 92945"/>
                  <a:gd name="connsiteY30" fmla="*/ 9968 h 19929"/>
                  <a:gd name="connsiteX31" fmla="*/ 82498 w 92945"/>
                  <a:gd name="connsiteY31" fmla="*/ 6648 h 19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2945" h="19929">
                    <a:moveTo>
                      <a:pt x="9462" y="19927"/>
                    </a:moveTo>
                    <a:cubicBezTo>
                      <a:pt x="12273" y="19927"/>
                      <a:pt x="14815" y="18755"/>
                      <a:pt x="16630" y="16877"/>
                    </a:cubicBezTo>
                    <a:lnTo>
                      <a:pt x="19546" y="18205"/>
                    </a:lnTo>
                    <a:cubicBezTo>
                      <a:pt x="19992" y="18413"/>
                      <a:pt x="20459" y="18506"/>
                      <a:pt x="20915" y="18506"/>
                    </a:cubicBezTo>
                    <a:cubicBezTo>
                      <a:pt x="22181" y="18506"/>
                      <a:pt x="23384" y="17780"/>
                      <a:pt x="23944" y="16556"/>
                    </a:cubicBezTo>
                    <a:cubicBezTo>
                      <a:pt x="24702" y="14885"/>
                      <a:pt x="23965" y="12914"/>
                      <a:pt x="22295" y="12157"/>
                    </a:cubicBezTo>
                    <a:lnTo>
                      <a:pt x="19390" y="10839"/>
                    </a:lnTo>
                    <a:cubicBezTo>
                      <a:pt x="19411" y="10559"/>
                      <a:pt x="19432" y="10269"/>
                      <a:pt x="19432" y="9978"/>
                    </a:cubicBezTo>
                    <a:cubicBezTo>
                      <a:pt x="19432" y="4490"/>
                      <a:pt x="14960" y="19"/>
                      <a:pt x="9472" y="19"/>
                    </a:cubicBezTo>
                    <a:cubicBezTo>
                      <a:pt x="3984" y="19"/>
                      <a:pt x="-487" y="4490"/>
                      <a:pt x="-487" y="9978"/>
                    </a:cubicBezTo>
                    <a:cubicBezTo>
                      <a:pt x="-487" y="15466"/>
                      <a:pt x="3974" y="19927"/>
                      <a:pt x="9462" y="19927"/>
                    </a:cubicBezTo>
                    <a:close/>
                    <a:moveTo>
                      <a:pt x="9462" y="6648"/>
                    </a:moveTo>
                    <a:cubicBezTo>
                      <a:pt x="11288" y="6648"/>
                      <a:pt x="12782" y="8142"/>
                      <a:pt x="12782" y="9968"/>
                    </a:cubicBezTo>
                    <a:cubicBezTo>
                      <a:pt x="12782" y="11794"/>
                      <a:pt x="11288" y="13288"/>
                      <a:pt x="9462" y="13288"/>
                    </a:cubicBezTo>
                    <a:cubicBezTo>
                      <a:pt x="7636" y="13288"/>
                      <a:pt x="6142" y="11794"/>
                      <a:pt x="6142" y="9968"/>
                    </a:cubicBezTo>
                    <a:cubicBezTo>
                      <a:pt x="6142" y="8142"/>
                      <a:pt x="7636" y="6648"/>
                      <a:pt x="9462" y="6648"/>
                    </a:cubicBezTo>
                    <a:close/>
                    <a:moveTo>
                      <a:pt x="71045" y="18496"/>
                    </a:moveTo>
                    <a:cubicBezTo>
                      <a:pt x="71501" y="18496"/>
                      <a:pt x="71968" y="18402"/>
                      <a:pt x="72414" y="18195"/>
                    </a:cubicBezTo>
                    <a:lnTo>
                      <a:pt x="75329" y="16867"/>
                    </a:lnTo>
                    <a:cubicBezTo>
                      <a:pt x="77145" y="18745"/>
                      <a:pt x="79687" y="19917"/>
                      <a:pt x="82498" y="19917"/>
                    </a:cubicBezTo>
                    <a:cubicBezTo>
                      <a:pt x="87986" y="19917"/>
                      <a:pt x="92458" y="15446"/>
                      <a:pt x="92458" y="9957"/>
                    </a:cubicBezTo>
                    <a:cubicBezTo>
                      <a:pt x="92458" y="4469"/>
                      <a:pt x="87986" y="-2"/>
                      <a:pt x="82498" y="-2"/>
                    </a:cubicBezTo>
                    <a:cubicBezTo>
                      <a:pt x="77010" y="-2"/>
                      <a:pt x="72539" y="4469"/>
                      <a:pt x="72539" y="9957"/>
                    </a:cubicBezTo>
                    <a:cubicBezTo>
                      <a:pt x="72539" y="10248"/>
                      <a:pt x="72549" y="10538"/>
                      <a:pt x="72580" y="10818"/>
                    </a:cubicBezTo>
                    <a:lnTo>
                      <a:pt x="69675" y="12136"/>
                    </a:lnTo>
                    <a:cubicBezTo>
                      <a:pt x="68005" y="12893"/>
                      <a:pt x="67268" y="14865"/>
                      <a:pt x="68026" y="16535"/>
                    </a:cubicBezTo>
                    <a:cubicBezTo>
                      <a:pt x="68576" y="17769"/>
                      <a:pt x="69789" y="18496"/>
                      <a:pt x="71045" y="18496"/>
                    </a:cubicBezTo>
                    <a:close/>
                    <a:moveTo>
                      <a:pt x="82498" y="6648"/>
                    </a:moveTo>
                    <a:cubicBezTo>
                      <a:pt x="84324" y="6648"/>
                      <a:pt x="85818" y="8142"/>
                      <a:pt x="85818" y="9968"/>
                    </a:cubicBezTo>
                    <a:cubicBezTo>
                      <a:pt x="85818" y="11794"/>
                      <a:pt x="84324" y="13288"/>
                      <a:pt x="82498" y="13288"/>
                    </a:cubicBezTo>
                    <a:cubicBezTo>
                      <a:pt x="80672" y="13288"/>
                      <a:pt x="79178" y="11794"/>
                      <a:pt x="79178" y="9968"/>
                    </a:cubicBezTo>
                    <a:cubicBezTo>
                      <a:pt x="79178" y="8142"/>
                      <a:pt x="80672" y="6648"/>
                      <a:pt x="82498" y="66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4EF5CDD8-7A0A-6D1F-6C2E-EF8C2D03CB53}"/>
              </a:ext>
            </a:extLst>
          </p:cNvPr>
          <p:cNvSpPr/>
          <p:nvPr/>
        </p:nvSpPr>
        <p:spPr>
          <a:xfrm>
            <a:off x="8389420" y="1357422"/>
            <a:ext cx="2437150" cy="815507"/>
          </a:xfrm>
          <a:custGeom>
            <a:avLst/>
            <a:gdLst>
              <a:gd name="connsiteX0" fmla="*/ 2314856 w 2437150"/>
              <a:gd name="connsiteY0" fmla="*/ 0 h 815507"/>
              <a:gd name="connsiteX1" fmla="*/ 2437150 w 2437150"/>
              <a:gd name="connsiteY1" fmla="*/ 122295 h 815507"/>
              <a:gd name="connsiteX2" fmla="*/ 2437150 w 2437150"/>
              <a:gd name="connsiteY2" fmla="*/ 693213 h 815507"/>
              <a:gd name="connsiteX3" fmla="*/ 2314856 w 2437150"/>
              <a:gd name="connsiteY3" fmla="*/ 815508 h 815507"/>
              <a:gd name="connsiteX4" fmla="*/ 122295 w 2437150"/>
              <a:gd name="connsiteY4" fmla="*/ 815508 h 815507"/>
              <a:gd name="connsiteX5" fmla="*/ 1 w 2437150"/>
              <a:gd name="connsiteY5" fmla="*/ 693213 h 815507"/>
              <a:gd name="connsiteX6" fmla="*/ 1 w 2437150"/>
              <a:gd name="connsiteY6" fmla="*/ 122295 h 815507"/>
              <a:gd name="connsiteX7" fmla="*/ 122295 w 2437150"/>
              <a:gd name="connsiteY7" fmla="*/ 0 h 81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7150" h="815507">
                <a:moveTo>
                  <a:pt x="2314856" y="0"/>
                </a:moveTo>
                <a:cubicBezTo>
                  <a:pt x="2382397" y="0"/>
                  <a:pt x="2437150" y="54753"/>
                  <a:pt x="2437150" y="122295"/>
                </a:cubicBezTo>
                <a:lnTo>
                  <a:pt x="2437150" y="693213"/>
                </a:lnTo>
                <a:cubicBezTo>
                  <a:pt x="2437150" y="760755"/>
                  <a:pt x="2382397" y="815508"/>
                  <a:pt x="2314856" y="815508"/>
                </a:cubicBezTo>
                <a:lnTo>
                  <a:pt x="122295" y="815508"/>
                </a:lnTo>
                <a:cubicBezTo>
                  <a:pt x="54754" y="815508"/>
                  <a:pt x="1" y="760755"/>
                  <a:pt x="1" y="693213"/>
                </a:cubicBezTo>
                <a:lnTo>
                  <a:pt x="1" y="122295"/>
                </a:lnTo>
                <a:cubicBezTo>
                  <a:pt x="1" y="54753"/>
                  <a:pt x="54754" y="0"/>
                  <a:pt x="122295" y="0"/>
                </a:cubicBezTo>
                <a:close/>
              </a:path>
            </a:pathLst>
          </a:custGeom>
          <a:solidFill>
            <a:srgbClr val="FFF2CC"/>
          </a:solidFill>
          <a:ln w="6249" cap="flat">
            <a:solidFill>
              <a:srgbClr val="D6B656"/>
            </a:solidFill>
            <a:custDash>
              <a:ds d="225000" sp="225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ADC46913-40E6-5D71-458F-F4E6C2B624BF}"/>
              </a:ext>
            </a:extLst>
          </p:cNvPr>
          <p:cNvSpPr/>
          <p:nvPr/>
        </p:nvSpPr>
        <p:spPr>
          <a:xfrm>
            <a:off x="435354" y="1832354"/>
            <a:ext cx="114566" cy="3062060"/>
          </a:xfrm>
          <a:custGeom>
            <a:avLst/>
            <a:gdLst>
              <a:gd name="connsiteX0" fmla="*/ 114567 w 114566"/>
              <a:gd name="connsiteY0" fmla="*/ 0 h 3062060"/>
              <a:gd name="connsiteX1" fmla="*/ 83321 w 114566"/>
              <a:gd name="connsiteY1" fmla="*/ 0 h 3062060"/>
              <a:gd name="connsiteX2" fmla="*/ 52076 w 114566"/>
              <a:gd name="connsiteY2" fmla="*/ 62491 h 3062060"/>
              <a:gd name="connsiteX3" fmla="*/ 52076 w 114566"/>
              <a:gd name="connsiteY3" fmla="*/ 1468539 h 3062060"/>
              <a:gd name="connsiteX4" fmla="*/ 20830 w 114566"/>
              <a:gd name="connsiteY4" fmla="*/ 1531030 h 3062060"/>
              <a:gd name="connsiteX5" fmla="*/ 5208 w 114566"/>
              <a:gd name="connsiteY5" fmla="*/ 1531030 h 3062060"/>
              <a:gd name="connsiteX6" fmla="*/ 20830 w 114566"/>
              <a:gd name="connsiteY6" fmla="*/ 1531030 h 3062060"/>
              <a:gd name="connsiteX7" fmla="*/ 36453 w 114566"/>
              <a:gd name="connsiteY7" fmla="*/ 1531030 h 3062060"/>
              <a:gd name="connsiteX8" fmla="*/ 52076 w 114566"/>
              <a:gd name="connsiteY8" fmla="*/ 1593521 h 3062060"/>
              <a:gd name="connsiteX9" fmla="*/ 52076 w 114566"/>
              <a:gd name="connsiteY9" fmla="*/ 2999569 h 3062060"/>
              <a:gd name="connsiteX10" fmla="*/ 83321 w 114566"/>
              <a:gd name="connsiteY10" fmla="*/ 3062060 h 3062060"/>
              <a:gd name="connsiteX11" fmla="*/ 114567 w 114566"/>
              <a:gd name="connsiteY11" fmla="*/ 3062060 h 3062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566" h="3062060">
                <a:moveTo>
                  <a:pt x="114567" y="0"/>
                </a:moveTo>
                <a:lnTo>
                  <a:pt x="83321" y="0"/>
                </a:lnTo>
                <a:cubicBezTo>
                  <a:pt x="62491" y="0"/>
                  <a:pt x="52076" y="20828"/>
                  <a:pt x="52076" y="62491"/>
                </a:cubicBezTo>
                <a:lnTo>
                  <a:pt x="52076" y="1468539"/>
                </a:lnTo>
                <a:cubicBezTo>
                  <a:pt x="52076" y="1510202"/>
                  <a:pt x="41661" y="1531030"/>
                  <a:pt x="20830" y="1531030"/>
                </a:cubicBezTo>
                <a:lnTo>
                  <a:pt x="5208" y="1531030"/>
                </a:lnTo>
                <a:cubicBezTo>
                  <a:pt x="-5208" y="1531030"/>
                  <a:pt x="0" y="1531030"/>
                  <a:pt x="20830" y="1531030"/>
                </a:cubicBezTo>
                <a:lnTo>
                  <a:pt x="36453" y="1531030"/>
                </a:lnTo>
                <a:cubicBezTo>
                  <a:pt x="46869" y="1531030"/>
                  <a:pt x="52076" y="1551859"/>
                  <a:pt x="52076" y="1593521"/>
                </a:cubicBezTo>
                <a:lnTo>
                  <a:pt x="52076" y="2999569"/>
                </a:lnTo>
                <a:cubicBezTo>
                  <a:pt x="52076" y="3041232"/>
                  <a:pt x="62491" y="3062060"/>
                  <a:pt x="83321" y="3062060"/>
                </a:cubicBezTo>
                <a:lnTo>
                  <a:pt x="114567" y="3062060"/>
                </a:lnTo>
              </a:path>
            </a:pathLst>
          </a:custGeom>
          <a:noFill/>
          <a:ln w="6249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38" name="图形 93">
            <a:extLst>
              <a:ext uri="{FF2B5EF4-FFF2-40B4-BE49-F238E27FC236}">
                <a16:creationId xmlns:a16="http://schemas.microsoft.com/office/drawing/2014/main" id="{FF5CC3B8-0F28-77FE-0BAC-C1B339C59144}"/>
              </a:ext>
            </a:extLst>
          </p:cNvPr>
          <p:cNvGrpSpPr/>
          <p:nvPr/>
        </p:nvGrpSpPr>
        <p:grpSpPr>
          <a:xfrm>
            <a:off x="1062347" y="3347761"/>
            <a:ext cx="2555133" cy="43743"/>
            <a:chOff x="1062347" y="3347761"/>
            <a:chExt cx="2555133" cy="43743"/>
          </a:xfrm>
        </p:grpSpPr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3E845790-9695-C3F7-807F-380AB8B9D77C}"/>
                </a:ext>
              </a:extLst>
            </p:cNvPr>
            <p:cNvSpPr/>
            <p:nvPr/>
          </p:nvSpPr>
          <p:spPr>
            <a:xfrm>
              <a:off x="1062347" y="3369633"/>
              <a:ext cx="2522325" cy="6249"/>
            </a:xfrm>
            <a:custGeom>
              <a:avLst/>
              <a:gdLst>
                <a:gd name="connsiteX0" fmla="*/ 0 w 2522325"/>
                <a:gd name="connsiteY0" fmla="*/ 0 h 6249"/>
                <a:gd name="connsiteX1" fmla="*/ 2522326 w 2522325"/>
                <a:gd name="connsiteY1" fmla="*/ 0 h 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22325" h="6249">
                  <a:moveTo>
                    <a:pt x="0" y="0"/>
                  </a:moveTo>
                  <a:lnTo>
                    <a:pt x="2522326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88F167DE-4C08-9F7E-FF35-37AE66B8A5BF}"/>
                </a:ext>
              </a:extLst>
            </p:cNvPr>
            <p:cNvSpPr/>
            <p:nvPr/>
          </p:nvSpPr>
          <p:spPr>
            <a:xfrm>
              <a:off x="3573737" y="3347761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1" name="图形 93">
            <a:extLst>
              <a:ext uri="{FF2B5EF4-FFF2-40B4-BE49-F238E27FC236}">
                <a16:creationId xmlns:a16="http://schemas.microsoft.com/office/drawing/2014/main" id="{A24B28B2-0AFD-2201-1076-6605B96B7108}"/>
              </a:ext>
            </a:extLst>
          </p:cNvPr>
          <p:cNvGrpSpPr/>
          <p:nvPr/>
        </p:nvGrpSpPr>
        <p:grpSpPr>
          <a:xfrm>
            <a:off x="615536" y="4244507"/>
            <a:ext cx="4008799" cy="1374802"/>
            <a:chOff x="615536" y="4244507"/>
            <a:chExt cx="4008799" cy="1374802"/>
          </a:xfrm>
        </p:grpSpPr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E78F43BF-AE2C-DC39-9320-5ED930EBB6BA}"/>
                </a:ext>
              </a:extLst>
            </p:cNvPr>
            <p:cNvSpPr/>
            <p:nvPr/>
          </p:nvSpPr>
          <p:spPr>
            <a:xfrm>
              <a:off x="2805847" y="4244507"/>
              <a:ext cx="1812239" cy="1374802"/>
            </a:xfrm>
            <a:custGeom>
              <a:avLst/>
              <a:gdLst>
                <a:gd name="connsiteX0" fmla="*/ 1606020 w 1812239"/>
                <a:gd name="connsiteY0" fmla="*/ 0 h 1374802"/>
                <a:gd name="connsiteX1" fmla="*/ 1812240 w 1812239"/>
                <a:gd name="connsiteY1" fmla="*/ 206220 h 1374802"/>
                <a:gd name="connsiteX2" fmla="*/ 1812240 w 1812239"/>
                <a:gd name="connsiteY2" fmla="*/ 1168582 h 1374802"/>
                <a:gd name="connsiteX3" fmla="*/ 1606020 w 1812239"/>
                <a:gd name="connsiteY3" fmla="*/ 1374803 h 1374802"/>
                <a:gd name="connsiteX4" fmla="*/ 206220 w 1812239"/>
                <a:gd name="connsiteY4" fmla="*/ 1374803 h 1374802"/>
                <a:gd name="connsiteX5" fmla="*/ 0 w 1812239"/>
                <a:gd name="connsiteY5" fmla="*/ 1168582 h 1374802"/>
                <a:gd name="connsiteX6" fmla="*/ 0 w 1812239"/>
                <a:gd name="connsiteY6" fmla="*/ 206220 h 1374802"/>
                <a:gd name="connsiteX7" fmla="*/ 206220 w 1812239"/>
                <a:gd name="connsiteY7" fmla="*/ 0 h 137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2239" h="1374802">
                  <a:moveTo>
                    <a:pt x="1606020" y="0"/>
                  </a:moveTo>
                  <a:cubicBezTo>
                    <a:pt x="1719912" y="0"/>
                    <a:pt x="1812240" y="92328"/>
                    <a:pt x="1812240" y="206220"/>
                  </a:cubicBezTo>
                  <a:lnTo>
                    <a:pt x="1812240" y="1168582"/>
                  </a:lnTo>
                  <a:cubicBezTo>
                    <a:pt x="1812240" y="1282475"/>
                    <a:pt x="1719912" y="1374803"/>
                    <a:pt x="1606020" y="1374803"/>
                  </a:cubicBezTo>
                  <a:lnTo>
                    <a:pt x="206220" y="1374803"/>
                  </a:lnTo>
                  <a:cubicBezTo>
                    <a:pt x="92328" y="1374803"/>
                    <a:pt x="0" y="1282475"/>
                    <a:pt x="0" y="1168582"/>
                  </a:cubicBezTo>
                  <a:lnTo>
                    <a:pt x="0" y="206220"/>
                  </a:lnTo>
                  <a:cubicBezTo>
                    <a:pt x="0" y="92328"/>
                    <a:pt x="92328" y="0"/>
                    <a:pt x="206220" y="0"/>
                  </a:cubicBezTo>
                  <a:close/>
                </a:path>
              </a:pathLst>
            </a:custGeom>
            <a:solidFill>
              <a:srgbClr val="FFF2CC"/>
            </a:solidFill>
            <a:ln w="6249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3" name="图形 93">
              <a:extLst>
                <a:ext uri="{FF2B5EF4-FFF2-40B4-BE49-F238E27FC236}">
                  <a16:creationId xmlns:a16="http://schemas.microsoft.com/office/drawing/2014/main" id="{F66D52BE-55C7-6FC4-1730-98AA7A23A566}"/>
                </a:ext>
              </a:extLst>
            </p:cNvPr>
            <p:cNvGrpSpPr/>
            <p:nvPr/>
          </p:nvGrpSpPr>
          <p:grpSpPr>
            <a:xfrm>
              <a:off x="615536" y="4644450"/>
              <a:ext cx="2315167" cy="346910"/>
              <a:chOff x="615536" y="4644450"/>
              <a:chExt cx="2315167" cy="346910"/>
            </a:xfrm>
            <a:noFill/>
          </p:grpSpPr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331EFAC0-A07A-05CA-360E-A743886A3595}"/>
                  </a:ext>
                </a:extLst>
              </p:cNvPr>
              <p:cNvSpPr/>
              <p:nvPr/>
            </p:nvSpPr>
            <p:spPr>
              <a:xfrm>
                <a:off x="999856" y="4894414"/>
                <a:ext cx="1930847" cy="2812"/>
              </a:xfrm>
              <a:custGeom>
                <a:avLst/>
                <a:gdLst>
                  <a:gd name="connsiteX0" fmla="*/ 0 w 1930847"/>
                  <a:gd name="connsiteY0" fmla="*/ 0 h 2812"/>
                  <a:gd name="connsiteX1" fmla="*/ 962924 w 1930847"/>
                  <a:gd name="connsiteY1" fmla="*/ 2812 h 2812"/>
                  <a:gd name="connsiteX2" fmla="*/ 1930848 w 1930847"/>
                  <a:gd name="connsiteY2" fmla="*/ 1562 h 2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0847" h="2812">
                    <a:moveTo>
                      <a:pt x="0" y="0"/>
                    </a:moveTo>
                    <a:lnTo>
                      <a:pt x="962924" y="2812"/>
                    </a:lnTo>
                    <a:lnTo>
                      <a:pt x="1930848" y="1562"/>
                    </a:lnTo>
                  </a:path>
                </a:pathLst>
              </a:custGeom>
              <a:noFill/>
              <a:ln w="624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1DDBA0CD-666B-3760-A8FC-0F19CEF7A4F9}"/>
                  </a:ext>
                </a:extLst>
              </p:cNvPr>
              <p:cNvSpPr/>
              <p:nvPr/>
            </p:nvSpPr>
            <p:spPr>
              <a:xfrm rot="-5400000">
                <a:off x="690313" y="4772748"/>
                <a:ext cx="187570" cy="249652"/>
              </a:xfrm>
              <a:custGeom>
                <a:avLst/>
                <a:gdLst>
                  <a:gd name="connsiteX0" fmla="*/ 187184 w 187570"/>
                  <a:gd name="connsiteY0" fmla="*/ 31410 h 249652"/>
                  <a:gd name="connsiteX1" fmla="*/ 155950 w 187570"/>
                  <a:gd name="connsiteY1" fmla="*/ 176 h 249652"/>
                  <a:gd name="connsiteX2" fmla="*/ 124716 w 187570"/>
                  <a:gd name="connsiteY2" fmla="*/ 31411 h 249652"/>
                  <a:gd name="connsiteX3" fmla="*/ 147204 w 187570"/>
                  <a:gd name="connsiteY3" fmla="*/ 61395 h 249652"/>
                  <a:gd name="connsiteX4" fmla="*/ 147204 w 187570"/>
                  <a:gd name="connsiteY4" fmla="*/ 92630 h 249652"/>
                  <a:gd name="connsiteX5" fmla="*/ 93481 w 187570"/>
                  <a:gd name="connsiteY5" fmla="*/ 145936 h 249652"/>
                  <a:gd name="connsiteX6" fmla="*/ 39654 w 187570"/>
                  <a:gd name="connsiteY6" fmla="*/ 92526 h 249652"/>
                  <a:gd name="connsiteX7" fmla="*/ 39654 w 187570"/>
                  <a:gd name="connsiteY7" fmla="*/ 61291 h 249652"/>
                  <a:gd name="connsiteX8" fmla="*/ 60826 w 187570"/>
                  <a:gd name="connsiteY8" fmla="*/ 22524 h 249652"/>
                  <a:gd name="connsiteX9" fmla="*/ 22058 w 187570"/>
                  <a:gd name="connsiteY9" fmla="*/ 1352 h 249652"/>
                  <a:gd name="connsiteX10" fmla="*/ 886 w 187570"/>
                  <a:gd name="connsiteY10" fmla="*/ 40119 h 249652"/>
                  <a:gd name="connsiteX11" fmla="*/ 22058 w 187570"/>
                  <a:gd name="connsiteY11" fmla="*/ 61291 h 249652"/>
                  <a:gd name="connsiteX12" fmla="*/ 22058 w 187570"/>
                  <a:gd name="connsiteY12" fmla="*/ 99605 h 249652"/>
                  <a:gd name="connsiteX13" fmla="*/ 84527 w 187570"/>
                  <a:gd name="connsiteY13" fmla="*/ 162074 h 249652"/>
                  <a:gd name="connsiteX14" fmla="*/ 84527 w 187570"/>
                  <a:gd name="connsiteY14" fmla="*/ 188519 h 249652"/>
                  <a:gd name="connsiteX15" fmla="*/ 63355 w 187570"/>
                  <a:gd name="connsiteY15" fmla="*/ 227287 h 249652"/>
                  <a:gd name="connsiteX16" fmla="*/ 102122 w 187570"/>
                  <a:gd name="connsiteY16" fmla="*/ 248460 h 249652"/>
                  <a:gd name="connsiteX17" fmla="*/ 123294 w 187570"/>
                  <a:gd name="connsiteY17" fmla="*/ 209691 h 249652"/>
                  <a:gd name="connsiteX18" fmla="*/ 102122 w 187570"/>
                  <a:gd name="connsiteY18" fmla="*/ 188519 h 249652"/>
                  <a:gd name="connsiteX19" fmla="*/ 102122 w 187570"/>
                  <a:gd name="connsiteY19" fmla="*/ 162283 h 249652"/>
                  <a:gd name="connsiteX20" fmla="*/ 164592 w 187570"/>
                  <a:gd name="connsiteY20" fmla="*/ 99814 h 249652"/>
                  <a:gd name="connsiteX21" fmla="*/ 164592 w 187570"/>
                  <a:gd name="connsiteY21" fmla="*/ 61395 h 249652"/>
                  <a:gd name="connsiteX22" fmla="*/ 187185 w 187570"/>
                  <a:gd name="connsiteY22" fmla="*/ 31410 h 249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7570" h="249652">
                    <a:moveTo>
                      <a:pt x="187184" y="31410"/>
                    </a:moveTo>
                    <a:cubicBezTo>
                      <a:pt x="187184" y="14160"/>
                      <a:pt x="173200" y="176"/>
                      <a:pt x="155950" y="176"/>
                    </a:cubicBezTo>
                    <a:cubicBezTo>
                      <a:pt x="138700" y="176"/>
                      <a:pt x="124716" y="14161"/>
                      <a:pt x="124716" y="31411"/>
                    </a:cubicBezTo>
                    <a:cubicBezTo>
                      <a:pt x="124716" y="45292"/>
                      <a:pt x="133878" y="57508"/>
                      <a:pt x="147204" y="61395"/>
                    </a:cubicBezTo>
                    <a:lnTo>
                      <a:pt x="147204" y="92630"/>
                    </a:lnTo>
                    <a:lnTo>
                      <a:pt x="93481" y="145936"/>
                    </a:lnTo>
                    <a:lnTo>
                      <a:pt x="39654" y="92526"/>
                    </a:lnTo>
                    <a:lnTo>
                      <a:pt x="39654" y="61291"/>
                    </a:lnTo>
                    <a:cubicBezTo>
                      <a:pt x="56206" y="56432"/>
                      <a:pt x="65685" y="39076"/>
                      <a:pt x="60826" y="22524"/>
                    </a:cubicBezTo>
                    <a:cubicBezTo>
                      <a:pt x="55967" y="5972"/>
                      <a:pt x="38610" y="-3507"/>
                      <a:pt x="22058" y="1352"/>
                    </a:cubicBezTo>
                    <a:cubicBezTo>
                      <a:pt x="5507" y="6211"/>
                      <a:pt x="-3972" y="23567"/>
                      <a:pt x="886" y="40119"/>
                    </a:cubicBezTo>
                    <a:cubicBezTo>
                      <a:pt x="3881" y="50320"/>
                      <a:pt x="11858" y="58297"/>
                      <a:pt x="22058" y="61291"/>
                    </a:cubicBezTo>
                    <a:lnTo>
                      <a:pt x="22058" y="99605"/>
                    </a:lnTo>
                    <a:lnTo>
                      <a:pt x="84527" y="162074"/>
                    </a:lnTo>
                    <a:lnTo>
                      <a:pt x="84527" y="188519"/>
                    </a:lnTo>
                    <a:cubicBezTo>
                      <a:pt x="67975" y="193378"/>
                      <a:pt x="58496" y="210735"/>
                      <a:pt x="63355" y="227287"/>
                    </a:cubicBezTo>
                    <a:cubicBezTo>
                      <a:pt x="68214" y="243839"/>
                      <a:pt x="85570" y="253317"/>
                      <a:pt x="102122" y="248460"/>
                    </a:cubicBezTo>
                    <a:cubicBezTo>
                      <a:pt x="118674" y="243600"/>
                      <a:pt x="128153" y="226243"/>
                      <a:pt x="123294" y="209691"/>
                    </a:cubicBezTo>
                    <a:cubicBezTo>
                      <a:pt x="120300" y="199491"/>
                      <a:pt x="112323" y="191514"/>
                      <a:pt x="102122" y="188519"/>
                    </a:cubicBezTo>
                    <a:lnTo>
                      <a:pt x="102122" y="162283"/>
                    </a:lnTo>
                    <a:lnTo>
                      <a:pt x="164592" y="99814"/>
                    </a:lnTo>
                    <a:lnTo>
                      <a:pt x="164592" y="61395"/>
                    </a:lnTo>
                    <a:cubicBezTo>
                      <a:pt x="177960" y="57547"/>
                      <a:pt x="187171" y="45322"/>
                      <a:pt x="187185" y="31410"/>
                    </a:cubicBezTo>
                    <a:close/>
                  </a:path>
                </a:pathLst>
              </a:custGeom>
              <a:solidFill>
                <a:srgbClr val="2C2C2C"/>
              </a:solidFill>
              <a:ln w="24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6" name="图形 93">
                <a:extLst>
                  <a:ext uri="{FF2B5EF4-FFF2-40B4-BE49-F238E27FC236}">
                    <a16:creationId xmlns:a16="http://schemas.microsoft.com/office/drawing/2014/main" id="{2B5DB651-6945-C5CB-2181-EC6568248749}"/>
                  </a:ext>
                </a:extLst>
              </p:cNvPr>
              <p:cNvGrpSpPr/>
              <p:nvPr/>
            </p:nvGrpSpPr>
            <p:grpSpPr>
              <a:xfrm>
                <a:off x="615536" y="4644450"/>
                <a:ext cx="343700" cy="146853"/>
                <a:chOff x="615536" y="4644450"/>
                <a:chExt cx="343700" cy="146853"/>
              </a:xfrm>
              <a:noFill/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590AB000-220A-1ABD-CA72-F32CC932445A}"/>
                    </a:ext>
                  </a:extLst>
                </p:cNvPr>
                <p:cNvSpPr/>
                <p:nvPr/>
              </p:nvSpPr>
              <p:spPr>
                <a:xfrm>
                  <a:off x="615536" y="4644450"/>
                  <a:ext cx="343700" cy="124982"/>
                </a:xfrm>
                <a:custGeom>
                  <a:avLst/>
                  <a:gdLst>
                    <a:gd name="connsiteX0" fmla="*/ 0 w 343700"/>
                    <a:gd name="connsiteY0" fmla="*/ 0 h 124982"/>
                    <a:gd name="connsiteX1" fmla="*/ 343701 w 343700"/>
                    <a:gd name="connsiteY1" fmla="*/ 0 h 124982"/>
                    <a:gd name="connsiteX2" fmla="*/ 343701 w 343700"/>
                    <a:gd name="connsiteY2" fmla="*/ 124982 h 124982"/>
                    <a:gd name="connsiteX3" fmla="*/ 0 w 343700"/>
                    <a:gd name="connsiteY3" fmla="*/ 124982 h 1249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3700" h="124982">
                      <a:moveTo>
                        <a:pt x="0" y="0"/>
                      </a:moveTo>
                      <a:lnTo>
                        <a:pt x="343701" y="0"/>
                      </a:lnTo>
                      <a:lnTo>
                        <a:pt x="343701" y="124982"/>
                      </a:lnTo>
                      <a:lnTo>
                        <a:pt x="0" y="124982"/>
                      </a:lnTo>
                      <a:close/>
                    </a:path>
                  </a:pathLst>
                </a:custGeom>
                <a:noFill/>
                <a:ln w="624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48" name="图片 47">
                  <a:extLst>
                    <a:ext uri="{FF2B5EF4-FFF2-40B4-BE49-F238E27FC236}">
                      <a16:creationId xmlns:a16="http://schemas.microsoft.com/office/drawing/2014/main" id="{08D11F76-2A00-0F60-C1AF-B8221CB9BD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1785" y="4647575"/>
                  <a:ext cx="331202" cy="143729"/>
                </a:xfrm>
                <a:custGeom>
                  <a:avLst/>
                  <a:gdLst>
                    <a:gd name="connsiteX0" fmla="*/ -1 w 331202"/>
                    <a:gd name="connsiteY0" fmla="*/ -1 h 143729"/>
                    <a:gd name="connsiteX1" fmla="*/ 331202 w 331202"/>
                    <a:gd name="connsiteY1" fmla="*/ -1 h 143729"/>
                    <a:gd name="connsiteX2" fmla="*/ 331202 w 331202"/>
                    <a:gd name="connsiteY2" fmla="*/ 143729 h 143729"/>
                    <a:gd name="connsiteX3" fmla="*/ -1 w 331202"/>
                    <a:gd name="connsiteY3" fmla="*/ 143729 h 143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1202" h="143729">
                      <a:moveTo>
                        <a:pt x="-1" y="-1"/>
                      </a:moveTo>
                      <a:lnTo>
                        <a:pt x="331202" y="-1"/>
                      </a:lnTo>
                      <a:lnTo>
                        <a:pt x="331202" y="143729"/>
                      </a:lnTo>
                      <a:lnTo>
                        <a:pt x="-1" y="14372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49" name="图形 93">
              <a:extLst>
                <a:ext uri="{FF2B5EF4-FFF2-40B4-BE49-F238E27FC236}">
                  <a16:creationId xmlns:a16="http://schemas.microsoft.com/office/drawing/2014/main" id="{4D5CC377-F612-6512-596B-D88FD9FC7BFC}"/>
                </a:ext>
              </a:extLst>
            </p:cNvPr>
            <p:cNvGrpSpPr/>
            <p:nvPr/>
          </p:nvGrpSpPr>
          <p:grpSpPr>
            <a:xfrm>
              <a:off x="2928663" y="4306998"/>
              <a:ext cx="1508637" cy="1187329"/>
              <a:chOff x="2928663" y="4306998"/>
              <a:chExt cx="1508637" cy="1187329"/>
            </a:xfrm>
          </p:grpSpPr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5498475A-0DCA-0C8D-404E-EF4D2D47F164}"/>
                  </a:ext>
                </a:extLst>
              </p:cNvPr>
              <p:cNvSpPr/>
              <p:nvPr/>
            </p:nvSpPr>
            <p:spPr>
              <a:xfrm>
                <a:off x="2928663" y="4391361"/>
                <a:ext cx="113649" cy="1009230"/>
              </a:xfrm>
              <a:custGeom>
                <a:avLst/>
                <a:gdLst>
                  <a:gd name="connsiteX0" fmla="*/ 113650 w 113649"/>
                  <a:gd name="connsiteY0" fmla="*/ 0 h 1009230"/>
                  <a:gd name="connsiteX1" fmla="*/ 82654 w 113649"/>
                  <a:gd name="connsiteY1" fmla="*/ 0 h 1009230"/>
                  <a:gd name="connsiteX2" fmla="*/ 51659 w 113649"/>
                  <a:gd name="connsiteY2" fmla="*/ 62491 h 1009230"/>
                  <a:gd name="connsiteX3" fmla="*/ 51659 w 113649"/>
                  <a:gd name="connsiteY3" fmla="*/ 442124 h 1009230"/>
                  <a:gd name="connsiteX4" fmla="*/ 20663 w 113649"/>
                  <a:gd name="connsiteY4" fmla="*/ 504615 h 1009230"/>
                  <a:gd name="connsiteX5" fmla="*/ 5166 w 113649"/>
                  <a:gd name="connsiteY5" fmla="*/ 504615 h 1009230"/>
                  <a:gd name="connsiteX6" fmla="*/ 20663 w 113649"/>
                  <a:gd name="connsiteY6" fmla="*/ 504615 h 1009230"/>
                  <a:gd name="connsiteX7" fmla="*/ 36161 w 113649"/>
                  <a:gd name="connsiteY7" fmla="*/ 504615 h 1009230"/>
                  <a:gd name="connsiteX8" fmla="*/ 51659 w 113649"/>
                  <a:gd name="connsiteY8" fmla="*/ 567106 h 1009230"/>
                  <a:gd name="connsiteX9" fmla="*/ 51659 w 113649"/>
                  <a:gd name="connsiteY9" fmla="*/ 946739 h 1009230"/>
                  <a:gd name="connsiteX10" fmla="*/ 82654 w 113649"/>
                  <a:gd name="connsiteY10" fmla="*/ 1009230 h 1009230"/>
                  <a:gd name="connsiteX11" fmla="*/ 113650 w 113649"/>
                  <a:gd name="connsiteY11" fmla="*/ 1009230 h 1009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3649" h="1009230">
                    <a:moveTo>
                      <a:pt x="113650" y="0"/>
                    </a:moveTo>
                    <a:lnTo>
                      <a:pt x="82654" y="0"/>
                    </a:lnTo>
                    <a:cubicBezTo>
                      <a:pt x="61989" y="0"/>
                      <a:pt x="51659" y="20828"/>
                      <a:pt x="51659" y="62491"/>
                    </a:cubicBezTo>
                    <a:lnTo>
                      <a:pt x="51659" y="442124"/>
                    </a:lnTo>
                    <a:cubicBezTo>
                      <a:pt x="51659" y="483787"/>
                      <a:pt x="41329" y="504615"/>
                      <a:pt x="20663" y="504615"/>
                    </a:cubicBezTo>
                    <a:lnTo>
                      <a:pt x="5166" y="504615"/>
                    </a:lnTo>
                    <a:cubicBezTo>
                      <a:pt x="-5164" y="504615"/>
                      <a:pt x="-2" y="504615"/>
                      <a:pt x="20663" y="504615"/>
                    </a:cubicBezTo>
                    <a:lnTo>
                      <a:pt x="36161" y="504615"/>
                    </a:lnTo>
                    <a:cubicBezTo>
                      <a:pt x="46491" y="504615"/>
                      <a:pt x="51659" y="525443"/>
                      <a:pt x="51659" y="567106"/>
                    </a:cubicBezTo>
                    <a:lnTo>
                      <a:pt x="51659" y="946739"/>
                    </a:lnTo>
                    <a:cubicBezTo>
                      <a:pt x="51659" y="988402"/>
                      <a:pt x="61989" y="1009230"/>
                      <a:pt x="82654" y="1009230"/>
                    </a:cubicBezTo>
                    <a:lnTo>
                      <a:pt x="113650" y="1009230"/>
                    </a:lnTo>
                  </a:path>
                </a:pathLst>
              </a:custGeom>
              <a:noFill/>
              <a:ln w="624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51" name="图形 93">
                <a:extLst>
                  <a:ext uri="{FF2B5EF4-FFF2-40B4-BE49-F238E27FC236}">
                    <a16:creationId xmlns:a16="http://schemas.microsoft.com/office/drawing/2014/main" id="{5F46E398-5CC1-904C-937C-4DF7AEE56979}"/>
                  </a:ext>
                </a:extLst>
              </p:cNvPr>
              <p:cNvGrpSpPr/>
              <p:nvPr/>
            </p:nvGrpSpPr>
            <p:grpSpPr>
              <a:xfrm>
                <a:off x="3528806" y="5024333"/>
                <a:ext cx="880373" cy="376258"/>
                <a:chOff x="3528806" y="5024333"/>
                <a:chExt cx="880373" cy="376258"/>
              </a:xfrm>
            </p:grpSpPr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B51AD997-6ECA-FEB8-1E45-6A8D4B6B6003}"/>
                    </a:ext>
                  </a:extLst>
                </p:cNvPr>
                <p:cNvSpPr/>
                <p:nvPr/>
              </p:nvSpPr>
              <p:spPr>
                <a:xfrm>
                  <a:off x="3528806" y="5057141"/>
                  <a:ext cx="858626" cy="343450"/>
                </a:xfrm>
                <a:custGeom>
                  <a:avLst/>
                  <a:gdLst>
                    <a:gd name="connsiteX0" fmla="*/ 0 w 858626"/>
                    <a:gd name="connsiteY0" fmla="*/ 343451 h 343450"/>
                    <a:gd name="connsiteX1" fmla="*/ 858627 w 858626"/>
                    <a:gd name="connsiteY1" fmla="*/ 343451 h 343450"/>
                    <a:gd name="connsiteX2" fmla="*/ 858502 w 858626"/>
                    <a:gd name="connsiteY2" fmla="*/ 0 h 343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58626" h="343450">
                      <a:moveTo>
                        <a:pt x="0" y="343451"/>
                      </a:moveTo>
                      <a:lnTo>
                        <a:pt x="858627" y="343451"/>
                      </a:lnTo>
                      <a:lnTo>
                        <a:pt x="858502" y="0"/>
                      </a:lnTo>
                    </a:path>
                  </a:pathLst>
                </a:custGeom>
                <a:noFill/>
                <a:ln w="624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3E84F9BB-6C62-334D-8DA6-BC8057572C27}"/>
                    </a:ext>
                  </a:extLst>
                </p:cNvPr>
                <p:cNvSpPr/>
                <p:nvPr/>
              </p:nvSpPr>
              <p:spPr>
                <a:xfrm>
                  <a:off x="4365435" y="5024333"/>
                  <a:ext cx="43743" cy="43743"/>
                </a:xfrm>
                <a:custGeom>
                  <a:avLst/>
                  <a:gdLst>
                    <a:gd name="connsiteX0" fmla="*/ 21872 w 43743"/>
                    <a:gd name="connsiteY0" fmla="*/ 0 h 43743"/>
                    <a:gd name="connsiteX1" fmla="*/ 43744 w 43743"/>
                    <a:gd name="connsiteY1" fmla="*/ 43682 h 43743"/>
                    <a:gd name="connsiteX2" fmla="*/ 21872 w 43743"/>
                    <a:gd name="connsiteY2" fmla="*/ 32808 h 43743"/>
                    <a:gd name="connsiteX3" fmla="*/ 0 w 43743"/>
                    <a:gd name="connsiteY3" fmla="*/ 43744 h 43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743" h="43743">
                      <a:moveTo>
                        <a:pt x="21872" y="0"/>
                      </a:moveTo>
                      <a:lnTo>
                        <a:pt x="43744" y="43682"/>
                      </a:lnTo>
                      <a:lnTo>
                        <a:pt x="21872" y="32808"/>
                      </a:lnTo>
                      <a:lnTo>
                        <a:pt x="0" y="437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24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4" name="图形 93">
                <a:extLst>
                  <a:ext uri="{FF2B5EF4-FFF2-40B4-BE49-F238E27FC236}">
                    <a16:creationId xmlns:a16="http://schemas.microsoft.com/office/drawing/2014/main" id="{415CBB46-2DB5-BB59-DABF-08ACA5653F12}"/>
                  </a:ext>
                </a:extLst>
              </p:cNvPr>
              <p:cNvGrpSpPr/>
              <p:nvPr/>
            </p:nvGrpSpPr>
            <p:grpSpPr>
              <a:xfrm>
                <a:off x="3033002" y="5306855"/>
                <a:ext cx="495803" cy="187473"/>
                <a:chOff x="3033002" y="5306855"/>
                <a:chExt cx="495803" cy="187473"/>
              </a:xfrm>
              <a:noFill/>
            </p:grpSpPr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2E8E36BA-E579-7F1D-F58B-8AF2CF7525CD}"/>
                    </a:ext>
                  </a:extLst>
                </p:cNvPr>
                <p:cNvSpPr/>
                <p:nvPr/>
              </p:nvSpPr>
              <p:spPr>
                <a:xfrm>
                  <a:off x="3033002" y="5306855"/>
                  <a:ext cx="495803" cy="187473"/>
                </a:xfrm>
                <a:custGeom>
                  <a:avLst/>
                  <a:gdLst>
                    <a:gd name="connsiteX0" fmla="*/ 0 w 495803"/>
                    <a:gd name="connsiteY0" fmla="*/ 0 h 187473"/>
                    <a:gd name="connsiteX1" fmla="*/ 495804 w 495803"/>
                    <a:gd name="connsiteY1" fmla="*/ 0 h 187473"/>
                    <a:gd name="connsiteX2" fmla="*/ 495804 w 495803"/>
                    <a:gd name="connsiteY2" fmla="*/ 187473 h 187473"/>
                    <a:gd name="connsiteX3" fmla="*/ 0 w 495803"/>
                    <a:gd name="connsiteY3" fmla="*/ 187473 h 187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803" h="187473">
                      <a:moveTo>
                        <a:pt x="0" y="0"/>
                      </a:moveTo>
                      <a:lnTo>
                        <a:pt x="495804" y="0"/>
                      </a:lnTo>
                      <a:lnTo>
                        <a:pt x="495804" y="187473"/>
                      </a:lnTo>
                      <a:lnTo>
                        <a:pt x="0" y="187473"/>
                      </a:lnTo>
                      <a:close/>
                    </a:path>
                  </a:pathLst>
                </a:custGeom>
                <a:noFill/>
                <a:ln w="624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56" name="图片 55">
                  <a:extLst>
                    <a:ext uri="{FF2B5EF4-FFF2-40B4-BE49-F238E27FC236}">
                      <a16:creationId xmlns:a16="http://schemas.microsoft.com/office/drawing/2014/main" id="{0734362A-356E-D263-0E90-8A7664380E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33939" y="5356848"/>
                  <a:ext cx="481180" cy="106234"/>
                </a:xfrm>
                <a:custGeom>
                  <a:avLst/>
                  <a:gdLst>
                    <a:gd name="connsiteX0" fmla="*/ -1 w 481180"/>
                    <a:gd name="connsiteY0" fmla="*/ -1 h 106234"/>
                    <a:gd name="connsiteX1" fmla="*/ 481180 w 481180"/>
                    <a:gd name="connsiteY1" fmla="*/ -1 h 106234"/>
                    <a:gd name="connsiteX2" fmla="*/ 481180 w 481180"/>
                    <a:gd name="connsiteY2" fmla="*/ 106234 h 106234"/>
                    <a:gd name="connsiteX3" fmla="*/ -1 w 481180"/>
                    <a:gd name="connsiteY3" fmla="*/ 106234 h 106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1180" h="106234">
                      <a:moveTo>
                        <a:pt x="-1" y="-1"/>
                      </a:moveTo>
                      <a:lnTo>
                        <a:pt x="481180" y="-1"/>
                      </a:lnTo>
                      <a:lnTo>
                        <a:pt x="481180" y="106234"/>
                      </a:lnTo>
                      <a:lnTo>
                        <a:pt x="-1" y="106234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57" name="图形 93">
                <a:extLst>
                  <a:ext uri="{FF2B5EF4-FFF2-40B4-BE49-F238E27FC236}">
                    <a16:creationId xmlns:a16="http://schemas.microsoft.com/office/drawing/2014/main" id="{D4DF103E-8062-8B18-D663-F0EE32CB1371}"/>
                  </a:ext>
                </a:extLst>
              </p:cNvPr>
              <p:cNvGrpSpPr/>
              <p:nvPr/>
            </p:nvGrpSpPr>
            <p:grpSpPr>
              <a:xfrm>
                <a:off x="3528806" y="4400735"/>
                <a:ext cx="880373" cy="357511"/>
                <a:chOff x="3528806" y="4400735"/>
                <a:chExt cx="880373" cy="357511"/>
              </a:xfrm>
            </p:grpSpPr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DE55DCEE-1D4F-374A-1163-A7392B9B10B8}"/>
                    </a:ext>
                  </a:extLst>
                </p:cNvPr>
                <p:cNvSpPr/>
                <p:nvPr/>
              </p:nvSpPr>
              <p:spPr>
                <a:xfrm>
                  <a:off x="3528806" y="4400735"/>
                  <a:ext cx="858626" cy="324703"/>
                </a:xfrm>
                <a:custGeom>
                  <a:avLst/>
                  <a:gdLst>
                    <a:gd name="connsiteX0" fmla="*/ 0 w 858626"/>
                    <a:gd name="connsiteY0" fmla="*/ 0 h 324703"/>
                    <a:gd name="connsiteX1" fmla="*/ 858627 w 858626"/>
                    <a:gd name="connsiteY1" fmla="*/ 0 h 324703"/>
                    <a:gd name="connsiteX2" fmla="*/ 858502 w 858626"/>
                    <a:gd name="connsiteY2" fmla="*/ 324704 h 3247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58626" h="324703">
                      <a:moveTo>
                        <a:pt x="0" y="0"/>
                      </a:moveTo>
                      <a:lnTo>
                        <a:pt x="858627" y="0"/>
                      </a:lnTo>
                      <a:lnTo>
                        <a:pt x="858502" y="324704"/>
                      </a:lnTo>
                    </a:path>
                  </a:pathLst>
                </a:custGeom>
                <a:noFill/>
                <a:ln w="624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DE0881F6-33B7-7AC0-636F-515D2894B5D6}"/>
                    </a:ext>
                  </a:extLst>
                </p:cNvPr>
                <p:cNvSpPr/>
                <p:nvPr/>
              </p:nvSpPr>
              <p:spPr>
                <a:xfrm>
                  <a:off x="4365435" y="4714503"/>
                  <a:ext cx="43743" cy="43743"/>
                </a:xfrm>
                <a:custGeom>
                  <a:avLst/>
                  <a:gdLst>
                    <a:gd name="connsiteX0" fmla="*/ 21872 w 43743"/>
                    <a:gd name="connsiteY0" fmla="*/ 43744 h 43743"/>
                    <a:gd name="connsiteX1" fmla="*/ 0 w 43743"/>
                    <a:gd name="connsiteY1" fmla="*/ 0 h 43743"/>
                    <a:gd name="connsiteX2" fmla="*/ 21872 w 43743"/>
                    <a:gd name="connsiteY2" fmla="*/ 10936 h 43743"/>
                    <a:gd name="connsiteX3" fmla="*/ 43744 w 43743"/>
                    <a:gd name="connsiteY3" fmla="*/ 62 h 43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743" h="43743">
                      <a:moveTo>
                        <a:pt x="21872" y="43744"/>
                      </a:moveTo>
                      <a:lnTo>
                        <a:pt x="0" y="0"/>
                      </a:lnTo>
                      <a:lnTo>
                        <a:pt x="21872" y="10936"/>
                      </a:lnTo>
                      <a:lnTo>
                        <a:pt x="43744" y="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24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0" name="图形 93">
                <a:extLst>
                  <a:ext uri="{FF2B5EF4-FFF2-40B4-BE49-F238E27FC236}">
                    <a16:creationId xmlns:a16="http://schemas.microsoft.com/office/drawing/2014/main" id="{7C1C29D4-681D-FE55-5347-F46CC583D6C3}"/>
                  </a:ext>
                </a:extLst>
              </p:cNvPr>
              <p:cNvGrpSpPr/>
              <p:nvPr/>
            </p:nvGrpSpPr>
            <p:grpSpPr>
              <a:xfrm>
                <a:off x="3033002" y="4306998"/>
                <a:ext cx="495803" cy="187473"/>
                <a:chOff x="3033002" y="4306998"/>
                <a:chExt cx="495803" cy="187473"/>
              </a:xfrm>
              <a:noFill/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0C501D0A-C714-BE2B-AF7A-83CD0801FF05}"/>
                    </a:ext>
                  </a:extLst>
                </p:cNvPr>
                <p:cNvSpPr/>
                <p:nvPr/>
              </p:nvSpPr>
              <p:spPr>
                <a:xfrm>
                  <a:off x="3033002" y="4306998"/>
                  <a:ext cx="495803" cy="187473"/>
                </a:xfrm>
                <a:custGeom>
                  <a:avLst/>
                  <a:gdLst>
                    <a:gd name="connsiteX0" fmla="*/ 0 w 495803"/>
                    <a:gd name="connsiteY0" fmla="*/ 0 h 187473"/>
                    <a:gd name="connsiteX1" fmla="*/ 495804 w 495803"/>
                    <a:gd name="connsiteY1" fmla="*/ 0 h 187473"/>
                    <a:gd name="connsiteX2" fmla="*/ 495804 w 495803"/>
                    <a:gd name="connsiteY2" fmla="*/ 187473 h 187473"/>
                    <a:gd name="connsiteX3" fmla="*/ 0 w 495803"/>
                    <a:gd name="connsiteY3" fmla="*/ 187473 h 187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803" h="187473">
                      <a:moveTo>
                        <a:pt x="0" y="0"/>
                      </a:moveTo>
                      <a:lnTo>
                        <a:pt x="495804" y="0"/>
                      </a:lnTo>
                      <a:lnTo>
                        <a:pt x="495804" y="187473"/>
                      </a:lnTo>
                      <a:lnTo>
                        <a:pt x="0" y="187473"/>
                      </a:lnTo>
                      <a:close/>
                    </a:path>
                  </a:pathLst>
                </a:custGeom>
                <a:noFill/>
                <a:ln w="624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62" name="图片 61">
                  <a:extLst>
                    <a:ext uri="{FF2B5EF4-FFF2-40B4-BE49-F238E27FC236}">
                      <a16:creationId xmlns:a16="http://schemas.microsoft.com/office/drawing/2014/main" id="{44C60C27-5764-C08F-99E4-B0ADC8251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33939" y="4356991"/>
                  <a:ext cx="481180" cy="106234"/>
                </a:xfrm>
                <a:custGeom>
                  <a:avLst/>
                  <a:gdLst>
                    <a:gd name="connsiteX0" fmla="*/ -1 w 481180"/>
                    <a:gd name="connsiteY0" fmla="*/ -1 h 106234"/>
                    <a:gd name="connsiteX1" fmla="*/ 481180 w 481180"/>
                    <a:gd name="connsiteY1" fmla="*/ -1 h 106234"/>
                    <a:gd name="connsiteX2" fmla="*/ 481180 w 481180"/>
                    <a:gd name="connsiteY2" fmla="*/ 106234 h 106234"/>
                    <a:gd name="connsiteX3" fmla="*/ -1 w 481180"/>
                    <a:gd name="connsiteY3" fmla="*/ 106234 h 106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1180" h="106234">
                      <a:moveTo>
                        <a:pt x="-1" y="-1"/>
                      </a:moveTo>
                      <a:lnTo>
                        <a:pt x="481180" y="-1"/>
                      </a:lnTo>
                      <a:lnTo>
                        <a:pt x="481180" y="106234"/>
                      </a:lnTo>
                      <a:lnTo>
                        <a:pt x="-1" y="106234"/>
                      </a:lnTo>
                      <a:close/>
                    </a:path>
                  </a:pathLst>
                </a:custGeom>
              </p:spPr>
            </p:pic>
          </p:grpSp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778941B1-4543-0CDC-CCC7-9FF96B615B53}"/>
                  </a:ext>
                </a:extLst>
              </p:cNvPr>
              <p:cNvSpPr/>
              <p:nvPr/>
            </p:nvSpPr>
            <p:spPr>
              <a:xfrm rot="5400000">
                <a:off x="4002987" y="4552276"/>
                <a:ext cx="123982" cy="549921"/>
              </a:xfrm>
              <a:custGeom>
                <a:avLst/>
                <a:gdLst>
                  <a:gd name="connsiteX0" fmla="*/ 0 w 123982"/>
                  <a:gd name="connsiteY0" fmla="*/ 0 h 549921"/>
                  <a:gd name="connsiteX1" fmla="*/ 123982 w 123982"/>
                  <a:gd name="connsiteY1" fmla="*/ 0 h 549921"/>
                  <a:gd name="connsiteX2" fmla="*/ 123982 w 123982"/>
                  <a:gd name="connsiteY2" fmla="*/ 549921 h 549921"/>
                  <a:gd name="connsiteX3" fmla="*/ 0 w 123982"/>
                  <a:gd name="connsiteY3" fmla="*/ 549921 h 549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982" h="549921">
                    <a:moveTo>
                      <a:pt x="0" y="0"/>
                    </a:moveTo>
                    <a:lnTo>
                      <a:pt x="123982" y="0"/>
                    </a:lnTo>
                    <a:lnTo>
                      <a:pt x="123982" y="549921"/>
                    </a:lnTo>
                    <a:lnTo>
                      <a:pt x="0" y="549921"/>
                    </a:lnTo>
                    <a:close/>
                  </a:path>
                </a:pathLst>
              </a:custGeom>
              <a:solidFill>
                <a:srgbClr val="FFFFFF"/>
              </a:solidFill>
              <a:ln w="624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64" name="图形 93">
                <a:extLst>
                  <a:ext uri="{FF2B5EF4-FFF2-40B4-BE49-F238E27FC236}">
                    <a16:creationId xmlns:a16="http://schemas.microsoft.com/office/drawing/2014/main" id="{0B58EFB2-AD2B-36A7-DA39-C8513E810F8A}"/>
                  </a:ext>
                </a:extLst>
              </p:cNvPr>
              <p:cNvGrpSpPr/>
              <p:nvPr/>
            </p:nvGrpSpPr>
            <p:grpSpPr>
              <a:xfrm>
                <a:off x="3079495" y="4617891"/>
                <a:ext cx="464808" cy="187473"/>
                <a:chOff x="3079495" y="4617891"/>
                <a:chExt cx="464808" cy="187473"/>
              </a:xfrm>
              <a:noFill/>
            </p:grpSpPr>
            <p:sp>
              <p:nvSpPr>
                <p:cNvPr id="65" name="任意多边形: 形状 64">
                  <a:extLst>
                    <a:ext uri="{FF2B5EF4-FFF2-40B4-BE49-F238E27FC236}">
                      <a16:creationId xmlns:a16="http://schemas.microsoft.com/office/drawing/2014/main" id="{45C4C492-D5CB-923E-0C34-1DB5614F74DB}"/>
                    </a:ext>
                  </a:extLst>
                </p:cNvPr>
                <p:cNvSpPr/>
                <p:nvPr/>
              </p:nvSpPr>
              <p:spPr>
                <a:xfrm>
                  <a:off x="3079495" y="4617891"/>
                  <a:ext cx="464808" cy="187473"/>
                </a:xfrm>
                <a:custGeom>
                  <a:avLst/>
                  <a:gdLst>
                    <a:gd name="connsiteX0" fmla="*/ 0 w 464808"/>
                    <a:gd name="connsiteY0" fmla="*/ 0 h 187473"/>
                    <a:gd name="connsiteX1" fmla="*/ 464808 w 464808"/>
                    <a:gd name="connsiteY1" fmla="*/ 0 h 187473"/>
                    <a:gd name="connsiteX2" fmla="*/ 464808 w 464808"/>
                    <a:gd name="connsiteY2" fmla="*/ 187473 h 187473"/>
                    <a:gd name="connsiteX3" fmla="*/ 0 w 464808"/>
                    <a:gd name="connsiteY3" fmla="*/ 187473 h 187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4808" h="187473">
                      <a:moveTo>
                        <a:pt x="0" y="0"/>
                      </a:moveTo>
                      <a:lnTo>
                        <a:pt x="464808" y="0"/>
                      </a:lnTo>
                      <a:lnTo>
                        <a:pt x="464808" y="187473"/>
                      </a:lnTo>
                      <a:lnTo>
                        <a:pt x="0" y="187473"/>
                      </a:lnTo>
                      <a:close/>
                    </a:path>
                  </a:pathLst>
                </a:custGeom>
                <a:noFill/>
                <a:ln w="624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66" name="图片 65">
                  <a:extLst>
                    <a:ext uri="{FF2B5EF4-FFF2-40B4-BE49-F238E27FC236}">
                      <a16:creationId xmlns:a16="http://schemas.microsoft.com/office/drawing/2014/main" id="{5F0810FF-1A1C-7D94-8005-50DAC65AAA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83932" y="4669446"/>
                  <a:ext cx="449935" cy="106234"/>
                </a:xfrm>
                <a:custGeom>
                  <a:avLst/>
                  <a:gdLst>
                    <a:gd name="connsiteX0" fmla="*/ -1 w 449935"/>
                    <a:gd name="connsiteY0" fmla="*/ -1 h 106234"/>
                    <a:gd name="connsiteX1" fmla="*/ 449935 w 449935"/>
                    <a:gd name="connsiteY1" fmla="*/ -1 h 106234"/>
                    <a:gd name="connsiteX2" fmla="*/ 449935 w 449935"/>
                    <a:gd name="connsiteY2" fmla="*/ 106234 h 106234"/>
                    <a:gd name="connsiteX3" fmla="*/ -1 w 449935"/>
                    <a:gd name="connsiteY3" fmla="*/ 106234 h 106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9935" h="106234">
                      <a:moveTo>
                        <a:pt x="-1" y="-1"/>
                      </a:moveTo>
                      <a:lnTo>
                        <a:pt x="449935" y="-1"/>
                      </a:lnTo>
                      <a:lnTo>
                        <a:pt x="449935" y="106234"/>
                      </a:lnTo>
                      <a:lnTo>
                        <a:pt x="-1" y="106234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67" name="图形 93">
                <a:extLst>
                  <a:ext uri="{FF2B5EF4-FFF2-40B4-BE49-F238E27FC236}">
                    <a16:creationId xmlns:a16="http://schemas.microsoft.com/office/drawing/2014/main" id="{C79559C7-04FC-F69C-A9DC-11A2D4FDF920}"/>
                  </a:ext>
                </a:extLst>
              </p:cNvPr>
              <p:cNvGrpSpPr/>
              <p:nvPr/>
            </p:nvGrpSpPr>
            <p:grpSpPr>
              <a:xfrm>
                <a:off x="3017504" y="4970966"/>
                <a:ext cx="526799" cy="187473"/>
                <a:chOff x="3017504" y="4970966"/>
                <a:chExt cx="526799" cy="187473"/>
              </a:xfrm>
              <a:noFill/>
            </p:grpSpPr>
            <p:sp>
              <p:nvSpPr>
                <p:cNvPr id="68" name="任意多边形: 形状 67">
                  <a:extLst>
                    <a:ext uri="{FF2B5EF4-FFF2-40B4-BE49-F238E27FC236}">
                      <a16:creationId xmlns:a16="http://schemas.microsoft.com/office/drawing/2014/main" id="{EFADE572-A386-EFBC-7E25-F53617A6ECC8}"/>
                    </a:ext>
                  </a:extLst>
                </p:cNvPr>
                <p:cNvSpPr/>
                <p:nvPr/>
              </p:nvSpPr>
              <p:spPr>
                <a:xfrm>
                  <a:off x="3017504" y="4970966"/>
                  <a:ext cx="526799" cy="187473"/>
                </a:xfrm>
                <a:custGeom>
                  <a:avLst/>
                  <a:gdLst>
                    <a:gd name="connsiteX0" fmla="*/ 0 w 526799"/>
                    <a:gd name="connsiteY0" fmla="*/ 0 h 187473"/>
                    <a:gd name="connsiteX1" fmla="*/ 526799 w 526799"/>
                    <a:gd name="connsiteY1" fmla="*/ 0 h 187473"/>
                    <a:gd name="connsiteX2" fmla="*/ 526799 w 526799"/>
                    <a:gd name="connsiteY2" fmla="*/ 187473 h 187473"/>
                    <a:gd name="connsiteX3" fmla="*/ 0 w 526799"/>
                    <a:gd name="connsiteY3" fmla="*/ 187473 h 187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26799" h="187473">
                      <a:moveTo>
                        <a:pt x="0" y="0"/>
                      </a:moveTo>
                      <a:lnTo>
                        <a:pt x="526799" y="0"/>
                      </a:lnTo>
                      <a:lnTo>
                        <a:pt x="526799" y="187473"/>
                      </a:lnTo>
                      <a:lnTo>
                        <a:pt x="0" y="187473"/>
                      </a:lnTo>
                      <a:close/>
                    </a:path>
                  </a:pathLst>
                </a:custGeom>
                <a:noFill/>
                <a:ln w="624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69" name="图片 68">
                  <a:extLst>
                    <a:ext uri="{FF2B5EF4-FFF2-40B4-BE49-F238E27FC236}">
                      <a16:creationId xmlns:a16="http://schemas.microsoft.com/office/drawing/2014/main" id="{1AA4B882-E245-136E-FA6C-EAD5985936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21441" y="5019396"/>
                  <a:ext cx="512426" cy="106234"/>
                </a:xfrm>
                <a:custGeom>
                  <a:avLst/>
                  <a:gdLst>
                    <a:gd name="connsiteX0" fmla="*/ -1 w 512426"/>
                    <a:gd name="connsiteY0" fmla="*/ -1 h 106234"/>
                    <a:gd name="connsiteX1" fmla="*/ 512426 w 512426"/>
                    <a:gd name="connsiteY1" fmla="*/ -1 h 106234"/>
                    <a:gd name="connsiteX2" fmla="*/ 512426 w 512426"/>
                    <a:gd name="connsiteY2" fmla="*/ 106234 h 106234"/>
                    <a:gd name="connsiteX3" fmla="*/ -1 w 512426"/>
                    <a:gd name="connsiteY3" fmla="*/ 106234 h 106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2426" h="106234">
                      <a:moveTo>
                        <a:pt x="-1" y="-1"/>
                      </a:moveTo>
                      <a:lnTo>
                        <a:pt x="512426" y="-1"/>
                      </a:lnTo>
                      <a:lnTo>
                        <a:pt x="512426" y="106234"/>
                      </a:lnTo>
                      <a:lnTo>
                        <a:pt x="-1" y="106234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70" name="图形 93">
                <a:extLst>
                  <a:ext uri="{FF2B5EF4-FFF2-40B4-BE49-F238E27FC236}">
                    <a16:creationId xmlns:a16="http://schemas.microsoft.com/office/drawing/2014/main" id="{3FBA91EF-0B59-24FB-6ED2-F0192398E412}"/>
                  </a:ext>
                </a:extLst>
              </p:cNvPr>
              <p:cNvGrpSpPr/>
              <p:nvPr/>
            </p:nvGrpSpPr>
            <p:grpSpPr>
              <a:xfrm>
                <a:off x="3972054" y="4669446"/>
                <a:ext cx="185910" cy="106234"/>
                <a:chOff x="3972054" y="4669446"/>
                <a:chExt cx="185910" cy="106234"/>
              </a:xfrm>
              <a:noFill/>
            </p:grpSpPr>
            <p:sp>
              <p:nvSpPr>
                <p:cNvPr id="71" name="任意多边形: 形状 70">
                  <a:extLst>
                    <a:ext uri="{FF2B5EF4-FFF2-40B4-BE49-F238E27FC236}">
                      <a16:creationId xmlns:a16="http://schemas.microsoft.com/office/drawing/2014/main" id="{E207ED37-BB2E-220C-0D9D-BE1C9A15DA14}"/>
                    </a:ext>
                  </a:extLst>
                </p:cNvPr>
                <p:cNvSpPr/>
                <p:nvPr/>
              </p:nvSpPr>
              <p:spPr>
                <a:xfrm>
                  <a:off x="3972054" y="4680382"/>
                  <a:ext cx="185910" cy="62491"/>
                </a:xfrm>
                <a:custGeom>
                  <a:avLst/>
                  <a:gdLst>
                    <a:gd name="connsiteX0" fmla="*/ 0 w 185910"/>
                    <a:gd name="connsiteY0" fmla="*/ 0 h 62491"/>
                    <a:gd name="connsiteX1" fmla="*/ 185911 w 185910"/>
                    <a:gd name="connsiteY1" fmla="*/ 0 h 62491"/>
                    <a:gd name="connsiteX2" fmla="*/ 185911 w 185910"/>
                    <a:gd name="connsiteY2" fmla="*/ 62491 h 62491"/>
                    <a:gd name="connsiteX3" fmla="*/ 0 w 185910"/>
                    <a:gd name="connsiteY3" fmla="*/ 62491 h 62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5910" h="62491">
                      <a:moveTo>
                        <a:pt x="0" y="0"/>
                      </a:moveTo>
                      <a:lnTo>
                        <a:pt x="185911" y="0"/>
                      </a:lnTo>
                      <a:lnTo>
                        <a:pt x="185911" y="62491"/>
                      </a:lnTo>
                      <a:lnTo>
                        <a:pt x="0" y="62491"/>
                      </a:lnTo>
                      <a:close/>
                    </a:path>
                  </a:pathLst>
                </a:custGeom>
                <a:noFill/>
                <a:ln w="624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72" name="图片 71">
                  <a:extLst>
                    <a:ext uri="{FF2B5EF4-FFF2-40B4-BE49-F238E27FC236}">
                      <a16:creationId xmlns:a16="http://schemas.microsoft.com/office/drawing/2014/main" id="{046C7245-7615-AFEA-2E74-57122AD493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77554" y="4669446"/>
                  <a:ext cx="174974" cy="106234"/>
                </a:xfrm>
                <a:custGeom>
                  <a:avLst/>
                  <a:gdLst>
                    <a:gd name="connsiteX0" fmla="*/ -1 w 174974"/>
                    <a:gd name="connsiteY0" fmla="*/ -1 h 106234"/>
                    <a:gd name="connsiteX1" fmla="*/ 174974 w 174974"/>
                    <a:gd name="connsiteY1" fmla="*/ -1 h 106234"/>
                    <a:gd name="connsiteX2" fmla="*/ 174974 w 174974"/>
                    <a:gd name="connsiteY2" fmla="*/ 106234 h 106234"/>
                    <a:gd name="connsiteX3" fmla="*/ -1 w 174974"/>
                    <a:gd name="connsiteY3" fmla="*/ 106234 h 106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4974" h="106234">
                      <a:moveTo>
                        <a:pt x="-1" y="-1"/>
                      </a:moveTo>
                      <a:lnTo>
                        <a:pt x="174974" y="-1"/>
                      </a:lnTo>
                      <a:lnTo>
                        <a:pt x="174974" y="106234"/>
                      </a:lnTo>
                      <a:lnTo>
                        <a:pt x="-1" y="106234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73" name="图形 93">
                <a:extLst>
                  <a:ext uri="{FF2B5EF4-FFF2-40B4-BE49-F238E27FC236}">
                    <a16:creationId xmlns:a16="http://schemas.microsoft.com/office/drawing/2014/main" id="{01A96B21-69BC-69D3-8E0B-E1501DA01160}"/>
                  </a:ext>
                </a:extLst>
              </p:cNvPr>
              <p:cNvGrpSpPr/>
              <p:nvPr/>
            </p:nvGrpSpPr>
            <p:grpSpPr>
              <a:xfrm>
                <a:off x="3569175" y="4844421"/>
                <a:ext cx="185910" cy="106234"/>
                <a:chOff x="3569175" y="4844421"/>
                <a:chExt cx="185910" cy="106234"/>
              </a:xfrm>
              <a:noFill/>
            </p:grpSpPr>
            <p:sp>
              <p:nvSpPr>
                <p:cNvPr id="74" name="任意多边形: 形状 73">
                  <a:extLst>
                    <a:ext uri="{FF2B5EF4-FFF2-40B4-BE49-F238E27FC236}">
                      <a16:creationId xmlns:a16="http://schemas.microsoft.com/office/drawing/2014/main" id="{B137784E-6D0E-D305-020A-3113EE1EBC7F}"/>
                    </a:ext>
                  </a:extLst>
                </p:cNvPr>
                <p:cNvSpPr/>
                <p:nvPr/>
              </p:nvSpPr>
              <p:spPr>
                <a:xfrm>
                  <a:off x="3569175" y="4855357"/>
                  <a:ext cx="185910" cy="62491"/>
                </a:xfrm>
                <a:custGeom>
                  <a:avLst/>
                  <a:gdLst>
                    <a:gd name="connsiteX0" fmla="*/ 0 w 185910"/>
                    <a:gd name="connsiteY0" fmla="*/ 0 h 62491"/>
                    <a:gd name="connsiteX1" fmla="*/ 185911 w 185910"/>
                    <a:gd name="connsiteY1" fmla="*/ 0 h 62491"/>
                    <a:gd name="connsiteX2" fmla="*/ 185911 w 185910"/>
                    <a:gd name="connsiteY2" fmla="*/ 62491 h 62491"/>
                    <a:gd name="connsiteX3" fmla="*/ 0 w 185910"/>
                    <a:gd name="connsiteY3" fmla="*/ 62491 h 62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5910" h="62491">
                      <a:moveTo>
                        <a:pt x="0" y="0"/>
                      </a:moveTo>
                      <a:lnTo>
                        <a:pt x="185911" y="0"/>
                      </a:lnTo>
                      <a:lnTo>
                        <a:pt x="185911" y="62491"/>
                      </a:lnTo>
                      <a:lnTo>
                        <a:pt x="0" y="62491"/>
                      </a:lnTo>
                      <a:close/>
                    </a:path>
                  </a:pathLst>
                </a:custGeom>
                <a:noFill/>
                <a:ln w="624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75" name="图片 74">
                  <a:extLst>
                    <a:ext uri="{FF2B5EF4-FFF2-40B4-BE49-F238E27FC236}">
                      <a16:creationId xmlns:a16="http://schemas.microsoft.com/office/drawing/2014/main" id="{F1ACC99A-7F7E-B43D-DEBF-DF22F6B238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71362" y="4844421"/>
                  <a:ext cx="174974" cy="106234"/>
                </a:xfrm>
                <a:custGeom>
                  <a:avLst/>
                  <a:gdLst>
                    <a:gd name="connsiteX0" fmla="*/ -1 w 174974"/>
                    <a:gd name="connsiteY0" fmla="*/ -1 h 106234"/>
                    <a:gd name="connsiteX1" fmla="*/ 174974 w 174974"/>
                    <a:gd name="connsiteY1" fmla="*/ -1 h 106234"/>
                    <a:gd name="connsiteX2" fmla="*/ 174974 w 174974"/>
                    <a:gd name="connsiteY2" fmla="*/ 106234 h 106234"/>
                    <a:gd name="connsiteX3" fmla="*/ -1 w 174974"/>
                    <a:gd name="connsiteY3" fmla="*/ 106234 h 1062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4974" h="106234">
                      <a:moveTo>
                        <a:pt x="-1" y="-1"/>
                      </a:moveTo>
                      <a:lnTo>
                        <a:pt x="174974" y="-1"/>
                      </a:lnTo>
                      <a:lnTo>
                        <a:pt x="174974" y="106234"/>
                      </a:lnTo>
                      <a:lnTo>
                        <a:pt x="-1" y="106234"/>
                      </a:lnTo>
                      <a:close/>
                    </a:path>
                  </a:pathLst>
                </a:custGeom>
              </p:spPr>
            </p:pic>
          </p:grpSp>
          <p:sp>
            <p:nvSpPr>
              <p:cNvPr id="76" name="任意多边形: 形状 75">
                <a:extLst>
                  <a:ext uri="{FF2B5EF4-FFF2-40B4-BE49-F238E27FC236}">
                    <a16:creationId xmlns:a16="http://schemas.microsoft.com/office/drawing/2014/main" id="{12AA2DEE-196F-DB18-B361-1481C521FA7B}"/>
                  </a:ext>
                </a:extLst>
              </p:cNvPr>
              <p:cNvSpPr/>
              <p:nvPr/>
            </p:nvSpPr>
            <p:spPr>
              <a:xfrm rot="5400000">
                <a:off x="4002987" y="4680382"/>
                <a:ext cx="123982" cy="549921"/>
              </a:xfrm>
              <a:custGeom>
                <a:avLst/>
                <a:gdLst>
                  <a:gd name="connsiteX0" fmla="*/ 0 w 123982"/>
                  <a:gd name="connsiteY0" fmla="*/ 0 h 549921"/>
                  <a:gd name="connsiteX1" fmla="*/ 123982 w 123982"/>
                  <a:gd name="connsiteY1" fmla="*/ 0 h 549921"/>
                  <a:gd name="connsiteX2" fmla="*/ 123982 w 123982"/>
                  <a:gd name="connsiteY2" fmla="*/ 549921 h 549921"/>
                  <a:gd name="connsiteX3" fmla="*/ 0 w 123982"/>
                  <a:gd name="connsiteY3" fmla="*/ 549921 h 549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982" h="549921">
                    <a:moveTo>
                      <a:pt x="0" y="0"/>
                    </a:moveTo>
                    <a:lnTo>
                      <a:pt x="123982" y="0"/>
                    </a:lnTo>
                    <a:lnTo>
                      <a:pt x="123982" y="549921"/>
                    </a:lnTo>
                    <a:lnTo>
                      <a:pt x="0" y="549921"/>
                    </a:lnTo>
                    <a:close/>
                  </a:path>
                </a:pathLst>
              </a:custGeom>
              <a:solidFill>
                <a:srgbClr val="FFFFFF"/>
              </a:solidFill>
              <a:ln w="624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77" name="图形 93">
                <a:extLst>
                  <a:ext uri="{FF2B5EF4-FFF2-40B4-BE49-F238E27FC236}">
                    <a16:creationId xmlns:a16="http://schemas.microsoft.com/office/drawing/2014/main" id="{2A1A0E7F-62E7-DD86-A9D7-8C95ACEDABE5}"/>
                  </a:ext>
                </a:extLst>
              </p:cNvPr>
              <p:cNvGrpSpPr/>
              <p:nvPr/>
            </p:nvGrpSpPr>
            <p:grpSpPr>
              <a:xfrm>
                <a:off x="3544303" y="4711628"/>
                <a:ext cx="235466" cy="110921"/>
                <a:chOff x="3544303" y="4711628"/>
                <a:chExt cx="235466" cy="110921"/>
              </a:xfrm>
            </p:grpSpPr>
            <p:sp>
              <p:nvSpPr>
                <p:cNvPr id="78" name="任意多边形: 形状 77">
                  <a:extLst>
                    <a:ext uri="{FF2B5EF4-FFF2-40B4-BE49-F238E27FC236}">
                      <a16:creationId xmlns:a16="http://schemas.microsoft.com/office/drawing/2014/main" id="{FFD638ED-DAEB-2467-5BB1-85806ADE1582}"/>
                    </a:ext>
                  </a:extLst>
                </p:cNvPr>
                <p:cNvSpPr/>
                <p:nvPr/>
              </p:nvSpPr>
              <p:spPr>
                <a:xfrm>
                  <a:off x="3544303" y="4711628"/>
                  <a:ext cx="205720" cy="95673"/>
                </a:xfrm>
                <a:custGeom>
                  <a:avLst/>
                  <a:gdLst>
                    <a:gd name="connsiteX0" fmla="*/ 0 w 205720"/>
                    <a:gd name="connsiteY0" fmla="*/ 0 h 95673"/>
                    <a:gd name="connsiteX1" fmla="*/ 205721 w 205720"/>
                    <a:gd name="connsiteY1" fmla="*/ 95674 h 95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5720" h="95673">
                      <a:moveTo>
                        <a:pt x="0" y="0"/>
                      </a:moveTo>
                      <a:lnTo>
                        <a:pt x="205721" y="95674"/>
                      </a:lnTo>
                    </a:path>
                  </a:pathLst>
                </a:custGeom>
                <a:noFill/>
                <a:ln w="624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" name="任意多边形: 形状 78">
                  <a:extLst>
                    <a:ext uri="{FF2B5EF4-FFF2-40B4-BE49-F238E27FC236}">
                      <a16:creationId xmlns:a16="http://schemas.microsoft.com/office/drawing/2014/main" id="{00D4C928-C67C-1DB8-6704-57D125305C52}"/>
                    </a:ext>
                  </a:extLst>
                </p:cNvPr>
                <p:cNvSpPr/>
                <p:nvPr/>
              </p:nvSpPr>
              <p:spPr>
                <a:xfrm>
                  <a:off x="3730839" y="4782868"/>
                  <a:ext cx="48930" cy="39681"/>
                </a:xfrm>
                <a:custGeom>
                  <a:avLst/>
                  <a:gdLst>
                    <a:gd name="connsiteX0" fmla="*/ 48930 w 48930"/>
                    <a:gd name="connsiteY0" fmla="*/ 38307 h 39681"/>
                    <a:gd name="connsiteX1" fmla="*/ 0 w 48930"/>
                    <a:gd name="connsiteY1" fmla="*/ 39682 h 39681"/>
                    <a:gd name="connsiteX2" fmla="*/ 19185 w 48930"/>
                    <a:gd name="connsiteY2" fmla="*/ 24434 h 39681"/>
                    <a:gd name="connsiteX3" fmla="*/ 18497 w 48930"/>
                    <a:gd name="connsiteY3" fmla="*/ 0 h 396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930" h="39681">
                      <a:moveTo>
                        <a:pt x="48930" y="38307"/>
                      </a:moveTo>
                      <a:lnTo>
                        <a:pt x="0" y="39682"/>
                      </a:lnTo>
                      <a:lnTo>
                        <a:pt x="19185" y="24434"/>
                      </a:lnTo>
                      <a:lnTo>
                        <a:pt x="1849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24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图形 93">
                <a:extLst>
                  <a:ext uri="{FF2B5EF4-FFF2-40B4-BE49-F238E27FC236}">
                    <a16:creationId xmlns:a16="http://schemas.microsoft.com/office/drawing/2014/main" id="{F54D4B81-281C-97F2-8583-4B1CDB5F541E}"/>
                  </a:ext>
                </a:extLst>
              </p:cNvPr>
              <p:cNvGrpSpPr/>
              <p:nvPr/>
            </p:nvGrpSpPr>
            <p:grpSpPr>
              <a:xfrm>
                <a:off x="3544303" y="4955968"/>
                <a:ext cx="239340" cy="108734"/>
                <a:chOff x="3544303" y="4955968"/>
                <a:chExt cx="239340" cy="108734"/>
              </a:xfrm>
            </p:grpSpPr>
            <p:sp>
              <p:nvSpPr>
                <p:cNvPr id="81" name="任意多边形: 形状 80">
                  <a:extLst>
                    <a:ext uri="{FF2B5EF4-FFF2-40B4-BE49-F238E27FC236}">
                      <a16:creationId xmlns:a16="http://schemas.microsoft.com/office/drawing/2014/main" id="{B8EB1DB3-23C7-ECF4-3580-95A17A7232F8}"/>
                    </a:ext>
                  </a:extLst>
                </p:cNvPr>
                <p:cNvSpPr/>
                <p:nvPr/>
              </p:nvSpPr>
              <p:spPr>
                <a:xfrm>
                  <a:off x="3544303" y="4971528"/>
                  <a:ext cx="209344" cy="93173"/>
                </a:xfrm>
                <a:custGeom>
                  <a:avLst/>
                  <a:gdLst>
                    <a:gd name="connsiteX0" fmla="*/ 0 w 209344"/>
                    <a:gd name="connsiteY0" fmla="*/ 93174 h 93173"/>
                    <a:gd name="connsiteX1" fmla="*/ 209345 w 209344"/>
                    <a:gd name="connsiteY1" fmla="*/ 0 h 93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9344" h="93173">
                      <a:moveTo>
                        <a:pt x="0" y="93174"/>
                      </a:moveTo>
                      <a:lnTo>
                        <a:pt x="209345" y="0"/>
                      </a:lnTo>
                    </a:path>
                  </a:pathLst>
                </a:custGeom>
                <a:noFill/>
                <a:ln w="624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2" name="任意多边形: 形状 81">
                  <a:extLst>
                    <a:ext uri="{FF2B5EF4-FFF2-40B4-BE49-F238E27FC236}">
                      <a16:creationId xmlns:a16="http://schemas.microsoft.com/office/drawing/2014/main" id="{32DA9955-E26C-4A50-E7CD-C765E77F9C60}"/>
                    </a:ext>
                  </a:extLst>
                </p:cNvPr>
                <p:cNvSpPr/>
                <p:nvPr/>
              </p:nvSpPr>
              <p:spPr>
                <a:xfrm>
                  <a:off x="3734776" y="4955968"/>
                  <a:ext cx="48867" cy="39994"/>
                </a:xfrm>
                <a:custGeom>
                  <a:avLst/>
                  <a:gdLst>
                    <a:gd name="connsiteX0" fmla="*/ 48868 w 48867"/>
                    <a:gd name="connsiteY0" fmla="*/ 2187 h 39994"/>
                    <a:gd name="connsiteX1" fmla="*/ 17810 w 48867"/>
                    <a:gd name="connsiteY1" fmla="*/ 39994 h 39994"/>
                    <a:gd name="connsiteX2" fmla="*/ 18872 w 48867"/>
                    <a:gd name="connsiteY2" fmla="*/ 15561 h 39994"/>
                    <a:gd name="connsiteX3" fmla="*/ 0 w 48867"/>
                    <a:gd name="connsiteY3" fmla="*/ 0 h 39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867" h="39994">
                      <a:moveTo>
                        <a:pt x="48868" y="2187"/>
                      </a:moveTo>
                      <a:lnTo>
                        <a:pt x="17810" y="39994"/>
                      </a:lnTo>
                      <a:lnTo>
                        <a:pt x="18872" y="1556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24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98EEC037-4FA9-3009-0CA1-78EE17A21325}"/>
                  </a:ext>
                </a:extLst>
              </p:cNvPr>
              <p:cNvSpPr/>
              <p:nvPr/>
            </p:nvSpPr>
            <p:spPr>
              <a:xfrm rot="5400000">
                <a:off x="4325316" y="4777243"/>
                <a:ext cx="123982" cy="99985"/>
              </a:xfrm>
              <a:custGeom>
                <a:avLst/>
                <a:gdLst>
                  <a:gd name="connsiteX0" fmla="*/ 0 w 123982"/>
                  <a:gd name="connsiteY0" fmla="*/ 0 h 99985"/>
                  <a:gd name="connsiteX1" fmla="*/ 123983 w 123982"/>
                  <a:gd name="connsiteY1" fmla="*/ 0 h 99985"/>
                  <a:gd name="connsiteX2" fmla="*/ 123983 w 123982"/>
                  <a:gd name="connsiteY2" fmla="*/ 99986 h 99985"/>
                  <a:gd name="connsiteX3" fmla="*/ 0 w 123982"/>
                  <a:gd name="connsiteY3" fmla="*/ 99986 h 99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982" h="99985">
                    <a:moveTo>
                      <a:pt x="0" y="0"/>
                    </a:moveTo>
                    <a:lnTo>
                      <a:pt x="123983" y="0"/>
                    </a:lnTo>
                    <a:lnTo>
                      <a:pt x="123983" y="99986"/>
                    </a:lnTo>
                    <a:lnTo>
                      <a:pt x="0" y="99986"/>
                    </a:lnTo>
                    <a:close/>
                  </a:path>
                </a:pathLst>
              </a:custGeom>
              <a:solidFill>
                <a:srgbClr val="FFFFFF"/>
              </a:solidFill>
              <a:ln w="624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C67B6CA8-E1A6-023D-89E9-78FE56F51720}"/>
                  </a:ext>
                </a:extLst>
              </p:cNvPr>
              <p:cNvSpPr/>
              <p:nvPr/>
            </p:nvSpPr>
            <p:spPr>
              <a:xfrm rot="5400000">
                <a:off x="4325316" y="4905350"/>
                <a:ext cx="123982" cy="99985"/>
              </a:xfrm>
              <a:custGeom>
                <a:avLst/>
                <a:gdLst>
                  <a:gd name="connsiteX0" fmla="*/ 0 w 123982"/>
                  <a:gd name="connsiteY0" fmla="*/ 0 h 99985"/>
                  <a:gd name="connsiteX1" fmla="*/ 123983 w 123982"/>
                  <a:gd name="connsiteY1" fmla="*/ 0 h 99985"/>
                  <a:gd name="connsiteX2" fmla="*/ 123983 w 123982"/>
                  <a:gd name="connsiteY2" fmla="*/ 99986 h 99985"/>
                  <a:gd name="connsiteX3" fmla="*/ 0 w 123982"/>
                  <a:gd name="connsiteY3" fmla="*/ 99986 h 99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982" h="99985">
                    <a:moveTo>
                      <a:pt x="0" y="0"/>
                    </a:moveTo>
                    <a:lnTo>
                      <a:pt x="123983" y="0"/>
                    </a:lnTo>
                    <a:lnTo>
                      <a:pt x="123983" y="99986"/>
                    </a:lnTo>
                    <a:lnTo>
                      <a:pt x="0" y="99986"/>
                    </a:lnTo>
                    <a:close/>
                  </a:path>
                </a:pathLst>
              </a:custGeom>
              <a:solidFill>
                <a:srgbClr val="FFFFFF"/>
              </a:solidFill>
              <a:ln w="624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5" name="图形 93">
              <a:extLst>
                <a:ext uri="{FF2B5EF4-FFF2-40B4-BE49-F238E27FC236}">
                  <a16:creationId xmlns:a16="http://schemas.microsoft.com/office/drawing/2014/main" id="{94032694-A5F7-2FF4-2CC4-5A66F5DCEFE0}"/>
                </a:ext>
              </a:extLst>
            </p:cNvPr>
            <p:cNvGrpSpPr/>
            <p:nvPr/>
          </p:nvGrpSpPr>
          <p:grpSpPr>
            <a:xfrm>
              <a:off x="3793205" y="5431837"/>
              <a:ext cx="831130" cy="187473"/>
              <a:chOff x="3793205" y="5431837"/>
              <a:chExt cx="831130" cy="187473"/>
            </a:xfrm>
            <a:noFill/>
          </p:grpSpPr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1B27E735-DD16-7E1E-2270-81397DEC41E0}"/>
                  </a:ext>
                </a:extLst>
              </p:cNvPr>
              <p:cNvSpPr/>
              <p:nvPr/>
            </p:nvSpPr>
            <p:spPr>
              <a:xfrm>
                <a:off x="3793205" y="5431837"/>
                <a:ext cx="831130" cy="187473"/>
              </a:xfrm>
              <a:custGeom>
                <a:avLst/>
                <a:gdLst>
                  <a:gd name="connsiteX0" fmla="*/ 0 w 831130"/>
                  <a:gd name="connsiteY0" fmla="*/ 0 h 187473"/>
                  <a:gd name="connsiteX1" fmla="*/ 831131 w 831130"/>
                  <a:gd name="connsiteY1" fmla="*/ 0 h 187473"/>
                  <a:gd name="connsiteX2" fmla="*/ 831131 w 831130"/>
                  <a:gd name="connsiteY2" fmla="*/ 187473 h 187473"/>
                  <a:gd name="connsiteX3" fmla="*/ 0 w 831130"/>
                  <a:gd name="connsiteY3" fmla="*/ 187473 h 187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1130" h="187473">
                    <a:moveTo>
                      <a:pt x="0" y="0"/>
                    </a:moveTo>
                    <a:lnTo>
                      <a:pt x="831131" y="0"/>
                    </a:lnTo>
                    <a:lnTo>
                      <a:pt x="831131" y="187473"/>
                    </a:lnTo>
                    <a:lnTo>
                      <a:pt x="0" y="187473"/>
                    </a:lnTo>
                    <a:close/>
                  </a:path>
                </a:pathLst>
              </a:custGeom>
              <a:noFill/>
              <a:ln w="62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87" name="图片 86">
                <a:extLst>
                  <a:ext uri="{FF2B5EF4-FFF2-40B4-BE49-F238E27FC236}">
                    <a16:creationId xmlns:a16="http://schemas.microsoft.com/office/drawing/2014/main" id="{D5691F49-2A9E-EF43-10A2-DB71CAB550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96330" y="5481830"/>
                <a:ext cx="818632" cy="106234"/>
              </a:xfrm>
              <a:custGeom>
                <a:avLst/>
                <a:gdLst>
                  <a:gd name="connsiteX0" fmla="*/ -1 w 818632"/>
                  <a:gd name="connsiteY0" fmla="*/ -1 h 106234"/>
                  <a:gd name="connsiteX1" fmla="*/ 818632 w 818632"/>
                  <a:gd name="connsiteY1" fmla="*/ -1 h 106234"/>
                  <a:gd name="connsiteX2" fmla="*/ 818632 w 818632"/>
                  <a:gd name="connsiteY2" fmla="*/ 106234 h 106234"/>
                  <a:gd name="connsiteX3" fmla="*/ -1 w 818632"/>
                  <a:gd name="connsiteY3" fmla="*/ 106234 h 106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8632" h="106234">
                    <a:moveTo>
                      <a:pt x="-1" y="-1"/>
                    </a:moveTo>
                    <a:lnTo>
                      <a:pt x="818632" y="-1"/>
                    </a:lnTo>
                    <a:lnTo>
                      <a:pt x="818632" y="106234"/>
                    </a:lnTo>
                    <a:lnTo>
                      <a:pt x="-1" y="106234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88" name="图形 93">
            <a:extLst>
              <a:ext uri="{FF2B5EF4-FFF2-40B4-BE49-F238E27FC236}">
                <a16:creationId xmlns:a16="http://schemas.microsoft.com/office/drawing/2014/main" id="{C6B478DE-0225-A1D2-345C-53DB91F58A75}"/>
              </a:ext>
            </a:extLst>
          </p:cNvPr>
          <p:cNvGrpSpPr/>
          <p:nvPr/>
        </p:nvGrpSpPr>
        <p:grpSpPr>
          <a:xfrm>
            <a:off x="1687257" y="1676126"/>
            <a:ext cx="437437" cy="246214"/>
            <a:chOff x="1687257" y="1676126"/>
            <a:chExt cx="437437" cy="246214"/>
          </a:xfrm>
          <a:solidFill>
            <a:srgbClr val="FFFFFF"/>
          </a:solidFill>
        </p:grpSpPr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51BF937A-7C90-90E3-3502-41BD83EF34EE}"/>
                </a:ext>
              </a:extLst>
            </p:cNvPr>
            <p:cNvSpPr/>
            <p:nvPr/>
          </p:nvSpPr>
          <p:spPr>
            <a:xfrm>
              <a:off x="1687257" y="1676126"/>
              <a:ext cx="437437" cy="246214"/>
            </a:xfrm>
            <a:custGeom>
              <a:avLst/>
              <a:gdLst>
                <a:gd name="connsiteX0" fmla="*/ 0 w 437437"/>
                <a:gd name="connsiteY0" fmla="*/ 0 h 246214"/>
                <a:gd name="connsiteX1" fmla="*/ 437437 w 437437"/>
                <a:gd name="connsiteY1" fmla="*/ 0 h 246214"/>
                <a:gd name="connsiteX2" fmla="*/ 437437 w 437437"/>
                <a:gd name="connsiteY2" fmla="*/ 212469 h 246214"/>
                <a:gd name="connsiteX3" fmla="*/ 218719 w 437437"/>
                <a:gd name="connsiteY3" fmla="*/ 212469 h 246214"/>
                <a:gd name="connsiteX4" fmla="*/ 0 w 437437"/>
                <a:gd name="connsiteY4" fmla="*/ 212469 h 246214"/>
                <a:gd name="connsiteX5" fmla="*/ 0 w 437437"/>
                <a:gd name="connsiteY5" fmla="*/ 37495 h 246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7437" h="246214">
                  <a:moveTo>
                    <a:pt x="0" y="0"/>
                  </a:moveTo>
                  <a:lnTo>
                    <a:pt x="437437" y="0"/>
                  </a:lnTo>
                  <a:lnTo>
                    <a:pt x="437437" y="212469"/>
                  </a:lnTo>
                  <a:cubicBezTo>
                    <a:pt x="364529" y="167476"/>
                    <a:pt x="291627" y="167476"/>
                    <a:pt x="218719" y="212469"/>
                  </a:cubicBezTo>
                  <a:cubicBezTo>
                    <a:pt x="145810" y="257463"/>
                    <a:pt x="72908" y="257463"/>
                    <a:pt x="0" y="212469"/>
                  </a:cubicBezTo>
                  <a:lnTo>
                    <a:pt x="0" y="37495"/>
                  </a:lnTo>
                  <a:close/>
                </a:path>
              </a:pathLst>
            </a:custGeom>
            <a:solidFill>
              <a:srgbClr val="FFFFFF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90" name="图片 89">
              <a:extLst>
                <a:ext uri="{FF2B5EF4-FFF2-40B4-BE49-F238E27FC236}">
                  <a16:creationId xmlns:a16="http://schemas.microsoft.com/office/drawing/2014/main" id="{906A577C-C018-187F-C7F0-5AD0BCD4F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690382" y="1719870"/>
              <a:ext cx="424939" cy="106234"/>
            </a:xfrm>
            <a:custGeom>
              <a:avLst/>
              <a:gdLst>
                <a:gd name="connsiteX0" fmla="*/ -1 w 424939"/>
                <a:gd name="connsiteY0" fmla="*/ -1 h 106234"/>
                <a:gd name="connsiteX1" fmla="*/ 424939 w 424939"/>
                <a:gd name="connsiteY1" fmla="*/ -1 h 106234"/>
                <a:gd name="connsiteX2" fmla="*/ 424939 w 424939"/>
                <a:gd name="connsiteY2" fmla="*/ 106234 h 106234"/>
                <a:gd name="connsiteX3" fmla="*/ -1 w 424939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939" h="106234">
                  <a:moveTo>
                    <a:pt x="-1" y="-1"/>
                  </a:moveTo>
                  <a:lnTo>
                    <a:pt x="424939" y="-1"/>
                  </a:lnTo>
                  <a:lnTo>
                    <a:pt x="424939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2A925951-6784-F398-36BA-F233C155F0D1}"/>
              </a:ext>
            </a:extLst>
          </p:cNvPr>
          <p:cNvSpPr/>
          <p:nvPr/>
        </p:nvSpPr>
        <p:spPr>
          <a:xfrm>
            <a:off x="2124695" y="1801108"/>
            <a:ext cx="806134" cy="3124"/>
          </a:xfrm>
          <a:custGeom>
            <a:avLst/>
            <a:gdLst>
              <a:gd name="connsiteX0" fmla="*/ 0 w 806134"/>
              <a:gd name="connsiteY0" fmla="*/ 0 h 3124"/>
              <a:gd name="connsiteX1" fmla="*/ 806134 w 806134"/>
              <a:gd name="connsiteY1" fmla="*/ 3125 h 3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6134" h="3124">
                <a:moveTo>
                  <a:pt x="0" y="0"/>
                </a:moveTo>
                <a:lnTo>
                  <a:pt x="806134" y="3125"/>
                </a:lnTo>
              </a:path>
            </a:pathLst>
          </a:custGeom>
          <a:noFill/>
          <a:ln w="6249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061FCF5B-D0B1-6595-1161-9FC14D01B1C2}"/>
              </a:ext>
            </a:extLst>
          </p:cNvPr>
          <p:cNvSpPr/>
          <p:nvPr/>
        </p:nvSpPr>
        <p:spPr>
          <a:xfrm rot="5400000">
            <a:off x="4027921" y="1507025"/>
            <a:ext cx="124982" cy="549921"/>
          </a:xfrm>
          <a:custGeom>
            <a:avLst/>
            <a:gdLst>
              <a:gd name="connsiteX0" fmla="*/ 0 w 124982"/>
              <a:gd name="connsiteY0" fmla="*/ 0 h 549921"/>
              <a:gd name="connsiteX1" fmla="*/ 124982 w 124982"/>
              <a:gd name="connsiteY1" fmla="*/ 0 h 549921"/>
              <a:gd name="connsiteX2" fmla="*/ 124982 w 124982"/>
              <a:gd name="connsiteY2" fmla="*/ 549921 h 549921"/>
              <a:gd name="connsiteX3" fmla="*/ 0 w 124982"/>
              <a:gd name="connsiteY3" fmla="*/ 549921 h 549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82" h="549921">
                <a:moveTo>
                  <a:pt x="0" y="0"/>
                </a:moveTo>
                <a:lnTo>
                  <a:pt x="124982" y="0"/>
                </a:lnTo>
                <a:lnTo>
                  <a:pt x="124982" y="549921"/>
                </a:lnTo>
                <a:lnTo>
                  <a:pt x="0" y="549921"/>
                </a:lnTo>
                <a:close/>
              </a:path>
            </a:pathLst>
          </a:custGeom>
          <a:solidFill>
            <a:srgbClr val="FFFFFF"/>
          </a:solidFill>
          <a:ln w="6249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3768E84D-6B49-E300-8FCB-B6DDD7B109F4}"/>
              </a:ext>
            </a:extLst>
          </p:cNvPr>
          <p:cNvSpPr/>
          <p:nvPr/>
        </p:nvSpPr>
        <p:spPr>
          <a:xfrm>
            <a:off x="2928745" y="1429287"/>
            <a:ext cx="114567" cy="749892"/>
          </a:xfrm>
          <a:custGeom>
            <a:avLst/>
            <a:gdLst>
              <a:gd name="connsiteX0" fmla="*/ 114567 w 114567"/>
              <a:gd name="connsiteY0" fmla="*/ 0 h 749892"/>
              <a:gd name="connsiteX1" fmla="*/ 83322 w 114567"/>
              <a:gd name="connsiteY1" fmla="*/ 0 h 749892"/>
              <a:gd name="connsiteX2" fmla="*/ 52076 w 114567"/>
              <a:gd name="connsiteY2" fmla="*/ 62491 h 749892"/>
              <a:gd name="connsiteX3" fmla="*/ 52076 w 114567"/>
              <a:gd name="connsiteY3" fmla="*/ 312455 h 749892"/>
              <a:gd name="connsiteX4" fmla="*/ 20831 w 114567"/>
              <a:gd name="connsiteY4" fmla="*/ 374946 h 749892"/>
              <a:gd name="connsiteX5" fmla="*/ 5208 w 114567"/>
              <a:gd name="connsiteY5" fmla="*/ 374946 h 749892"/>
              <a:gd name="connsiteX6" fmla="*/ 20831 w 114567"/>
              <a:gd name="connsiteY6" fmla="*/ 374946 h 749892"/>
              <a:gd name="connsiteX7" fmla="*/ 36454 w 114567"/>
              <a:gd name="connsiteY7" fmla="*/ 374946 h 749892"/>
              <a:gd name="connsiteX8" fmla="*/ 52076 w 114567"/>
              <a:gd name="connsiteY8" fmla="*/ 437437 h 749892"/>
              <a:gd name="connsiteX9" fmla="*/ 52076 w 114567"/>
              <a:gd name="connsiteY9" fmla="*/ 687401 h 749892"/>
              <a:gd name="connsiteX10" fmla="*/ 83322 w 114567"/>
              <a:gd name="connsiteY10" fmla="*/ 749892 h 749892"/>
              <a:gd name="connsiteX11" fmla="*/ 114567 w 114567"/>
              <a:gd name="connsiteY11" fmla="*/ 749892 h 749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567" h="749892">
                <a:moveTo>
                  <a:pt x="114567" y="0"/>
                </a:moveTo>
                <a:lnTo>
                  <a:pt x="83322" y="0"/>
                </a:lnTo>
                <a:cubicBezTo>
                  <a:pt x="62494" y="0"/>
                  <a:pt x="52076" y="20830"/>
                  <a:pt x="52076" y="62491"/>
                </a:cubicBezTo>
                <a:lnTo>
                  <a:pt x="52076" y="312455"/>
                </a:lnTo>
                <a:cubicBezTo>
                  <a:pt x="52076" y="354116"/>
                  <a:pt x="41659" y="374946"/>
                  <a:pt x="20831" y="374946"/>
                </a:cubicBezTo>
                <a:lnTo>
                  <a:pt x="5208" y="374946"/>
                </a:lnTo>
                <a:cubicBezTo>
                  <a:pt x="-5209" y="374946"/>
                  <a:pt x="2" y="374946"/>
                  <a:pt x="20831" y="374946"/>
                </a:cubicBezTo>
                <a:lnTo>
                  <a:pt x="36454" y="374946"/>
                </a:lnTo>
                <a:cubicBezTo>
                  <a:pt x="46871" y="374946"/>
                  <a:pt x="52076" y="395776"/>
                  <a:pt x="52076" y="437437"/>
                </a:cubicBezTo>
                <a:lnTo>
                  <a:pt x="52076" y="687401"/>
                </a:lnTo>
                <a:cubicBezTo>
                  <a:pt x="52076" y="729064"/>
                  <a:pt x="62494" y="749892"/>
                  <a:pt x="83322" y="749892"/>
                </a:cubicBezTo>
                <a:lnTo>
                  <a:pt x="114567" y="749892"/>
                </a:lnTo>
              </a:path>
            </a:pathLst>
          </a:custGeom>
          <a:noFill/>
          <a:ln w="6249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96" name="图形 93">
            <a:extLst>
              <a:ext uri="{FF2B5EF4-FFF2-40B4-BE49-F238E27FC236}">
                <a16:creationId xmlns:a16="http://schemas.microsoft.com/office/drawing/2014/main" id="{490ACDCE-4442-3092-CE86-90247128D4EA}"/>
              </a:ext>
            </a:extLst>
          </p:cNvPr>
          <p:cNvGrpSpPr/>
          <p:nvPr/>
        </p:nvGrpSpPr>
        <p:grpSpPr>
          <a:xfrm>
            <a:off x="3105804" y="1357422"/>
            <a:ext cx="468682" cy="187473"/>
            <a:chOff x="3105804" y="1357422"/>
            <a:chExt cx="468682" cy="187473"/>
          </a:xfrm>
          <a:noFill/>
        </p:grpSpPr>
        <p:sp>
          <p:nvSpPr>
            <p:cNvPr id="97" name="任意多边形: 形状 96">
              <a:extLst>
                <a:ext uri="{FF2B5EF4-FFF2-40B4-BE49-F238E27FC236}">
                  <a16:creationId xmlns:a16="http://schemas.microsoft.com/office/drawing/2014/main" id="{B3BCE422-1981-AFF9-6E23-4D34D448D465}"/>
                </a:ext>
              </a:extLst>
            </p:cNvPr>
            <p:cNvSpPr/>
            <p:nvPr/>
          </p:nvSpPr>
          <p:spPr>
            <a:xfrm>
              <a:off x="3105804" y="1357422"/>
              <a:ext cx="468682" cy="187473"/>
            </a:xfrm>
            <a:custGeom>
              <a:avLst/>
              <a:gdLst>
                <a:gd name="connsiteX0" fmla="*/ 0 w 468682"/>
                <a:gd name="connsiteY0" fmla="*/ 0 h 187473"/>
                <a:gd name="connsiteX1" fmla="*/ 468683 w 468682"/>
                <a:gd name="connsiteY1" fmla="*/ 0 h 187473"/>
                <a:gd name="connsiteX2" fmla="*/ 468683 w 468682"/>
                <a:gd name="connsiteY2" fmla="*/ 187473 h 187473"/>
                <a:gd name="connsiteX3" fmla="*/ 0 w 468682"/>
                <a:gd name="connsiteY3" fmla="*/ 187473 h 18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8682" h="187473">
                  <a:moveTo>
                    <a:pt x="0" y="0"/>
                  </a:moveTo>
                  <a:lnTo>
                    <a:pt x="468683" y="0"/>
                  </a:lnTo>
                  <a:lnTo>
                    <a:pt x="468683" y="187473"/>
                  </a:lnTo>
                  <a:lnTo>
                    <a:pt x="0" y="187473"/>
                  </a:lnTo>
                  <a:close/>
                </a:path>
              </a:pathLst>
            </a:custGeom>
            <a:noFill/>
            <a:ln w="6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98" name="图片 97">
              <a:extLst>
                <a:ext uri="{FF2B5EF4-FFF2-40B4-BE49-F238E27FC236}">
                  <a16:creationId xmlns:a16="http://schemas.microsoft.com/office/drawing/2014/main" id="{D37748AE-5502-B92A-02E1-0BA7C2783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108928" y="1407415"/>
              <a:ext cx="456184" cy="106234"/>
            </a:xfrm>
            <a:custGeom>
              <a:avLst/>
              <a:gdLst>
                <a:gd name="connsiteX0" fmla="*/ -1 w 456184"/>
                <a:gd name="connsiteY0" fmla="*/ -1 h 106234"/>
                <a:gd name="connsiteX1" fmla="*/ 456184 w 456184"/>
                <a:gd name="connsiteY1" fmla="*/ -1 h 106234"/>
                <a:gd name="connsiteX2" fmla="*/ 456184 w 456184"/>
                <a:gd name="connsiteY2" fmla="*/ 106234 h 106234"/>
                <a:gd name="connsiteX3" fmla="*/ -1 w 456184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184" h="106234">
                  <a:moveTo>
                    <a:pt x="-1" y="-1"/>
                  </a:moveTo>
                  <a:lnTo>
                    <a:pt x="456184" y="-1"/>
                  </a:lnTo>
                  <a:lnTo>
                    <a:pt x="456184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99" name="图形 93">
            <a:extLst>
              <a:ext uri="{FF2B5EF4-FFF2-40B4-BE49-F238E27FC236}">
                <a16:creationId xmlns:a16="http://schemas.microsoft.com/office/drawing/2014/main" id="{D68FACDA-96BD-6D21-68B7-099C7559B61E}"/>
              </a:ext>
            </a:extLst>
          </p:cNvPr>
          <p:cNvGrpSpPr/>
          <p:nvPr/>
        </p:nvGrpSpPr>
        <p:grpSpPr>
          <a:xfrm>
            <a:off x="3105804" y="2060446"/>
            <a:ext cx="437437" cy="187473"/>
            <a:chOff x="3105804" y="2060446"/>
            <a:chExt cx="437437" cy="187473"/>
          </a:xfrm>
          <a:noFill/>
        </p:grpSpPr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id="{649FF3DA-7D3B-6BF9-F8F8-80322468AE0B}"/>
                </a:ext>
              </a:extLst>
            </p:cNvPr>
            <p:cNvSpPr/>
            <p:nvPr/>
          </p:nvSpPr>
          <p:spPr>
            <a:xfrm>
              <a:off x="3105804" y="2060446"/>
              <a:ext cx="437437" cy="187473"/>
            </a:xfrm>
            <a:custGeom>
              <a:avLst/>
              <a:gdLst>
                <a:gd name="connsiteX0" fmla="*/ 0 w 437437"/>
                <a:gd name="connsiteY0" fmla="*/ 0 h 187473"/>
                <a:gd name="connsiteX1" fmla="*/ 437437 w 437437"/>
                <a:gd name="connsiteY1" fmla="*/ 0 h 187473"/>
                <a:gd name="connsiteX2" fmla="*/ 437437 w 437437"/>
                <a:gd name="connsiteY2" fmla="*/ 187473 h 187473"/>
                <a:gd name="connsiteX3" fmla="*/ 0 w 437437"/>
                <a:gd name="connsiteY3" fmla="*/ 187473 h 18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7" h="187473">
                  <a:moveTo>
                    <a:pt x="0" y="0"/>
                  </a:moveTo>
                  <a:lnTo>
                    <a:pt x="437437" y="0"/>
                  </a:lnTo>
                  <a:lnTo>
                    <a:pt x="437437" y="187473"/>
                  </a:lnTo>
                  <a:lnTo>
                    <a:pt x="0" y="187473"/>
                  </a:lnTo>
                  <a:close/>
                </a:path>
              </a:pathLst>
            </a:custGeom>
            <a:noFill/>
            <a:ln w="6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01" name="图片 100">
              <a:extLst>
                <a:ext uri="{FF2B5EF4-FFF2-40B4-BE49-F238E27FC236}">
                  <a16:creationId xmlns:a16="http://schemas.microsoft.com/office/drawing/2014/main" id="{FC206902-02AD-2992-9AAE-7EE0A8C37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108928" y="2113563"/>
              <a:ext cx="424939" cy="106234"/>
            </a:xfrm>
            <a:custGeom>
              <a:avLst/>
              <a:gdLst>
                <a:gd name="connsiteX0" fmla="*/ -1 w 424939"/>
                <a:gd name="connsiteY0" fmla="*/ -1 h 106234"/>
                <a:gd name="connsiteX1" fmla="*/ 424939 w 424939"/>
                <a:gd name="connsiteY1" fmla="*/ -1 h 106234"/>
                <a:gd name="connsiteX2" fmla="*/ 424939 w 424939"/>
                <a:gd name="connsiteY2" fmla="*/ 106234 h 106234"/>
                <a:gd name="connsiteX3" fmla="*/ -1 w 424939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939" h="106234">
                  <a:moveTo>
                    <a:pt x="-1" y="-1"/>
                  </a:moveTo>
                  <a:lnTo>
                    <a:pt x="424939" y="-1"/>
                  </a:lnTo>
                  <a:lnTo>
                    <a:pt x="424939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102" name="图形 93">
            <a:extLst>
              <a:ext uri="{FF2B5EF4-FFF2-40B4-BE49-F238E27FC236}">
                <a16:creationId xmlns:a16="http://schemas.microsoft.com/office/drawing/2014/main" id="{913C628B-89F4-15F2-2E40-33DE5029ED57}"/>
              </a:ext>
            </a:extLst>
          </p:cNvPr>
          <p:cNvGrpSpPr/>
          <p:nvPr/>
        </p:nvGrpSpPr>
        <p:grpSpPr>
          <a:xfrm>
            <a:off x="3105804" y="1710496"/>
            <a:ext cx="468682" cy="187473"/>
            <a:chOff x="3105804" y="1710496"/>
            <a:chExt cx="468682" cy="187473"/>
          </a:xfrm>
          <a:noFill/>
        </p:grpSpPr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A65DE2A0-4E0B-9168-4ADA-17AEA3863B8D}"/>
                </a:ext>
              </a:extLst>
            </p:cNvPr>
            <p:cNvSpPr/>
            <p:nvPr/>
          </p:nvSpPr>
          <p:spPr>
            <a:xfrm>
              <a:off x="3105804" y="1710496"/>
              <a:ext cx="468682" cy="187473"/>
            </a:xfrm>
            <a:custGeom>
              <a:avLst/>
              <a:gdLst>
                <a:gd name="connsiteX0" fmla="*/ 0 w 468682"/>
                <a:gd name="connsiteY0" fmla="*/ 0 h 187473"/>
                <a:gd name="connsiteX1" fmla="*/ 468683 w 468682"/>
                <a:gd name="connsiteY1" fmla="*/ 0 h 187473"/>
                <a:gd name="connsiteX2" fmla="*/ 468683 w 468682"/>
                <a:gd name="connsiteY2" fmla="*/ 187473 h 187473"/>
                <a:gd name="connsiteX3" fmla="*/ 0 w 468682"/>
                <a:gd name="connsiteY3" fmla="*/ 187473 h 18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8682" h="187473">
                  <a:moveTo>
                    <a:pt x="0" y="0"/>
                  </a:moveTo>
                  <a:lnTo>
                    <a:pt x="468683" y="0"/>
                  </a:lnTo>
                  <a:lnTo>
                    <a:pt x="468683" y="187473"/>
                  </a:lnTo>
                  <a:lnTo>
                    <a:pt x="0" y="187473"/>
                  </a:lnTo>
                  <a:close/>
                </a:path>
              </a:pathLst>
            </a:custGeom>
            <a:noFill/>
            <a:ln w="6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04" name="图片 103">
              <a:extLst>
                <a:ext uri="{FF2B5EF4-FFF2-40B4-BE49-F238E27FC236}">
                  <a16:creationId xmlns:a16="http://schemas.microsoft.com/office/drawing/2014/main" id="{D4BFA207-10AF-ADD9-DDBE-AEAE5C0704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108928" y="1763614"/>
              <a:ext cx="456184" cy="106234"/>
            </a:xfrm>
            <a:custGeom>
              <a:avLst/>
              <a:gdLst>
                <a:gd name="connsiteX0" fmla="*/ -1 w 456184"/>
                <a:gd name="connsiteY0" fmla="*/ -1 h 106234"/>
                <a:gd name="connsiteX1" fmla="*/ 456184 w 456184"/>
                <a:gd name="connsiteY1" fmla="*/ -1 h 106234"/>
                <a:gd name="connsiteX2" fmla="*/ 456184 w 456184"/>
                <a:gd name="connsiteY2" fmla="*/ 106234 h 106234"/>
                <a:gd name="connsiteX3" fmla="*/ -1 w 456184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6184" h="106234">
                  <a:moveTo>
                    <a:pt x="-1" y="-1"/>
                  </a:moveTo>
                  <a:lnTo>
                    <a:pt x="456184" y="-1"/>
                  </a:lnTo>
                  <a:lnTo>
                    <a:pt x="456184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105" name="图形 93">
            <a:extLst>
              <a:ext uri="{FF2B5EF4-FFF2-40B4-BE49-F238E27FC236}">
                <a16:creationId xmlns:a16="http://schemas.microsoft.com/office/drawing/2014/main" id="{06B9A3BD-734A-BCB0-4883-2B3D301A2986}"/>
              </a:ext>
            </a:extLst>
          </p:cNvPr>
          <p:cNvGrpSpPr/>
          <p:nvPr/>
        </p:nvGrpSpPr>
        <p:grpSpPr>
          <a:xfrm>
            <a:off x="4074415" y="1613635"/>
            <a:ext cx="187473" cy="106234"/>
            <a:chOff x="4074415" y="1613635"/>
            <a:chExt cx="187473" cy="106234"/>
          </a:xfrm>
          <a:noFill/>
        </p:grpSpPr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066355B7-6F4F-8EDD-AE8D-A84B31FA5AA9}"/>
                </a:ext>
              </a:extLst>
            </p:cNvPr>
            <p:cNvSpPr/>
            <p:nvPr/>
          </p:nvSpPr>
          <p:spPr>
            <a:xfrm>
              <a:off x="4074415" y="1623009"/>
              <a:ext cx="187473" cy="62491"/>
            </a:xfrm>
            <a:custGeom>
              <a:avLst/>
              <a:gdLst>
                <a:gd name="connsiteX0" fmla="*/ 0 w 187473"/>
                <a:gd name="connsiteY0" fmla="*/ 0 h 62491"/>
                <a:gd name="connsiteX1" fmla="*/ 187473 w 187473"/>
                <a:gd name="connsiteY1" fmla="*/ 0 h 62491"/>
                <a:gd name="connsiteX2" fmla="*/ 187473 w 187473"/>
                <a:gd name="connsiteY2" fmla="*/ 62491 h 62491"/>
                <a:gd name="connsiteX3" fmla="*/ 0 w 187473"/>
                <a:gd name="connsiteY3" fmla="*/ 62491 h 6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473" h="62491">
                  <a:moveTo>
                    <a:pt x="0" y="0"/>
                  </a:moveTo>
                  <a:lnTo>
                    <a:pt x="187473" y="0"/>
                  </a:lnTo>
                  <a:lnTo>
                    <a:pt x="187473" y="62491"/>
                  </a:lnTo>
                  <a:lnTo>
                    <a:pt x="0" y="62491"/>
                  </a:lnTo>
                  <a:close/>
                </a:path>
              </a:pathLst>
            </a:custGeom>
            <a:noFill/>
            <a:ln w="6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07" name="图片 106">
              <a:extLst>
                <a:ext uri="{FF2B5EF4-FFF2-40B4-BE49-F238E27FC236}">
                  <a16:creationId xmlns:a16="http://schemas.microsoft.com/office/drawing/2014/main" id="{E6F338B5-5786-06CC-291B-79D3BDE9F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077539" y="1613635"/>
              <a:ext cx="174974" cy="106234"/>
            </a:xfrm>
            <a:custGeom>
              <a:avLst/>
              <a:gdLst>
                <a:gd name="connsiteX0" fmla="*/ -1 w 174974"/>
                <a:gd name="connsiteY0" fmla="*/ -1 h 106234"/>
                <a:gd name="connsiteX1" fmla="*/ 174974 w 174974"/>
                <a:gd name="connsiteY1" fmla="*/ -1 h 106234"/>
                <a:gd name="connsiteX2" fmla="*/ 174974 w 174974"/>
                <a:gd name="connsiteY2" fmla="*/ 106234 h 106234"/>
                <a:gd name="connsiteX3" fmla="*/ -1 w 174974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974" h="106234">
                  <a:moveTo>
                    <a:pt x="-1" y="-1"/>
                  </a:moveTo>
                  <a:lnTo>
                    <a:pt x="174974" y="-1"/>
                  </a:lnTo>
                  <a:lnTo>
                    <a:pt x="174974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108" name="图形 93">
            <a:extLst>
              <a:ext uri="{FF2B5EF4-FFF2-40B4-BE49-F238E27FC236}">
                <a16:creationId xmlns:a16="http://schemas.microsoft.com/office/drawing/2014/main" id="{906CB0BF-1186-5B59-6473-82CEE83446CF}"/>
              </a:ext>
            </a:extLst>
          </p:cNvPr>
          <p:cNvGrpSpPr/>
          <p:nvPr/>
        </p:nvGrpSpPr>
        <p:grpSpPr>
          <a:xfrm>
            <a:off x="3630728" y="1744866"/>
            <a:ext cx="187473" cy="106234"/>
            <a:chOff x="3630728" y="1744866"/>
            <a:chExt cx="187473" cy="106234"/>
          </a:xfrm>
          <a:noFill/>
        </p:grpSpPr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8577A212-3C5D-7ED7-D180-D2569CC6B1DA}"/>
                </a:ext>
              </a:extLst>
            </p:cNvPr>
            <p:cNvSpPr/>
            <p:nvPr/>
          </p:nvSpPr>
          <p:spPr>
            <a:xfrm>
              <a:off x="3630728" y="1754240"/>
              <a:ext cx="187473" cy="62491"/>
            </a:xfrm>
            <a:custGeom>
              <a:avLst/>
              <a:gdLst>
                <a:gd name="connsiteX0" fmla="*/ 0 w 187473"/>
                <a:gd name="connsiteY0" fmla="*/ 0 h 62491"/>
                <a:gd name="connsiteX1" fmla="*/ 187473 w 187473"/>
                <a:gd name="connsiteY1" fmla="*/ 0 h 62491"/>
                <a:gd name="connsiteX2" fmla="*/ 187473 w 187473"/>
                <a:gd name="connsiteY2" fmla="*/ 62491 h 62491"/>
                <a:gd name="connsiteX3" fmla="*/ 0 w 187473"/>
                <a:gd name="connsiteY3" fmla="*/ 62491 h 6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473" h="62491">
                  <a:moveTo>
                    <a:pt x="0" y="0"/>
                  </a:moveTo>
                  <a:lnTo>
                    <a:pt x="187473" y="0"/>
                  </a:lnTo>
                  <a:lnTo>
                    <a:pt x="187473" y="62491"/>
                  </a:lnTo>
                  <a:lnTo>
                    <a:pt x="0" y="62491"/>
                  </a:lnTo>
                  <a:close/>
                </a:path>
              </a:pathLst>
            </a:custGeom>
            <a:noFill/>
            <a:ln w="6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10" name="图片 109">
              <a:extLst>
                <a:ext uri="{FF2B5EF4-FFF2-40B4-BE49-F238E27FC236}">
                  <a16:creationId xmlns:a16="http://schemas.microsoft.com/office/drawing/2014/main" id="{846CD4EA-9FBF-B5C1-8CF8-ADDE86E33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633853" y="1744866"/>
              <a:ext cx="174974" cy="106234"/>
            </a:xfrm>
            <a:custGeom>
              <a:avLst/>
              <a:gdLst>
                <a:gd name="connsiteX0" fmla="*/ -1 w 174974"/>
                <a:gd name="connsiteY0" fmla="*/ -1 h 106234"/>
                <a:gd name="connsiteX1" fmla="*/ 174974 w 174974"/>
                <a:gd name="connsiteY1" fmla="*/ -1 h 106234"/>
                <a:gd name="connsiteX2" fmla="*/ 174974 w 174974"/>
                <a:gd name="connsiteY2" fmla="*/ 106234 h 106234"/>
                <a:gd name="connsiteX3" fmla="*/ -1 w 174974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974" h="106234">
                  <a:moveTo>
                    <a:pt x="-1" y="-1"/>
                  </a:moveTo>
                  <a:lnTo>
                    <a:pt x="174974" y="-1"/>
                  </a:lnTo>
                  <a:lnTo>
                    <a:pt x="174974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111" name="图形 93">
            <a:extLst>
              <a:ext uri="{FF2B5EF4-FFF2-40B4-BE49-F238E27FC236}">
                <a16:creationId xmlns:a16="http://schemas.microsoft.com/office/drawing/2014/main" id="{CD84C486-A69D-9F42-34C9-69665868165F}"/>
              </a:ext>
            </a:extLst>
          </p:cNvPr>
          <p:cNvGrpSpPr/>
          <p:nvPr/>
        </p:nvGrpSpPr>
        <p:grpSpPr>
          <a:xfrm>
            <a:off x="3605732" y="1849976"/>
            <a:ext cx="833942" cy="301081"/>
            <a:chOff x="3605732" y="1849976"/>
            <a:chExt cx="833942" cy="301081"/>
          </a:xfrm>
        </p:grpSpPr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923978BA-929E-80D5-9228-A36E7519D763}"/>
                </a:ext>
              </a:extLst>
            </p:cNvPr>
            <p:cNvSpPr/>
            <p:nvPr/>
          </p:nvSpPr>
          <p:spPr>
            <a:xfrm>
              <a:off x="3605732" y="1882784"/>
              <a:ext cx="812383" cy="268273"/>
            </a:xfrm>
            <a:custGeom>
              <a:avLst/>
              <a:gdLst>
                <a:gd name="connsiteX0" fmla="*/ 0 w 812383"/>
                <a:gd name="connsiteY0" fmla="*/ 268274 h 268273"/>
                <a:gd name="connsiteX1" fmla="*/ 812383 w 812383"/>
                <a:gd name="connsiteY1" fmla="*/ 268274 h 268273"/>
                <a:gd name="connsiteX2" fmla="*/ 812071 w 812383"/>
                <a:gd name="connsiteY2" fmla="*/ 0 h 268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2383" h="268273">
                  <a:moveTo>
                    <a:pt x="0" y="268274"/>
                  </a:moveTo>
                  <a:lnTo>
                    <a:pt x="812383" y="268274"/>
                  </a:lnTo>
                  <a:lnTo>
                    <a:pt x="812071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" name="任意多边形: 形状 112">
              <a:extLst>
                <a:ext uri="{FF2B5EF4-FFF2-40B4-BE49-F238E27FC236}">
                  <a16:creationId xmlns:a16="http://schemas.microsoft.com/office/drawing/2014/main" id="{4B73F15D-9BF7-27B3-0596-6FC3FB14DAC9}"/>
                </a:ext>
              </a:extLst>
            </p:cNvPr>
            <p:cNvSpPr/>
            <p:nvPr/>
          </p:nvSpPr>
          <p:spPr>
            <a:xfrm>
              <a:off x="4395931" y="1849976"/>
              <a:ext cx="43743" cy="43743"/>
            </a:xfrm>
            <a:custGeom>
              <a:avLst/>
              <a:gdLst>
                <a:gd name="connsiteX0" fmla="*/ 21872 w 43743"/>
                <a:gd name="connsiteY0" fmla="*/ 0 h 43743"/>
                <a:gd name="connsiteX1" fmla="*/ 43744 w 43743"/>
                <a:gd name="connsiteY1" fmla="*/ 43681 h 43743"/>
                <a:gd name="connsiteX2" fmla="*/ 21872 w 43743"/>
                <a:gd name="connsiteY2" fmla="*/ 32808 h 43743"/>
                <a:gd name="connsiteX3" fmla="*/ 0 w 43743"/>
                <a:gd name="connsiteY3" fmla="*/ 43744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21872" y="0"/>
                  </a:moveTo>
                  <a:lnTo>
                    <a:pt x="43744" y="43681"/>
                  </a:lnTo>
                  <a:lnTo>
                    <a:pt x="21872" y="32808"/>
                  </a:lnTo>
                  <a:lnTo>
                    <a:pt x="0" y="43744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4720A5C0-E4FC-FDAA-1C85-FD4E75D76F1E}"/>
              </a:ext>
            </a:extLst>
          </p:cNvPr>
          <p:cNvSpPr/>
          <p:nvPr/>
        </p:nvSpPr>
        <p:spPr>
          <a:xfrm rot="5400000">
            <a:off x="4261857" y="1737399"/>
            <a:ext cx="124982" cy="89049"/>
          </a:xfrm>
          <a:custGeom>
            <a:avLst/>
            <a:gdLst>
              <a:gd name="connsiteX0" fmla="*/ 0 w 124982"/>
              <a:gd name="connsiteY0" fmla="*/ 0 h 89049"/>
              <a:gd name="connsiteX1" fmla="*/ 124982 w 124982"/>
              <a:gd name="connsiteY1" fmla="*/ 0 h 89049"/>
              <a:gd name="connsiteX2" fmla="*/ 124982 w 124982"/>
              <a:gd name="connsiteY2" fmla="*/ 89050 h 89049"/>
              <a:gd name="connsiteX3" fmla="*/ 0 w 124982"/>
              <a:gd name="connsiteY3" fmla="*/ 89050 h 89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82" h="89049">
                <a:moveTo>
                  <a:pt x="0" y="0"/>
                </a:moveTo>
                <a:lnTo>
                  <a:pt x="124982" y="0"/>
                </a:lnTo>
                <a:lnTo>
                  <a:pt x="124982" y="89050"/>
                </a:lnTo>
                <a:lnTo>
                  <a:pt x="0" y="89050"/>
                </a:lnTo>
                <a:close/>
              </a:path>
            </a:pathLst>
          </a:custGeom>
          <a:solidFill>
            <a:srgbClr val="FFFFFF"/>
          </a:solidFill>
          <a:ln w="6249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CA770632-D9A8-47CD-B2B5-FD6B95143D76}"/>
              </a:ext>
            </a:extLst>
          </p:cNvPr>
          <p:cNvSpPr/>
          <p:nvPr/>
        </p:nvSpPr>
        <p:spPr>
          <a:xfrm rot="5400000">
            <a:off x="4349406" y="1737461"/>
            <a:ext cx="124982" cy="89049"/>
          </a:xfrm>
          <a:custGeom>
            <a:avLst/>
            <a:gdLst>
              <a:gd name="connsiteX0" fmla="*/ 0 w 124982"/>
              <a:gd name="connsiteY0" fmla="*/ 0 h 89049"/>
              <a:gd name="connsiteX1" fmla="*/ 124982 w 124982"/>
              <a:gd name="connsiteY1" fmla="*/ 0 h 89049"/>
              <a:gd name="connsiteX2" fmla="*/ 124982 w 124982"/>
              <a:gd name="connsiteY2" fmla="*/ 89050 h 89049"/>
              <a:gd name="connsiteX3" fmla="*/ 0 w 124982"/>
              <a:gd name="connsiteY3" fmla="*/ 89050 h 89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82" h="89049">
                <a:moveTo>
                  <a:pt x="0" y="0"/>
                </a:moveTo>
                <a:lnTo>
                  <a:pt x="124982" y="0"/>
                </a:lnTo>
                <a:lnTo>
                  <a:pt x="124982" y="89050"/>
                </a:lnTo>
                <a:lnTo>
                  <a:pt x="0" y="89050"/>
                </a:lnTo>
                <a:close/>
              </a:path>
            </a:pathLst>
          </a:custGeom>
          <a:solidFill>
            <a:srgbClr val="FFFFFF"/>
          </a:solidFill>
          <a:ln w="6249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16" name="图形 93">
            <a:extLst>
              <a:ext uri="{FF2B5EF4-FFF2-40B4-BE49-F238E27FC236}">
                <a16:creationId xmlns:a16="http://schemas.microsoft.com/office/drawing/2014/main" id="{BE188040-B522-A09B-94F6-3C947ABE8D46}"/>
              </a:ext>
            </a:extLst>
          </p:cNvPr>
          <p:cNvGrpSpPr/>
          <p:nvPr/>
        </p:nvGrpSpPr>
        <p:grpSpPr>
          <a:xfrm>
            <a:off x="3574486" y="1451159"/>
            <a:ext cx="771764" cy="261337"/>
            <a:chOff x="3574486" y="1451159"/>
            <a:chExt cx="771764" cy="261337"/>
          </a:xfrm>
        </p:grpSpPr>
        <p:sp>
          <p:nvSpPr>
            <p:cNvPr id="117" name="任意多边形: 形状 116">
              <a:extLst>
                <a:ext uri="{FF2B5EF4-FFF2-40B4-BE49-F238E27FC236}">
                  <a16:creationId xmlns:a16="http://schemas.microsoft.com/office/drawing/2014/main" id="{CA414C8F-AD67-1767-75AB-F8C7CFF5AF13}"/>
                </a:ext>
              </a:extLst>
            </p:cNvPr>
            <p:cNvSpPr/>
            <p:nvPr/>
          </p:nvSpPr>
          <p:spPr>
            <a:xfrm>
              <a:off x="3574486" y="1451159"/>
              <a:ext cx="749892" cy="228529"/>
            </a:xfrm>
            <a:custGeom>
              <a:avLst/>
              <a:gdLst>
                <a:gd name="connsiteX0" fmla="*/ 0 w 749892"/>
                <a:gd name="connsiteY0" fmla="*/ 0 h 228529"/>
                <a:gd name="connsiteX1" fmla="*/ 749892 w 749892"/>
                <a:gd name="connsiteY1" fmla="*/ 0 h 228529"/>
                <a:gd name="connsiteX2" fmla="*/ 749892 w 749892"/>
                <a:gd name="connsiteY2" fmla="*/ 228530 h 228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9892" h="228529">
                  <a:moveTo>
                    <a:pt x="0" y="0"/>
                  </a:moveTo>
                  <a:lnTo>
                    <a:pt x="749892" y="0"/>
                  </a:lnTo>
                  <a:lnTo>
                    <a:pt x="749892" y="22853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" name="任意多边形: 形状 117">
              <a:extLst>
                <a:ext uri="{FF2B5EF4-FFF2-40B4-BE49-F238E27FC236}">
                  <a16:creationId xmlns:a16="http://schemas.microsoft.com/office/drawing/2014/main" id="{3BE8BD0C-90EC-F789-FB4F-E0671FE3D8CC}"/>
                </a:ext>
              </a:extLst>
            </p:cNvPr>
            <p:cNvSpPr/>
            <p:nvPr/>
          </p:nvSpPr>
          <p:spPr>
            <a:xfrm>
              <a:off x="4302507" y="1668752"/>
              <a:ext cx="43743" cy="43743"/>
            </a:xfrm>
            <a:custGeom>
              <a:avLst/>
              <a:gdLst>
                <a:gd name="connsiteX0" fmla="*/ 21872 w 43743"/>
                <a:gd name="connsiteY0" fmla="*/ 43744 h 43743"/>
                <a:gd name="connsiteX1" fmla="*/ 0 w 43743"/>
                <a:gd name="connsiteY1" fmla="*/ 0 h 43743"/>
                <a:gd name="connsiteX2" fmla="*/ 21872 w 43743"/>
                <a:gd name="connsiteY2" fmla="*/ 10936 h 43743"/>
                <a:gd name="connsiteX3" fmla="*/ 43744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21872" y="43744"/>
                  </a:moveTo>
                  <a:lnTo>
                    <a:pt x="0" y="0"/>
                  </a:lnTo>
                  <a:lnTo>
                    <a:pt x="21872" y="10936"/>
                  </a:lnTo>
                  <a:lnTo>
                    <a:pt x="43744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19" name="图形 93">
            <a:extLst>
              <a:ext uri="{FF2B5EF4-FFF2-40B4-BE49-F238E27FC236}">
                <a16:creationId xmlns:a16="http://schemas.microsoft.com/office/drawing/2014/main" id="{84FAC1CE-F93E-ADCA-B82D-2BC936BE99EA}"/>
              </a:ext>
            </a:extLst>
          </p:cNvPr>
          <p:cNvGrpSpPr/>
          <p:nvPr/>
        </p:nvGrpSpPr>
        <p:grpSpPr>
          <a:xfrm>
            <a:off x="2299669" y="1494902"/>
            <a:ext cx="262462" cy="3749461"/>
            <a:chOff x="2299669" y="1494902"/>
            <a:chExt cx="262462" cy="3749461"/>
          </a:xfrm>
          <a:solidFill>
            <a:srgbClr val="FFFFFF"/>
          </a:solidFill>
        </p:grpSpPr>
        <p:sp>
          <p:nvSpPr>
            <p:cNvPr id="120" name="任意多边形: 形状 119">
              <a:extLst>
                <a:ext uri="{FF2B5EF4-FFF2-40B4-BE49-F238E27FC236}">
                  <a16:creationId xmlns:a16="http://schemas.microsoft.com/office/drawing/2014/main" id="{C748A7C6-C86E-22B8-3AE6-6BB0AF45AC08}"/>
                </a:ext>
              </a:extLst>
            </p:cNvPr>
            <p:cNvSpPr/>
            <p:nvPr/>
          </p:nvSpPr>
          <p:spPr>
            <a:xfrm>
              <a:off x="2299669" y="1494902"/>
              <a:ext cx="262462" cy="3749461"/>
            </a:xfrm>
            <a:custGeom>
              <a:avLst/>
              <a:gdLst>
                <a:gd name="connsiteX0" fmla="*/ 223093 w 262462"/>
                <a:gd name="connsiteY0" fmla="*/ 0 h 3749461"/>
                <a:gd name="connsiteX1" fmla="*/ 262462 w 262462"/>
                <a:gd name="connsiteY1" fmla="*/ 39369 h 3749461"/>
                <a:gd name="connsiteX2" fmla="*/ 262462 w 262462"/>
                <a:gd name="connsiteY2" fmla="*/ 3710092 h 3749461"/>
                <a:gd name="connsiteX3" fmla="*/ 223093 w 262462"/>
                <a:gd name="connsiteY3" fmla="*/ 3749462 h 3749461"/>
                <a:gd name="connsiteX4" fmla="*/ 39369 w 262462"/>
                <a:gd name="connsiteY4" fmla="*/ 3749462 h 3749461"/>
                <a:gd name="connsiteX5" fmla="*/ 0 w 262462"/>
                <a:gd name="connsiteY5" fmla="*/ 3710092 h 3749461"/>
                <a:gd name="connsiteX6" fmla="*/ 0 w 262462"/>
                <a:gd name="connsiteY6" fmla="*/ 39369 h 3749461"/>
                <a:gd name="connsiteX7" fmla="*/ 39369 w 262462"/>
                <a:gd name="connsiteY7" fmla="*/ 0 h 3749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2462" h="3749461">
                  <a:moveTo>
                    <a:pt x="223093" y="0"/>
                  </a:moveTo>
                  <a:cubicBezTo>
                    <a:pt x="244836" y="0"/>
                    <a:pt x="262462" y="17626"/>
                    <a:pt x="262462" y="39369"/>
                  </a:cubicBezTo>
                  <a:lnTo>
                    <a:pt x="262462" y="3710092"/>
                  </a:lnTo>
                  <a:cubicBezTo>
                    <a:pt x="262462" y="3731835"/>
                    <a:pt x="244836" y="3749462"/>
                    <a:pt x="223093" y="3749462"/>
                  </a:cubicBezTo>
                  <a:lnTo>
                    <a:pt x="39369" y="3749462"/>
                  </a:lnTo>
                  <a:cubicBezTo>
                    <a:pt x="17626" y="3749462"/>
                    <a:pt x="0" y="3731835"/>
                    <a:pt x="0" y="3710092"/>
                  </a:cubicBezTo>
                  <a:lnTo>
                    <a:pt x="0" y="39369"/>
                  </a:lnTo>
                  <a:cubicBezTo>
                    <a:pt x="0" y="17626"/>
                    <a:pt x="17627" y="0"/>
                    <a:pt x="39369" y="0"/>
                  </a:cubicBezTo>
                  <a:close/>
                </a:path>
              </a:pathLst>
            </a:custGeom>
            <a:solidFill>
              <a:srgbClr val="FFFFFF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21" name="图片 120">
              <a:extLst>
                <a:ext uri="{FF2B5EF4-FFF2-40B4-BE49-F238E27FC236}">
                  <a16:creationId xmlns:a16="http://schemas.microsoft.com/office/drawing/2014/main" id="{29392459-F180-805D-94E8-B26202DB9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302794" y="2829086"/>
              <a:ext cx="249964" cy="1099842"/>
            </a:xfrm>
            <a:custGeom>
              <a:avLst/>
              <a:gdLst>
                <a:gd name="connsiteX0" fmla="*/ -1 w 249964"/>
                <a:gd name="connsiteY0" fmla="*/ -1 h 1099842"/>
                <a:gd name="connsiteX1" fmla="*/ 249964 w 249964"/>
                <a:gd name="connsiteY1" fmla="*/ -1 h 1099842"/>
                <a:gd name="connsiteX2" fmla="*/ 249964 w 249964"/>
                <a:gd name="connsiteY2" fmla="*/ 1099842 h 1099842"/>
                <a:gd name="connsiteX3" fmla="*/ -1 w 249964"/>
                <a:gd name="connsiteY3" fmla="*/ 1099842 h 1099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964" h="1099842">
                  <a:moveTo>
                    <a:pt x="-1" y="-1"/>
                  </a:moveTo>
                  <a:lnTo>
                    <a:pt x="249964" y="-1"/>
                  </a:lnTo>
                  <a:lnTo>
                    <a:pt x="249964" y="1099842"/>
                  </a:lnTo>
                  <a:lnTo>
                    <a:pt x="-1" y="1099842"/>
                  </a:lnTo>
                  <a:close/>
                </a:path>
              </a:pathLst>
            </a:custGeom>
          </p:spPr>
        </p:pic>
      </p:grpSp>
      <p:grpSp>
        <p:nvGrpSpPr>
          <p:cNvPr id="122" name="图形 93">
            <a:extLst>
              <a:ext uri="{FF2B5EF4-FFF2-40B4-BE49-F238E27FC236}">
                <a16:creationId xmlns:a16="http://schemas.microsoft.com/office/drawing/2014/main" id="{D089FE3E-139B-BC5B-E537-3ECFB7C068E7}"/>
              </a:ext>
            </a:extLst>
          </p:cNvPr>
          <p:cNvGrpSpPr/>
          <p:nvPr/>
        </p:nvGrpSpPr>
        <p:grpSpPr>
          <a:xfrm>
            <a:off x="3880692" y="1223066"/>
            <a:ext cx="831130" cy="187473"/>
            <a:chOff x="3880692" y="1223066"/>
            <a:chExt cx="831130" cy="187473"/>
          </a:xfrm>
          <a:noFill/>
        </p:grpSpPr>
        <p:sp>
          <p:nvSpPr>
            <p:cNvPr id="123" name="任意多边形: 形状 122">
              <a:extLst>
                <a:ext uri="{FF2B5EF4-FFF2-40B4-BE49-F238E27FC236}">
                  <a16:creationId xmlns:a16="http://schemas.microsoft.com/office/drawing/2014/main" id="{DA17967F-B325-B23D-EB4E-E70721C13091}"/>
                </a:ext>
              </a:extLst>
            </p:cNvPr>
            <p:cNvSpPr/>
            <p:nvPr/>
          </p:nvSpPr>
          <p:spPr>
            <a:xfrm>
              <a:off x="3880692" y="1223066"/>
              <a:ext cx="831130" cy="187473"/>
            </a:xfrm>
            <a:custGeom>
              <a:avLst/>
              <a:gdLst>
                <a:gd name="connsiteX0" fmla="*/ 0 w 831130"/>
                <a:gd name="connsiteY0" fmla="*/ 0 h 187473"/>
                <a:gd name="connsiteX1" fmla="*/ 831131 w 831130"/>
                <a:gd name="connsiteY1" fmla="*/ 0 h 187473"/>
                <a:gd name="connsiteX2" fmla="*/ 831131 w 831130"/>
                <a:gd name="connsiteY2" fmla="*/ 187473 h 187473"/>
                <a:gd name="connsiteX3" fmla="*/ 0 w 831130"/>
                <a:gd name="connsiteY3" fmla="*/ 187473 h 18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1130" h="187473">
                  <a:moveTo>
                    <a:pt x="0" y="0"/>
                  </a:moveTo>
                  <a:lnTo>
                    <a:pt x="831131" y="0"/>
                  </a:lnTo>
                  <a:lnTo>
                    <a:pt x="831131" y="187473"/>
                  </a:lnTo>
                  <a:lnTo>
                    <a:pt x="0" y="187473"/>
                  </a:lnTo>
                  <a:close/>
                </a:path>
              </a:pathLst>
            </a:custGeom>
            <a:noFill/>
            <a:ln w="6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24" name="图片 123">
              <a:extLst>
                <a:ext uri="{FF2B5EF4-FFF2-40B4-BE49-F238E27FC236}">
                  <a16:creationId xmlns:a16="http://schemas.microsoft.com/office/drawing/2014/main" id="{9FEE8CEC-DBC9-2CDB-B2A6-2C1EED788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83817" y="1276184"/>
              <a:ext cx="818632" cy="106234"/>
            </a:xfrm>
            <a:custGeom>
              <a:avLst/>
              <a:gdLst>
                <a:gd name="connsiteX0" fmla="*/ -1 w 818632"/>
                <a:gd name="connsiteY0" fmla="*/ -1 h 106234"/>
                <a:gd name="connsiteX1" fmla="*/ 818632 w 818632"/>
                <a:gd name="connsiteY1" fmla="*/ -1 h 106234"/>
                <a:gd name="connsiteX2" fmla="*/ 818632 w 818632"/>
                <a:gd name="connsiteY2" fmla="*/ 106234 h 106234"/>
                <a:gd name="connsiteX3" fmla="*/ -1 w 818632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632" h="106234">
                  <a:moveTo>
                    <a:pt x="-1" y="-1"/>
                  </a:moveTo>
                  <a:lnTo>
                    <a:pt x="818632" y="-1"/>
                  </a:lnTo>
                  <a:lnTo>
                    <a:pt x="818632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125" name="图形 93">
            <a:extLst>
              <a:ext uri="{FF2B5EF4-FFF2-40B4-BE49-F238E27FC236}">
                <a16:creationId xmlns:a16="http://schemas.microsoft.com/office/drawing/2014/main" id="{FA501477-D759-86C3-4111-3006DB109DE9}"/>
              </a:ext>
            </a:extLst>
          </p:cNvPr>
          <p:cNvGrpSpPr/>
          <p:nvPr/>
        </p:nvGrpSpPr>
        <p:grpSpPr>
          <a:xfrm>
            <a:off x="4624336" y="1747991"/>
            <a:ext cx="367947" cy="43743"/>
            <a:chOff x="4624336" y="1747991"/>
            <a:chExt cx="367947" cy="43743"/>
          </a:xfrm>
        </p:grpSpPr>
        <p:sp>
          <p:nvSpPr>
            <p:cNvPr id="126" name="任意多边形: 形状 125">
              <a:extLst>
                <a:ext uri="{FF2B5EF4-FFF2-40B4-BE49-F238E27FC236}">
                  <a16:creationId xmlns:a16="http://schemas.microsoft.com/office/drawing/2014/main" id="{DA12C741-E216-F45E-A3ED-DEA5CB3AC8D7}"/>
                </a:ext>
              </a:extLst>
            </p:cNvPr>
            <p:cNvSpPr/>
            <p:nvPr/>
          </p:nvSpPr>
          <p:spPr>
            <a:xfrm>
              <a:off x="4624336" y="1769863"/>
              <a:ext cx="335139" cy="6249"/>
            </a:xfrm>
            <a:custGeom>
              <a:avLst/>
              <a:gdLst>
                <a:gd name="connsiteX0" fmla="*/ 0 w 335139"/>
                <a:gd name="connsiteY0" fmla="*/ 0 h 6249"/>
                <a:gd name="connsiteX1" fmla="*/ 335139 w 335139"/>
                <a:gd name="connsiteY1" fmla="*/ 0 h 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5139" h="6249">
                  <a:moveTo>
                    <a:pt x="0" y="0"/>
                  </a:moveTo>
                  <a:lnTo>
                    <a:pt x="335139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" name="任意多边形: 形状 126">
              <a:extLst>
                <a:ext uri="{FF2B5EF4-FFF2-40B4-BE49-F238E27FC236}">
                  <a16:creationId xmlns:a16="http://schemas.microsoft.com/office/drawing/2014/main" id="{1B806D74-0246-E0A3-C194-D312CCE00E5C}"/>
                </a:ext>
              </a:extLst>
            </p:cNvPr>
            <p:cNvSpPr/>
            <p:nvPr/>
          </p:nvSpPr>
          <p:spPr>
            <a:xfrm>
              <a:off x="4948539" y="1747991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28" name="图形 93">
            <a:extLst>
              <a:ext uri="{FF2B5EF4-FFF2-40B4-BE49-F238E27FC236}">
                <a16:creationId xmlns:a16="http://schemas.microsoft.com/office/drawing/2014/main" id="{F6008A0E-FD13-BBFE-F6DF-8D985A60DA8A}"/>
              </a:ext>
            </a:extLst>
          </p:cNvPr>
          <p:cNvGrpSpPr/>
          <p:nvPr/>
        </p:nvGrpSpPr>
        <p:grpSpPr>
          <a:xfrm>
            <a:off x="4624336" y="4628827"/>
            <a:ext cx="742893" cy="271835"/>
            <a:chOff x="4624336" y="4628827"/>
            <a:chExt cx="742893" cy="271835"/>
          </a:xfrm>
        </p:grpSpPr>
        <p:sp>
          <p:nvSpPr>
            <p:cNvPr id="129" name="任意多边形: 形状 128">
              <a:extLst>
                <a:ext uri="{FF2B5EF4-FFF2-40B4-BE49-F238E27FC236}">
                  <a16:creationId xmlns:a16="http://schemas.microsoft.com/office/drawing/2014/main" id="{C70D105C-08C3-23C6-29F7-E6D35705A0A1}"/>
                </a:ext>
              </a:extLst>
            </p:cNvPr>
            <p:cNvSpPr/>
            <p:nvPr/>
          </p:nvSpPr>
          <p:spPr>
            <a:xfrm>
              <a:off x="4624336" y="4650699"/>
              <a:ext cx="710085" cy="249964"/>
            </a:xfrm>
            <a:custGeom>
              <a:avLst/>
              <a:gdLst>
                <a:gd name="connsiteX0" fmla="*/ 0 w 710085"/>
                <a:gd name="connsiteY0" fmla="*/ 249964 h 249964"/>
                <a:gd name="connsiteX1" fmla="*/ 374946 w 710085"/>
                <a:gd name="connsiteY1" fmla="*/ 249964 h 249964"/>
                <a:gd name="connsiteX2" fmla="*/ 374946 w 710085"/>
                <a:gd name="connsiteY2" fmla="*/ 0 h 249964"/>
                <a:gd name="connsiteX3" fmla="*/ 710086 w 710085"/>
                <a:gd name="connsiteY3" fmla="*/ 0 h 24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085" h="249964">
                  <a:moveTo>
                    <a:pt x="0" y="249964"/>
                  </a:moveTo>
                  <a:lnTo>
                    <a:pt x="374946" y="249964"/>
                  </a:lnTo>
                  <a:lnTo>
                    <a:pt x="374946" y="0"/>
                  </a:lnTo>
                  <a:lnTo>
                    <a:pt x="710086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" name="任意多边形: 形状 129">
              <a:extLst>
                <a:ext uri="{FF2B5EF4-FFF2-40B4-BE49-F238E27FC236}">
                  <a16:creationId xmlns:a16="http://schemas.microsoft.com/office/drawing/2014/main" id="{F2A48EB3-F73F-8044-5F3E-F92BD5DDCFA7}"/>
                </a:ext>
              </a:extLst>
            </p:cNvPr>
            <p:cNvSpPr/>
            <p:nvPr/>
          </p:nvSpPr>
          <p:spPr>
            <a:xfrm>
              <a:off x="5323485" y="4628827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31" name="图形 93">
            <a:extLst>
              <a:ext uri="{FF2B5EF4-FFF2-40B4-BE49-F238E27FC236}">
                <a16:creationId xmlns:a16="http://schemas.microsoft.com/office/drawing/2014/main" id="{03B7B917-305A-120E-D6F1-C8301BBAF85B}"/>
              </a:ext>
            </a:extLst>
          </p:cNvPr>
          <p:cNvGrpSpPr/>
          <p:nvPr/>
        </p:nvGrpSpPr>
        <p:grpSpPr>
          <a:xfrm>
            <a:off x="5499210" y="1747991"/>
            <a:ext cx="274210" cy="43743"/>
            <a:chOff x="5499210" y="1747991"/>
            <a:chExt cx="274210" cy="43743"/>
          </a:xfrm>
        </p:grpSpPr>
        <p:sp>
          <p:nvSpPr>
            <p:cNvPr id="132" name="任意多边形: 形状 131">
              <a:extLst>
                <a:ext uri="{FF2B5EF4-FFF2-40B4-BE49-F238E27FC236}">
                  <a16:creationId xmlns:a16="http://schemas.microsoft.com/office/drawing/2014/main" id="{468844FB-20F4-5180-A9F7-F036E18C086B}"/>
                </a:ext>
              </a:extLst>
            </p:cNvPr>
            <p:cNvSpPr/>
            <p:nvPr/>
          </p:nvSpPr>
          <p:spPr>
            <a:xfrm>
              <a:off x="5499210" y="1769863"/>
              <a:ext cx="241402" cy="6249"/>
            </a:xfrm>
            <a:custGeom>
              <a:avLst/>
              <a:gdLst>
                <a:gd name="connsiteX0" fmla="*/ 0 w 241402"/>
                <a:gd name="connsiteY0" fmla="*/ 0 h 6249"/>
                <a:gd name="connsiteX1" fmla="*/ 241403 w 241402"/>
                <a:gd name="connsiteY1" fmla="*/ 0 h 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402" h="6249">
                  <a:moveTo>
                    <a:pt x="0" y="0"/>
                  </a:moveTo>
                  <a:lnTo>
                    <a:pt x="241403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" name="任意多边形: 形状 132">
              <a:extLst>
                <a:ext uri="{FF2B5EF4-FFF2-40B4-BE49-F238E27FC236}">
                  <a16:creationId xmlns:a16="http://schemas.microsoft.com/office/drawing/2014/main" id="{40BE925A-C909-8D5D-0665-05A224A52D50}"/>
                </a:ext>
              </a:extLst>
            </p:cNvPr>
            <p:cNvSpPr/>
            <p:nvPr/>
          </p:nvSpPr>
          <p:spPr>
            <a:xfrm>
              <a:off x="5729677" y="1747991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34" name="图形 93">
            <a:extLst>
              <a:ext uri="{FF2B5EF4-FFF2-40B4-BE49-F238E27FC236}">
                <a16:creationId xmlns:a16="http://schemas.microsoft.com/office/drawing/2014/main" id="{0C0893A8-DB75-1EE1-FD15-5FC65B2940EB}"/>
              </a:ext>
            </a:extLst>
          </p:cNvPr>
          <p:cNvGrpSpPr/>
          <p:nvPr/>
        </p:nvGrpSpPr>
        <p:grpSpPr>
          <a:xfrm>
            <a:off x="4999282" y="1644881"/>
            <a:ext cx="499928" cy="249964"/>
            <a:chOff x="4999282" y="1644881"/>
            <a:chExt cx="499928" cy="249964"/>
          </a:xfrm>
          <a:solidFill>
            <a:srgbClr val="DAE8FC"/>
          </a:solidFill>
        </p:grpSpPr>
        <p:sp>
          <p:nvSpPr>
            <p:cNvPr id="135" name="任意多边形: 形状 134">
              <a:extLst>
                <a:ext uri="{FF2B5EF4-FFF2-40B4-BE49-F238E27FC236}">
                  <a16:creationId xmlns:a16="http://schemas.microsoft.com/office/drawing/2014/main" id="{ABB2BE68-AF7E-137E-8050-1A10CAE13F7E}"/>
                </a:ext>
              </a:extLst>
            </p:cNvPr>
            <p:cNvSpPr/>
            <p:nvPr/>
          </p:nvSpPr>
          <p:spPr>
            <a:xfrm>
              <a:off x="4999282" y="1644881"/>
              <a:ext cx="499928" cy="249964"/>
            </a:xfrm>
            <a:custGeom>
              <a:avLst/>
              <a:gdLst>
                <a:gd name="connsiteX0" fmla="*/ 462434 w 499928"/>
                <a:gd name="connsiteY0" fmla="*/ 0 h 249964"/>
                <a:gd name="connsiteX1" fmla="*/ 499928 w 499928"/>
                <a:gd name="connsiteY1" fmla="*/ 37495 h 249964"/>
                <a:gd name="connsiteX2" fmla="*/ 499928 w 499928"/>
                <a:gd name="connsiteY2" fmla="*/ 212469 h 249964"/>
                <a:gd name="connsiteX3" fmla="*/ 462434 w 499928"/>
                <a:gd name="connsiteY3" fmla="*/ 249964 h 249964"/>
                <a:gd name="connsiteX4" fmla="*/ 37495 w 499928"/>
                <a:gd name="connsiteY4" fmla="*/ 249964 h 249964"/>
                <a:gd name="connsiteX5" fmla="*/ 0 w 499928"/>
                <a:gd name="connsiteY5" fmla="*/ 212469 h 249964"/>
                <a:gd name="connsiteX6" fmla="*/ 0 w 499928"/>
                <a:gd name="connsiteY6" fmla="*/ 37495 h 249964"/>
                <a:gd name="connsiteX7" fmla="*/ 37495 w 499928"/>
                <a:gd name="connsiteY7" fmla="*/ 0 h 24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9928" h="249964">
                  <a:moveTo>
                    <a:pt x="462434" y="0"/>
                  </a:moveTo>
                  <a:cubicBezTo>
                    <a:pt x="483141" y="0"/>
                    <a:pt x="499928" y="16787"/>
                    <a:pt x="499928" y="37495"/>
                  </a:cubicBezTo>
                  <a:lnTo>
                    <a:pt x="499928" y="212469"/>
                  </a:lnTo>
                  <a:cubicBezTo>
                    <a:pt x="499928" y="233177"/>
                    <a:pt x="483141" y="249964"/>
                    <a:pt x="462434" y="249964"/>
                  </a:cubicBezTo>
                  <a:lnTo>
                    <a:pt x="37495" y="249964"/>
                  </a:lnTo>
                  <a:cubicBezTo>
                    <a:pt x="16787" y="249964"/>
                    <a:pt x="0" y="233177"/>
                    <a:pt x="0" y="212469"/>
                  </a:cubicBezTo>
                  <a:lnTo>
                    <a:pt x="0" y="37495"/>
                  </a:lnTo>
                  <a:cubicBezTo>
                    <a:pt x="0" y="16787"/>
                    <a:pt x="16787" y="0"/>
                    <a:pt x="37495" y="0"/>
                  </a:cubicBezTo>
                  <a:close/>
                </a:path>
              </a:pathLst>
            </a:custGeom>
            <a:solidFill>
              <a:srgbClr val="DAE8FC"/>
            </a:solidFill>
            <a:ln w="6249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36" name="图片 135">
              <a:extLst>
                <a:ext uri="{FF2B5EF4-FFF2-40B4-BE49-F238E27FC236}">
                  <a16:creationId xmlns:a16="http://schemas.microsoft.com/office/drawing/2014/main" id="{0F32BF14-8EDB-BC54-3814-27DD48E22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002406" y="1726119"/>
              <a:ext cx="487430" cy="106234"/>
            </a:xfrm>
            <a:custGeom>
              <a:avLst/>
              <a:gdLst>
                <a:gd name="connsiteX0" fmla="*/ -1 w 487430"/>
                <a:gd name="connsiteY0" fmla="*/ -1 h 106234"/>
                <a:gd name="connsiteX1" fmla="*/ 487430 w 487430"/>
                <a:gd name="connsiteY1" fmla="*/ -1 h 106234"/>
                <a:gd name="connsiteX2" fmla="*/ 487430 w 487430"/>
                <a:gd name="connsiteY2" fmla="*/ 106234 h 106234"/>
                <a:gd name="connsiteX3" fmla="*/ -1 w 487430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430" h="106234">
                  <a:moveTo>
                    <a:pt x="-1" y="-1"/>
                  </a:moveTo>
                  <a:lnTo>
                    <a:pt x="487430" y="-1"/>
                  </a:lnTo>
                  <a:lnTo>
                    <a:pt x="487430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137" name="图形 93">
            <a:extLst>
              <a:ext uri="{FF2B5EF4-FFF2-40B4-BE49-F238E27FC236}">
                <a16:creationId xmlns:a16="http://schemas.microsoft.com/office/drawing/2014/main" id="{251AD991-243E-DF00-F744-D99D0DBDA5C0}"/>
              </a:ext>
            </a:extLst>
          </p:cNvPr>
          <p:cNvGrpSpPr/>
          <p:nvPr/>
        </p:nvGrpSpPr>
        <p:grpSpPr>
          <a:xfrm>
            <a:off x="6280348" y="1748116"/>
            <a:ext cx="586665" cy="43743"/>
            <a:chOff x="6280348" y="1748116"/>
            <a:chExt cx="586665" cy="43743"/>
          </a:xfrm>
        </p:grpSpPr>
        <p:sp>
          <p:nvSpPr>
            <p:cNvPr id="138" name="任意多边形: 形状 137">
              <a:extLst>
                <a:ext uri="{FF2B5EF4-FFF2-40B4-BE49-F238E27FC236}">
                  <a16:creationId xmlns:a16="http://schemas.microsoft.com/office/drawing/2014/main" id="{F5101D5C-3D04-0B7B-645C-EFAB3CA8536C}"/>
                </a:ext>
              </a:extLst>
            </p:cNvPr>
            <p:cNvSpPr/>
            <p:nvPr/>
          </p:nvSpPr>
          <p:spPr>
            <a:xfrm>
              <a:off x="6280348" y="1769863"/>
              <a:ext cx="553858" cy="562"/>
            </a:xfrm>
            <a:custGeom>
              <a:avLst/>
              <a:gdLst>
                <a:gd name="connsiteX0" fmla="*/ 0 w 553858"/>
                <a:gd name="connsiteY0" fmla="*/ 0 h 562"/>
                <a:gd name="connsiteX1" fmla="*/ 296520 w 553858"/>
                <a:gd name="connsiteY1" fmla="*/ 562 h 562"/>
                <a:gd name="connsiteX2" fmla="*/ 553858 w 553858"/>
                <a:gd name="connsiteY2" fmla="*/ 63 h 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3858" h="562">
                  <a:moveTo>
                    <a:pt x="0" y="0"/>
                  </a:moveTo>
                  <a:lnTo>
                    <a:pt x="296520" y="562"/>
                  </a:lnTo>
                  <a:lnTo>
                    <a:pt x="553858" y="63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" name="任意多边形: 形状 138">
              <a:extLst>
                <a:ext uri="{FF2B5EF4-FFF2-40B4-BE49-F238E27FC236}">
                  <a16:creationId xmlns:a16="http://schemas.microsoft.com/office/drawing/2014/main" id="{A736F1D3-00CC-5552-820E-4AB3A64B4265}"/>
                </a:ext>
              </a:extLst>
            </p:cNvPr>
            <p:cNvSpPr/>
            <p:nvPr/>
          </p:nvSpPr>
          <p:spPr>
            <a:xfrm>
              <a:off x="6823270" y="1748116"/>
              <a:ext cx="43743" cy="43743"/>
            </a:xfrm>
            <a:custGeom>
              <a:avLst/>
              <a:gdLst>
                <a:gd name="connsiteX0" fmla="*/ 43744 w 43743"/>
                <a:gd name="connsiteY0" fmla="*/ 21747 h 43743"/>
                <a:gd name="connsiteX1" fmla="*/ 63 w 43743"/>
                <a:gd name="connsiteY1" fmla="*/ 43744 h 43743"/>
                <a:gd name="connsiteX2" fmla="*/ 10936 w 43743"/>
                <a:gd name="connsiteY2" fmla="*/ 21809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747"/>
                  </a:moveTo>
                  <a:lnTo>
                    <a:pt x="63" y="43744"/>
                  </a:lnTo>
                  <a:lnTo>
                    <a:pt x="10936" y="218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40" name="图形 93">
            <a:extLst>
              <a:ext uri="{FF2B5EF4-FFF2-40B4-BE49-F238E27FC236}">
                <a16:creationId xmlns:a16="http://schemas.microsoft.com/office/drawing/2014/main" id="{3799E445-363E-8F98-B7E8-66A1AF9F7D78}"/>
              </a:ext>
            </a:extLst>
          </p:cNvPr>
          <p:cNvGrpSpPr/>
          <p:nvPr/>
        </p:nvGrpSpPr>
        <p:grpSpPr>
          <a:xfrm>
            <a:off x="5780420" y="1644881"/>
            <a:ext cx="499928" cy="249964"/>
            <a:chOff x="5780420" y="1644881"/>
            <a:chExt cx="499928" cy="249964"/>
          </a:xfrm>
          <a:solidFill>
            <a:srgbClr val="DAE8FC"/>
          </a:solidFill>
        </p:grpSpPr>
        <p:sp>
          <p:nvSpPr>
            <p:cNvPr id="141" name="任意多边形: 形状 140">
              <a:extLst>
                <a:ext uri="{FF2B5EF4-FFF2-40B4-BE49-F238E27FC236}">
                  <a16:creationId xmlns:a16="http://schemas.microsoft.com/office/drawing/2014/main" id="{9BB9A95C-4281-BF88-883D-F90C9FFB1D7F}"/>
                </a:ext>
              </a:extLst>
            </p:cNvPr>
            <p:cNvSpPr/>
            <p:nvPr/>
          </p:nvSpPr>
          <p:spPr>
            <a:xfrm>
              <a:off x="5780420" y="1644881"/>
              <a:ext cx="499928" cy="249964"/>
            </a:xfrm>
            <a:custGeom>
              <a:avLst/>
              <a:gdLst>
                <a:gd name="connsiteX0" fmla="*/ 462434 w 499928"/>
                <a:gd name="connsiteY0" fmla="*/ 0 h 249964"/>
                <a:gd name="connsiteX1" fmla="*/ 499928 w 499928"/>
                <a:gd name="connsiteY1" fmla="*/ 37495 h 249964"/>
                <a:gd name="connsiteX2" fmla="*/ 499928 w 499928"/>
                <a:gd name="connsiteY2" fmla="*/ 212469 h 249964"/>
                <a:gd name="connsiteX3" fmla="*/ 462434 w 499928"/>
                <a:gd name="connsiteY3" fmla="*/ 249964 h 249964"/>
                <a:gd name="connsiteX4" fmla="*/ 37495 w 499928"/>
                <a:gd name="connsiteY4" fmla="*/ 249964 h 249964"/>
                <a:gd name="connsiteX5" fmla="*/ 0 w 499928"/>
                <a:gd name="connsiteY5" fmla="*/ 212469 h 249964"/>
                <a:gd name="connsiteX6" fmla="*/ 0 w 499928"/>
                <a:gd name="connsiteY6" fmla="*/ 37495 h 249964"/>
                <a:gd name="connsiteX7" fmla="*/ 37495 w 499928"/>
                <a:gd name="connsiteY7" fmla="*/ 0 h 24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9928" h="249964">
                  <a:moveTo>
                    <a:pt x="462434" y="0"/>
                  </a:moveTo>
                  <a:cubicBezTo>
                    <a:pt x="483141" y="0"/>
                    <a:pt x="499928" y="16787"/>
                    <a:pt x="499928" y="37495"/>
                  </a:cubicBezTo>
                  <a:lnTo>
                    <a:pt x="499928" y="212469"/>
                  </a:lnTo>
                  <a:cubicBezTo>
                    <a:pt x="499928" y="233177"/>
                    <a:pt x="483141" y="249964"/>
                    <a:pt x="462434" y="249964"/>
                  </a:cubicBezTo>
                  <a:lnTo>
                    <a:pt x="37495" y="249964"/>
                  </a:lnTo>
                  <a:cubicBezTo>
                    <a:pt x="16787" y="249964"/>
                    <a:pt x="0" y="233177"/>
                    <a:pt x="0" y="212469"/>
                  </a:cubicBezTo>
                  <a:lnTo>
                    <a:pt x="0" y="37495"/>
                  </a:lnTo>
                  <a:cubicBezTo>
                    <a:pt x="0" y="16787"/>
                    <a:pt x="16787" y="0"/>
                    <a:pt x="37495" y="0"/>
                  </a:cubicBezTo>
                  <a:close/>
                </a:path>
              </a:pathLst>
            </a:custGeom>
            <a:solidFill>
              <a:srgbClr val="DAE8FC"/>
            </a:solidFill>
            <a:ln w="6249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42" name="图片 141">
              <a:extLst>
                <a:ext uri="{FF2B5EF4-FFF2-40B4-BE49-F238E27FC236}">
                  <a16:creationId xmlns:a16="http://schemas.microsoft.com/office/drawing/2014/main" id="{1BC7A252-D26B-AD73-4C58-A1536A2B8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783544" y="1726119"/>
              <a:ext cx="487430" cy="106234"/>
            </a:xfrm>
            <a:custGeom>
              <a:avLst/>
              <a:gdLst>
                <a:gd name="connsiteX0" fmla="*/ -1 w 487430"/>
                <a:gd name="connsiteY0" fmla="*/ -1 h 106234"/>
                <a:gd name="connsiteX1" fmla="*/ 487430 w 487430"/>
                <a:gd name="connsiteY1" fmla="*/ -1 h 106234"/>
                <a:gd name="connsiteX2" fmla="*/ 487430 w 487430"/>
                <a:gd name="connsiteY2" fmla="*/ 106234 h 106234"/>
                <a:gd name="connsiteX3" fmla="*/ -1 w 487430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430" h="106234">
                  <a:moveTo>
                    <a:pt x="-1" y="-1"/>
                  </a:moveTo>
                  <a:lnTo>
                    <a:pt x="487430" y="-1"/>
                  </a:lnTo>
                  <a:lnTo>
                    <a:pt x="487430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143" name="图形 93">
            <a:extLst>
              <a:ext uri="{FF2B5EF4-FFF2-40B4-BE49-F238E27FC236}">
                <a16:creationId xmlns:a16="http://schemas.microsoft.com/office/drawing/2014/main" id="{D23C3478-E928-9494-CFCC-40DC6645B072}"/>
              </a:ext>
            </a:extLst>
          </p:cNvPr>
          <p:cNvGrpSpPr/>
          <p:nvPr/>
        </p:nvGrpSpPr>
        <p:grpSpPr>
          <a:xfrm>
            <a:off x="4624336" y="4900663"/>
            <a:ext cx="742893" cy="271835"/>
            <a:chOff x="4624336" y="4900663"/>
            <a:chExt cx="742893" cy="271835"/>
          </a:xfrm>
        </p:grpSpPr>
        <p:sp>
          <p:nvSpPr>
            <p:cNvPr id="144" name="任意多边形: 形状 143">
              <a:extLst>
                <a:ext uri="{FF2B5EF4-FFF2-40B4-BE49-F238E27FC236}">
                  <a16:creationId xmlns:a16="http://schemas.microsoft.com/office/drawing/2014/main" id="{CD2CDD43-7607-4CCE-197A-761D2DFD5AD5}"/>
                </a:ext>
              </a:extLst>
            </p:cNvPr>
            <p:cNvSpPr/>
            <p:nvPr/>
          </p:nvSpPr>
          <p:spPr>
            <a:xfrm>
              <a:off x="4624336" y="4900663"/>
              <a:ext cx="710085" cy="249964"/>
            </a:xfrm>
            <a:custGeom>
              <a:avLst/>
              <a:gdLst>
                <a:gd name="connsiteX0" fmla="*/ 0 w 710085"/>
                <a:gd name="connsiteY0" fmla="*/ 0 h 249964"/>
                <a:gd name="connsiteX1" fmla="*/ 374946 w 710085"/>
                <a:gd name="connsiteY1" fmla="*/ 0 h 249964"/>
                <a:gd name="connsiteX2" fmla="*/ 374946 w 710085"/>
                <a:gd name="connsiteY2" fmla="*/ 249964 h 249964"/>
                <a:gd name="connsiteX3" fmla="*/ 710086 w 710085"/>
                <a:gd name="connsiteY3" fmla="*/ 249964 h 24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085" h="249964">
                  <a:moveTo>
                    <a:pt x="0" y="0"/>
                  </a:moveTo>
                  <a:lnTo>
                    <a:pt x="374946" y="0"/>
                  </a:lnTo>
                  <a:lnTo>
                    <a:pt x="374946" y="249964"/>
                  </a:lnTo>
                  <a:lnTo>
                    <a:pt x="710086" y="249964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" name="任意多边形: 形状 144">
              <a:extLst>
                <a:ext uri="{FF2B5EF4-FFF2-40B4-BE49-F238E27FC236}">
                  <a16:creationId xmlns:a16="http://schemas.microsoft.com/office/drawing/2014/main" id="{165D9E66-98E7-DA26-2F8B-A77D96E185E0}"/>
                </a:ext>
              </a:extLst>
            </p:cNvPr>
            <p:cNvSpPr/>
            <p:nvPr/>
          </p:nvSpPr>
          <p:spPr>
            <a:xfrm>
              <a:off x="5323485" y="5128755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46" name="图形 93">
            <a:extLst>
              <a:ext uri="{FF2B5EF4-FFF2-40B4-BE49-F238E27FC236}">
                <a16:creationId xmlns:a16="http://schemas.microsoft.com/office/drawing/2014/main" id="{E6CA98D8-1255-F44D-2B0D-7EFD0B37FC9A}"/>
              </a:ext>
            </a:extLst>
          </p:cNvPr>
          <p:cNvGrpSpPr/>
          <p:nvPr/>
        </p:nvGrpSpPr>
        <p:grpSpPr>
          <a:xfrm>
            <a:off x="5874156" y="4628827"/>
            <a:ext cx="180474" cy="43743"/>
            <a:chOff x="5874156" y="4628827"/>
            <a:chExt cx="180474" cy="43743"/>
          </a:xfrm>
        </p:grpSpPr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0C98DCDD-7A82-8FBF-B4EB-94F7867EC339}"/>
                </a:ext>
              </a:extLst>
            </p:cNvPr>
            <p:cNvSpPr/>
            <p:nvPr/>
          </p:nvSpPr>
          <p:spPr>
            <a:xfrm>
              <a:off x="5874156" y="4650699"/>
              <a:ext cx="147666" cy="6249"/>
            </a:xfrm>
            <a:custGeom>
              <a:avLst/>
              <a:gdLst>
                <a:gd name="connsiteX0" fmla="*/ 0 w 147666"/>
                <a:gd name="connsiteY0" fmla="*/ 0 h 6249"/>
                <a:gd name="connsiteX1" fmla="*/ 125545 w 147666"/>
                <a:gd name="connsiteY1" fmla="*/ 0 h 6249"/>
                <a:gd name="connsiteX2" fmla="*/ 63054 w 147666"/>
                <a:gd name="connsiteY2" fmla="*/ 0 h 6249"/>
                <a:gd name="connsiteX3" fmla="*/ 147666 w 147666"/>
                <a:gd name="connsiteY3" fmla="*/ 0 h 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666" h="6249">
                  <a:moveTo>
                    <a:pt x="0" y="0"/>
                  </a:moveTo>
                  <a:lnTo>
                    <a:pt x="125545" y="0"/>
                  </a:lnTo>
                  <a:lnTo>
                    <a:pt x="63054" y="0"/>
                  </a:lnTo>
                  <a:lnTo>
                    <a:pt x="147666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" name="任意多边形: 形状 147">
              <a:extLst>
                <a:ext uri="{FF2B5EF4-FFF2-40B4-BE49-F238E27FC236}">
                  <a16:creationId xmlns:a16="http://schemas.microsoft.com/office/drawing/2014/main" id="{FBED8049-B575-5A0B-E8B3-22C424D5E215}"/>
                </a:ext>
              </a:extLst>
            </p:cNvPr>
            <p:cNvSpPr/>
            <p:nvPr/>
          </p:nvSpPr>
          <p:spPr>
            <a:xfrm>
              <a:off x="6010887" y="4628827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49" name="图形 93">
            <a:extLst>
              <a:ext uri="{FF2B5EF4-FFF2-40B4-BE49-F238E27FC236}">
                <a16:creationId xmlns:a16="http://schemas.microsoft.com/office/drawing/2014/main" id="{520EA01E-9690-DAD9-CD75-2339533EF6F2}"/>
              </a:ext>
            </a:extLst>
          </p:cNvPr>
          <p:cNvGrpSpPr/>
          <p:nvPr/>
        </p:nvGrpSpPr>
        <p:grpSpPr>
          <a:xfrm>
            <a:off x="5374228" y="4525717"/>
            <a:ext cx="499928" cy="249964"/>
            <a:chOff x="5374228" y="4525717"/>
            <a:chExt cx="499928" cy="249964"/>
          </a:xfrm>
          <a:solidFill>
            <a:srgbClr val="DAE8FC"/>
          </a:solidFill>
        </p:grpSpPr>
        <p:sp>
          <p:nvSpPr>
            <p:cNvPr id="150" name="任意多边形: 形状 149">
              <a:extLst>
                <a:ext uri="{FF2B5EF4-FFF2-40B4-BE49-F238E27FC236}">
                  <a16:creationId xmlns:a16="http://schemas.microsoft.com/office/drawing/2014/main" id="{9BB8C8B0-2EC1-E6F8-4849-5BFA9EE20B6B}"/>
                </a:ext>
              </a:extLst>
            </p:cNvPr>
            <p:cNvSpPr/>
            <p:nvPr/>
          </p:nvSpPr>
          <p:spPr>
            <a:xfrm>
              <a:off x="5374228" y="4525717"/>
              <a:ext cx="499928" cy="249964"/>
            </a:xfrm>
            <a:custGeom>
              <a:avLst/>
              <a:gdLst>
                <a:gd name="connsiteX0" fmla="*/ 462434 w 499928"/>
                <a:gd name="connsiteY0" fmla="*/ 0 h 249964"/>
                <a:gd name="connsiteX1" fmla="*/ 499928 w 499928"/>
                <a:gd name="connsiteY1" fmla="*/ 37495 h 249964"/>
                <a:gd name="connsiteX2" fmla="*/ 499928 w 499928"/>
                <a:gd name="connsiteY2" fmla="*/ 212469 h 249964"/>
                <a:gd name="connsiteX3" fmla="*/ 462434 w 499928"/>
                <a:gd name="connsiteY3" fmla="*/ 249964 h 249964"/>
                <a:gd name="connsiteX4" fmla="*/ 37495 w 499928"/>
                <a:gd name="connsiteY4" fmla="*/ 249964 h 249964"/>
                <a:gd name="connsiteX5" fmla="*/ 0 w 499928"/>
                <a:gd name="connsiteY5" fmla="*/ 212469 h 249964"/>
                <a:gd name="connsiteX6" fmla="*/ 0 w 499928"/>
                <a:gd name="connsiteY6" fmla="*/ 37495 h 249964"/>
                <a:gd name="connsiteX7" fmla="*/ 37495 w 499928"/>
                <a:gd name="connsiteY7" fmla="*/ 0 h 24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9928" h="249964">
                  <a:moveTo>
                    <a:pt x="462434" y="0"/>
                  </a:moveTo>
                  <a:cubicBezTo>
                    <a:pt x="483141" y="0"/>
                    <a:pt x="499928" y="16787"/>
                    <a:pt x="499928" y="37495"/>
                  </a:cubicBezTo>
                  <a:lnTo>
                    <a:pt x="499928" y="212469"/>
                  </a:lnTo>
                  <a:cubicBezTo>
                    <a:pt x="499928" y="233177"/>
                    <a:pt x="483141" y="249964"/>
                    <a:pt x="462434" y="249964"/>
                  </a:cubicBezTo>
                  <a:lnTo>
                    <a:pt x="37495" y="249964"/>
                  </a:lnTo>
                  <a:cubicBezTo>
                    <a:pt x="16787" y="249964"/>
                    <a:pt x="0" y="233177"/>
                    <a:pt x="0" y="212469"/>
                  </a:cubicBezTo>
                  <a:lnTo>
                    <a:pt x="0" y="37495"/>
                  </a:lnTo>
                  <a:cubicBezTo>
                    <a:pt x="0" y="16787"/>
                    <a:pt x="16787" y="0"/>
                    <a:pt x="37495" y="0"/>
                  </a:cubicBezTo>
                  <a:close/>
                </a:path>
              </a:pathLst>
            </a:custGeom>
            <a:solidFill>
              <a:srgbClr val="DAE8FC"/>
            </a:solidFill>
            <a:ln w="6249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51" name="图片 150">
              <a:extLst>
                <a:ext uri="{FF2B5EF4-FFF2-40B4-BE49-F238E27FC236}">
                  <a16:creationId xmlns:a16="http://schemas.microsoft.com/office/drawing/2014/main" id="{9882A9E6-15FF-E083-941D-264360656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377353" y="4606955"/>
              <a:ext cx="487430" cy="106234"/>
            </a:xfrm>
            <a:custGeom>
              <a:avLst/>
              <a:gdLst>
                <a:gd name="connsiteX0" fmla="*/ -1 w 487430"/>
                <a:gd name="connsiteY0" fmla="*/ -1 h 106234"/>
                <a:gd name="connsiteX1" fmla="*/ 487430 w 487430"/>
                <a:gd name="connsiteY1" fmla="*/ -1 h 106234"/>
                <a:gd name="connsiteX2" fmla="*/ 487430 w 487430"/>
                <a:gd name="connsiteY2" fmla="*/ 106234 h 106234"/>
                <a:gd name="connsiteX3" fmla="*/ -1 w 487430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430" h="106234">
                  <a:moveTo>
                    <a:pt x="-1" y="-1"/>
                  </a:moveTo>
                  <a:lnTo>
                    <a:pt x="487430" y="-1"/>
                  </a:lnTo>
                  <a:lnTo>
                    <a:pt x="487430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152" name="图形 93">
            <a:extLst>
              <a:ext uri="{FF2B5EF4-FFF2-40B4-BE49-F238E27FC236}">
                <a16:creationId xmlns:a16="http://schemas.microsoft.com/office/drawing/2014/main" id="{9A4F40E2-F727-FA1E-C407-667C5B40BA22}"/>
              </a:ext>
            </a:extLst>
          </p:cNvPr>
          <p:cNvGrpSpPr/>
          <p:nvPr/>
        </p:nvGrpSpPr>
        <p:grpSpPr>
          <a:xfrm>
            <a:off x="6561558" y="4650699"/>
            <a:ext cx="305456" cy="262774"/>
            <a:chOff x="6561558" y="4650699"/>
            <a:chExt cx="305456" cy="262774"/>
          </a:xfrm>
        </p:grpSpPr>
        <p:sp>
          <p:nvSpPr>
            <p:cNvPr id="153" name="任意多边形: 形状 152">
              <a:extLst>
                <a:ext uri="{FF2B5EF4-FFF2-40B4-BE49-F238E27FC236}">
                  <a16:creationId xmlns:a16="http://schemas.microsoft.com/office/drawing/2014/main" id="{A4276422-430F-683B-AF1F-7D9206C15322}"/>
                </a:ext>
              </a:extLst>
            </p:cNvPr>
            <p:cNvSpPr/>
            <p:nvPr/>
          </p:nvSpPr>
          <p:spPr>
            <a:xfrm>
              <a:off x="6561558" y="4650699"/>
              <a:ext cx="272648" cy="240902"/>
            </a:xfrm>
            <a:custGeom>
              <a:avLst/>
              <a:gdLst>
                <a:gd name="connsiteX0" fmla="*/ 0 w 272648"/>
                <a:gd name="connsiteY0" fmla="*/ 0 h 240902"/>
                <a:gd name="connsiteX1" fmla="*/ 156228 w 272648"/>
                <a:gd name="connsiteY1" fmla="*/ 0 h 240902"/>
                <a:gd name="connsiteX2" fmla="*/ 156228 w 272648"/>
                <a:gd name="connsiteY2" fmla="*/ 240903 h 240902"/>
                <a:gd name="connsiteX3" fmla="*/ 272648 w 272648"/>
                <a:gd name="connsiteY3" fmla="*/ 240903 h 240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648" h="240902">
                  <a:moveTo>
                    <a:pt x="0" y="0"/>
                  </a:moveTo>
                  <a:lnTo>
                    <a:pt x="156228" y="0"/>
                  </a:lnTo>
                  <a:lnTo>
                    <a:pt x="156228" y="240903"/>
                  </a:lnTo>
                  <a:lnTo>
                    <a:pt x="272648" y="240903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" name="任意多边形: 形状 153">
              <a:extLst>
                <a:ext uri="{FF2B5EF4-FFF2-40B4-BE49-F238E27FC236}">
                  <a16:creationId xmlns:a16="http://schemas.microsoft.com/office/drawing/2014/main" id="{E016ED94-3F31-19B4-F208-B2A62C7BB47A}"/>
                </a:ext>
              </a:extLst>
            </p:cNvPr>
            <p:cNvSpPr/>
            <p:nvPr/>
          </p:nvSpPr>
          <p:spPr>
            <a:xfrm>
              <a:off x="6823270" y="4869730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5" name="图形 93">
            <a:extLst>
              <a:ext uri="{FF2B5EF4-FFF2-40B4-BE49-F238E27FC236}">
                <a16:creationId xmlns:a16="http://schemas.microsoft.com/office/drawing/2014/main" id="{9215D3A0-FC56-66C5-EE33-FD5FAACC6984}"/>
              </a:ext>
            </a:extLst>
          </p:cNvPr>
          <p:cNvGrpSpPr/>
          <p:nvPr/>
        </p:nvGrpSpPr>
        <p:grpSpPr>
          <a:xfrm>
            <a:off x="6061629" y="4525717"/>
            <a:ext cx="499928" cy="249964"/>
            <a:chOff x="6061629" y="4525717"/>
            <a:chExt cx="499928" cy="249964"/>
          </a:xfrm>
          <a:solidFill>
            <a:srgbClr val="DAE8FC"/>
          </a:solidFill>
        </p:grpSpPr>
        <p:sp>
          <p:nvSpPr>
            <p:cNvPr id="156" name="任意多边形: 形状 155">
              <a:extLst>
                <a:ext uri="{FF2B5EF4-FFF2-40B4-BE49-F238E27FC236}">
                  <a16:creationId xmlns:a16="http://schemas.microsoft.com/office/drawing/2014/main" id="{48244990-67A1-2FFC-92BD-B0D5B3743470}"/>
                </a:ext>
              </a:extLst>
            </p:cNvPr>
            <p:cNvSpPr/>
            <p:nvPr/>
          </p:nvSpPr>
          <p:spPr>
            <a:xfrm>
              <a:off x="6061629" y="4525717"/>
              <a:ext cx="499928" cy="249964"/>
            </a:xfrm>
            <a:custGeom>
              <a:avLst/>
              <a:gdLst>
                <a:gd name="connsiteX0" fmla="*/ 462434 w 499928"/>
                <a:gd name="connsiteY0" fmla="*/ 0 h 249964"/>
                <a:gd name="connsiteX1" fmla="*/ 499928 w 499928"/>
                <a:gd name="connsiteY1" fmla="*/ 37495 h 249964"/>
                <a:gd name="connsiteX2" fmla="*/ 499928 w 499928"/>
                <a:gd name="connsiteY2" fmla="*/ 212469 h 249964"/>
                <a:gd name="connsiteX3" fmla="*/ 462434 w 499928"/>
                <a:gd name="connsiteY3" fmla="*/ 249964 h 249964"/>
                <a:gd name="connsiteX4" fmla="*/ 37495 w 499928"/>
                <a:gd name="connsiteY4" fmla="*/ 249964 h 249964"/>
                <a:gd name="connsiteX5" fmla="*/ 0 w 499928"/>
                <a:gd name="connsiteY5" fmla="*/ 212469 h 249964"/>
                <a:gd name="connsiteX6" fmla="*/ 0 w 499928"/>
                <a:gd name="connsiteY6" fmla="*/ 37495 h 249964"/>
                <a:gd name="connsiteX7" fmla="*/ 37495 w 499928"/>
                <a:gd name="connsiteY7" fmla="*/ 0 h 24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9928" h="249964">
                  <a:moveTo>
                    <a:pt x="462434" y="0"/>
                  </a:moveTo>
                  <a:cubicBezTo>
                    <a:pt x="483141" y="0"/>
                    <a:pt x="499928" y="16787"/>
                    <a:pt x="499928" y="37495"/>
                  </a:cubicBezTo>
                  <a:lnTo>
                    <a:pt x="499928" y="212469"/>
                  </a:lnTo>
                  <a:cubicBezTo>
                    <a:pt x="499928" y="233177"/>
                    <a:pt x="483141" y="249964"/>
                    <a:pt x="462434" y="249964"/>
                  </a:cubicBezTo>
                  <a:lnTo>
                    <a:pt x="37495" y="249964"/>
                  </a:lnTo>
                  <a:cubicBezTo>
                    <a:pt x="16787" y="249964"/>
                    <a:pt x="0" y="233177"/>
                    <a:pt x="0" y="212469"/>
                  </a:cubicBezTo>
                  <a:lnTo>
                    <a:pt x="0" y="37495"/>
                  </a:lnTo>
                  <a:cubicBezTo>
                    <a:pt x="0" y="16787"/>
                    <a:pt x="16787" y="0"/>
                    <a:pt x="37495" y="0"/>
                  </a:cubicBezTo>
                  <a:close/>
                </a:path>
              </a:pathLst>
            </a:custGeom>
            <a:solidFill>
              <a:srgbClr val="DAE8FC"/>
            </a:solidFill>
            <a:ln w="6249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57" name="图片 156">
              <a:extLst>
                <a:ext uri="{FF2B5EF4-FFF2-40B4-BE49-F238E27FC236}">
                  <a16:creationId xmlns:a16="http://schemas.microsoft.com/office/drawing/2014/main" id="{41AAE8F0-C4C7-2A91-4FDD-F1500D7E9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064754" y="4606955"/>
              <a:ext cx="487430" cy="106234"/>
            </a:xfrm>
            <a:custGeom>
              <a:avLst/>
              <a:gdLst>
                <a:gd name="connsiteX0" fmla="*/ -1 w 487430"/>
                <a:gd name="connsiteY0" fmla="*/ -1 h 106234"/>
                <a:gd name="connsiteX1" fmla="*/ 487430 w 487430"/>
                <a:gd name="connsiteY1" fmla="*/ -1 h 106234"/>
                <a:gd name="connsiteX2" fmla="*/ 487430 w 487430"/>
                <a:gd name="connsiteY2" fmla="*/ 106234 h 106234"/>
                <a:gd name="connsiteX3" fmla="*/ -1 w 487430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430" h="106234">
                  <a:moveTo>
                    <a:pt x="-1" y="-1"/>
                  </a:moveTo>
                  <a:lnTo>
                    <a:pt x="487430" y="-1"/>
                  </a:lnTo>
                  <a:lnTo>
                    <a:pt x="487430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158" name="图形 93">
            <a:extLst>
              <a:ext uri="{FF2B5EF4-FFF2-40B4-BE49-F238E27FC236}">
                <a16:creationId xmlns:a16="http://schemas.microsoft.com/office/drawing/2014/main" id="{329595C3-3839-70AD-83C3-AEDFF1074C5E}"/>
              </a:ext>
            </a:extLst>
          </p:cNvPr>
          <p:cNvGrpSpPr/>
          <p:nvPr/>
        </p:nvGrpSpPr>
        <p:grpSpPr>
          <a:xfrm>
            <a:off x="5874156" y="5123069"/>
            <a:ext cx="180474" cy="43743"/>
            <a:chOff x="5874156" y="5123069"/>
            <a:chExt cx="180474" cy="43743"/>
          </a:xfrm>
        </p:grpSpPr>
        <p:sp>
          <p:nvSpPr>
            <p:cNvPr id="159" name="任意多边形: 形状 158">
              <a:extLst>
                <a:ext uri="{FF2B5EF4-FFF2-40B4-BE49-F238E27FC236}">
                  <a16:creationId xmlns:a16="http://schemas.microsoft.com/office/drawing/2014/main" id="{51E7FD08-5115-9CB2-590A-4267FEA6DE7A}"/>
                </a:ext>
              </a:extLst>
            </p:cNvPr>
            <p:cNvSpPr/>
            <p:nvPr/>
          </p:nvSpPr>
          <p:spPr>
            <a:xfrm>
              <a:off x="5874156" y="5144941"/>
              <a:ext cx="147666" cy="6249"/>
            </a:xfrm>
            <a:custGeom>
              <a:avLst/>
              <a:gdLst>
                <a:gd name="connsiteX0" fmla="*/ 0 w 147666"/>
                <a:gd name="connsiteY0" fmla="*/ 0 h 6249"/>
                <a:gd name="connsiteX1" fmla="*/ 125545 w 147666"/>
                <a:gd name="connsiteY1" fmla="*/ 0 h 6249"/>
                <a:gd name="connsiteX2" fmla="*/ 63054 w 147666"/>
                <a:gd name="connsiteY2" fmla="*/ 0 h 6249"/>
                <a:gd name="connsiteX3" fmla="*/ 147666 w 147666"/>
                <a:gd name="connsiteY3" fmla="*/ 0 h 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666" h="6249">
                  <a:moveTo>
                    <a:pt x="0" y="0"/>
                  </a:moveTo>
                  <a:lnTo>
                    <a:pt x="125545" y="0"/>
                  </a:lnTo>
                  <a:lnTo>
                    <a:pt x="63054" y="0"/>
                  </a:lnTo>
                  <a:lnTo>
                    <a:pt x="147666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" name="任意多边形: 形状 159">
              <a:extLst>
                <a:ext uri="{FF2B5EF4-FFF2-40B4-BE49-F238E27FC236}">
                  <a16:creationId xmlns:a16="http://schemas.microsoft.com/office/drawing/2014/main" id="{DCED4171-3AE4-FC15-F459-86971A64FCEF}"/>
                </a:ext>
              </a:extLst>
            </p:cNvPr>
            <p:cNvSpPr/>
            <p:nvPr/>
          </p:nvSpPr>
          <p:spPr>
            <a:xfrm>
              <a:off x="6010887" y="5123069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1" name="图形 93">
            <a:extLst>
              <a:ext uri="{FF2B5EF4-FFF2-40B4-BE49-F238E27FC236}">
                <a16:creationId xmlns:a16="http://schemas.microsoft.com/office/drawing/2014/main" id="{985F9C62-FF8C-D3F5-7AEC-78CD2293970F}"/>
              </a:ext>
            </a:extLst>
          </p:cNvPr>
          <p:cNvGrpSpPr/>
          <p:nvPr/>
        </p:nvGrpSpPr>
        <p:grpSpPr>
          <a:xfrm>
            <a:off x="5374228" y="5019396"/>
            <a:ext cx="499928" cy="249964"/>
            <a:chOff x="5374228" y="5019396"/>
            <a:chExt cx="499928" cy="249964"/>
          </a:xfrm>
          <a:solidFill>
            <a:srgbClr val="DAE8FC"/>
          </a:solidFill>
        </p:grpSpPr>
        <p:sp>
          <p:nvSpPr>
            <p:cNvPr id="162" name="任意多边形: 形状 161">
              <a:extLst>
                <a:ext uri="{FF2B5EF4-FFF2-40B4-BE49-F238E27FC236}">
                  <a16:creationId xmlns:a16="http://schemas.microsoft.com/office/drawing/2014/main" id="{3598C65E-4C66-8CD8-69E8-993DC1D7857C}"/>
                </a:ext>
              </a:extLst>
            </p:cNvPr>
            <p:cNvSpPr/>
            <p:nvPr/>
          </p:nvSpPr>
          <p:spPr>
            <a:xfrm>
              <a:off x="5374228" y="5019396"/>
              <a:ext cx="499928" cy="249964"/>
            </a:xfrm>
            <a:custGeom>
              <a:avLst/>
              <a:gdLst>
                <a:gd name="connsiteX0" fmla="*/ 462434 w 499928"/>
                <a:gd name="connsiteY0" fmla="*/ 0 h 249964"/>
                <a:gd name="connsiteX1" fmla="*/ 499928 w 499928"/>
                <a:gd name="connsiteY1" fmla="*/ 37495 h 249964"/>
                <a:gd name="connsiteX2" fmla="*/ 499928 w 499928"/>
                <a:gd name="connsiteY2" fmla="*/ 212469 h 249964"/>
                <a:gd name="connsiteX3" fmla="*/ 462434 w 499928"/>
                <a:gd name="connsiteY3" fmla="*/ 249964 h 249964"/>
                <a:gd name="connsiteX4" fmla="*/ 37495 w 499928"/>
                <a:gd name="connsiteY4" fmla="*/ 249964 h 249964"/>
                <a:gd name="connsiteX5" fmla="*/ 0 w 499928"/>
                <a:gd name="connsiteY5" fmla="*/ 212469 h 249964"/>
                <a:gd name="connsiteX6" fmla="*/ 0 w 499928"/>
                <a:gd name="connsiteY6" fmla="*/ 37495 h 249964"/>
                <a:gd name="connsiteX7" fmla="*/ 37495 w 499928"/>
                <a:gd name="connsiteY7" fmla="*/ 0 h 24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9928" h="249964">
                  <a:moveTo>
                    <a:pt x="462434" y="0"/>
                  </a:moveTo>
                  <a:cubicBezTo>
                    <a:pt x="483141" y="0"/>
                    <a:pt x="499928" y="16787"/>
                    <a:pt x="499928" y="37495"/>
                  </a:cubicBezTo>
                  <a:lnTo>
                    <a:pt x="499928" y="212469"/>
                  </a:lnTo>
                  <a:cubicBezTo>
                    <a:pt x="499928" y="233177"/>
                    <a:pt x="483141" y="249964"/>
                    <a:pt x="462434" y="249964"/>
                  </a:cubicBezTo>
                  <a:lnTo>
                    <a:pt x="37495" y="249964"/>
                  </a:lnTo>
                  <a:cubicBezTo>
                    <a:pt x="16787" y="249964"/>
                    <a:pt x="0" y="233177"/>
                    <a:pt x="0" y="212469"/>
                  </a:cubicBezTo>
                  <a:lnTo>
                    <a:pt x="0" y="37495"/>
                  </a:lnTo>
                  <a:cubicBezTo>
                    <a:pt x="0" y="16787"/>
                    <a:pt x="16787" y="0"/>
                    <a:pt x="37495" y="0"/>
                  </a:cubicBezTo>
                  <a:close/>
                </a:path>
              </a:pathLst>
            </a:custGeom>
            <a:solidFill>
              <a:srgbClr val="DAE8FC"/>
            </a:solidFill>
            <a:ln w="6249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3" name="图片 162">
              <a:extLst>
                <a:ext uri="{FF2B5EF4-FFF2-40B4-BE49-F238E27FC236}">
                  <a16:creationId xmlns:a16="http://schemas.microsoft.com/office/drawing/2014/main" id="{428CD8E2-3768-96C7-FC26-2A12689EC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377353" y="5100634"/>
              <a:ext cx="487430" cy="106234"/>
            </a:xfrm>
            <a:custGeom>
              <a:avLst/>
              <a:gdLst>
                <a:gd name="connsiteX0" fmla="*/ -1 w 487430"/>
                <a:gd name="connsiteY0" fmla="*/ -1 h 106234"/>
                <a:gd name="connsiteX1" fmla="*/ 487430 w 487430"/>
                <a:gd name="connsiteY1" fmla="*/ -1 h 106234"/>
                <a:gd name="connsiteX2" fmla="*/ 487430 w 487430"/>
                <a:gd name="connsiteY2" fmla="*/ 106234 h 106234"/>
                <a:gd name="connsiteX3" fmla="*/ -1 w 487430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430" h="106234">
                  <a:moveTo>
                    <a:pt x="-1" y="-1"/>
                  </a:moveTo>
                  <a:lnTo>
                    <a:pt x="487430" y="-1"/>
                  </a:lnTo>
                  <a:lnTo>
                    <a:pt x="487430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164" name="图形 93">
            <a:extLst>
              <a:ext uri="{FF2B5EF4-FFF2-40B4-BE49-F238E27FC236}">
                <a16:creationId xmlns:a16="http://schemas.microsoft.com/office/drawing/2014/main" id="{08157820-6AEA-4142-43FC-E0E10B97043F}"/>
              </a:ext>
            </a:extLst>
          </p:cNvPr>
          <p:cNvGrpSpPr/>
          <p:nvPr/>
        </p:nvGrpSpPr>
        <p:grpSpPr>
          <a:xfrm>
            <a:off x="6561558" y="4910162"/>
            <a:ext cx="298707" cy="234778"/>
            <a:chOff x="6561558" y="4910162"/>
            <a:chExt cx="298707" cy="234778"/>
          </a:xfrm>
        </p:grpSpPr>
        <p:sp>
          <p:nvSpPr>
            <p:cNvPr id="165" name="任意多边形: 形状 164">
              <a:extLst>
                <a:ext uri="{FF2B5EF4-FFF2-40B4-BE49-F238E27FC236}">
                  <a16:creationId xmlns:a16="http://schemas.microsoft.com/office/drawing/2014/main" id="{05A7222B-67DB-8DBA-E204-3E31A136D72E}"/>
                </a:ext>
              </a:extLst>
            </p:cNvPr>
            <p:cNvSpPr/>
            <p:nvPr/>
          </p:nvSpPr>
          <p:spPr>
            <a:xfrm>
              <a:off x="6561558" y="4931971"/>
              <a:ext cx="265899" cy="212969"/>
            </a:xfrm>
            <a:custGeom>
              <a:avLst/>
              <a:gdLst>
                <a:gd name="connsiteX0" fmla="*/ 0 w 265899"/>
                <a:gd name="connsiteY0" fmla="*/ 212970 h 212969"/>
                <a:gd name="connsiteX1" fmla="*/ 156228 w 265899"/>
                <a:gd name="connsiteY1" fmla="*/ 212970 h 212969"/>
                <a:gd name="connsiteX2" fmla="*/ 156228 w 265899"/>
                <a:gd name="connsiteY2" fmla="*/ 500 h 212969"/>
                <a:gd name="connsiteX3" fmla="*/ 265900 w 265899"/>
                <a:gd name="connsiteY3" fmla="*/ 0 h 21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899" h="212969">
                  <a:moveTo>
                    <a:pt x="0" y="212970"/>
                  </a:moveTo>
                  <a:lnTo>
                    <a:pt x="156228" y="212970"/>
                  </a:lnTo>
                  <a:lnTo>
                    <a:pt x="156228" y="500"/>
                  </a:lnTo>
                  <a:lnTo>
                    <a:pt x="265900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" name="任意多边形: 形状 165">
              <a:extLst>
                <a:ext uri="{FF2B5EF4-FFF2-40B4-BE49-F238E27FC236}">
                  <a16:creationId xmlns:a16="http://schemas.microsoft.com/office/drawing/2014/main" id="{CA736CCF-3225-DC34-4B04-B8E7DDDDB02D}"/>
                </a:ext>
              </a:extLst>
            </p:cNvPr>
            <p:cNvSpPr/>
            <p:nvPr/>
          </p:nvSpPr>
          <p:spPr>
            <a:xfrm>
              <a:off x="6816459" y="4910162"/>
              <a:ext cx="43806" cy="43743"/>
            </a:xfrm>
            <a:custGeom>
              <a:avLst/>
              <a:gdLst>
                <a:gd name="connsiteX0" fmla="*/ 43806 w 43806"/>
                <a:gd name="connsiteY0" fmla="*/ 21684 h 43743"/>
                <a:gd name="connsiteX1" fmla="*/ 187 w 43806"/>
                <a:gd name="connsiteY1" fmla="*/ 43744 h 43743"/>
                <a:gd name="connsiteX2" fmla="*/ 10998 w 43806"/>
                <a:gd name="connsiteY2" fmla="*/ 21809 h 43743"/>
                <a:gd name="connsiteX3" fmla="*/ 0 w 43806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806" h="43743">
                  <a:moveTo>
                    <a:pt x="43806" y="21684"/>
                  </a:moveTo>
                  <a:lnTo>
                    <a:pt x="187" y="43744"/>
                  </a:lnTo>
                  <a:lnTo>
                    <a:pt x="10998" y="218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7" name="图形 93">
            <a:extLst>
              <a:ext uri="{FF2B5EF4-FFF2-40B4-BE49-F238E27FC236}">
                <a16:creationId xmlns:a16="http://schemas.microsoft.com/office/drawing/2014/main" id="{4FB0ABC2-0977-3740-5C6B-A34573977397}"/>
              </a:ext>
            </a:extLst>
          </p:cNvPr>
          <p:cNvGrpSpPr/>
          <p:nvPr/>
        </p:nvGrpSpPr>
        <p:grpSpPr>
          <a:xfrm>
            <a:off x="6061629" y="5019396"/>
            <a:ext cx="499928" cy="249964"/>
            <a:chOff x="6061629" y="5019396"/>
            <a:chExt cx="499928" cy="249964"/>
          </a:xfrm>
          <a:solidFill>
            <a:srgbClr val="DAE8FC"/>
          </a:solidFill>
        </p:grpSpPr>
        <p:sp>
          <p:nvSpPr>
            <p:cNvPr id="168" name="任意多边形: 形状 167">
              <a:extLst>
                <a:ext uri="{FF2B5EF4-FFF2-40B4-BE49-F238E27FC236}">
                  <a16:creationId xmlns:a16="http://schemas.microsoft.com/office/drawing/2014/main" id="{E23FCEDA-B2CC-EFD8-BA50-014763082EAA}"/>
                </a:ext>
              </a:extLst>
            </p:cNvPr>
            <p:cNvSpPr/>
            <p:nvPr/>
          </p:nvSpPr>
          <p:spPr>
            <a:xfrm>
              <a:off x="6061629" y="5019396"/>
              <a:ext cx="499928" cy="249964"/>
            </a:xfrm>
            <a:custGeom>
              <a:avLst/>
              <a:gdLst>
                <a:gd name="connsiteX0" fmla="*/ 462434 w 499928"/>
                <a:gd name="connsiteY0" fmla="*/ 0 h 249964"/>
                <a:gd name="connsiteX1" fmla="*/ 499928 w 499928"/>
                <a:gd name="connsiteY1" fmla="*/ 37495 h 249964"/>
                <a:gd name="connsiteX2" fmla="*/ 499928 w 499928"/>
                <a:gd name="connsiteY2" fmla="*/ 212469 h 249964"/>
                <a:gd name="connsiteX3" fmla="*/ 462434 w 499928"/>
                <a:gd name="connsiteY3" fmla="*/ 249964 h 249964"/>
                <a:gd name="connsiteX4" fmla="*/ 37495 w 499928"/>
                <a:gd name="connsiteY4" fmla="*/ 249964 h 249964"/>
                <a:gd name="connsiteX5" fmla="*/ 0 w 499928"/>
                <a:gd name="connsiteY5" fmla="*/ 212469 h 249964"/>
                <a:gd name="connsiteX6" fmla="*/ 0 w 499928"/>
                <a:gd name="connsiteY6" fmla="*/ 37495 h 249964"/>
                <a:gd name="connsiteX7" fmla="*/ 37495 w 499928"/>
                <a:gd name="connsiteY7" fmla="*/ 0 h 24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9928" h="249964">
                  <a:moveTo>
                    <a:pt x="462434" y="0"/>
                  </a:moveTo>
                  <a:cubicBezTo>
                    <a:pt x="483141" y="0"/>
                    <a:pt x="499928" y="16787"/>
                    <a:pt x="499928" y="37495"/>
                  </a:cubicBezTo>
                  <a:lnTo>
                    <a:pt x="499928" y="212469"/>
                  </a:lnTo>
                  <a:cubicBezTo>
                    <a:pt x="499928" y="233177"/>
                    <a:pt x="483141" y="249964"/>
                    <a:pt x="462434" y="249964"/>
                  </a:cubicBezTo>
                  <a:lnTo>
                    <a:pt x="37495" y="249964"/>
                  </a:lnTo>
                  <a:cubicBezTo>
                    <a:pt x="16787" y="249964"/>
                    <a:pt x="0" y="233177"/>
                    <a:pt x="0" y="212469"/>
                  </a:cubicBezTo>
                  <a:lnTo>
                    <a:pt x="0" y="37495"/>
                  </a:lnTo>
                  <a:cubicBezTo>
                    <a:pt x="0" y="16787"/>
                    <a:pt x="16787" y="0"/>
                    <a:pt x="37495" y="0"/>
                  </a:cubicBezTo>
                  <a:close/>
                </a:path>
              </a:pathLst>
            </a:custGeom>
            <a:solidFill>
              <a:srgbClr val="DAE8FC"/>
            </a:solidFill>
            <a:ln w="6249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9" name="图片 168">
              <a:extLst>
                <a:ext uri="{FF2B5EF4-FFF2-40B4-BE49-F238E27FC236}">
                  <a16:creationId xmlns:a16="http://schemas.microsoft.com/office/drawing/2014/main" id="{272A7960-8C46-DCB3-C12F-E5A88948F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064754" y="5100634"/>
              <a:ext cx="487430" cy="106234"/>
            </a:xfrm>
            <a:custGeom>
              <a:avLst/>
              <a:gdLst>
                <a:gd name="connsiteX0" fmla="*/ -1 w 487430"/>
                <a:gd name="connsiteY0" fmla="*/ -1 h 106234"/>
                <a:gd name="connsiteX1" fmla="*/ 487430 w 487430"/>
                <a:gd name="connsiteY1" fmla="*/ -1 h 106234"/>
                <a:gd name="connsiteX2" fmla="*/ 487430 w 487430"/>
                <a:gd name="connsiteY2" fmla="*/ 106234 h 106234"/>
                <a:gd name="connsiteX3" fmla="*/ -1 w 487430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430" h="106234">
                  <a:moveTo>
                    <a:pt x="-1" y="-1"/>
                  </a:moveTo>
                  <a:lnTo>
                    <a:pt x="487430" y="-1"/>
                  </a:lnTo>
                  <a:lnTo>
                    <a:pt x="487430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170" name="图形 93">
            <a:extLst>
              <a:ext uri="{FF2B5EF4-FFF2-40B4-BE49-F238E27FC236}">
                <a16:creationId xmlns:a16="http://schemas.microsoft.com/office/drawing/2014/main" id="{0C2A4FF4-68E8-7E09-CCAD-35FEEAC449E8}"/>
              </a:ext>
            </a:extLst>
          </p:cNvPr>
          <p:cNvGrpSpPr/>
          <p:nvPr/>
        </p:nvGrpSpPr>
        <p:grpSpPr>
          <a:xfrm>
            <a:off x="7623905" y="4869418"/>
            <a:ext cx="1130337" cy="43743"/>
            <a:chOff x="7623905" y="4869418"/>
            <a:chExt cx="1130337" cy="43743"/>
          </a:xfrm>
        </p:grpSpPr>
        <p:sp>
          <p:nvSpPr>
            <p:cNvPr id="171" name="任意多边形: 形状 170">
              <a:extLst>
                <a:ext uri="{FF2B5EF4-FFF2-40B4-BE49-F238E27FC236}">
                  <a16:creationId xmlns:a16="http://schemas.microsoft.com/office/drawing/2014/main" id="{ED7D2DC4-EA7A-F174-D153-0B86A7F44FC0}"/>
                </a:ext>
              </a:extLst>
            </p:cNvPr>
            <p:cNvSpPr/>
            <p:nvPr/>
          </p:nvSpPr>
          <p:spPr>
            <a:xfrm>
              <a:off x="7623905" y="4891290"/>
              <a:ext cx="1097529" cy="6249"/>
            </a:xfrm>
            <a:custGeom>
              <a:avLst/>
              <a:gdLst>
                <a:gd name="connsiteX0" fmla="*/ 0 w 1097529"/>
                <a:gd name="connsiteY0" fmla="*/ 0 h 6249"/>
                <a:gd name="connsiteX1" fmla="*/ 1097530 w 1097529"/>
                <a:gd name="connsiteY1" fmla="*/ 0 h 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97529" h="6249">
                  <a:moveTo>
                    <a:pt x="0" y="0"/>
                  </a:moveTo>
                  <a:lnTo>
                    <a:pt x="1097530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" name="任意多边形: 形状 171">
              <a:extLst>
                <a:ext uri="{FF2B5EF4-FFF2-40B4-BE49-F238E27FC236}">
                  <a16:creationId xmlns:a16="http://schemas.microsoft.com/office/drawing/2014/main" id="{E11BED93-E653-6DCC-4A55-864FDBE6E2E5}"/>
                </a:ext>
              </a:extLst>
            </p:cNvPr>
            <p:cNvSpPr/>
            <p:nvPr/>
          </p:nvSpPr>
          <p:spPr>
            <a:xfrm>
              <a:off x="8710499" y="4869418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73" name="图形 93">
            <a:extLst>
              <a:ext uri="{FF2B5EF4-FFF2-40B4-BE49-F238E27FC236}">
                <a16:creationId xmlns:a16="http://schemas.microsoft.com/office/drawing/2014/main" id="{3DB67460-039E-AA5D-EC15-7AFB3B699663}"/>
              </a:ext>
            </a:extLst>
          </p:cNvPr>
          <p:cNvGrpSpPr/>
          <p:nvPr/>
        </p:nvGrpSpPr>
        <p:grpSpPr>
          <a:xfrm>
            <a:off x="6874013" y="4703816"/>
            <a:ext cx="749892" cy="374946"/>
            <a:chOff x="6874013" y="4703816"/>
            <a:chExt cx="749892" cy="374946"/>
          </a:xfrm>
          <a:solidFill>
            <a:srgbClr val="DAE8FC"/>
          </a:solidFill>
        </p:grpSpPr>
        <p:sp>
          <p:nvSpPr>
            <p:cNvPr id="174" name="任意多边形: 形状 173">
              <a:extLst>
                <a:ext uri="{FF2B5EF4-FFF2-40B4-BE49-F238E27FC236}">
                  <a16:creationId xmlns:a16="http://schemas.microsoft.com/office/drawing/2014/main" id="{789FF0F0-A1D4-8C74-8A56-0391763CF5C6}"/>
                </a:ext>
              </a:extLst>
            </p:cNvPr>
            <p:cNvSpPr/>
            <p:nvPr/>
          </p:nvSpPr>
          <p:spPr>
            <a:xfrm>
              <a:off x="6874013" y="4703816"/>
              <a:ext cx="749892" cy="374946"/>
            </a:xfrm>
            <a:custGeom>
              <a:avLst/>
              <a:gdLst>
                <a:gd name="connsiteX0" fmla="*/ 693650 w 749892"/>
                <a:gd name="connsiteY0" fmla="*/ 0 h 374946"/>
                <a:gd name="connsiteX1" fmla="*/ 749892 w 749892"/>
                <a:gd name="connsiteY1" fmla="*/ 56242 h 374946"/>
                <a:gd name="connsiteX2" fmla="*/ 749892 w 749892"/>
                <a:gd name="connsiteY2" fmla="*/ 318704 h 374946"/>
                <a:gd name="connsiteX3" fmla="*/ 693650 w 749892"/>
                <a:gd name="connsiteY3" fmla="*/ 374946 h 374946"/>
                <a:gd name="connsiteX4" fmla="*/ 56242 w 749892"/>
                <a:gd name="connsiteY4" fmla="*/ 374946 h 374946"/>
                <a:gd name="connsiteX5" fmla="*/ 0 w 749892"/>
                <a:gd name="connsiteY5" fmla="*/ 318704 h 374946"/>
                <a:gd name="connsiteX6" fmla="*/ 0 w 749892"/>
                <a:gd name="connsiteY6" fmla="*/ 56242 h 374946"/>
                <a:gd name="connsiteX7" fmla="*/ 56242 w 749892"/>
                <a:gd name="connsiteY7" fmla="*/ 0 h 37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9892" h="374946">
                  <a:moveTo>
                    <a:pt x="693650" y="0"/>
                  </a:moveTo>
                  <a:cubicBezTo>
                    <a:pt x="724712" y="0"/>
                    <a:pt x="749892" y="25180"/>
                    <a:pt x="749892" y="56242"/>
                  </a:cubicBezTo>
                  <a:lnTo>
                    <a:pt x="749892" y="318704"/>
                  </a:lnTo>
                  <a:cubicBezTo>
                    <a:pt x="749892" y="349766"/>
                    <a:pt x="724712" y="374946"/>
                    <a:pt x="693650" y="374946"/>
                  </a:cubicBezTo>
                  <a:lnTo>
                    <a:pt x="56242" y="374946"/>
                  </a:lnTo>
                  <a:cubicBezTo>
                    <a:pt x="25180" y="374946"/>
                    <a:pt x="0" y="349766"/>
                    <a:pt x="0" y="318704"/>
                  </a:cubicBezTo>
                  <a:lnTo>
                    <a:pt x="0" y="56242"/>
                  </a:lnTo>
                  <a:cubicBezTo>
                    <a:pt x="0" y="25180"/>
                    <a:pt x="25180" y="0"/>
                    <a:pt x="56242" y="0"/>
                  </a:cubicBezTo>
                  <a:close/>
                </a:path>
              </a:pathLst>
            </a:custGeom>
            <a:solidFill>
              <a:srgbClr val="DAE8FC"/>
            </a:solidFill>
            <a:ln w="6249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75" name="图片 174">
              <a:extLst>
                <a:ext uri="{FF2B5EF4-FFF2-40B4-BE49-F238E27FC236}">
                  <a16:creationId xmlns:a16="http://schemas.microsoft.com/office/drawing/2014/main" id="{9AC08AD1-481C-5ECB-80E9-3A096B927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6877137" y="4850670"/>
              <a:ext cx="737394" cy="106234"/>
            </a:xfrm>
            <a:custGeom>
              <a:avLst/>
              <a:gdLst>
                <a:gd name="connsiteX0" fmla="*/ -1 w 737394"/>
                <a:gd name="connsiteY0" fmla="*/ -1 h 106234"/>
                <a:gd name="connsiteX1" fmla="*/ 737394 w 737394"/>
                <a:gd name="connsiteY1" fmla="*/ -1 h 106234"/>
                <a:gd name="connsiteX2" fmla="*/ 737394 w 737394"/>
                <a:gd name="connsiteY2" fmla="*/ 106234 h 106234"/>
                <a:gd name="connsiteX3" fmla="*/ -1 w 737394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94" h="106234">
                  <a:moveTo>
                    <a:pt x="-1" y="-1"/>
                  </a:moveTo>
                  <a:lnTo>
                    <a:pt x="737394" y="-1"/>
                  </a:lnTo>
                  <a:lnTo>
                    <a:pt x="737394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B1839D08-775C-92A4-744D-F74C9537231B}"/>
              </a:ext>
            </a:extLst>
          </p:cNvPr>
          <p:cNvSpPr/>
          <p:nvPr/>
        </p:nvSpPr>
        <p:spPr>
          <a:xfrm>
            <a:off x="4874300" y="2994687"/>
            <a:ext cx="1624766" cy="749892"/>
          </a:xfrm>
          <a:custGeom>
            <a:avLst/>
            <a:gdLst>
              <a:gd name="connsiteX0" fmla="*/ 1512283 w 1624766"/>
              <a:gd name="connsiteY0" fmla="*/ 0 h 749892"/>
              <a:gd name="connsiteX1" fmla="*/ 1624767 w 1624766"/>
              <a:gd name="connsiteY1" fmla="*/ 112484 h 749892"/>
              <a:gd name="connsiteX2" fmla="*/ 1624767 w 1624766"/>
              <a:gd name="connsiteY2" fmla="*/ 637409 h 749892"/>
              <a:gd name="connsiteX3" fmla="*/ 1512283 w 1624766"/>
              <a:gd name="connsiteY3" fmla="*/ 749892 h 749892"/>
              <a:gd name="connsiteX4" fmla="*/ 112484 w 1624766"/>
              <a:gd name="connsiteY4" fmla="*/ 749892 h 749892"/>
              <a:gd name="connsiteX5" fmla="*/ 0 w 1624766"/>
              <a:gd name="connsiteY5" fmla="*/ 637409 h 749892"/>
              <a:gd name="connsiteX6" fmla="*/ 0 w 1624766"/>
              <a:gd name="connsiteY6" fmla="*/ 112484 h 749892"/>
              <a:gd name="connsiteX7" fmla="*/ 112484 w 1624766"/>
              <a:gd name="connsiteY7" fmla="*/ 0 h 749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24766" h="749892">
                <a:moveTo>
                  <a:pt x="1512283" y="0"/>
                </a:moveTo>
                <a:cubicBezTo>
                  <a:pt x="1574406" y="0"/>
                  <a:pt x="1624767" y="50361"/>
                  <a:pt x="1624767" y="112484"/>
                </a:cubicBezTo>
                <a:lnTo>
                  <a:pt x="1624767" y="637409"/>
                </a:lnTo>
                <a:cubicBezTo>
                  <a:pt x="1624767" y="699532"/>
                  <a:pt x="1574406" y="749892"/>
                  <a:pt x="1512283" y="749892"/>
                </a:cubicBezTo>
                <a:lnTo>
                  <a:pt x="112484" y="749892"/>
                </a:lnTo>
                <a:cubicBezTo>
                  <a:pt x="50361" y="749892"/>
                  <a:pt x="0" y="699532"/>
                  <a:pt x="0" y="637409"/>
                </a:cubicBezTo>
                <a:lnTo>
                  <a:pt x="0" y="112484"/>
                </a:lnTo>
                <a:cubicBezTo>
                  <a:pt x="0" y="50361"/>
                  <a:pt x="50361" y="0"/>
                  <a:pt x="112484" y="0"/>
                </a:cubicBezTo>
                <a:close/>
              </a:path>
            </a:pathLst>
          </a:custGeom>
          <a:solidFill>
            <a:srgbClr val="FFF2CC"/>
          </a:solidFill>
          <a:ln w="6249" cap="flat">
            <a:solidFill>
              <a:srgbClr val="D6B656"/>
            </a:solidFill>
            <a:custDash>
              <a:ds d="225000" sp="225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77" name="图形 93">
            <a:extLst>
              <a:ext uri="{FF2B5EF4-FFF2-40B4-BE49-F238E27FC236}">
                <a16:creationId xmlns:a16="http://schemas.microsoft.com/office/drawing/2014/main" id="{2CC0FBE0-4B5F-7E51-BE65-91DBFF631AC6}"/>
              </a:ext>
            </a:extLst>
          </p:cNvPr>
          <p:cNvGrpSpPr/>
          <p:nvPr/>
        </p:nvGrpSpPr>
        <p:grpSpPr>
          <a:xfrm>
            <a:off x="3624479" y="2982189"/>
            <a:ext cx="905682" cy="668653"/>
            <a:chOff x="3624479" y="2982189"/>
            <a:chExt cx="905682" cy="668653"/>
          </a:xfrm>
        </p:grpSpPr>
        <p:grpSp>
          <p:nvGrpSpPr>
            <p:cNvPr id="178" name="图形 93">
              <a:extLst>
                <a:ext uri="{FF2B5EF4-FFF2-40B4-BE49-F238E27FC236}">
                  <a16:creationId xmlns:a16="http://schemas.microsoft.com/office/drawing/2014/main" id="{AC564D4B-D2ED-4BD1-596C-638B640FD05E}"/>
                </a:ext>
              </a:extLst>
            </p:cNvPr>
            <p:cNvGrpSpPr/>
            <p:nvPr/>
          </p:nvGrpSpPr>
          <p:grpSpPr>
            <a:xfrm>
              <a:off x="3842760" y="3088423"/>
              <a:ext cx="687401" cy="562419"/>
              <a:chOff x="3842760" y="3088423"/>
              <a:chExt cx="687401" cy="562419"/>
            </a:xfrm>
          </p:grpSpPr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47FD72EA-FCAD-1C6F-CD7B-37E8E594060C}"/>
                  </a:ext>
                </a:extLst>
              </p:cNvPr>
              <p:cNvSpPr/>
              <p:nvPr/>
            </p:nvSpPr>
            <p:spPr>
              <a:xfrm rot="5400000">
                <a:off x="4123970" y="3244651"/>
                <a:ext cx="124982" cy="687401"/>
              </a:xfrm>
              <a:custGeom>
                <a:avLst/>
                <a:gdLst>
                  <a:gd name="connsiteX0" fmla="*/ 0 w 124982"/>
                  <a:gd name="connsiteY0" fmla="*/ 0 h 687401"/>
                  <a:gd name="connsiteX1" fmla="*/ 124982 w 124982"/>
                  <a:gd name="connsiteY1" fmla="*/ 0 h 687401"/>
                  <a:gd name="connsiteX2" fmla="*/ 124982 w 124982"/>
                  <a:gd name="connsiteY2" fmla="*/ 687401 h 687401"/>
                  <a:gd name="connsiteX3" fmla="*/ 0 w 124982"/>
                  <a:gd name="connsiteY3" fmla="*/ 687401 h 687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4982" h="687401">
                    <a:moveTo>
                      <a:pt x="0" y="0"/>
                    </a:moveTo>
                    <a:lnTo>
                      <a:pt x="124982" y="0"/>
                    </a:lnTo>
                    <a:lnTo>
                      <a:pt x="124982" y="687401"/>
                    </a:lnTo>
                    <a:lnTo>
                      <a:pt x="0" y="687401"/>
                    </a:lnTo>
                    <a:close/>
                  </a:path>
                </a:pathLst>
              </a:custGeom>
              <a:solidFill>
                <a:srgbClr val="FFFFFF"/>
              </a:solidFill>
              <a:ln w="624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C5374FD2-C6C9-FE78-5101-8C43F706EF24}"/>
                  </a:ext>
                </a:extLst>
              </p:cNvPr>
              <p:cNvSpPr/>
              <p:nvPr/>
            </p:nvSpPr>
            <p:spPr>
              <a:xfrm rot="5400000">
                <a:off x="4123970" y="2807214"/>
                <a:ext cx="124982" cy="687401"/>
              </a:xfrm>
              <a:custGeom>
                <a:avLst/>
                <a:gdLst>
                  <a:gd name="connsiteX0" fmla="*/ 0 w 124982"/>
                  <a:gd name="connsiteY0" fmla="*/ 0 h 687401"/>
                  <a:gd name="connsiteX1" fmla="*/ 124982 w 124982"/>
                  <a:gd name="connsiteY1" fmla="*/ 0 h 687401"/>
                  <a:gd name="connsiteX2" fmla="*/ 124982 w 124982"/>
                  <a:gd name="connsiteY2" fmla="*/ 687401 h 687401"/>
                  <a:gd name="connsiteX3" fmla="*/ 0 w 124982"/>
                  <a:gd name="connsiteY3" fmla="*/ 687401 h 687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4982" h="687401">
                    <a:moveTo>
                      <a:pt x="0" y="0"/>
                    </a:moveTo>
                    <a:lnTo>
                      <a:pt x="124982" y="0"/>
                    </a:lnTo>
                    <a:lnTo>
                      <a:pt x="124982" y="687401"/>
                    </a:lnTo>
                    <a:lnTo>
                      <a:pt x="0" y="687401"/>
                    </a:lnTo>
                    <a:close/>
                  </a:path>
                </a:pathLst>
              </a:custGeom>
              <a:solidFill>
                <a:srgbClr val="FFFFFF"/>
              </a:solidFill>
              <a:ln w="624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F80E8736-596D-4ECD-0664-C301CB2E3ACC}"/>
                  </a:ext>
                </a:extLst>
              </p:cNvPr>
              <p:cNvSpPr/>
              <p:nvPr/>
            </p:nvSpPr>
            <p:spPr>
              <a:xfrm>
                <a:off x="4204209" y="3260274"/>
                <a:ext cx="6249" cy="187473"/>
              </a:xfrm>
              <a:custGeom>
                <a:avLst/>
                <a:gdLst>
                  <a:gd name="connsiteX0" fmla="*/ 0 w 6249"/>
                  <a:gd name="connsiteY0" fmla="*/ 187473 h 187473"/>
                  <a:gd name="connsiteX1" fmla="*/ 0 w 6249"/>
                  <a:gd name="connsiteY1" fmla="*/ 0 h 187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249" h="187473">
                    <a:moveTo>
                      <a:pt x="0" y="187473"/>
                    </a:moveTo>
                    <a:lnTo>
                      <a:pt x="0" y="0"/>
                    </a:lnTo>
                  </a:path>
                </a:pathLst>
              </a:custGeom>
              <a:noFill/>
              <a:ln w="12498" cap="flat">
                <a:solidFill>
                  <a:srgbClr val="000000"/>
                </a:solidFill>
                <a:custDash>
                  <a:ds d="150000" sp="450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2" name="图形 93">
              <a:extLst>
                <a:ext uri="{FF2B5EF4-FFF2-40B4-BE49-F238E27FC236}">
                  <a16:creationId xmlns:a16="http://schemas.microsoft.com/office/drawing/2014/main" id="{B32DB824-23BA-BFBF-E27A-4DB2BE7D8646}"/>
                </a:ext>
              </a:extLst>
            </p:cNvPr>
            <p:cNvGrpSpPr/>
            <p:nvPr/>
          </p:nvGrpSpPr>
          <p:grpSpPr>
            <a:xfrm>
              <a:off x="3624479" y="3357135"/>
              <a:ext cx="187473" cy="106234"/>
              <a:chOff x="3624479" y="3357135"/>
              <a:chExt cx="187473" cy="106234"/>
            </a:xfrm>
            <a:noFill/>
          </p:grpSpPr>
          <p:sp>
            <p:nvSpPr>
              <p:cNvPr id="183" name="任意多边形: 形状 182">
                <a:extLst>
                  <a:ext uri="{FF2B5EF4-FFF2-40B4-BE49-F238E27FC236}">
                    <a16:creationId xmlns:a16="http://schemas.microsoft.com/office/drawing/2014/main" id="{9E13B2F1-8970-53E7-C7D9-333B9266C57D}"/>
                  </a:ext>
                </a:extLst>
              </p:cNvPr>
              <p:cNvSpPr/>
              <p:nvPr/>
            </p:nvSpPr>
            <p:spPr>
              <a:xfrm>
                <a:off x="3624479" y="3369633"/>
                <a:ext cx="187473" cy="62491"/>
              </a:xfrm>
              <a:custGeom>
                <a:avLst/>
                <a:gdLst>
                  <a:gd name="connsiteX0" fmla="*/ 0 w 187473"/>
                  <a:gd name="connsiteY0" fmla="*/ 0 h 62491"/>
                  <a:gd name="connsiteX1" fmla="*/ 187473 w 187473"/>
                  <a:gd name="connsiteY1" fmla="*/ 0 h 62491"/>
                  <a:gd name="connsiteX2" fmla="*/ 187473 w 187473"/>
                  <a:gd name="connsiteY2" fmla="*/ 62491 h 62491"/>
                  <a:gd name="connsiteX3" fmla="*/ 0 w 187473"/>
                  <a:gd name="connsiteY3" fmla="*/ 62491 h 62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7473" h="62491">
                    <a:moveTo>
                      <a:pt x="0" y="0"/>
                    </a:moveTo>
                    <a:lnTo>
                      <a:pt x="187473" y="0"/>
                    </a:lnTo>
                    <a:lnTo>
                      <a:pt x="187473" y="62491"/>
                    </a:lnTo>
                    <a:lnTo>
                      <a:pt x="0" y="62491"/>
                    </a:lnTo>
                    <a:close/>
                  </a:path>
                </a:pathLst>
              </a:custGeom>
              <a:noFill/>
              <a:ln w="62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84" name="图片 183">
                <a:extLst>
                  <a:ext uri="{FF2B5EF4-FFF2-40B4-BE49-F238E27FC236}">
                    <a16:creationId xmlns:a16="http://schemas.microsoft.com/office/drawing/2014/main" id="{3F83D77D-6492-9140-B0D1-A5F4C29E11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627604" y="3357135"/>
                <a:ext cx="174974" cy="106234"/>
              </a:xfrm>
              <a:custGeom>
                <a:avLst/>
                <a:gdLst>
                  <a:gd name="connsiteX0" fmla="*/ -1 w 174974"/>
                  <a:gd name="connsiteY0" fmla="*/ -1 h 106234"/>
                  <a:gd name="connsiteX1" fmla="*/ 174974 w 174974"/>
                  <a:gd name="connsiteY1" fmla="*/ -1 h 106234"/>
                  <a:gd name="connsiteX2" fmla="*/ 174974 w 174974"/>
                  <a:gd name="connsiteY2" fmla="*/ 106234 h 106234"/>
                  <a:gd name="connsiteX3" fmla="*/ -1 w 174974"/>
                  <a:gd name="connsiteY3" fmla="*/ 106234 h 106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4974" h="106234">
                    <a:moveTo>
                      <a:pt x="-1" y="-1"/>
                    </a:moveTo>
                    <a:lnTo>
                      <a:pt x="174974" y="-1"/>
                    </a:lnTo>
                    <a:lnTo>
                      <a:pt x="174974" y="106234"/>
                    </a:lnTo>
                    <a:lnTo>
                      <a:pt x="-1" y="106234"/>
                    </a:lnTo>
                    <a:close/>
                  </a:path>
                </a:pathLst>
              </a:custGeom>
            </p:spPr>
          </p:pic>
        </p:grpSp>
        <p:grpSp>
          <p:nvGrpSpPr>
            <p:cNvPr id="185" name="图形 93">
              <a:extLst>
                <a:ext uri="{FF2B5EF4-FFF2-40B4-BE49-F238E27FC236}">
                  <a16:creationId xmlns:a16="http://schemas.microsoft.com/office/drawing/2014/main" id="{A659B75A-F3F1-31A7-379E-23C608056FD0}"/>
                </a:ext>
              </a:extLst>
            </p:cNvPr>
            <p:cNvGrpSpPr/>
            <p:nvPr/>
          </p:nvGrpSpPr>
          <p:grpSpPr>
            <a:xfrm>
              <a:off x="4092725" y="2982189"/>
              <a:ext cx="187473" cy="106234"/>
              <a:chOff x="4092725" y="2982189"/>
              <a:chExt cx="187473" cy="106234"/>
            </a:xfrm>
            <a:noFill/>
          </p:grpSpPr>
          <p:sp>
            <p:nvSpPr>
              <p:cNvPr id="186" name="任意多边形: 形状 185">
                <a:extLst>
                  <a:ext uri="{FF2B5EF4-FFF2-40B4-BE49-F238E27FC236}">
                    <a16:creationId xmlns:a16="http://schemas.microsoft.com/office/drawing/2014/main" id="{39297C7D-1096-4365-FEE3-CCFE54F0329C}"/>
                  </a:ext>
                </a:extLst>
              </p:cNvPr>
              <p:cNvSpPr/>
              <p:nvPr/>
            </p:nvSpPr>
            <p:spPr>
              <a:xfrm>
                <a:off x="4092725" y="2994687"/>
                <a:ext cx="187473" cy="62491"/>
              </a:xfrm>
              <a:custGeom>
                <a:avLst/>
                <a:gdLst>
                  <a:gd name="connsiteX0" fmla="*/ 0 w 187473"/>
                  <a:gd name="connsiteY0" fmla="*/ 0 h 62491"/>
                  <a:gd name="connsiteX1" fmla="*/ 187473 w 187473"/>
                  <a:gd name="connsiteY1" fmla="*/ 0 h 62491"/>
                  <a:gd name="connsiteX2" fmla="*/ 187473 w 187473"/>
                  <a:gd name="connsiteY2" fmla="*/ 62491 h 62491"/>
                  <a:gd name="connsiteX3" fmla="*/ 0 w 187473"/>
                  <a:gd name="connsiteY3" fmla="*/ 62491 h 62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7473" h="62491">
                    <a:moveTo>
                      <a:pt x="0" y="0"/>
                    </a:moveTo>
                    <a:lnTo>
                      <a:pt x="187473" y="0"/>
                    </a:lnTo>
                    <a:lnTo>
                      <a:pt x="187473" y="62491"/>
                    </a:lnTo>
                    <a:lnTo>
                      <a:pt x="0" y="62491"/>
                    </a:lnTo>
                    <a:close/>
                  </a:path>
                </a:pathLst>
              </a:custGeom>
              <a:noFill/>
              <a:ln w="62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87" name="图片 186">
                <a:extLst>
                  <a:ext uri="{FF2B5EF4-FFF2-40B4-BE49-F238E27FC236}">
                    <a16:creationId xmlns:a16="http://schemas.microsoft.com/office/drawing/2014/main" id="{38C6062E-54FF-8E8D-524F-0FD3F78D81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096287" y="2982189"/>
                <a:ext cx="174974" cy="106234"/>
              </a:xfrm>
              <a:custGeom>
                <a:avLst/>
                <a:gdLst>
                  <a:gd name="connsiteX0" fmla="*/ -1 w 174974"/>
                  <a:gd name="connsiteY0" fmla="*/ -1 h 106234"/>
                  <a:gd name="connsiteX1" fmla="*/ 174974 w 174974"/>
                  <a:gd name="connsiteY1" fmla="*/ -1 h 106234"/>
                  <a:gd name="connsiteX2" fmla="*/ 174974 w 174974"/>
                  <a:gd name="connsiteY2" fmla="*/ 106234 h 106234"/>
                  <a:gd name="connsiteX3" fmla="*/ -1 w 174974"/>
                  <a:gd name="connsiteY3" fmla="*/ 106234 h 106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4974" h="106234">
                    <a:moveTo>
                      <a:pt x="-1" y="-1"/>
                    </a:moveTo>
                    <a:lnTo>
                      <a:pt x="174974" y="-1"/>
                    </a:lnTo>
                    <a:lnTo>
                      <a:pt x="174974" y="106234"/>
                    </a:lnTo>
                    <a:lnTo>
                      <a:pt x="-1" y="106234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88" name="图形 93">
            <a:extLst>
              <a:ext uri="{FF2B5EF4-FFF2-40B4-BE49-F238E27FC236}">
                <a16:creationId xmlns:a16="http://schemas.microsoft.com/office/drawing/2014/main" id="{CF806CBE-8DEE-5E09-A7E5-025302808EDF}"/>
              </a:ext>
            </a:extLst>
          </p:cNvPr>
          <p:cNvGrpSpPr/>
          <p:nvPr/>
        </p:nvGrpSpPr>
        <p:grpSpPr>
          <a:xfrm>
            <a:off x="5499210" y="3344637"/>
            <a:ext cx="367947" cy="43743"/>
            <a:chOff x="5499210" y="3344637"/>
            <a:chExt cx="367947" cy="43743"/>
          </a:xfrm>
        </p:grpSpPr>
        <p:sp>
          <p:nvSpPr>
            <p:cNvPr id="189" name="任意多边形: 形状 188">
              <a:extLst>
                <a:ext uri="{FF2B5EF4-FFF2-40B4-BE49-F238E27FC236}">
                  <a16:creationId xmlns:a16="http://schemas.microsoft.com/office/drawing/2014/main" id="{E7F43F31-4265-4D11-8646-DB0F3102A892}"/>
                </a:ext>
              </a:extLst>
            </p:cNvPr>
            <p:cNvSpPr/>
            <p:nvPr/>
          </p:nvSpPr>
          <p:spPr>
            <a:xfrm>
              <a:off x="5499210" y="3366508"/>
              <a:ext cx="335139" cy="6249"/>
            </a:xfrm>
            <a:custGeom>
              <a:avLst/>
              <a:gdLst>
                <a:gd name="connsiteX0" fmla="*/ 0 w 335139"/>
                <a:gd name="connsiteY0" fmla="*/ 0 h 6249"/>
                <a:gd name="connsiteX1" fmla="*/ 335139 w 335139"/>
                <a:gd name="connsiteY1" fmla="*/ 0 h 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5139" h="6249">
                  <a:moveTo>
                    <a:pt x="0" y="0"/>
                  </a:moveTo>
                  <a:lnTo>
                    <a:pt x="335139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" name="任意多边形: 形状 189">
              <a:extLst>
                <a:ext uri="{FF2B5EF4-FFF2-40B4-BE49-F238E27FC236}">
                  <a16:creationId xmlns:a16="http://schemas.microsoft.com/office/drawing/2014/main" id="{D2785167-AE68-1ADC-72B1-51B95AB09AD3}"/>
                </a:ext>
              </a:extLst>
            </p:cNvPr>
            <p:cNvSpPr/>
            <p:nvPr/>
          </p:nvSpPr>
          <p:spPr>
            <a:xfrm>
              <a:off x="5823414" y="3344637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91" name="图形 93">
            <a:extLst>
              <a:ext uri="{FF2B5EF4-FFF2-40B4-BE49-F238E27FC236}">
                <a16:creationId xmlns:a16="http://schemas.microsoft.com/office/drawing/2014/main" id="{CC7D45B4-5776-C716-CB39-8AB81EF608AF}"/>
              </a:ext>
            </a:extLst>
          </p:cNvPr>
          <p:cNvGrpSpPr/>
          <p:nvPr/>
        </p:nvGrpSpPr>
        <p:grpSpPr>
          <a:xfrm>
            <a:off x="4999282" y="3241526"/>
            <a:ext cx="499928" cy="249964"/>
            <a:chOff x="4999282" y="3241526"/>
            <a:chExt cx="499928" cy="249964"/>
          </a:xfrm>
          <a:solidFill>
            <a:srgbClr val="DAE8FC"/>
          </a:solidFill>
        </p:grpSpPr>
        <p:sp>
          <p:nvSpPr>
            <p:cNvPr id="192" name="任意多边形: 形状 191">
              <a:extLst>
                <a:ext uri="{FF2B5EF4-FFF2-40B4-BE49-F238E27FC236}">
                  <a16:creationId xmlns:a16="http://schemas.microsoft.com/office/drawing/2014/main" id="{D64408F6-C002-756B-3BE2-B82D47FF0E31}"/>
                </a:ext>
              </a:extLst>
            </p:cNvPr>
            <p:cNvSpPr/>
            <p:nvPr/>
          </p:nvSpPr>
          <p:spPr>
            <a:xfrm>
              <a:off x="4999282" y="3241526"/>
              <a:ext cx="499928" cy="249964"/>
            </a:xfrm>
            <a:custGeom>
              <a:avLst/>
              <a:gdLst>
                <a:gd name="connsiteX0" fmla="*/ 462434 w 499928"/>
                <a:gd name="connsiteY0" fmla="*/ 0 h 249964"/>
                <a:gd name="connsiteX1" fmla="*/ 499928 w 499928"/>
                <a:gd name="connsiteY1" fmla="*/ 37495 h 249964"/>
                <a:gd name="connsiteX2" fmla="*/ 499928 w 499928"/>
                <a:gd name="connsiteY2" fmla="*/ 212469 h 249964"/>
                <a:gd name="connsiteX3" fmla="*/ 462434 w 499928"/>
                <a:gd name="connsiteY3" fmla="*/ 249964 h 249964"/>
                <a:gd name="connsiteX4" fmla="*/ 37495 w 499928"/>
                <a:gd name="connsiteY4" fmla="*/ 249964 h 249964"/>
                <a:gd name="connsiteX5" fmla="*/ 0 w 499928"/>
                <a:gd name="connsiteY5" fmla="*/ 212469 h 249964"/>
                <a:gd name="connsiteX6" fmla="*/ 0 w 499928"/>
                <a:gd name="connsiteY6" fmla="*/ 37495 h 249964"/>
                <a:gd name="connsiteX7" fmla="*/ 37495 w 499928"/>
                <a:gd name="connsiteY7" fmla="*/ 0 h 24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9928" h="249964">
                  <a:moveTo>
                    <a:pt x="462434" y="0"/>
                  </a:moveTo>
                  <a:cubicBezTo>
                    <a:pt x="483141" y="0"/>
                    <a:pt x="499928" y="16787"/>
                    <a:pt x="499928" y="37495"/>
                  </a:cubicBezTo>
                  <a:lnTo>
                    <a:pt x="499928" y="212469"/>
                  </a:lnTo>
                  <a:cubicBezTo>
                    <a:pt x="499928" y="233177"/>
                    <a:pt x="483141" y="249964"/>
                    <a:pt x="462434" y="249964"/>
                  </a:cubicBezTo>
                  <a:lnTo>
                    <a:pt x="37495" y="249964"/>
                  </a:lnTo>
                  <a:cubicBezTo>
                    <a:pt x="16787" y="249964"/>
                    <a:pt x="0" y="233177"/>
                    <a:pt x="0" y="212469"/>
                  </a:cubicBezTo>
                  <a:lnTo>
                    <a:pt x="0" y="37495"/>
                  </a:lnTo>
                  <a:cubicBezTo>
                    <a:pt x="0" y="16787"/>
                    <a:pt x="16787" y="0"/>
                    <a:pt x="37495" y="0"/>
                  </a:cubicBezTo>
                  <a:close/>
                </a:path>
              </a:pathLst>
            </a:custGeom>
            <a:solidFill>
              <a:srgbClr val="DAE8FC"/>
            </a:solidFill>
            <a:ln w="6249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93" name="图片 192">
              <a:extLst>
                <a:ext uri="{FF2B5EF4-FFF2-40B4-BE49-F238E27FC236}">
                  <a16:creationId xmlns:a16="http://schemas.microsoft.com/office/drawing/2014/main" id="{E75A9167-122D-5EDE-48CF-3E649AB01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002406" y="3325889"/>
              <a:ext cx="487430" cy="106234"/>
            </a:xfrm>
            <a:custGeom>
              <a:avLst/>
              <a:gdLst>
                <a:gd name="connsiteX0" fmla="*/ -1 w 487430"/>
                <a:gd name="connsiteY0" fmla="*/ -1 h 106234"/>
                <a:gd name="connsiteX1" fmla="*/ 487430 w 487430"/>
                <a:gd name="connsiteY1" fmla="*/ -1 h 106234"/>
                <a:gd name="connsiteX2" fmla="*/ 487430 w 487430"/>
                <a:gd name="connsiteY2" fmla="*/ 106234 h 106234"/>
                <a:gd name="connsiteX3" fmla="*/ -1 w 487430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430" h="106234">
                  <a:moveTo>
                    <a:pt x="-1" y="-1"/>
                  </a:moveTo>
                  <a:lnTo>
                    <a:pt x="487430" y="-1"/>
                  </a:lnTo>
                  <a:lnTo>
                    <a:pt x="487430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194" name="图形 93">
            <a:extLst>
              <a:ext uri="{FF2B5EF4-FFF2-40B4-BE49-F238E27FC236}">
                <a16:creationId xmlns:a16="http://schemas.microsoft.com/office/drawing/2014/main" id="{A004F5F4-C3BB-63DE-B074-44EB765D42A9}"/>
              </a:ext>
            </a:extLst>
          </p:cNvPr>
          <p:cNvGrpSpPr/>
          <p:nvPr/>
        </p:nvGrpSpPr>
        <p:grpSpPr>
          <a:xfrm>
            <a:off x="5874156" y="3241526"/>
            <a:ext cx="499928" cy="249964"/>
            <a:chOff x="5874156" y="3241526"/>
            <a:chExt cx="499928" cy="249964"/>
          </a:xfrm>
          <a:solidFill>
            <a:srgbClr val="DAE8FC"/>
          </a:solidFill>
        </p:grpSpPr>
        <p:sp>
          <p:nvSpPr>
            <p:cNvPr id="195" name="任意多边形: 形状 194">
              <a:extLst>
                <a:ext uri="{FF2B5EF4-FFF2-40B4-BE49-F238E27FC236}">
                  <a16:creationId xmlns:a16="http://schemas.microsoft.com/office/drawing/2014/main" id="{E6DA0740-612A-D29B-9CE4-D6EA4661E946}"/>
                </a:ext>
              </a:extLst>
            </p:cNvPr>
            <p:cNvSpPr/>
            <p:nvPr/>
          </p:nvSpPr>
          <p:spPr>
            <a:xfrm>
              <a:off x="5874156" y="3241526"/>
              <a:ext cx="499928" cy="249964"/>
            </a:xfrm>
            <a:custGeom>
              <a:avLst/>
              <a:gdLst>
                <a:gd name="connsiteX0" fmla="*/ 462434 w 499928"/>
                <a:gd name="connsiteY0" fmla="*/ 0 h 249964"/>
                <a:gd name="connsiteX1" fmla="*/ 499928 w 499928"/>
                <a:gd name="connsiteY1" fmla="*/ 37495 h 249964"/>
                <a:gd name="connsiteX2" fmla="*/ 499928 w 499928"/>
                <a:gd name="connsiteY2" fmla="*/ 212469 h 249964"/>
                <a:gd name="connsiteX3" fmla="*/ 462434 w 499928"/>
                <a:gd name="connsiteY3" fmla="*/ 249964 h 249964"/>
                <a:gd name="connsiteX4" fmla="*/ 37495 w 499928"/>
                <a:gd name="connsiteY4" fmla="*/ 249964 h 249964"/>
                <a:gd name="connsiteX5" fmla="*/ 0 w 499928"/>
                <a:gd name="connsiteY5" fmla="*/ 212469 h 249964"/>
                <a:gd name="connsiteX6" fmla="*/ 0 w 499928"/>
                <a:gd name="connsiteY6" fmla="*/ 37495 h 249964"/>
                <a:gd name="connsiteX7" fmla="*/ 37495 w 499928"/>
                <a:gd name="connsiteY7" fmla="*/ 0 h 24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9928" h="249964">
                  <a:moveTo>
                    <a:pt x="462434" y="0"/>
                  </a:moveTo>
                  <a:cubicBezTo>
                    <a:pt x="483141" y="0"/>
                    <a:pt x="499928" y="16787"/>
                    <a:pt x="499928" y="37495"/>
                  </a:cubicBezTo>
                  <a:lnTo>
                    <a:pt x="499928" y="212469"/>
                  </a:lnTo>
                  <a:cubicBezTo>
                    <a:pt x="499928" y="233177"/>
                    <a:pt x="483141" y="249964"/>
                    <a:pt x="462434" y="249964"/>
                  </a:cubicBezTo>
                  <a:lnTo>
                    <a:pt x="37495" y="249964"/>
                  </a:lnTo>
                  <a:cubicBezTo>
                    <a:pt x="16787" y="249964"/>
                    <a:pt x="0" y="233177"/>
                    <a:pt x="0" y="212469"/>
                  </a:cubicBezTo>
                  <a:lnTo>
                    <a:pt x="0" y="37495"/>
                  </a:lnTo>
                  <a:cubicBezTo>
                    <a:pt x="0" y="16787"/>
                    <a:pt x="16787" y="0"/>
                    <a:pt x="37495" y="0"/>
                  </a:cubicBezTo>
                  <a:close/>
                </a:path>
              </a:pathLst>
            </a:custGeom>
            <a:solidFill>
              <a:srgbClr val="DAE8FC"/>
            </a:solidFill>
            <a:ln w="6249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96" name="图片 195">
              <a:extLst>
                <a:ext uri="{FF2B5EF4-FFF2-40B4-BE49-F238E27FC236}">
                  <a16:creationId xmlns:a16="http://schemas.microsoft.com/office/drawing/2014/main" id="{B6DDC67E-7CD5-81CD-4F78-C43E65390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5877281" y="3325889"/>
              <a:ext cx="487430" cy="106234"/>
            </a:xfrm>
            <a:custGeom>
              <a:avLst/>
              <a:gdLst>
                <a:gd name="connsiteX0" fmla="*/ -1 w 487430"/>
                <a:gd name="connsiteY0" fmla="*/ -1 h 106234"/>
                <a:gd name="connsiteX1" fmla="*/ 487430 w 487430"/>
                <a:gd name="connsiteY1" fmla="*/ -1 h 106234"/>
                <a:gd name="connsiteX2" fmla="*/ 487430 w 487430"/>
                <a:gd name="connsiteY2" fmla="*/ 106234 h 106234"/>
                <a:gd name="connsiteX3" fmla="*/ -1 w 487430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430" h="106234">
                  <a:moveTo>
                    <a:pt x="-1" y="-1"/>
                  </a:moveTo>
                  <a:lnTo>
                    <a:pt x="487430" y="-1"/>
                  </a:lnTo>
                  <a:lnTo>
                    <a:pt x="487430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197" name="图形 93">
            <a:extLst>
              <a:ext uri="{FF2B5EF4-FFF2-40B4-BE49-F238E27FC236}">
                <a16:creationId xmlns:a16="http://schemas.microsoft.com/office/drawing/2014/main" id="{B68F3D3E-B16A-D7EA-5A97-7364B837C79A}"/>
              </a:ext>
            </a:extLst>
          </p:cNvPr>
          <p:cNvGrpSpPr/>
          <p:nvPr/>
        </p:nvGrpSpPr>
        <p:grpSpPr>
          <a:xfrm>
            <a:off x="4561845" y="3345012"/>
            <a:ext cx="430438" cy="43743"/>
            <a:chOff x="4561845" y="3345012"/>
            <a:chExt cx="430438" cy="43743"/>
          </a:xfrm>
        </p:grpSpPr>
        <p:sp>
          <p:nvSpPr>
            <p:cNvPr id="198" name="任意多边形: 形状 197">
              <a:extLst>
                <a:ext uri="{FF2B5EF4-FFF2-40B4-BE49-F238E27FC236}">
                  <a16:creationId xmlns:a16="http://schemas.microsoft.com/office/drawing/2014/main" id="{2B381BA5-6885-3D8B-DD16-37112CC0E697}"/>
                </a:ext>
              </a:extLst>
            </p:cNvPr>
            <p:cNvSpPr/>
            <p:nvPr/>
          </p:nvSpPr>
          <p:spPr>
            <a:xfrm>
              <a:off x="4561845" y="3366821"/>
              <a:ext cx="397630" cy="2812"/>
            </a:xfrm>
            <a:custGeom>
              <a:avLst/>
              <a:gdLst>
                <a:gd name="connsiteX0" fmla="*/ 0 w 397630"/>
                <a:gd name="connsiteY0" fmla="*/ 2812 h 2812"/>
                <a:gd name="connsiteX1" fmla="*/ 397630 w 397630"/>
                <a:gd name="connsiteY1" fmla="*/ 0 h 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7630" h="2812">
                  <a:moveTo>
                    <a:pt x="0" y="2812"/>
                  </a:moveTo>
                  <a:lnTo>
                    <a:pt x="397630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" name="任意多边形: 形状 198">
              <a:extLst>
                <a:ext uri="{FF2B5EF4-FFF2-40B4-BE49-F238E27FC236}">
                  <a16:creationId xmlns:a16="http://schemas.microsoft.com/office/drawing/2014/main" id="{0985D515-3970-0D6E-3032-8BB3EA13D9D6}"/>
                </a:ext>
              </a:extLst>
            </p:cNvPr>
            <p:cNvSpPr/>
            <p:nvPr/>
          </p:nvSpPr>
          <p:spPr>
            <a:xfrm>
              <a:off x="4948414" y="3345012"/>
              <a:ext cx="43868" cy="43743"/>
            </a:xfrm>
            <a:custGeom>
              <a:avLst/>
              <a:gdLst>
                <a:gd name="connsiteX0" fmla="*/ 43869 w 43868"/>
                <a:gd name="connsiteY0" fmla="*/ 21559 h 43743"/>
                <a:gd name="connsiteX1" fmla="*/ 312 w 43868"/>
                <a:gd name="connsiteY1" fmla="*/ 43744 h 43743"/>
                <a:gd name="connsiteX2" fmla="*/ 11061 w 43868"/>
                <a:gd name="connsiteY2" fmla="*/ 21809 h 43743"/>
                <a:gd name="connsiteX3" fmla="*/ 0 w 43868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868" h="43743">
                  <a:moveTo>
                    <a:pt x="43869" y="21559"/>
                  </a:moveTo>
                  <a:lnTo>
                    <a:pt x="312" y="43744"/>
                  </a:lnTo>
                  <a:lnTo>
                    <a:pt x="11061" y="218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00" name="图形 93">
            <a:extLst>
              <a:ext uri="{FF2B5EF4-FFF2-40B4-BE49-F238E27FC236}">
                <a16:creationId xmlns:a16="http://schemas.microsoft.com/office/drawing/2014/main" id="{659938A7-8C2C-0B8E-67C4-B262EEEDC2E3}"/>
              </a:ext>
            </a:extLst>
          </p:cNvPr>
          <p:cNvGrpSpPr/>
          <p:nvPr/>
        </p:nvGrpSpPr>
        <p:grpSpPr>
          <a:xfrm>
            <a:off x="6811522" y="2866580"/>
            <a:ext cx="374946" cy="187473"/>
            <a:chOff x="6811522" y="2866580"/>
            <a:chExt cx="374946" cy="187473"/>
          </a:xfrm>
          <a:noFill/>
        </p:grpSpPr>
        <p:sp>
          <p:nvSpPr>
            <p:cNvPr id="201" name="任意多边形: 形状 200">
              <a:extLst>
                <a:ext uri="{FF2B5EF4-FFF2-40B4-BE49-F238E27FC236}">
                  <a16:creationId xmlns:a16="http://schemas.microsoft.com/office/drawing/2014/main" id="{244AF22A-743F-55E5-0BD0-50F8D6D9FFA6}"/>
                </a:ext>
              </a:extLst>
            </p:cNvPr>
            <p:cNvSpPr/>
            <p:nvPr/>
          </p:nvSpPr>
          <p:spPr>
            <a:xfrm>
              <a:off x="6811522" y="2866580"/>
              <a:ext cx="374946" cy="187473"/>
            </a:xfrm>
            <a:custGeom>
              <a:avLst/>
              <a:gdLst>
                <a:gd name="connsiteX0" fmla="*/ 0 w 374946"/>
                <a:gd name="connsiteY0" fmla="*/ 0 h 187473"/>
                <a:gd name="connsiteX1" fmla="*/ 374946 w 374946"/>
                <a:gd name="connsiteY1" fmla="*/ 0 h 187473"/>
                <a:gd name="connsiteX2" fmla="*/ 374946 w 374946"/>
                <a:gd name="connsiteY2" fmla="*/ 187473 h 187473"/>
                <a:gd name="connsiteX3" fmla="*/ 0 w 374946"/>
                <a:gd name="connsiteY3" fmla="*/ 187473 h 18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946" h="187473">
                  <a:moveTo>
                    <a:pt x="0" y="0"/>
                  </a:moveTo>
                  <a:lnTo>
                    <a:pt x="374946" y="0"/>
                  </a:lnTo>
                  <a:lnTo>
                    <a:pt x="374946" y="187473"/>
                  </a:lnTo>
                  <a:lnTo>
                    <a:pt x="0" y="187473"/>
                  </a:lnTo>
                  <a:close/>
                </a:path>
              </a:pathLst>
            </a:custGeom>
            <a:noFill/>
            <a:ln w="6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202" name="图片 201">
              <a:extLst>
                <a:ext uri="{FF2B5EF4-FFF2-40B4-BE49-F238E27FC236}">
                  <a16:creationId xmlns:a16="http://schemas.microsoft.com/office/drawing/2014/main" id="{404440B3-0F17-EE9C-5E0A-C1BCA66A4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6814646" y="2919698"/>
              <a:ext cx="362447" cy="106234"/>
            </a:xfrm>
            <a:custGeom>
              <a:avLst/>
              <a:gdLst>
                <a:gd name="connsiteX0" fmla="*/ -1 w 362447"/>
                <a:gd name="connsiteY0" fmla="*/ -1 h 106234"/>
                <a:gd name="connsiteX1" fmla="*/ 362447 w 362447"/>
                <a:gd name="connsiteY1" fmla="*/ -1 h 106234"/>
                <a:gd name="connsiteX2" fmla="*/ 362447 w 362447"/>
                <a:gd name="connsiteY2" fmla="*/ 106234 h 106234"/>
                <a:gd name="connsiteX3" fmla="*/ -1 w 362447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2447" h="106234">
                  <a:moveTo>
                    <a:pt x="-1" y="-1"/>
                  </a:moveTo>
                  <a:lnTo>
                    <a:pt x="362447" y="-1"/>
                  </a:lnTo>
                  <a:lnTo>
                    <a:pt x="362447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203" name="图形 93">
            <a:extLst>
              <a:ext uri="{FF2B5EF4-FFF2-40B4-BE49-F238E27FC236}">
                <a16:creationId xmlns:a16="http://schemas.microsoft.com/office/drawing/2014/main" id="{1CFF0AE9-ECCD-875D-FC4E-8AD156D7E4EE}"/>
              </a:ext>
            </a:extLst>
          </p:cNvPr>
          <p:cNvGrpSpPr/>
          <p:nvPr/>
        </p:nvGrpSpPr>
        <p:grpSpPr>
          <a:xfrm>
            <a:off x="6811522" y="1307429"/>
            <a:ext cx="374946" cy="187473"/>
            <a:chOff x="6811522" y="1307429"/>
            <a:chExt cx="374946" cy="187473"/>
          </a:xfrm>
          <a:noFill/>
        </p:grpSpPr>
        <p:sp>
          <p:nvSpPr>
            <p:cNvPr id="204" name="任意多边形: 形状 203">
              <a:extLst>
                <a:ext uri="{FF2B5EF4-FFF2-40B4-BE49-F238E27FC236}">
                  <a16:creationId xmlns:a16="http://schemas.microsoft.com/office/drawing/2014/main" id="{8109FB66-C3D4-9E6B-CB0C-78F08280D00F}"/>
                </a:ext>
              </a:extLst>
            </p:cNvPr>
            <p:cNvSpPr/>
            <p:nvPr/>
          </p:nvSpPr>
          <p:spPr>
            <a:xfrm>
              <a:off x="6811522" y="1307429"/>
              <a:ext cx="374946" cy="187473"/>
            </a:xfrm>
            <a:custGeom>
              <a:avLst/>
              <a:gdLst>
                <a:gd name="connsiteX0" fmla="*/ 0 w 374946"/>
                <a:gd name="connsiteY0" fmla="*/ 0 h 187473"/>
                <a:gd name="connsiteX1" fmla="*/ 374946 w 374946"/>
                <a:gd name="connsiteY1" fmla="*/ 0 h 187473"/>
                <a:gd name="connsiteX2" fmla="*/ 374946 w 374946"/>
                <a:gd name="connsiteY2" fmla="*/ 187473 h 187473"/>
                <a:gd name="connsiteX3" fmla="*/ 0 w 374946"/>
                <a:gd name="connsiteY3" fmla="*/ 187473 h 18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946" h="187473">
                  <a:moveTo>
                    <a:pt x="0" y="0"/>
                  </a:moveTo>
                  <a:lnTo>
                    <a:pt x="374946" y="0"/>
                  </a:lnTo>
                  <a:lnTo>
                    <a:pt x="374946" y="187473"/>
                  </a:lnTo>
                  <a:lnTo>
                    <a:pt x="0" y="187473"/>
                  </a:lnTo>
                  <a:close/>
                </a:path>
              </a:pathLst>
            </a:custGeom>
            <a:noFill/>
            <a:ln w="6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205" name="图片 204">
              <a:extLst>
                <a:ext uri="{FF2B5EF4-FFF2-40B4-BE49-F238E27FC236}">
                  <a16:creationId xmlns:a16="http://schemas.microsoft.com/office/drawing/2014/main" id="{E329E9AA-C81E-674F-05E8-F19A9C4C4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6814646" y="1357422"/>
              <a:ext cx="362447" cy="106234"/>
            </a:xfrm>
            <a:custGeom>
              <a:avLst/>
              <a:gdLst>
                <a:gd name="connsiteX0" fmla="*/ -1 w 362447"/>
                <a:gd name="connsiteY0" fmla="*/ -1 h 106234"/>
                <a:gd name="connsiteX1" fmla="*/ 362447 w 362447"/>
                <a:gd name="connsiteY1" fmla="*/ -1 h 106234"/>
                <a:gd name="connsiteX2" fmla="*/ 362447 w 362447"/>
                <a:gd name="connsiteY2" fmla="*/ 106234 h 106234"/>
                <a:gd name="connsiteX3" fmla="*/ -1 w 362447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2447" h="106234">
                  <a:moveTo>
                    <a:pt x="-1" y="-1"/>
                  </a:moveTo>
                  <a:lnTo>
                    <a:pt x="362447" y="-1"/>
                  </a:lnTo>
                  <a:lnTo>
                    <a:pt x="362447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206" name="图形 93">
            <a:extLst>
              <a:ext uri="{FF2B5EF4-FFF2-40B4-BE49-F238E27FC236}">
                <a16:creationId xmlns:a16="http://schemas.microsoft.com/office/drawing/2014/main" id="{10476D2B-20AD-371C-51F1-332A086CCCC2}"/>
              </a:ext>
            </a:extLst>
          </p:cNvPr>
          <p:cNvGrpSpPr/>
          <p:nvPr/>
        </p:nvGrpSpPr>
        <p:grpSpPr>
          <a:xfrm>
            <a:off x="8748744" y="1722994"/>
            <a:ext cx="93736" cy="115608"/>
            <a:chOff x="8748744" y="1722994"/>
            <a:chExt cx="93736" cy="115608"/>
          </a:xfrm>
        </p:grpSpPr>
        <p:sp>
          <p:nvSpPr>
            <p:cNvPr id="207" name="任意多边形: 形状 206">
              <a:extLst>
                <a:ext uri="{FF2B5EF4-FFF2-40B4-BE49-F238E27FC236}">
                  <a16:creationId xmlns:a16="http://schemas.microsoft.com/office/drawing/2014/main" id="{E1CB1477-1CE6-4AD2-D116-C760610FA93C}"/>
                </a:ext>
              </a:extLst>
            </p:cNvPr>
            <p:cNvSpPr/>
            <p:nvPr/>
          </p:nvSpPr>
          <p:spPr>
            <a:xfrm>
              <a:off x="8748744" y="1722994"/>
              <a:ext cx="93736" cy="93736"/>
            </a:xfrm>
            <a:custGeom>
              <a:avLst/>
              <a:gdLst>
                <a:gd name="connsiteX0" fmla="*/ 93737 w 93736"/>
                <a:gd name="connsiteY0" fmla="*/ 46868 h 93736"/>
                <a:gd name="connsiteX1" fmla="*/ 46868 w 93736"/>
                <a:gd name="connsiteY1" fmla="*/ 93737 h 93736"/>
                <a:gd name="connsiteX2" fmla="*/ 0 w 93736"/>
                <a:gd name="connsiteY2" fmla="*/ 46868 h 93736"/>
                <a:gd name="connsiteX3" fmla="*/ 46868 w 93736"/>
                <a:gd name="connsiteY3" fmla="*/ 0 h 93736"/>
                <a:gd name="connsiteX4" fmla="*/ 93737 w 93736"/>
                <a:gd name="connsiteY4" fmla="*/ 46868 h 93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36" h="93736">
                  <a:moveTo>
                    <a:pt x="93737" y="46868"/>
                  </a:moveTo>
                  <a:cubicBezTo>
                    <a:pt x="93737" y="72753"/>
                    <a:pt x="72753" y="93737"/>
                    <a:pt x="46868" y="93737"/>
                  </a:cubicBezTo>
                  <a:cubicBezTo>
                    <a:pt x="20984" y="93737"/>
                    <a:pt x="0" y="72753"/>
                    <a:pt x="0" y="46868"/>
                  </a:cubicBezTo>
                  <a:cubicBezTo>
                    <a:pt x="0" y="20984"/>
                    <a:pt x="20984" y="0"/>
                    <a:pt x="46868" y="0"/>
                  </a:cubicBezTo>
                  <a:cubicBezTo>
                    <a:pt x="72753" y="0"/>
                    <a:pt x="93737" y="20984"/>
                    <a:pt x="93737" y="46868"/>
                  </a:cubicBezTo>
                  <a:close/>
                </a:path>
              </a:pathLst>
            </a:custGeom>
            <a:solidFill>
              <a:srgbClr val="FFFFFF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08" name="图形 93">
              <a:extLst>
                <a:ext uri="{FF2B5EF4-FFF2-40B4-BE49-F238E27FC236}">
                  <a16:creationId xmlns:a16="http://schemas.microsoft.com/office/drawing/2014/main" id="{625A1640-5A6C-2AA8-4706-939920F32991}"/>
                </a:ext>
              </a:extLst>
            </p:cNvPr>
            <p:cNvGrpSpPr/>
            <p:nvPr/>
          </p:nvGrpSpPr>
          <p:grpSpPr>
            <a:xfrm>
              <a:off x="8764366" y="1732368"/>
              <a:ext cx="56241" cy="106234"/>
              <a:chOff x="8764366" y="1732368"/>
              <a:chExt cx="56241" cy="106234"/>
            </a:xfrm>
            <a:noFill/>
          </p:grpSpPr>
          <p:sp>
            <p:nvSpPr>
              <p:cNvPr id="209" name="任意多边形: 形状 208">
                <a:extLst>
                  <a:ext uri="{FF2B5EF4-FFF2-40B4-BE49-F238E27FC236}">
                    <a16:creationId xmlns:a16="http://schemas.microsoft.com/office/drawing/2014/main" id="{7725FA55-FAD0-3F5D-86C9-ACFF71163B14}"/>
                  </a:ext>
                </a:extLst>
              </p:cNvPr>
              <p:cNvSpPr/>
              <p:nvPr/>
            </p:nvSpPr>
            <p:spPr>
              <a:xfrm>
                <a:off x="8773740" y="1739680"/>
                <a:ext cx="43743" cy="72802"/>
              </a:xfrm>
              <a:custGeom>
                <a:avLst/>
                <a:gdLst>
                  <a:gd name="connsiteX0" fmla="*/ 0 w 43743"/>
                  <a:gd name="connsiteY0" fmla="*/ 0 h 72802"/>
                  <a:gd name="connsiteX1" fmla="*/ 43744 w 43743"/>
                  <a:gd name="connsiteY1" fmla="*/ 0 h 72802"/>
                  <a:gd name="connsiteX2" fmla="*/ 43744 w 43743"/>
                  <a:gd name="connsiteY2" fmla="*/ 72802 h 72802"/>
                  <a:gd name="connsiteX3" fmla="*/ 0 w 43743"/>
                  <a:gd name="connsiteY3" fmla="*/ 72802 h 7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743" h="72802">
                    <a:moveTo>
                      <a:pt x="0" y="0"/>
                    </a:moveTo>
                    <a:lnTo>
                      <a:pt x="43744" y="0"/>
                    </a:lnTo>
                    <a:lnTo>
                      <a:pt x="43744" y="72802"/>
                    </a:lnTo>
                    <a:lnTo>
                      <a:pt x="0" y="72802"/>
                    </a:lnTo>
                    <a:close/>
                  </a:path>
                </a:pathLst>
              </a:custGeom>
              <a:noFill/>
              <a:ln w="62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10" name="图片 209">
                <a:extLst>
                  <a:ext uri="{FF2B5EF4-FFF2-40B4-BE49-F238E27FC236}">
                    <a16:creationId xmlns:a16="http://schemas.microsoft.com/office/drawing/2014/main" id="{92C5DCDF-E255-671D-C4E4-92170C730D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764366" y="1732368"/>
                <a:ext cx="56241" cy="106234"/>
              </a:xfrm>
              <a:custGeom>
                <a:avLst/>
                <a:gdLst>
                  <a:gd name="connsiteX0" fmla="*/ -1 w 56241"/>
                  <a:gd name="connsiteY0" fmla="*/ -1 h 106234"/>
                  <a:gd name="connsiteX1" fmla="*/ 56241 w 56241"/>
                  <a:gd name="connsiteY1" fmla="*/ -1 h 106234"/>
                  <a:gd name="connsiteX2" fmla="*/ 56241 w 56241"/>
                  <a:gd name="connsiteY2" fmla="*/ 106234 h 106234"/>
                  <a:gd name="connsiteX3" fmla="*/ -1 w 56241"/>
                  <a:gd name="connsiteY3" fmla="*/ 106234 h 106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241" h="106234">
                    <a:moveTo>
                      <a:pt x="-1" y="-1"/>
                    </a:moveTo>
                    <a:lnTo>
                      <a:pt x="56241" y="-1"/>
                    </a:lnTo>
                    <a:lnTo>
                      <a:pt x="56241" y="106234"/>
                    </a:lnTo>
                    <a:lnTo>
                      <a:pt x="-1" y="106234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11" name="图形 93">
            <a:extLst>
              <a:ext uri="{FF2B5EF4-FFF2-40B4-BE49-F238E27FC236}">
                <a16:creationId xmlns:a16="http://schemas.microsoft.com/office/drawing/2014/main" id="{395656AC-8510-3738-B3A0-7F7A9000E1F1}"/>
              </a:ext>
            </a:extLst>
          </p:cNvPr>
          <p:cNvGrpSpPr/>
          <p:nvPr/>
        </p:nvGrpSpPr>
        <p:grpSpPr>
          <a:xfrm>
            <a:off x="9636116" y="1757677"/>
            <a:ext cx="236716" cy="43743"/>
            <a:chOff x="9636116" y="1757677"/>
            <a:chExt cx="236716" cy="43743"/>
          </a:xfrm>
        </p:grpSpPr>
        <p:sp>
          <p:nvSpPr>
            <p:cNvPr id="212" name="任意多边形: 形状 211">
              <a:extLst>
                <a:ext uri="{FF2B5EF4-FFF2-40B4-BE49-F238E27FC236}">
                  <a16:creationId xmlns:a16="http://schemas.microsoft.com/office/drawing/2014/main" id="{E226045C-2AAA-372F-A667-7AD3E322B216}"/>
                </a:ext>
              </a:extLst>
            </p:cNvPr>
            <p:cNvSpPr/>
            <p:nvPr/>
          </p:nvSpPr>
          <p:spPr>
            <a:xfrm>
              <a:off x="9636116" y="1779549"/>
              <a:ext cx="203908" cy="6249"/>
            </a:xfrm>
            <a:custGeom>
              <a:avLst/>
              <a:gdLst>
                <a:gd name="connsiteX0" fmla="*/ 0 w 203908"/>
                <a:gd name="connsiteY0" fmla="*/ 0 h 6249"/>
                <a:gd name="connsiteX1" fmla="*/ 125544 w 203908"/>
                <a:gd name="connsiteY1" fmla="*/ 0 h 6249"/>
                <a:gd name="connsiteX2" fmla="*/ 203908 w 203908"/>
                <a:gd name="connsiteY2" fmla="*/ 0 h 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908" h="6249">
                  <a:moveTo>
                    <a:pt x="0" y="0"/>
                  </a:moveTo>
                  <a:lnTo>
                    <a:pt x="125544" y="0"/>
                  </a:lnTo>
                  <a:lnTo>
                    <a:pt x="203908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" name="任意多边形: 形状 212">
              <a:extLst>
                <a:ext uri="{FF2B5EF4-FFF2-40B4-BE49-F238E27FC236}">
                  <a16:creationId xmlns:a16="http://schemas.microsoft.com/office/drawing/2014/main" id="{CE872953-3BD7-EC2F-53FC-3460F41EF746}"/>
                </a:ext>
              </a:extLst>
            </p:cNvPr>
            <p:cNvSpPr/>
            <p:nvPr/>
          </p:nvSpPr>
          <p:spPr>
            <a:xfrm>
              <a:off x="9829089" y="1757677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14" name="图形 93">
            <a:extLst>
              <a:ext uri="{FF2B5EF4-FFF2-40B4-BE49-F238E27FC236}">
                <a16:creationId xmlns:a16="http://schemas.microsoft.com/office/drawing/2014/main" id="{EB6C55F9-DDAC-4F28-FCE1-19C191998FA8}"/>
              </a:ext>
            </a:extLst>
          </p:cNvPr>
          <p:cNvGrpSpPr/>
          <p:nvPr/>
        </p:nvGrpSpPr>
        <p:grpSpPr>
          <a:xfrm>
            <a:off x="9136188" y="1654254"/>
            <a:ext cx="499928" cy="249964"/>
            <a:chOff x="9136188" y="1654254"/>
            <a:chExt cx="499928" cy="249964"/>
          </a:xfrm>
          <a:solidFill>
            <a:srgbClr val="DAE8FC"/>
          </a:solidFill>
        </p:grpSpPr>
        <p:sp>
          <p:nvSpPr>
            <p:cNvPr id="215" name="任意多边形: 形状 214">
              <a:extLst>
                <a:ext uri="{FF2B5EF4-FFF2-40B4-BE49-F238E27FC236}">
                  <a16:creationId xmlns:a16="http://schemas.microsoft.com/office/drawing/2014/main" id="{EFD8E672-D235-4FCC-0BA4-81B2CFE80EFE}"/>
                </a:ext>
              </a:extLst>
            </p:cNvPr>
            <p:cNvSpPr/>
            <p:nvPr/>
          </p:nvSpPr>
          <p:spPr>
            <a:xfrm>
              <a:off x="9136188" y="1654254"/>
              <a:ext cx="499928" cy="249964"/>
            </a:xfrm>
            <a:custGeom>
              <a:avLst/>
              <a:gdLst>
                <a:gd name="connsiteX0" fmla="*/ 462434 w 499928"/>
                <a:gd name="connsiteY0" fmla="*/ 0 h 249964"/>
                <a:gd name="connsiteX1" fmla="*/ 499928 w 499928"/>
                <a:gd name="connsiteY1" fmla="*/ 37495 h 249964"/>
                <a:gd name="connsiteX2" fmla="*/ 499928 w 499928"/>
                <a:gd name="connsiteY2" fmla="*/ 212469 h 249964"/>
                <a:gd name="connsiteX3" fmla="*/ 462434 w 499928"/>
                <a:gd name="connsiteY3" fmla="*/ 249964 h 249964"/>
                <a:gd name="connsiteX4" fmla="*/ 37495 w 499928"/>
                <a:gd name="connsiteY4" fmla="*/ 249964 h 249964"/>
                <a:gd name="connsiteX5" fmla="*/ 0 w 499928"/>
                <a:gd name="connsiteY5" fmla="*/ 212469 h 249964"/>
                <a:gd name="connsiteX6" fmla="*/ 0 w 499928"/>
                <a:gd name="connsiteY6" fmla="*/ 37495 h 249964"/>
                <a:gd name="connsiteX7" fmla="*/ 37495 w 499928"/>
                <a:gd name="connsiteY7" fmla="*/ 0 h 24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9928" h="249964">
                  <a:moveTo>
                    <a:pt x="462434" y="0"/>
                  </a:moveTo>
                  <a:cubicBezTo>
                    <a:pt x="483141" y="0"/>
                    <a:pt x="499928" y="16787"/>
                    <a:pt x="499928" y="37495"/>
                  </a:cubicBezTo>
                  <a:lnTo>
                    <a:pt x="499928" y="212469"/>
                  </a:lnTo>
                  <a:cubicBezTo>
                    <a:pt x="499928" y="233177"/>
                    <a:pt x="483141" y="249964"/>
                    <a:pt x="462434" y="249964"/>
                  </a:cubicBezTo>
                  <a:lnTo>
                    <a:pt x="37495" y="249964"/>
                  </a:lnTo>
                  <a:cubicBezTo>
                    <a:pt x="16787" y="249964"/>
                    <a:pt x="0" y="233177"/>
                    <a:pt x="0" y="212469"/>
                  </a:cubicBezTo>
                  <a:lnTo>
                    <a:pt x="0" y="37495"/>
                  </a:lnTo>
                  <a:cubicBezTo>
                    <a:pt x="0" y="16787"/>
                    <a:pt x="16787" y="0"/>
                    <a:pt x="37495" y="0"/>
                  </a:cubicBezTo>
                  <a:close/>
                </a:path>
              </a:pathLst>
            </a:custGeom>
            <a:solidFill>
              <a:srgbClr val="DAE8FC"/>
            </a:solidFill>
            <a:ln w="6249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216" name="图片 215">
              <a:extLst>
                <a:ext uri="{FF2B5EF4-FFF2-40B4-BE49-F238E27FC236}">
                  <a16:creationId xmlns:a16="http://schemas.microsoft.com/office/drawing/2014/main" id="{9076CD9A-482B-A3B1-AE2A-733521F95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9139313" y="1738617"/>
              <a:ext cx="487430" cy="106234"/>
            </a:xfrm>
            <a:custGeom>
              <a:avLst/>
              <a:gdLst>
                <a:gd name="connsiteX0" fmla="*/ -1 w 487430"/>
                <a:gd name="connsiteY0" fmla="*/ -1 h 106234"/>
                <a:gd name="connsiteX1" fmla="*/ 487430 w 487430"/>
                <a:gd name="connsiteY1" fmla="*/ -1 h 106234"/>
                <a:gd name="connsiteX2" fmla="*/ 487430 w 487430"/>
                <a:gd name="connsiteY2" fmla="*/ 106234 h 106234"/>
                <a:gd name="connsiteX3" fmla="*/ -1 w 487430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430" h="106234">
                  <a:moveTo>
                    <a:pt x="-1" y="-1"/>
                  </a:moveTo>
                  <a:lnTo>
                    <a:pt x="487430" y="-1"/>
                  </a:lnTo>
                  <a:lnTo>
                    <a:pt x="487430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217" name="图形 93">
            <a:extLst>
              <a:ext uri="{FF2B5EF4-FFF2-40B4-BE49-F238E27FC236}">
                <a16:creationId xmlns:a16="http://schemas.microsoft.com/office/drawing/2014/main" id="{645ED2E1-7D87-596D-EB18-F5718FB3EFED}"/>
              </a:ext>
            </a:extLst>
          </p:cNvPr>
          <p:cNvGrpSpPr/>
          <p:nvPr/>
        </p:nvGrpSpPr>
        <p:grpSpPr>
          <a:xfrm>
            <a:off x="10379760" y="1757427"/>
            <a:ext cx="611662" cy="43743"/>
            <a:chOff x="10379760" y="1757427"/>
            <a:chExt cx="611662" cy="43743"/>
          </a:xfrm>
        </p:grpSpPr>
        <p:sp>
          <p:nvSpPr>
            <p:cNvPr id="218" name="任意多边形: 形状 217">
              <a:extLst>
                <a:ext uri="{FF2B5EF4-FFF2-40B4-BE49-F238E27FC236}">
                  <a16:creationId xmlns:a16="http://schemas.microsoft.com/office/drawing/2014/main" id="{9346B018-8CE0-B936-0B55-8BBB123E8B20}"/>
                </a:ext>
              </a:extLst>
            </p:cNvPr>
            <p:cNvSpPr/>
            <p:nvPr/>
          </p:nvSpPr>
          <p:spPr>
            <a:xfrm>
              <a:off x="10379760" y="1779299"/>
              <a:ext cx="578854" cy="249"/>
            </a:xfrm>
            <a:custGeom>
              <a:avLst/>
              <a:gdLst>
                <a:gd name="connsiteX0" fmla="*/ 0 w 578854"/>
                <a:gd name="connsiteY0" fmla="*/ 250 h 249"/>
                <a:gd name="connsiteX1" fmla="*/ 309018 w 578854"/>
                <a:gd name="connsiteY1" fmla="*/ 250 h 249"/>
                <a:gd name="connsiteX2" fmla="*/ 578854 w 578854"/>
                <a:gd name="connsiteY2" fmla="*/ 0 h 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8854" h="249">
                  <a:moveTo>
                    <a:pt x="0" y="250"/>
                  </a:moveTo>
                  <a:lnTo>
                    <a:pt x="309018" y="250"/>
                  </a:lnTo>
                  <a:lnTo>
                    <a:pt x="578854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" name="任意多边形: 形状 218">
              <a:extLst>
                <a:ext uri="{FF2B5EF4-FFF2-40B4-BE49-F238E27FC236}">
                  <a16:creationId xmlns:a16="http://schemas.microsoft.com/office/drawing/2014/main" id="{3961BD21-C168-E554-08C3-470266D1EEB6}"/>
                </a:ext>
              </a:extLst>
            </p:cNvPr>
            <p:cNvSpPr/>
            <p:nvPr/>
          </p:nvSpPr>
          <p:spPr>
            <a:xfrm>
              <a:off x="10947678" y="1757427"/>
              <a:ext cx="43743" cy="43743"/>
            </a:xfrm>
            <a:custGeom>
              <a:avLst/>
              <a:gdLst>
                <a:gd name="connsiteX0" fmla="*/ 43744 w 43743"/>
                <a:gd name="connsiteY0" fmla="*/ 21809 h 43743"/>
                <a:gd name="connsiteX1" fmla="*/ 63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09"/>
                  </a:moveTo>
                  <a:lnTo>
                    <a:pt x="63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20" name="图形 93">
            <a:extLst>
              <a:ext uri="{FF2B5EF4-FFF2-40B4-BE49-F238E27FC236}">
                <a16:creationId xmlns:a16="http://schemas.microsoft.com/office/drawing/2014/main" id="{AD3989BF-2E18-E498-2D97-9F2FA48690FE}"/>
              </a:ext>
            </a:extLst>
          </p:cNvPr>
          <p:cNvGrpSpPr/>
          <p:nvPr/>
        </p:nvGrpSpPr>
        <p:grpSpPr>
          <a:xfrm>
            <a:off x="9879831" y="1654254"/>
            <a:ext cx="499928" cy="249964"/>
            <a:chOff x="9879831" y="1654254"/>
            <a:chExt cx="499928" cy="249964"/>
          </a:xfrm>
          <a:solidFill>
            <a:srgbClr val="DAE8FC"/>
          </a:solidFill>
        </p:grpSpPr>
        <p:sp>
          <p:nvSpPr>
            <p:cNvPr id="221" name="任意多边形: 形状 220">
              <a:extLst>
                <a:ext uri="{FF2B5EF4-FFF2-40B4-BE49-F238E27FC236}">
                  <a16:creationId xmlns:a16="http://schemas.microsoft.com/office/drawing/2014/main" id="{FF8BAE62-8A65-614E-4180-171F7166A4DE}"/>
                </a:ext>
              </a:extLst>
            </p:cNvPr>
            <p:cNvSpPr/>
            <p:nvPr/>
          </p:nvSpPr>
          <p:spPr>
            <a:xfrm>
              <a:off x="9879831" y="1654254"/>
              <a:ext cx="499928" cy="249964"/>
            </a:xfrm>
            <a:custGeom>
              <a:avLst/>
              <a:gdLst>
                <a:gd name="connsiteX0" fmla="*/ 462434 w 499928"/>
                <a:gd name="connsiteY0" fmla="*/ 0 h 249964"/>
                <a:gd name="connsiteX1" fmla="*/ 499928 w 499928"/>
                <a:gd name="connsiteY1" fmla="*/ 37495 h 249964"/>
                <a:gd name="connsiteX2" fmla="*/ 499928 w 499928"/>
                <a:gd name="connsiteY2" fmla="*/ 212469 h 249964"/>
                <a:gd name="connsiteX3" fmla="*/ 462434 w 499928"/>
                <a:gd name="connsiteY3" fmla="*/ 249964 h 249964"/>
                <a:gd name="connsiteX4" fmla="*/ 37495 w 499928"/>
                <a:gd name="connsiteY4" fmla="*/ 249964 h 249964"/>
                <a:gd name="connsiteX5" fmla="*/ 0 w 499928"/>
                <a:gd name="connsiteY5" fmla="*/ 212469 h 249964"/>
                <a:gd name="connsiteX6" fmla="*/ 0 w 499928"/>
                <a:gd name="connsiteY6" fmla="*/ 37495 h 249964"/>
                <a:gd name="connsiteX7" fmla="*/ 37495 w 499928"/>
                <a:gd name="connsiteY7" fmla="*/ 0 h 24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9928" h="249964">
                  <a:moveTo>
                    <a:pt x="462434" y="0"/>
                  </a:moveTo>
                  <a:cubicBezTo>
                    <a:pt x="483141" y="0"/>
                    <a:pt x="499928" y="16787"/>
                    <a:pt x="499928" y="37495"/>
                  </a:cubicBezTo>
                  <a:lnTo>
                    <a:pt x="499928" y="212469"/>
                  </a:lnTo>
                  <a:cubicBezTo>
                    <a:pt x="499928" y="233177"/>
                    <a:pt x="483141" y="249964"/>
                    <a:pt x="462434" y="249964"/>
                  </a:cubicBezTo>
                  <a:lnTo>
                    <a:pt x="37495" y="249964"/>
                  </a:lnTo>
                  <a:cubicBezTo>
                    <a:pt x="16787" y="249964"/>
                    <a:pt x="0" y="233177"/>
                    <a:pt x="0" y="212469"/>
                  </a:cubicBezTo>
                  <a:lnTo>
                    <a:pt x="0" y="37495"/>
                  </a:lnTo>
                  <a:cubicBezTo>
                    <a:pt x="0" y="16787"/>
                    <a:pt x="16787" y="0"/>
                    <a:pt x="37495" y="0"/>
                  </a:cubicBezTo>
                  <a:close/>
                </a:path>
              </a:pathLst>
            </a:custGeom>
            <a:solidFill>
              <a:srgbClr val="DAE8FC"/>
            </a:solidFill>
            <a:ln w="6249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222" name="图片 221">
              <a:extLst>
                <a:ext uri="{FF2B5EF4-FFF2-40B4-BE49-F238E27FC236}">
                  <a16:creationId xmlns:a16="http://schemas.microsoft.com/office/drawing/2014/main" id="{8959D223-70DD-3EF9-0E08-B1858B5CC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9882956" y="1738617"/>
              <a:ext cx="487430" cy="106234"/>
            </a:xfrm>
            <a:custGeom>
              <a:avLst/>
              <a:gdLst>
                <a:gd name="connsiteX0" fmla="*/ -1 w 487430"/>
                <a:gd name="connsiteY0" fmla="*/ -1 h 106234"/>
                <a:gd name="connsiteX1" fmla="*/ 487430 w 487430"/>
                <a:gd name="connsiteY1" fmla="*/ -1 h 106234"/>
                <a:gd name="connsiteX2" fmla="*/ 487430 w 487430"/>
                <a:gd name="connsiteY2" fmla="*/ 106234 h 106234"/>
                <a:gd name="connsiteX3" fmla="*/ -1 w 487430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430" h="106234">
                  <a:moveTo>
                    <a:pt x="-1" y="-1"/>
                  </a:moveTo>
                  <a:lnTo>
                    <a:pt x="487430" y="-1"/>
                  </a:lnTo>
                  <a:lnTo>
                    <a:pt x="487430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223" name="图形 93">
            <a:extLst>
              <a:ext uri="{FF2B5EF4-FFF2-40B4-BE49-F238E27FC236}">
                <a16:creationId xmlns:a16="http://schemas.microsoft.com/office/drawing/2014/main" id="{899A0C00-5AA2-F791-C69F-0F0580E1465C}"/>
              </a:ext>
            </a:extLst>
          </p:cNvPr>
          <p:cNvGrpSpPr/>
          <p:nvPr/>
        </p:nvGrpSpPr>
        <p:grpSpPr>
          <a:xfrm>
            <a:off x="8817484" y="1756552"/>
            <a:ext cx="311705" cy="43743"/>
            <a:chOff x="8817484" y="1756552"/>
            <a:chExt cx="311705" cy="43743"/>
          </a:xfrm>
        </p:grpSpPr>
        <p:sp>
          <p:nvSpPr>
            <p:cNvPr id="224" name="任意多边形: 形状 223">
              <a:extLst>
                <a:ext uri="{FF2B5EF4-FFF2-40B4-BE49-F238E27FC236}">
                  <a16:creationId xmlns:a16="http://schemas.microsoft.com/office/drawing/2014/main" id="{252989E6-B807-44A8-D46D-495F76F62B2C}"/>
                </a:ext>
              </a:extLst>
            </p:cNvPr>
            <p:cNvSpPr/>
            <p:nvPr/>
          </p:nvSpPr>
          <p:spPr>
            <a:xfrm>
              <a:off x="8817484" y="1776112"/>
              <a:ext cx="278897" cy="2562"/>
            </a:xfrm>
            <a:custGeom>
              <a:avLst/>
              <a:gdLst>
                <a:gd name="connsiteX0" fmla="*/ 0 w 278897"/>
                <a:gd name="connsiteY0" fmla="*/ 0 h 2562"/>
                <a:gd name="connsiteX1" fmla="*/ 159039 w 278897"/>
                <a:gd name="connsiteY1" fmla="*/ 0 h 2562"/>
                <a:gd name="connsiteX2" fmla="*/ 278898 w 278897"/>
                <a:gd name="connsiteY2" fmla="*/ 2562 h 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8897" h="2562">
                  <a:moveTo>
                    <a:pt x="0" y="0"/>
                  </a:moveTo>
                  <a:lnTo>
                    <a:pt x="159039" y="0"/>
                  </a:lnTo>
                  <a:lnTo>
                    <a:pt x="278898" y="2562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" name="任意多边形: 形状 224">
              <a:extLst>
                <a:ext uri="{FF2B5EF4-FFF2-40B4-BE49-F238E27FC236}">
                  <a16:creationId xmlns:a16="http://schemas.microsoft.com/office/drawing/2014/main" id="{915D40BC-B036-114D-74A4-3DFA5CC0AB48}"/>
                </a:ext>
              </a:extLst>
            </p:cNvPr>
            <p:cNvSpPr/>
            <p:nvPr/>
          </p:nvSpPr>
          <p:spPr>
            <a:xfrm>
              <a:off x="9085008" y="1756552"/>
              <a:ext cx="44180" cy="43743"/>
            </a:xfrm>
            <a:custGeom>
              <a:avLst/>
              <a:gdLst>
                <a:gd name="connsiteX0" fmla="*/ 44181 w 44180"/>
                <a:gd name="connsiteY0" fmla="*/ 22809 h 43743"/>
                <a:gd name="connsiteX1" fmla="*/ 0 w 44180"/>
                <a:gd name="connsiteY1" fmla="*/ 43744 h 43743"/>
                <a:gd name="connsiteX2" fmla="*/ 11373 w 44180"/>
                <a:gd name="connsiteY2" fmla="*/ 22122 h 43743"/>
                <a:gd name="connsiteX3" fmla="*/ 937 w 44180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180" h="43743">
                  <a:moveTo>
                    <a:pt x="44181" y="22809"/>
                  </a:moveTo>
                  <a:lnTo>
                    <a:pt x="0" y="43744"/>
                  </a:lnTo>
                  <a:lnTo>
                    <a:pt x="11373" y="22122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26" name="图形 93">
            <a:extLst>
              <a:ext uri="{FF2B5EF4-FFF2-40B4-BE49-F238E27FC236}">
                <a16:creationId xmlns:a16="http://schemas.microsoft.com/office/drawing/2014/main" id="{B8EC62AD-E533-B720-D0E8-E1623445CBE5}"/>
              </a:ext>
            </a:extLst>
          </p:cNvPr>
          <p:cNvGrpSpPr/>
          <p:nvPr/>
        </p:nvGrpSpPr>
        <p:grpSpPr>
          <a:xfrm>
            <a:off x="8811235" y="1814356"/>
            <a:ext cx="1771620" cy="555420"/>
            <a:chOff x="8811235" y="1814356"/>
            <a:chExt cx="1771620" cy="555420"/>
          </a:xfrm>
        </p:grpSpPr>
        <p:sp>
          <p:nvSpPr>
            <p:cNvPr id="227" name="任意多边形: 形状 226">
              <a:extLst>
                <a:ext uri="{FF2B5EF4-FFF2-40B4-BE49-F238E27FC236}">
                  <a16:creationId xmlns:a16="http://schemas.microsoft.com/office/drawing/2014/main" id="{941900A3-0074-5E2B-638A-5DEC0FC3C2A9}"/>
                </a:ext>
              </a:extLst>
            </p:cNvPr>
            <p:cNvSpPr/>
            <p:nvPr/>
          </p:nvSpPr>
          <p:spPr>
            <a:xfrm>
              <a:off x="8811235" y="1847164"/>
              <a:ext cx="1749748" cy="522612"/>
            </a:xfrm>
            <a:custGeom>
              <a:avLst/>
              <a:gdLst>
                <a:gd name="connsiteX0" fmla="*/ 0 w 1749748"/>
                <a:gd name="connsiteY0" fmla="*/ 522612 h 522612"/>
                <a:gd name="connsiteX1" fmla="*/ 1749749 w 1749748"/>
                <a:gd name="connsiteY1" fmla="*/ 522612 h 522612"/>
                <a:gd name="connsiteX2" fmla="*/ 1749749 w 1749748"/>
                <a:gd name="connsiteY2" fmla="*/ 0 h 52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49748" h="522612">
                  <a:moveTo>
                    <a:pt x="0" y="522612"/>
                  </a:moveTo>
                  <a:lnTo>
                    <a:pt x="1749749" y="522612"/>
                  </a:lnTo>
                  <a:lnTo>
                    <a:pt x="1749749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" name="任意多边形: 形状 227">
              <a:extLst>
                <a:ext uri="{FF2B5EF4-FFF2-40B4-BE49-F238E27FC236}">
                  <a16:creationId xmlns:a16="http://schemas.microsoft.com/office/drawing/2014/main" id="{93BFD07C-C0D4-805C-CFD2-F46947D1FF91}"/>
                </a:ext>
              </a:extLst>
            </p:cNvPr>
            <p:cNvSpPr/>
            <p:nvPr/>
          </p:nvSpPr>
          <p:spPr>
            <a:xfrm>
              <a:off x="10539112" y="1814356"/>
              <a:ext cx="43743" cy="43743"/>
            </a:xfrm>
            <a:custGeom>
              <a:avLst/>
              <a:gdLst>
                <a:gd name="connsiteX0" fmla="*/ 21872 w 43743"/>
                <a:gd name="connsiteY0" fmla="*/ 0 h 43743"/>
                <a:gd name="connsiteX1" fmla="*/ 43744 w 43743"/>
                <a:gd name="connsiteY1" fmla="*/ 43744 h 43743"/>
                <a:gd name="connsiteX2" fmla="*/ 21872 w 43743"/>
                <a:gd name="connsiteY2" fmla="*/ 32808 h 43743"/>
                <a:gd name="connsiteX3" fmla="*/ 0 w 43743"/>
                <a:gd name="connsiteY3" fmla="*/ 43744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21872" y="0"/>
                  </a:moveTo>
                  <a:lnTo>
                    <a:pt x="43744" y="43744"/>
                  </a:lnTo>
                  <a:lnTo>
                    <a:pt x="21872" y="32808"/>
                  </a:lnTo>
                  <a:lnTo>
                    <a:pt x="0" y="43744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29" name="图形 93">
            <a:extLst>
              <a:ext uri="{FF2B5EF4-FFF2-40B4-BE49-F238E27FC236}">
                <a16:creationId xmlns:a16="http://schemas.microsoft.com/office/drawing/2014/main" id="{F17D6A54-E564-DFEB-5476-0BDCB2C03331}"/>
              </a:ext>
            </a:extLst>
          </p:cNvPr>
          <p:cNvGrpSpPr/>
          <p:nvPr/>
        </p:nvGrpSpPr>
        <p:grpSpPr>
          <a:xfrm>
            <a:off x="7123977" y="3369633"/>
            <a:ext cx="1706130" cy="1467789"/>
            <a:chOff x="7123977" y="3369633"/>
            <a:chExt cx="1706130" cy="1467789"/>
          </a:xfrm>
        </p:grpSpPr>
        <p:sp>
          <p:nvSpPr>
            <p:cNvPr id="230" name="任意多边形: 形状 229">
              <a:extLst>
                <a:ext uri="{FF2B5EF4-FFF2-40B4-BE49-F238E27FC236}">
                  <a16:creationId xmlns:a16="http://schemas.microsoft.com/office/drawing/2014/main" id="{349282F4-4B0D-889D-10F7-4B46F41A3B3C}"/>
                </a:ext>
              </a:extLst>
            </p:cNvPr>
            <p:cNvSpPr/>
            <p:nvPr/>
          </p:nvSpPr>
          <p:spPr>
            <a:xfrm>
              <a:off x="7123977" y="3369633"/>
              <a:ext cx="1687257" cy="1434981"/>
            </a:xfrm>
            <a:custGeom>
              <a:avLst/>
              <a:gdLst>
                <a:gd name="connsiteX0" fmla="*/ 0 w 1687257"/>
                <a:gd name="connsiteY0" fmla="*/ 0 h 1434981"/>
                <a:gd name="connsiteX1" fmla="*/ 1687258 w 1687257"/>
                <a:gd name="connsiteY1" fmla="*/ 0 h 1434981"/>
                <a:gd name="connsiteX2" fmla="*/ 1684196 w 1687257"/>
                <a:gd name="connsiteY2" fmla="*/ 1434982 h 1434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7257" h="1434981">
                  <a:moveTo>
                    <a:pt x="0" y="0"/>
                  </a:moveTo>
                  <a:lnTo>
                    <a:pt x="1687258" y="0"/>
                  </a:lnTo>
                  <a:lnTo>
                    <a:pt x="1684196" y="1434982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" name="任意多边形: 形状 230">
              <a:extLst>
                <a:ext uri="{FF2B5EF4-FFF2-40B4-BE49-F238E27FC236}">
                  <a16:creationId xmlns:a16="http://schemas.microsoft.com/office/drawing/2014/main" id="{044B2F45-2A60-AE64-B4ED-D6C2A10B5D71}"/>
                </a:ext>
              </a:extLst>
            </p:cNvPr>
            <p:cNvSpPr/>
            <p:nvPr/>
          </p:nvSpPr>
          <p:spPr>
            <a:xfrm>
              <a:off x="8786363" y="4793616"/>
              <a:ext cx="43743" cy="43806"/>
            </a:xfrm>
            <a:custGeom>
              <a:avLst/>
              <a:gdLst>
                <a:gd name="connsiteX0" fmla="*/ 21747 w 43743"/>
                <a:gd name="connsiteY0" fmla="*/ 43806 h 43806"/>
                <a:gd name="connsiteX1" fmla="*/ 0 w 43743"/>
                <a:gd name="connsiteY1" fmla="*/ 0 h 43806"/>
                <a:gd name="connsiteX2" fmla="*/ 21809 w 43743"/>
                <a:gd name="connsiteY2" fmla="*/ 10998 h 43806"/>
                <a:gd name="connsiteX3" fmla="*/ 43744 w 43743"/>
                <a:gd name="connsiteY3" fmla="*/ 125 h 4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806">
                  <a:moveTo>
                    <a:pt x="21747" y="43806"/>
                  </a:moveTo>
                  <a:lnTo>
                    <a:pt x="0" y="0"/>
                  </a:lnTo>
                  <a:lnTo>
                    <a:pt x="21809" y="10998"/>
                  </a:lnTo>
                  <a:lnTo>
                    <a:pt x="43744" y="125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32" name="图形 93">
            <a:extLst>
              <a:ext uri="{FF2B5EF4-FFF2-40B4-BE49-F238E27FC236}">
                <a16:creationId xmlns:a16="http://schemas.microsoft.com/office/drawing/2014/main" id="{2877DE0A-064E-1FE3-CE22-195C34193154}"/>
              </a:ext>
            </a:extLst>
          </p:cNvPr>
          <p:cNvGrpSpPr/>
          <p:nvPr/>
        </p:nvGrpSpPr>
        <p:grpSpPr>
          <a:xfrm>
            <a:off x="8761242" y="4844421"/>
            <a:ext cx="93736" cy="112483"/>
            <a:chOff x="8761242" y="4844421"/>
            <a:chExt cx="93736" cy="112483"/>
          </a:xfrm>
        </p:grpSpPr>
        <p:sp>
          <p:nvSpPr>
            <p:cNvPr id="233" name="任意多边形: 形状 232">
              <a:extLst>
                <a:ext uri="{FF2B5EF4-FFF2-40B4-BE49-F238E27FC236}">
                  <a16:creationId xmlns:a16="http://schemas.microsoft.com/office/drawing/2014/main" id="{9E83EE8A-F68D-A6C4-2C3A-75C20FDD9FFE}"/>
                </a:ext>
              </a:extLst>
            </p:cNvPr>
            <p:cNvSpPr/>
            <p:nvPr/>
          </p:nvSpPr>
          <p:spPr>
            <a:xfrm>
              <a:off x="8761242" y="4844421"/>
              <a:ext cx="93736" cy="93736"/>
            </a:xfrm>
            <a:custGeom>
              <a:avLst/>
              <a:gdLst>
                <a:gd name="connsiteX0" fmla="*/ 93737 w 93736"/>
                <a:gd name="connsiteY0" fmla="*/ 46868 h 93736"/>
                <a:gd name="connsiteX1" fmla="*/ 46868 w 93736"/>
                <a:gd name="connsiteY1" fmla="*/ 93737 h 93736"/>
                <a:gd name="connsiteX2" fmla="*/ 0 w 93736"/>
                <a:gd name="connsiteY2" fmla="*/ 46868 h 93736"/>
                <a:gd name="connsiteX3" fmla="*/ 46868 w 93736"/>
                <a:gd name="connsiteY3" fmla="*/ 0 h 93736"/>
                <a:gd name="connsiteX4" fmla="*/ 93737 w 93736"/>
                <a:gd name="connsiteY4" fmla="*/ 46868 h 93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736" h="93736">
                  <a:moveTo>
                    <a:pt x="93737" y="46868"/>
                  </a:moveTo>
                  <a:cubicBezTo>
                    <a:pt x="93737" y="72753"/>
                    <a:pt x="72753" y="93737"/>
                    <a:pt x="46868" y="93737"/>
                  </a:cubicBezTo>
                  <a:cubicBezTo>
                    <a:pt x="20984" y="93737"/>
                    <a:pt x="0" y="72753"/>
                    <a:pt x="0" y="46868"/>
                  </a:cubicBezTo>
                  <a:cubicBezTo>
                    <a:pt x="0" y="20984"/>
                    <a:pt x="20984" y="0"/>
                    <a:pt x="46868" y="0"/>
                  </a:cubicBezTo>
                  <a:cubicBezTo>
                    <a:pt x="72753" y="0"/>
                    <a:pt x="93737" y="20984"/>
                    <a:pt x="93737" y="46868"/>
                  </a:cubicBezTo>
                  <a:close/>
                </a:path>
              </a:pathLst>
            </a:custGeom>
            <a:solidFill>
              <a:srgbClr val="FFFFFF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34" name="图形 93">
              <a:extLst>
                <a:ext uri="{FF2B5EF4-FFF2-40B4-BE49-F238E27FC236}">
                  <a16:creationId xmlns:a16="http://schemas.microsoft.com/office/drawing/2014/main" id="{5910B01B-DD39-2FF8-94DE-8679B6D1A5EA}"/>
                </a:ext>
              </a:extLst>
            </p:cNvPr>
            <p:cNvGrpSpPr/>
            <p:nvPr/>
          </p:nvGrpSpPr>
          <p:grpSpPr>
            <a:xfrm>
              <a:off x="8776865" y="4850670"/>
              <a:ext cx="56241" cy="106234"/>
              <a:chOff x="8776865" y="4850670"/>
              <a:chExt cx="56241" cy="106234"/>
            </a:xfrm>
            <a:noFill/>
          </p:grpSpPr>
          <p:sp>
            <p:nvSpPr>
              <p:cNvPr id="235" name="任意多边形: 形状 234">
                <a:extLst>
                  <a:ext uri="{FF2B5EF4-FFF2-40B4-BE49-F238E27FC236}">
                    <a16:creationId xmlns:a16="http://schemas.microsoft.com/office/drawing/2014/main" id="{04B1E182-7628-CCEE-DEE9-D2E72B2938A9}"/>
                  </a:ext>
                </a:extLst>
              </p:cNvPr>
              <p:cNvSpPr/>
              <p:nvPr/>
            </p:nvSpPr>
            <p:spPr>
              <a:xfrm>
                <a:off x="8786238" y="4861106"/>
                <a:ext cx="43743" cy="72802"/>
              </a:xfrm>
              <a:custGeom>
                <a:avLst/>
                <a:gdLst>
                  <a:gd name="connsiteX0" fmla="*/ 0 w 43743"/>
                  <a:gd name="connsiteY0" fmla="*/ 0 h 72802"/>
                  <a:gd name="connsiteX1" fmla="*/ 43744 w 43743"/>
                  <a:gd name="connsiteY1" fmla="*/ 0 h 72802"/>
                  <a:gd name="connsiteX2" fmla="*/ 43744 w 43743"/>
                  <a:gd name="connsiteY2" fmla="*/ 72802 h 72802"/>
                  <a:gd name="connsiteX3" fmla="*/ 0 w 43743"/>
                  <a:gd name="connsiteY3" fmla="*/ 72802 h 72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743" h="72802">
                    <a:moveTo>
                      <a:pt x="0" y="0"/>
                    </a:moveTo>
                    <a:lnTo>
                      <a:pt x="43744" y="0"/>
                    </a:lnTo>
                    <a:lnTo>
                      <a:pt x="43744" y="72802"/>
                    </a:lnTo>
                    <a:lnTo>
                      <a:pt x="0" y="72802"/>
                    </a:lnTo>
                    <a:close/>
                  </a:path>
                </a:pathLst>
              </a:custGeom>
              <a:noFill/>
              <a:ln w="62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36" name="图片 235">
                <a:extLst>
                  <a:ext uri="{FF2B5EF4-FFF2-40B4-BE49-F238E27FC236}">
                    <a16:creationId xmlns:a16="http://schemas.microsoft.com/office/drawing/2014/main" id="{C855A675-6122-AA56-BAD4-EBA9D3E3BA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776865" y="4850670"/>
                <a:ext cx="56241" cy="106234"/>
              </a:xfrm>
              <a:custGeom>
                <a:avLst/>
                <a:gdLst>
                  <a:gd name="connsiteX0" fmla="*/ -1 w 56241"/>
                  <a:gd name="connsiteY0" fmla="*/ -1 h 106234"/>
                  <a:gd name="connsiteX1" fmla="*/ 56241 w 56241"/>
                  <a:gd name="connsiteY1" fmla="*/ -1 h 106234"/>
                  <a:gd name="connsiteX2" fmla="*/ 56241 w 56241"/>
                  <a:gd name="connsiteY2" fmla="*/ 106234 h 106234"/>
                  <a:gd name="connsiteX3" fmla="*/ -1 w 56241"/>
                  <a:gd name="connsiteY3" fmla="*/ 106234 h 106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241" h="106234">
                    <a:moveTo>
                      <a:pt x="-1" y="-1"/>
                    </a:moveTo>
                    <a:lnTo>
                      <a:pt x="56241" y="-1"/>
                    </a:lnTo>
                    <a:lnTo>
                      <a:pt x="56241" y="106234"/>
                    </a:lnTo>
                    <a:lnTo>
                      <a:pt x="-1" y="106234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37" name="图形 93">
            <a:extLst>
              <a:ext uri="{FF2B5EF4-FFF2-40B4-BE49-F238E27FC236}">
                <a16:creationId xmlns:a16="http://schemas.microsoft.com/office/drawing/2014/main" id="{D4C7704C-7218-0F2B-826A-BC7A722410F9}"/>
              </a:ext>
            </a:extLst>
          </p:cNvPr>
          <p:cNvGrpSpPr/>
          <p:nvPr/>
        </p:nvGrpSpPr>
        <p:grpSpPr>
          <a:xfrm>
            <a:off x="9636116" y="4878791"/>
            <a:ext cx="236716" cy="43743"/>
            <a:chOff x="9636116" y="4878791"/>
            <a:chExt cx="236716" cy="43743"/>
          </a:xfrm>
        </p:grpSpPr>
        <p:sp>
          <p:nvSpPr>
            <p:cNvPr id="238" name="任意多边形: 形状 237">
              <a:extLst>
                <a:ext uri="{FF2B5EF4-FFF2-40B4-BE49-F238E27FC236}">
                  <a16:creationId xmlns:a16="http://schemas.microsoft.com/office/drawing/2014/main" id="{CB7D9D9D-61E0-E3BF-EC67-8FED43F3F390}"/>
                </a:ext>
              </a:extLst>
            </p:cNvPr>
            <p:cNvSpPr/>
            <p:nvPr/>
          </p:nvSpPr>
          <p:spPr>
            <a:xfrm>
              <a:off x="9636116" y="4900663"/>
              <a:ext cx="203908" cy="6249"/>
            </a:xfrm>
            <a:custGeom>
              <a:avLst/>
              <a:gdLst>
                <a:gd name="connsiteX0" fmla="*/ 0 w 203908"/>
                <a:gd name="connsiteY0" fmla="*/ 0 h 6249"/>
                <a:gd name="connsiteX1" fmla="*/ 125544 w 203908"/>
                <a:gd name="connsiteY1" fmla="*/ 0 h 6249"/>
                <a:gd name="connsiteX2" fmla="*/ 203908 w 203908"/>
                <a:gd name="connsiteY2" fmla="*/ 0 h 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908" h="6249">
                  <a:moveTo>
                    <a:pt x="0" y="0"/>
                  </a:moveTo>
                  <a:lnTo>
                    <a:pt x="125544" y="0"/>
                  </a:lnTo>
                  <a:lnTo>
                    <a:pt x="203908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" name="任意多边形: 形状 238">
              <a:extLst>
                <a:ext uri="{FF2B5EF4-FFF2-40B4-BE49-F238E27FC236}">
                  <a16:creationId xmlns:a16="http://schemas.microsoft.com/office/drawing/2014/main" id="{D7A9CDAA-BE11-6400-622C-3FA6E0B5AB86}"/>
                </a:ext>
              </a:extLst>
            </p:cNvPr>
            <p:cNvSpPr/>
            <p:nvPr/>
          </p:nvSpPr>
          <p:spPr>
            <a:xfrm>
              <a:off x="9829089" y="4878791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40" name="图形 93">
            <a:extLst>
              <a:ext uri="{FF2B5EF4-FFF2-40B4-BE49-F238E27FC236}">
                <a16:creationId xmlns:a16="http://schemas.microsoft.com/office/drawing/2014/main" id="{E7FE18AE-DA37-9C33-7329-4C9A73E43CB4}"/>
              </a:ext>
            </a:extLst>
          </p:cNvPr>
          <p:cNvGrpSpPr/>
          <p:nvPr/>
        </p:nvGrpSpPr>
        <p:grpSpPr>
          <a:xfrm>
            <a:off x="9136188" y="4775681"/>
            <a:ext cx="499928" cy="249964"/>
            <a:chOff x="9136188" y="4775681"/>
            <a:chExt cx="499928" cy="249964"/>
          </a:xfrm>
          <a:solidFill>
            <a:srgbClr val="DAE8FC"/>
          </a:solidFill>
        </p:grpSpPr>
        <p:sp>
          <p:nvSpPr>
            <p:cNvPr id="241" name="任意多边形: 形状 240">
              <a:extLst>
                <a:ext uri="{FF2B5EF4-FFF2-40B4-BE49-F238E27FC236}">
                  <a16:creationId xmlns:a16="http://schemas.microsoft.com/office/drawing/2014/main" id="{E9144B2D-1F26-7311-24B5-8740536E7392}"/>
                </a:ext>
              </a:extLst>
            </p:cNvPr>
            <p:cNvSpPr/>
            <p:nvPr/>
          </p:nvSpPr>
          <p:spPr>
            <a:xfrm>
              <a:off x="9136188" y="4775681"/>
              <a:ext cx="499928" cy="249964"/>
            </a:xfrm>
            <a:custGeom>
              <a:avLst/>
              <a:gdLst>
                <a:gd name="connsiteX0" fmla="*/ 462434 w 499928"/>
                <a:gd name="connsiteY0" fmla="*/ 0 h 249964"/>
                <a:gd name="connsiteX1" fmla="*/ 499928 w 499928"/>
                <a:gd name="connsiteY1" fmla="*/ 37495 h 249964"/>
                <a:gd name="connsiteX2" fmla="*/ 499928 w 499928"/>
                <a:gd name="connsiteY2" fmla="*/ 212469 h 249964"/>
                <a:gd name="connsiteX3" fmla="*/ 462434 w 499928"/>
                <a:gd name="connsiteY3" fmla="*/ 249964 h 249964"/>
                <a:gd name="connsiteX4" fmla="*/ 37495 w 499928"/>
                <a:gd name="connsiteY4" fmla="*/ 249964 h 249964"/>
                <a:gd name="connsiteX5" fmla="*/ 0 w 499928"/>
                <a:gd name="connsiteY5" fmla="*/ 212469 h 249964"/>
                <a:gd name="connsiteX6" fmla="*/ 0 w 499928"/>
                <a:gd name="connsiteY6" fmla="*/ 37495 h 249964"/>
                <a:gd name="connsiteX7" fmla="*/ 37495 w 499928"/>
                <a:gd name="connsiteY7" fmla="*/ 0 h 24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9928" h="249964">
                  <a:moveTo>
                    <a:pt x="462434" y="0"/>
                  </a:moveTo>
                  <a:cubicBezTo>
                    <a:pt x="483141" y="0"/>
                    <a:pt x="499928" y="16787"/>
                    <a:pt x="499928" y="37495"/>
                  </a:cubicBezTo>
                  <a:lnTo>
                    <a:pt x="499928" y="212469"/>
                  </a:lnTo>
                  <a:cubicBezTo>
                    <a:pt x="499928" y="233177"/>
                    <a:pt x="483141" y="249964"/>
                    <a:pt x="462434" y="249964"/>
                  </a:cubicBezTo>
                  <a:lnTo>
                    <a:pt x="37495" y="249964"/>
                  </a:lnTo>
                  <a:cubicBezTo>
                    <a:pt x="16787" y="249964"/>
                    <a:pt x="0" y="233177"/>
                    <a:pt x="0" y="212469"/>
                  </a:cubicBezTo>
                  <a:lnTo>
                    <a:pt x="0" y="37495"/>
                  </a:lnTo>
                  <a:cubicBezTo>
                    <a:pt x="0" y="16787"/>
                    <a:pt x="16787" y="0"/>
                    <a:pt x="37495" y="0"/>
                  </a:cubicBezTo>
                  <a:close/>
                </a:path>
              </a:pathLst>
            </a:custGeom>
            <a:solidFill>
              <a:srgbClr val="DAE8FC"/>
            </a:solidFill>
            <a:ln w="6249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242" name="图片 241">
              <a:extLst>
                <a:ext uri="{FF2B5EF4-FFF2-40B4-BE49-F238E27FC236}">
                  <a16:creationId xmlns:a16="http://schemas.microsoft.com/office/drawing/2014/main" id="{2A0BD109-5F0A-ED22-585E-1F2D71530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9139313" y="4856919"/>
              <a:ext cx="487430" cy="106234"/>
            </a:xfrm>
            <a:custGeom>
              <a:avLst/>
              <a:gdLst>
                <a:gd name="connsiteX0" fmla="*/ -1 w 487430"/>
                <a:gd name="connsiteY0" fmla="*/ -1 h 106234"/>
                <a:gd name="connsiteX1" fmla="*/ 487430 w 487430"/>
                <a:gd name="connsiteY1" fmla="*/ -1 h 106234"/>
                <a:gd name="connsiteX2" fmla="*/ 487430 w 487430"/>
                <a:gd name="connsiteY2" fmla="*/ 106234 h 106234"/>
                <a:gd name="connsiteX3" fmla="*/ -1 w 487430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430" h="106234">
                  <a:moveTo>
                    <a:pt x="-1" y="-1"/>
                  </a:moveTo>
                  <a:lnTo>
                    <a:pt x="487430" y="-1"/>
                  </a:lnTo>
                  <a:lnTo>
                    <a:pt x="487430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243" name="图形 93">
            <a:extLst>
              <a:ext uri="{FF2B5EF4-FFF2-40B4-BE49-F238E27FC236}">
                <a16:creationId xmlns:a16="http://schemas.microsoft.com/office/drawing/2014/main" id="{A8E02918-7069-B4A6-EEEE-944FE86976B9}"/>
              </a:ext>
            </a:extLst>
          </p:cNvPr>
          <p:cNvGrpSpPr/>
          <p:nvPr/>
        </p:nvGrpSpPr>
        <p:grpSpPr>
          <a:xfrm>
            <a:off x="10379760" y="4878791"/>
            <a:ext cx="492929" cy="43743"/>
            <a:chOff x="10379760" y="4878791"/>
            <a:chExt cx="492929" cy="43743"/>
          </a:xfrm>
        </p:grpSpPr>
        <p:sp>
          <p:nvSpPr>
            <p:cNvPr id="244" name="任意多边形: 形状 243">
              <a:extLst>
                <a:ext uri="{FF2B5EF4-FFF2-40B4-BE49-F238E27FC236}">
                  <a16:creationId xmlns:a16="http://schemas.microsoft.com/office/drawing/2014/main" id="{BEF5B8AD-192D-CCCD-7C53-73DF50D8B435}"/>
                </a:ext>
              </a:extLst>
            </p:cNvPr>
            <p:cNvSpPr/>
            <p:nvPr/>
          </p:nvSpPr>
          <p:spPr>
            <a:xfrm>
              <a:off x="10379760" y="4900663"/>
              <a:ext cx="460121" cy="6249"/>
            </a:xfrm>
            <a:custGeom>
              <a:avLst/>
              <a:gdLst>
                <a:gd name="connsiteX0" fmla="*/ 0 w 460121"/>
                <a:gd name="connsiteY0" fmla="*/ 0 h 6249"/>
                <a:gd name="connsiteX1" fmla="*/ 249964 w 460121"/>
                <a:gd name="connsiteY1" fmla="*/ 0 h 6249"/>
                <a:gd name="connsiteX2" fmla="*/ 460122 w 460121"/>
                <a:gd name="connsiteY2" fmla="*/ 0 h 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0121" h="6249">
                  <a:moveTo>
                    <a:pt x="0" y="0"/>
                  </a:moveTo>
                  <a:lnTo>
                    <a:pt x="249964" y="0"/>
                  </a:lnTo>
                  <a:lnTo>
                    <a:pt x="460122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" name="任意多边形: 形状 244">
              <a:extLst>
                <a:ext uri="{FF2B5EF4-FFF2-40B4-BE49-F238E27FC236}">
                  <a16:creationId xmlns:a16="http://schemas.microsoft.com/office/drawing/2014/main" id="{BB4D0B61-C748-60AA-36A3-6712E7D45B55}"/>
                </a:ext>
              </a:extLst>
            </p:cNvPr>
            <p:cNvSpPr/>
            <p:nvPr/>
          </p:nvSpPr>
          <p:spPr>
            <a:xfrm>
              <a:off x="10828945" y="4878791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46" name="图形 93">
            <a:extLst>
              <a:ext uri="{FF2B5EF4-FFF2-40B4-BE49-F238E27FC236}">
                <a16:creationId xmlns:a16="http://schemas.microsoft.com/office/drawing/2014/main" id="{4D3AB844-2DE9-2F8C-C146-161C4809953B}"/>
              </a:ext>
            </a:extLst>
          </p:cNvPr>
          <p:cNvGrpSpPr/>
          <p:nvPr/>
        </p:nvGrpSpPr>
        <p:grpSpPr>
          <a:xfrm>
            <a:off x="9879831" y="4775681"/>
            <a:ext cx="499928" cy="249964"/>
            <a:chOff x="9879831" y="4775681"/>
            <a:chExt cx="499928" cy="249964"/>
          </a:xfrm>
          <a:solidFill>
            <a:srgbClr val="DAE8FC"/>
          </a:solidFill>
        </p:grpSpPr>
        <p:sp>
          <p:nvSpPr>
            <p:cNvPr id="247" name="任意多边形: 形状 246">
              <a:extLst>
                <a:ext uri="{FF2B5EF4-FFF2-40B4-BE49-F238E27FC236}">
                  <a16:creationId xmlns:a16="http://schemas.microsoft.com/office/drawing/2014/main" id="{DD6D4E4B-7859-B218-BE51-758783CCBDBB}"/>
                </a:ext>
              </a:extLst>
            </p:cNvPr>
            <p:cNvSpPr/>
            <p:nvPr/>
          </p:nvSpPr>
          <p:spPr>
            <a:xfrm>
              <a:off x="9879831" y="4775681"/>
              <a:ext cx="499928" cy="249964"/>
            </a:xfrm>
            <a:custGeom>
              <a:avLst/>
              <a:gdLst>
                <a:gd name="connsiteX0" fmla="*/ 462434 w 499928"/>
                <a:gd name="connsiteY0" fmla="*/ 0 h 249964"/>
                <a:gd name="connsiteX1" fmla="*/ 499928 w 499928"/>
                <a:gd name="connsiteY1" fmla="*/ 37495 h 249964"/>
                <a:gd name="connsiteX2" fmla="*/ 499928 w 499928"/>
                <a:gd name="connsiteY2" fmla="*/ 212469 h 249964"/>
                <a:gd name="connsiteX3" fmla="*/ 462434 w 499928"/>
                <a:gd name="connsiteY3" fmla="*/ 249964 h 249964"/>
                <a:gd name="connsiteX4" fmla="*/ 37495 w 499928"/>
                <a:gd name="connsiteY4" fmla="*/ 249964 h 249964"/>
                <a:gd name="connsiteX5" fmla="*/ 0 w 499928"/>
                <a:gd name="connsiteY5" fmla="*/ 212469 h 249964"/>
                <a:gd name="connsiteX6" fmla="*/ 0 w 499928"/>
                <a:gd name="connsiteY6" fmla="*/ 37495 h 249964"/>
                <a:gd name="connsiteX7" fmla="*/ 37495 w 499928"/>
                <a:gd name="connsiteY7" fmla="*/ 0 h 24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9928" h="249964">
                  <a:moveTo>
                    <a:pt x="462434" y="0"/>
                  </a:moveTo>
                  <a:cubicBezTo>
                    <a:pt x="483141" y="0"/>
                    <a:pt x="499928" y="16787"/>
                    <a:pt x="499928" y="37495"/>
                  </a:cubicBezTo>
                  <a:lnTo>
                    <a:pt x="499928" y="212469"/>
                  </a:lnTo>
                  <a:cubicBezTo>
                    <a:pt x="499928" y="233177"/>
                    <a:pt x="483141" y="249964"/>
                    <a:pt x="462434" y="249964"/>
                  </a:cubicBezTo>
                  <a:lnTo>
                    <a:pt x="37495" y="249964"/>
                  </a:lnTo>
                  <a:cubicBezTo>
                    <a:pt x="16787" y="249964"/>
                    <a:pt x="0" y="233177"/>
                    <a:pt x="0" y="212469"/>
                  </a:cubicBezTo>
                  <a:lnTo>
                    <a:pt x="0" y="37495"/>
                  </a:lnTo>
                  <a:cubicBezTo>
                    <a:pt x="0" y="16787"/>
                    <a:pt x="16787" y="0"/>
                    <a:pt x="37495" y="0"/>
                  </a:cubicBezTo>
                  <a:close/>
                </a:path>
              </a:pathLst>
            </a:custGeom>
            <a:solidFill>
              <a:srgbClr val="DAE8FC"/>
            </a:solidFill>
            <a:ln w="6249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248" name="图片 247">
              <a:extLst>
                <a:ext uri="{FF2B5EF4-FFF2-40B4-BE49-F238E27FC236}">
                  <a16:creationId xmlns:a16="http://schemas.microsoft.com/office/drawing/2014/main" id="{E368781E-D10F-6F89-A52B-B02AE69D9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9882956" y="4856919"/>
              <a:ext cx="487430" cy="106234"/>
            </a:xfrm>
            <a:custGeom>
              <a:avLst/>
              <a:gdLst>
                <a:gd name="connsiteX0" fmla="*/ -1 w 487430"/>
                <a:gd name="connsiteY0" fmla="*/ -1 h 106234"/>
                <a:gd name="connsiteX1" fmla="*/ 487430 w 487430"/>
                <a:gd name="connsiteY1" fmla="*/ -1 h 106234"/>
                <a:gd name="connsiteX2" fmla="*/ 487430 w 487430"/>
                <a:gd name="connsiteY2" fmla="*/ 106234 h 106234"/>
                <a:gd name="connsiteX3" fmla="*/ -1 w 487430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430" h="106234">
                  <a:moveTo>
                    <a:pt x="-1" y="-1"/>
                  </a:moveTo>
                  <a:lnTo>
                    <a:pt x="487430" y="-1"/>
                  </a:lnTo>
                  <a:lnTo>
                    <a:pt x="487430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249" name="图形 93">
            <a:extLst>
              <a:ext uri="{FF2B5EF4-FFF2-40B4-BE49-F238E27FC236}">
                <a16:creationId xmlns:a16="http://schemas.microsoft.com/office/drawing/2014/main" id="{924E722C-91F8-7BEB-276C-CA2640C1255A}"/>
              </a:ext>
            </a:extLst>
          </p:cNvPr>
          <p:cNvGrpSpPr/>
          <p:nvPr/>
        </p:nvGrpSpPr>
        <p:grpSpPr>
          <a:xfrm>
            <a:off x="8849166" y="4877667"/>
            <a:ext cx="280022" cy="43743"/>
            <a:chOff x="8849166" y="4877667"/>
            <a:chExt cx="280022" cy="43743"/>
          </a:xfrm>
        </p:grpSpPr>
        <p:sp>
          <p:nvSpPr>
            <p:cNvPr id="250" name="任意多边形: 形状 249">
              <a:extLst>
                <a:ext uri="{FF2B5EF4-FFF2-40B4-BE49-F238E27FC236}">
                  <a16:creationId xmlns:a16="http://schemas.microsoft.com/office/drawing/2014/main" id="{F856D39E-CC01-1CA5-BB52-BDB81B0CA984}"/>
                </a:ext>
              </a:extLst>
            </p:cNvPr>
            <p:cNvSpPr/>
            <p:nvPr/>
          </p:nvSpPr>
          <p:spPr>
            <a:xfrm>
              <a:off x="8849166" y="4897226"/>
              <a:ext cx="247214" cy="2561"/>
            </a:xfrm>
            <a:custGeom>
              <a:avLst/>
              <a:gdLst>
                <a:gd name="connsiteX0" fmla="*/ 0 w 247214"/>
                <a:gd name="connsiteY0" fmla="*/ 437 h 2561"/>
                <a:gd name="connsiteX1" fmla="*/ 134231 w 247214"/>
                <a:gd name="connsiteY1" fmla="*/ 0 h 2561"/>
                <a:gd name="connsiteX2" fmla="*/ 247215 w 247214"/>
                <a:gd name="connsiteY2" fmla="*/ 2562 h 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7214" h="2561">
                  <a:moveTo>
                    <a:pt x="0" y="437"/>
                  </a:moveTo>
                  <a:lnTo>
                    <a:pt x="134231" y="0"/>
                  </a:lnTo>
                  <a:lnTo>
                    <a:pt x="247215" y="2562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" name="任意多边形: 形状 250">
              <a:extLst>
                <a:ext uri="{FF2B5EF4-FFF2-40B4-BE49-F238E27FC236}">
                  <a16:creationId xmlns:a16="http://schemas.microsoft.com/office/drawing/2014/main" id="{836C57A8-1388-93F2-E29F-3108B165C02E}"/>
                </a:ext>
              </a:extLst>
            </p:cNvPr>
            <p:cNvSpPr/>
            <p:nvPr/>
          </p:nvSpPr>
          <p:spPr>
            <a:xfrm>
              <a:off x="9085008" y="4877667"/>
              <a:ext cx="44180" cy="43743"/>
            </a:xfrm>
            <a:custGeom>
              <a:avLst/>
              <a:gdLst>
                <a:gd name="connsiteX0" fmla="*/ 44181 w 44180"/>
                <a:gd name="connsiteY0" fmla="*/ 22872 h 43743"/>
                <a:gd name="connsiteX1" fmla="*/ 0 w 44180"/>
                <a:gd name="connsiteY1" fmla="*/ 43744 h 43743"/>
                <a:gd name="connsiteX2" fmla="*/ 11373 w 44180"/>
                <a:gd name="connsiteY2" fmla="*/ 22122 h 43743"/>
                <a:gd name="connsiteX3" fmla="*/ 937 w 44180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180" h="43743">
                  <a:moveTo>
                    <a:pt x="44181" y="22872"/>
                  </a:moveTo>
                  <a:lnTo>
                    <a:pt x="0" y="43744"/>
                  </a:lnTo>
                  <a:lnTo>
                    <a:pt x="11373" y="22122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52" name="任意多边形: 形状 251">
            <a:extLst>
              <a:ext uri="{FF2B5EF4-FFF2-40B4-BE49-F238E27FC236}">
                <a16:creationId xmlns:a16="http://schemas.microsoft.com/office/drawing/2014/main" id="{7260CE87-AF7A-91FC-B6EA-938B661762F8}"/>
              </a:ext>
            </a:extLst>
          </p:cNvPr>
          <p:cNvSpPr/>
          <p:nvPr/>
        </p:nvSpPr>
        <p:spPr>
          <a:xfrm>
            <a:off x="6936504" y="1494902"/>
            <a:ext cx="124982" cy="624910"/>
          </a:xfrm>
          <a:custGeom>
            <a:avLst/>
            <a:gdLst>
              <a:gd name="connsiteX0" fmla="*/ 0 w 124982"/>
              <a:gd name="connsiteY0" fmla="*/ 0 h 624910"/>
              <a:gd name="connsiteX1" fmla="*/ 124982 w 124982"/>
              <a:gd name="connsiteY1" fmla="*/ 0 h 624910"/>
              <a:gd name="connsiteX2" fmla="*/ 124982 w 124982"/>
              <a:gd name="connsiteY2" fmla="*/ 624910 h 624910"/>
              <a:gd name="connsiteX3" fmla="*/ 0 w 124982"/>
              <a:gd name="connsiteY3" fmla="*/ 624910 h 624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82" h="624910">
                <a:moveTo>
                  <a:pt x="0" y="0"/>
                </a:moveTo>
                <a:lnTo>
                  <a:pt x="124982" y="0"/>
                </a:lnTo>
                <a:lnTo>
                  <a:pt x="124982" y="624910"/>
                </a:lnTo>
                <a:lnTo>
                  <a:pt x="0" y="624910"/>
                </a:lnTo>
                <a:close/>
              </a:path>
            </a:pathLst>
          </a:custGeom>
          <a:solidFill>
            <a:srgbClr val="FFFFFF"/>
          </a:solidFill>
          <a:ln w="6249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53" name="图形 93">
            <a:extLst>
              <a:ext uri="{FF2B5EF4-FFF2-40B4-BE49-F238E27FC236}">
                <a16:creationId xmlns:a16="http://schemas.microsoft.com/office/drawing/2014/main" id="{6ACE444B-DC46-A07A-6BC1-C0224D082203}"/>
              </a:ext>
            </a:extLst>
          </p:cNvPr>
          <p:cNvGrpSpPr/>
          <p:nvPr/>
        </p:nvGrpSpPr>
        <p:grpSpPr>
          <a:xfrm>
            <a:off x="7123977" y="1753615"/>
            <a:ext cx="1617767" cy="43743"/>
            <a:chOff x="7123977" y="1753615"/>
            <a:chExt cx="1617767" cy="43743"/>
          </a:xfrm>
        </p:grpSpPr>
        <p:sp>
          <p:nvSpPr>
            <p:cNvPr id="254" name="任意多边形: 形状 253">
              <a:extLst>
                <a:ext uri="{FF2B5EF4-FFF2-40B4-BE49-F238E27FC236}">
                  <a16:creationId xmlns:a16="http://schemas.microsoft.com/office/drawing/2014/main" id="{8B42B362-F61F-5267-1F76-EF6E55118D51}"/>
                </a:ext>
              </a:extLst>
            </p:cNvPr>
            <p:cNvSpPr/>
            <p:nvPr/>
          </p:nvSpPr>
          <p:spPr>
            <a:xfrm>
              <a:off x="7123977" y="1775487"/>
              <a:ext cx="1584960" cy="624"/>
            </a:xfrm>
            <a:custGeom>
              <a:avLst/>
              <a:gdLst>
                <a:gd name="connsiteX0" fmla="*/ 0 w 1584960"/>
                <a:gd name="connsiteY0" fmla="*/ 625 h 624"/>
                <a:gd name="connsiteX1" fmla="*/ 1584960 w 1584960"/>
                <a:gd name="connsiteY1" fmla="*/ 0 h 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84960" h="624">
                  <a:moveTo>
                    <a:pt x="0" y="625"/>
                  </a:moveTo>
                  <a:lnTo>
                    <a:pt x="1584960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" name="任意多边形: 形状 254">
              <a:extLst>
                <a:ext uri="{FF2B5EF4-FFF2-40B4-BE49-F238E27FC236}">
                  <a16:creationId xmlns:a16="http://schemas.microsoft.com/office/drawing/2014/main" id="{F4FC0E51-AB5A-EC52-6ECE-1C47329F5F2B}"/>
                </a:ext>
              </a:extLst>
            </p:cNvPr>
            <p:cNvSpPr/>
            <p:nvPr/>
          </p:nvSpPr>
          <p:spPr>
            <a:xfrm>
              <a:off x="8698001" y="1753615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56" name="任意多边形: 形状 255">
            <a:extLst>
              <a:ext uri="{FF2B5EF4-FFF2-40B4-BE49-F238E27FC236}">
                <a16:creationId xmlns:a16="http://schemas.microsoft.com/office/drawing/2014/main" id="{0981BAD0-D8BE-87AB-4BB2-BAEB616FEFE8}"/>
              </a:ext>
            </a:extLst>
          </p:cNvPr>
          <p:cNvSpPr/>
          <p:nvPr/>
        </p:nvSpPr>
        <p:spPr>
          <a:xfrm>
            <a:off x="6936504" y="3054053"/>
            <a:ext cx="124982" cy="624910"/>
          </a:xfrm>
          <a:custGeom>
            <a:avLst/>
            <a:gdLst>
              <a:gd name="connsiteX0" fmla="*/ 0 w 124982"/>
              <a:gd name="connsiteY0" fmla="*/ 0 h 624910"/>
              <a:gd name="connsiteX1" fmla="*/ 124982 w 124982"/>
              <a:gd name="connsiteY1" fmla="*/ 0 h 624910"/>
              <a:gd name="connsiteX2" fmla="*/ 124982 w 124982"/>
              <a:gd name="connsiteY2" fmla="*/ 624910 h 624910"/>
              <a:gd name="connsiteX3" fmla="*/ 0 w 124982"/>
              <a:gd name="connsiteY3" fmla="*/ 624910 h 624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82" h="624910">
                <a:moveTo>
                  <a:pt x="0" y="0"/>
                </a:moveTo>
                <a:lnTo>
                  <a:pt x="124982" y="0"/>
                </a:lnTo>
                <a:lnTo>
                  <a:pt x="124982" y="624910"/>
                </a:lnTo>
                <a:lnTo>
                  <a:pt x="0" y="624910"/>
                </a:lnTo>
                <a:close/>
              </a:path>
            </a:pathLst>
          </a:custGeom>
          <a:solidFill>
            <a:srgbClr val="FFFFFF"/>
          </a:solidFill>
          <a:ln w="6249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57" name="图形 93">
            <a:extLst>
              <a:ext uri="{FF2B5EF4-FFF2-40B4-BE49-F238E27FC236}">
                <a16:creationId xmlns:a16="http://schemas.microsoft.com/office/drawing/2014/main" id="{F96F7C22-935C-1A05-4BBF-5F119EE46D60}"/>
              </a:ext>
            </a:extLst>
          </p:cNvPr>
          <p:cNvGrpSpPr/>
          <p:nvPr/>
        </p:nvGrpSpPr>
        <p:grpSpPr>
          <a:xfrm>
            <a:off x="6374085" y="3347761"/>
            <a:ext cx="492929" cy="43743"/>
            <a:chOff x="6374085" y="3347761"/>
            <a:chExt cx="492929" cy="43743"/>
          </a:xfrm>
        </p:grpSpPr>
        <p:sp>
          <p:nvSpPr>
            <p:cNvPr id="258" name="任意多边形: 形状 257">
              <a:extLst>
                <a:ext uri="{FF2B5EF4-FFF2-40B4-BE49-F238E27FC236}">
                  <a16:creationId xmlns:a16="http://schemas.microsoft.com/office/drawing/2014/main" id="{8FA28CE6-5F55-E978-A87F-88A78F0BF8E7}"/>
                </a:ext>
              </a:extLst>
            </p:cNvPr>
            <p:cNvSpPr/>
            <p:nvPr/>
          </p:nvSpPr>
          <p:spPr>
            <a:xfrm>
              <a:off x="6374085" y="3369633"/>
              <a:ext cx="460121" cy="6249"/>
            </a:xfrm>
            <a:custGeom>
              <a:avLst/>
              <a:gdLst>
                <a:gd name="connsiteX0" fmla="*/ 0 w 460121"/>
                <a:gd name="connsiteY0" fmla="*/ 0 h 6249"/>
                <a:gd name="connsiteX1" fmla="*/ 460122 w 460121"/>
                <a:gd name="connsiteY1" fmla="*/ 0 h 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0121" h="6249">
                  <a:moveTo>
                    <a:pt x="0" y="0"/>
                  </a:moveTo>
                  <a:lnTo>
                    <a:pt x="460122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" name="任意多边形: 形状 258">
              <a:extLst>
                <a:ext uri="{FF2B5EF4-FFF2-40B4-BE49-F238E27FC236}">
                  <a16:creationId xmlns:a16="http://schemas.microsoft.com/office/drawing/2014/main" id="{F8413E5B-E6EC-C5FB-2D95-994D14061EC8}"/>
                </a:ext>
              </a:extLst>
            </p:cNvPr>
            <p:cNvSpPr/>
            <p:nvPr/>
          </p:nvSpPr>
          <p:spPr>
            <a:xfrm>
              <a:off x="6823270" y="3347761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60" name="图形 93">
            <a:extLst>
              <a:ext uri="{FF2B5EF4-FFF2-40B4-BE49-F238E27FC236}">
                <a16:creationId xmlns:a16="http://schemas.microsoft.com/office/drawing/2014/main" id="{111E9F92-897E-E6F3-806B-F9B9FF95110F}"/>
              </a:ext>
            </a:extLst>
          </p:cNvPr>
          <p:cNvGrpSpPr/>
          <p:nvPr/>
        </p:nvGrpSpPr>
        <p:grpSpPr>
          <a:xfrm>
            <a:off x="7123977" y="1836791"/>
            <a:ext cx="1697193" cy="1532842"/>
            <a:chOff x="7123977" y="1836791"/>
            <a:chExt cx="1697193" cy="1532842"/>
          </a:xfrm>
        </p:grpSpPr>
        <p:sp>
          <p:nvSpPr>
            <p:cNvPr id="261" name="任意多边形: 形状 260">
              <a:extLst>
                <a:ext uri="{FF2B5EF4-FFF2-40B4-BE49-F238E27FC236}">
                  <a16:creationId xmlns:a16="http://schemas.microsoft.com/office/drawing/2014/main" id="{4CC35075-59AC-41E4-A63A-45F756C3D628}"/>
                </a:ext>
              </a:extLst>
            </p:cNvPr>
            <p:cNvSpPr/>
            <p:nvPr/>
          </p:nvSpPr>
          <p:spPr>
            <a:xfrm>
              <a:off x="7123977" y="1869598"/>
              <a:ext cx="1687257" cy="1500034"/>
            </a:xfrm>
            <a:custGeom>
              <a:avLst/>
              <a:gdLst>
                <a:gd name="connsiteX0" fmla="*/ 0 w 1687257"/>
                <a:gd name="connsiteY0" fmla="*/ 1500035 h 1500034"/>
                <a:gd name="connsiteX1" fmla="*/ 1687258 w 1687257"/>
                <a:gd name="connsiteY1" fmla="*/ 1500035 h 1500034"/>
                <a:gd name="connsiteX2" fmla="*/ 1675259 w 1687257"/>
                <a:gd name="connsiteY2" fmla="*/ 0 h 150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7257" h="1500034">
                  <a:moveTo>
                    <a:pt x="0" y="1500035"/>
                  </a:moveTo>
                  <a:lnTo>
                    <a:pt x="1687258" y="1500035"/>
                  </a:lnTo>
                  <a:lnTo>
                    <a:pt x="1675259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" name="任意多边形: 形状 261">
              <a:extLst>
                <a:ext uri="{FF2B5EF4-FFF2-40B4-BE49-F238E27FC236}">
                  <a16:creationId xmlns:a16="http://schemas.microsoft.com/office/drawing/2014/main" id="{74F2A32E-A809-9CFE-2F2B-706950D825BD}"/>
                </a:ext>
              </a:extLst>
            </p:cNvPr>
            <p:cNvSpPr/>
            <p:nvPr/>
          </p:nvSpPr>
          <p:spPr>
            <a:xfrm>
              <a:off x="8777427" y="1836791"/>
              <a:ext cx="43743" cy="43931"/>
            </a:xfrm>
            <a:custGeom>
              <a:avLst/>
              <a:gdLst>
                <a:gd name="connsiteX0" fmla="*/ 21497 w 43743"/>
                <a:gd name="connsiteY0" fmla="*/ 0 h 43931"/>
                <a:gd name="connsiteX1" fmla="*/ 43744 w 43743"/>
                <a:gd name="connsiteY1" fmla="*/ 43556 h 43931"/>
                <a:gd name="connsiteX2" fmla="*/ 21809 w 43743"/>
                <a:gd name="connsiteY2" fmla="*/ 32808 h 43931"/>
                <a:gd name="connsiteX3" fmla="*/ 0 w 43743"/>
                <a:gd name="connsiteY3" fmla="*/ 43931 h 43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931">
                  <a:moveTo>
                    <a:pt x="21497" y="0"/>
                  </a:moveTo>
                  <a:lnTo>
                    <a:pt x="43744" y="43556"/>
                  </a:lnTo>
                  <a:lnTo>
                    <a:pt x="21809" y="32808"/>
                  </a:lnTo>
                  <a:lnTo>
                    <a:pt x="0" y="43931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63" name="图形 93">
            <a:extLst>
              <a:ext uri="{FF2B5EF4-FFF2-40B4-BE49-F238E27FC236}">
                <a16:creationId xmlns:a16="http://schemas.microsoft.com/office/drawing/2014/main" id="{47A3D424-0D8D-4F03-92A5-9349B295FC2F}"/>
              </a:ext>
            </a:extLst>
          </p:cNvPr>
          <p:cNvGrpSpPr/>
          <p:nvPr/>
        </p:nvGrpSpPr>
        <p:grpSpPr>
          <a:xfrm>
            <a:off x="8811235" y="4275753"/>
            <a:ext cx="1771620" cy="555420"/>
            <a:chOff x="8811235" y="4275753"/>
            <a:chExt cx="1771620" cy="555420"/>
          </a:xfrm>
        </p:grpSpPr>
        <p:sp>
          <p:nvSpPr>
            <p:cNvPr id="264" name="任意多边形: 形状 263">
              <a:extLst>
                <a:ext uri="{FF2B5EF4-FFF2-40B4-BE49-F238E27FC236}">
                  <a16:creationId xmlns:a16="http://schemas.microsoft.com/office/drawing/2014/main" id="{644A25E0-0753-52FE-446D-AC9778AC716D}"/>
                </a:ext>
              </a:extLst>
            </p:cNvPr>
            <p:cNvSpPr/>
            <p:nvPr/>
          </p:nvSpPr>
          <p:spPr>
            <a:xfrm>
              <a:off x="8811235" y="4275753"/>
              <a:ext cx="1749748" cy="522612"/>
            </a:xfrm>
            <a:custGeom>
              <a:avLst/>
              <a:gdLst>
                <a:gd name="connsiteX0" fmla="*/ 0 w 1749748"/>
                <a:gd name="connsiteY0" fmla="*/ 0 h 522612"/>
                <a:gd name="connsiteX1" fmla="*/ 1749749 w 1749748"/>
                <a:gd name="connsiteY1" fmla="*/ 0 h 522612"/>
                <a:gd name="connsiteX2" fmla="*/ 1749749 w 1749748"/>
                <a:gd name="connsiteY2" fmla="*/ 522613 h 52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49748" h="522612">
                  <a:moveTo>
                    <a:pt x="0" y="0"/>
                  </a:moveTo>
                  <a:lnTo>
                    <a:pt x="1749749" y="0"/>
                  </a:lnTo>
                  <a:lnTo>
                    <a:pt x="1749749" y="522613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" name="任意多边形: 形状 264">
              <a:extLst>
                <a:ext uri="{FF2B5EF4-FFF2-40B4-BE49-F238E27FC236}">
                  <a16:creationId xmlns:a16="http://schemas.microsoft.com/office/drawing/2014/main" id="{DF3DB57E-2458-407D-5A28-AE5008994CCD}"/>
                </a:ext>
              </a:extLst>
            </p:cNvPr>
            <p:cNvSpPr/>
            <p:nvPr/>
          </p:nvSpPr>
          <p:spPr>
            <a:xfrm>
              <a:off x="10539112" y="4787429"/>
              <a:ext cx="43743" cy="43743"/>
            </a:xfrm>
            <a:custGeom>
              <a:avLst/>
              <a:gdLst>
                <a:gd name="connsiteX0" fmla="*/ 21872 w 43743"/>
                <a:gd name="connsiteY0" fmla="*/ 43744 h 43743"/>
                <a:gd name="connsiteX1" fmla="*/ 0 w 43743"/>
                <a:gd name="connsiteY1" fmla="*/ 0 h 43743"/>
                <a:gd name="connsiteX2" fmla="*/ 21872 w 43743"/>
                <a:gd name="connsiteY2" fmla="*/ 10936 h 43743"/>
                <a:gd name="connsiteX3" fmla="*/ 43744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21872" y="43744"/>
                  </a:moveTo>
                  <a:lnTo>
                    <a:pt x="0" y="0"/>
                  </a:lnTo>
                  <a:lnTo>
                    <a:pt x="21872" y="10936"/>
                  </a:lnTo>
                  <a:lnTo>
                    <a:pt x="43744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66" name="图形 93">
            <a:extLst>
              <a:ext uri="{FF2B5EF4-FFF2-40B4-BE49-F238E27FC236}">
                <a16:creationId xmlns:a16="http://schemas.microsoft.com/office/drawing/2014/main" id="{61CBC4E9-0031-52E5-F409-7246525C462B}"/>
              </a:ext>
            </a:extLst>
          </p:cNvPr>
          <p:cNvGrpSpPr/>
          <p:nvPr/>
        </p:nvGrpSpPr>
        <p:grpSpPr>
          <a:xfrm>
            <a:off x="11107780" y="2091692"/>
            <a:ext cx="43743" cy="1145960"/>
            <a:chOff x="11107780" y="2091692"/>
            <a:chExt cx="43743" cy="1145960"/>
          </a:xfrm>
        </p:grpSpPr>
        <p:sp>
          <p:nvSpPr>
            <p:cNvPr id="267" name="任意多边形: 形状 266">
              <a:extLst>
                <a:ext uri="{FF2B5EF4-FFF2-40B4-BE49-F238E27FC236}">
                  <a16:creationId xmlns:a16="http://schemas.microsoft.com/office/drawing/2014/main" id="{13E3FBB5-9CA2-E210-E190-E3DC010C569A}"/>
                </a:ext>
              </a:extLst>
            </p:cNvPr>
            <p:cNvSpPr/>
            <p:nvPr/>
          </p:nvSpPr>
          <p:spPr>
            <a:xfrm>
              <a:off x="11129652" y="2091692"/>
              <a:ext cx="6249" cy="1113152"/>
            </a:xfrm>
            <a:custGeom>
              <a:avLst/>
              <a:gdLst>
                <a:gd name="connsiteX0" fmla="*/ 0 w 6249"/>
                <a:gd name="connsiteY0" fmla="*/ 0 h 1113152"/>
                <a:gd name="connsiteX1" fmla="*/ 0 w 6249"/>
                <a:gd name="connsiteY1" fmla="*/ 576355 h 1113152"/>
                <a:gd name="connsiteX2" fmla="*/ 0 w 6249"/>
                <a:gd name="connsiteY2" fmla="*/ 1113153 h 111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49" h="1113152">
                  <a:moveTo>
                    <a:pt x="0" y="0"/>
                  </a:moveTo>
                  <a:lnTo>
                    <a:pt x="0" y="576355"/>
                  </a:lnTo>
                  <a:lnTo>
                    <a:pt x="0" y="1113153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8" name="任意多边形: 形状 267">
              <a:extLst>
                <a:ext uri="{FF2B5EF4-FFF2-40B4-BE49-F238E27FC236}">
                  <a16:creationId xmlns:a16="http://schemas.microsoft.com/office/drawing/2014/main" id="{0B60F7BD-77E3-BC73-179F-74BDD466CE23}"/>
                </a:ext>
              </a:extLst>
            </p:cNvPr>
            <p:cNvSpPr/>
            <p:nvPr/>
          </p:nvSpPr>
          <p:spPr>
            <a:xfrm>
              <a:off x="11107780" y="3193908"/>
              <a:ext cx="43743" cy="43743"/>
            </a:xfrm>
            <a:custGeom>
              <a:avLst/>
              <a:gdLst>
                <a:gd name="connsiteX0" fmla="*/ 21872 w 43743"/>
                <a:gd name="connsiteY0" fmla="*/ 43744 h 43743"/>
                <a:gd name="connsiteX1" fmla="*/ 0 w 43743"/>
                <a:gd name="connsiteY1" fmla="*/ 0 h 43743"/>
                <a:gd name="connsiteX2" fmla="*/ 21872 w 43743"/>
                <a:gd name="connsiteY2" fmla="*/ 10936 h 43743"/>
                <a:gd name="connsiteX3" fmla="*/ 43744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21872" y="43744"/>
                  </a:moveTo>
                  <a:lnTo>
                    <a:pt x="0" y="0"/>
                  </a:lnTo>
                  <a:lnTo>
                    <a:pt x="21872" y="10936"/>
                  </a:lnTo>
                  <a:lnTo>
                    <a:pt x="43744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69" name="任意多边形: 形状 268">
            <a:extLst>
              <a:ext uri="{FF2B5EF4-FFF2-40B4-BE49-F238E27FC236}">
                <a16:creationId xmlns:a16="http://schemas.microsoft.com/office/drawing/2014/main" id="{25C14527-F0C6-4E9F-2BDA-9620C0082B0D}"/>
              </a:ext>
            </a:extLst>
          </p:cNvPr>
          <p:cNvSpPr/>
          <p:nvPr/>
        </p:nvSpPr>
        <p:spPr>
          <a:xfrm>
            <a:off x="11067161" y="1466781"/>
            <a:ext cx="124982" cy="624910"/>
          </a:xfrm>
          <a:custGeom>
            <a:avLst/>
            <a:gdLst>
              <a:gd name="connsiteX0" fmla="*/ 0 w 124982"/>
              <a:gd name="connsiteY0" fmla="*/ 0 h 624910"/>
              <a:gd name="connsiteX1" fmla="*/ 124982 w 124982"/>
              <a:gd name="connsiteY1" fmla="*/ 0 h 624910"/>
              <a:gd name="connsiteX2" fmla="*/ 124982 w 124982"/>
              <a:gd name="connsiteY2" fmla="*/ 624910 h 624910"/>
              <a:gd name="connsiteX3" fmla="*/ 0 w 124982"/>
              <a:gd name="connsiteY3" fmla="*/ 624910 h 624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82" h="624910">
                <a:moveTo>
                  <a:pt x="0" y="0"/>
                </a:moveTo>
                <a:lnTo>
                  <a:pt x="124982" y="0"/>
                </a:lnTo>
                <a:lnTo>
                  <a:pt x="124982" y="624910"/>
                </a:lnTo>
                <a:lnTo>
                  <a:pt x="0" y="624910"/>
                </a:lnTo>
                <a:close/>
              </a:path>
            </a:pathLst>
          </a:custGeom>
          <a:solidFill>
            <a:srgbClr val="FFFFFF"/>
          </a:solidFill>
          <a:ln w="6249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70" name="图形 93">
            <a:extLst>
              <a:ext uri="{FF2B5EF4-FFF2-40B4-BE49-F238E27FC236}">
                <a16:creationId xmlns:a16="http://schemas.microsoft.com/office/drawing/2014/main" id="{7296331D-BD43-4DF4-3183-26A4BB199551}"/>
              </a:ext>
            </a:extLst>
          </p:cNvPr>
          <p:cNvGrpSpPr/>
          <p:nvPr/>
        </p:nvGrpSpPr>
        <p:grpSpPr>
          <a:xfrm>
            <a:off x="11107780" y="3439685"/>
            <a:ext cx="43743" cy="1148522"/>
            <a:chOff x="11107780" y="3439685"/>
            <a:chExt cx="43743" cy="1148522"/>
          </a:xfrm>
        </p:grpSpPr>
        <p:sp>
          <p:nvSpPr>
            <p:cNvPr id="271" name="任意多边形: 形状 270">
              <a:extLst>
                <a:ext uri="{FF2B5EF4-FFF2-40B4-BE49-F238E27FC236}">
                  <a16:creationId xmlns:a16="http://schemas.microsoft.com/office/drawing/2014/main" id="{593A32A6-301D-AAE5-7105-CA546628A84E}"/>
                </a:ext>
              </a:extLst>
            </p:cNvPr>
            <p:cNvSpPr/>
            <p:nvPr/>
          </p:nvSpPr>
          <p:spPr>
            <a:xfrm>
              <a:off x="11129652" y="3472493"/>
              <a:ext cx="6249" cy="1115714"/>
            </a:xfrm>
            <a:custGeom>
              <a:avLst/>
              <a:gdLst>
                <a:gd name="connsiteX0" fmla="*/ 0 w 6249"/>
                <a:gd name="connsiteY0" fmla="*/ 1115715 h 1115714"/>
                <a:gd name="connsiteX1" fmla="*/ 0 w 6249"/>
                <a:gd name="connsiteY1" fmla="*/ 0 h 111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49" h="1115714">
                  <a:moveTo>
                    <a:pt x="0" y="1115715"/>
                  </a:moveTo>
                  <a:lnTo>
                    <a:pt x="0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2" name="任意多边形: 形状 271">
              <a:extLst>
                <a:ext uri="{FF2B5EF4-FFF2-40B4-BE49-F238E27FC236}">
                  <a16:creationId xmlns:a16="http://schemas.microsoft.com/office/drawing/2014/main" id="{399DEE14-302D-2299-DB20-88734371F3E9}"/>
                </a:ext>
              </a:extLst>
            </p:cNvPr>
            <p:cNvSpPr/>
            <p:nvPr/>
          </p:nvSpPr>
          <p:spPr>
            <a:xfrm>
              <a:off x="11107780" y="3439685"/>
              <a:ext cx="43743" cy="43743"/>
            </a:xfrm>
            <a:custGeom>
              <a:avLst/>
              <a:gdLst>
                <a:gd name="connsiteX0" fmla="*/ 21872 w 43743"/>
                <a:gd name="connsiteY0" fmla="*/ 0 h 43743"/>
                <a:gd name="connsiteX1" fmla="*/ 43744 w 43743"/>
                <a:gd name="connsiteY1" fmla="*/ 43744 h 43743"/>
                <a:gd name="connsiteX2" fmla="*/ 21872 w 43743"/>
                <a:gd name="connsiteY2" fmla="*/ 32808 h 43743"/>
                <a:gd name="connsiteX3" fmla="*/ 0 w 43743"/>
                <a:gd name="connsiteY3" fmla="*/ 43744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21872" y="0"/>
                  </a:moveTo>
                  <a:lnTo>
                    <a:pt x="43744" y="43744"/>
                  </a:lnTo>
                  <a:lnTo>
                    <a:pt x="21872" y="32808"/>
                  </a:lnTo>
                  <a:lnTo>
                    <a:pt x="0" y="43744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3" name="任意多边形: 形状 272">
            <a:extLst>
              <a:ext uri="{FF2B5EF4-FFF2-40B4-BE49-F238E27FC236}">
                <a16:creationId xmlns:a16="http://schemas.microsoft.com/office/drawing/2014/main" id="{ED9D2CE7-621D-A77A-ECEA-73D81281A621}"/>
              </a:ext>
            </a:extLst>
          </p:cNvPr>
          <p:cNvSpPr/>
          <p:nvPr/>
        </p:nvSpPr>
        <p:spPr>
          <a:xfrm>
            <a:off x="11067161" y="4588208"/>
            <a:ext cx="124982" cy="624910"/>
          </a:xfrm>
          <a:custGeom>
            <a:avLst/>
            <a:gdLst>
              <a:gd name="connsiteX0" fmla="*/ 0 w 124982"/>
              <a:gd name="connsiteY0" fmla="*/ 0 h 624910"/>
              <a:gd name="connsiteX1" fmla="*/ 124982 w 124982"/>
              <a:gd name="connsiteY1" fmla="*/ 0 h 624910"/>
              <a:gd name="connsiteX2" fmla="*/ 124982 w 124982"/>
              <a:gd name="connsiteY2" fmla="*/ 624910 h 624910"/>
              <a:gd name="connsiteX3" fmla="*/ 0 w 124982"/>
              <a:gd name="connsiteY3" fmla="*/ 624910 h 624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82" h="624910">
                <a:moveTo>
                  <a:pt x="0" y="0"/>
                </a:moveTo>
                <a:lnTo>
                  <a:pt x="124982" y="0"/>
                </a:lnTo>
                <a:lnTo>
                  <a:pt x="124982" y="624910"/>
                </a:lnTo>
                <a:lnTo>
                  <a:pt x="0" y="624910"/>
                </a:lnTo>
                <a:close/>
              </a:path>
            </a:pathLst>
          </a:custGeom>
          <a:solidFill>
            <a:srgbClr val="FFFFFF"/>
          </a:solidFill>
          <a:ln w="6249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74" name="图形 93">
            <a:extLst>
              <a:ext uri="{FF2B5EF4-FFF2-40B4-BE49-F238E27FC236}">
                <a16:creationId xmlns:a16="http://schemas.microsoft.com/office/drawing/2014/main" id="{DFD740A4-42BC-BF16-11E0-719304F7E5E9}"/>
              </a:ext>
            </a:extLst>
          </p:cNvPr>
          <p:cNvGrpSpPr/>
          <p:nvPr/>
        </p:nvGrpSpPr>
        <p:grpSpPr>
          <a:xfrm>
            <a:off x="11379616" y="3313391"/>
            <a:ext cx="299207" cy="43743"/>
            <a:chOff x="11379616" y="3313391"/>
            <a:chExt cx="299207" cy="43743"/>
          </a:xfrm>
        </p:grpSpPr>
        <p:sp>
          <p:nvSpPr>
            <p:cNvPr id="275" name="任意多边形: 形状 274">
              <a:extLst>
                <a:ext uri="{FF2B5EF4-FFF2-40B4-BE49-F238E27FC236}">
                  <a16:creationId xmlns:a16="http://schemas.microsoft.com/office/drawing/2014/main" id="{AF818EE9-7A17-420F-CD8A-EC0BBC02B59C}"/>
                </a:ext>
              </a:extLst>
            </p:cNvPr>
            <p:cNvSpPr/>
            <p:nvPr/>
          </p:nvSpPr>
          <p:spPr>
            <a:xfrm>
              <a:off x="11379616" y="3335263"/>
              <a:ext cx="266399" cy="6249"/>
            </a:xfrm>
            <a:custGeom>
              <a:avLst/>
              <a:gdLst>
                <a:gd name="connsiteX0" fmla="*/ 0 w 266399"/>
                <a:gd name="connsiteY0" fmla="*/ 0 h 6249"/>
                <a:gd name="connsiteX1" fmla="*/ 266399 w 266399"/>
                <a:gd name="connsiteY1" fmla="*/ 0 h 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399" h="6249">
                  <a:moveTo>
                    <a:pt x="0" y="0"/>
                  </a:moveTo>
                  <a:lnTo>
                    <a:pt x="266399" y="0"/>
                  </a:lnTo>
                </a:path>
              </a:pathLst>
            </a:custGeom>
            <a:noFill/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" name="任意多边形: 形状 275">
              <a:extLst>
                <a:ext uri="{FF2B5EF4-FFF2-40B4-BE49-F238E27FC236}">
                  <a16:creationId xmlns:a16="http://schemas.microsoft.com/office/drawing/2014/main" id="{A8EC9162-C447-FC36-E722-0E2A7722E4A0}"/>
                </a:ext>
              </a:extLst>
            </p:cNvPr>
            <p:cNvSpPr/>
            <p:nvPr/>
          </p:nvSpPr>
          <p:spPr>
            <a:xfrm>
              <a:off x="11635079" y="3313391"/>
              <a:ext cx="43743" cy="43743"/>
            </a:xfrm>
            <a:custGeom>
              <a:avLst/>
              <a:gdLst>
                <a:gd name="connsiteX0" fmla="*/ 43744 w 43743"/>
                <a:gd name="connsiteY0" fmla="*/ 21872 h 43743"/>
                <a:gd name="connsiteX1" fmla="*/ 0 w 43743"/>
                <a:gd name="connsiteY1" fmla="*/ 43744 h 43743"/>
                <a:gd name="connsiteX2" fmla="*/ 10936 w 43743"/>
                <a:gd name="connsiteY2" fmla="*/ 21872 h 43743"/>
                <a:gd name="connsiteX3" fmla="*/ 0 w 43743"/>
                <a:gd name="connsiteY3" fmla="*/ 0 h 43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43" h="43743">
                  <a:moveTo>
                    <a:pt x="43744" y="21872"/>
                  </a:moveTo>
                  <a:lnTo>
                    <a:pt x="0" y="43744"/>
                  </a:lnTo>
                  <a:lnTo>
                    <a:pt x="10936" y="21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249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77" name="图形 93">
            <a:extLst>
              <a:ext uri="{FF2B5EF4-FFF2-40B4-BE49-F238E27FC236}">
                <a16:creationId xmlns:a16="http://schemas.microsoft.com/office/drawing/2014/main" id="{37171332-929C-F841-89E1-433D6FE30231}"/>
              </a:ext>
            </a:extLst>
          </p:cNvPr>
          <p:cNvGrpSpPr/>
          <p:nvPr/>
        </p:nvGrpSpPr>
        <p:grpSpPr>
          <a:xfrm>
            <a:off x="10879688" y="3241526"/>
            <a:ext cx="499928" cy="187473"/>
            <a:chOff x="10879688" y="3241526"/>
            <a:chExt cx="499928" cy="187473"/>
          </a:xfrm>
          <a:solidFill>
            <a:srgbClr val="DAE8FC"/>
          </a:solidFill>
        </p:grpSpPr>
        <p:sp>
          <p:nvSpPr>
            <p:cNvPr id="278" name="任意多边形: 形状 277">
              <a:extLst>
                <a:ext uri="{FF2B5EF4-FFF2-40B4-BE49-F238E27FC236}">
                  <a16:creationId xmlns:a16="http://schemas.microsoft.com/office/drawing/2014/main" id="{2D3993E4-4C3E-7E3B-F1E7-D50E60A23D63}"/>
                </a:ext>
              </a:extLst>
            </p:cNvPr>
            <p:cNvSpPr/>
            <p:nvPr/>
          </p:nvSpPr>
          <p:spPr>
            <a:xfrm>
              <a:off x="10879688" y="3241526"/>
              <a:ext cx="499928" cy="187473"/>
            </a:xfrm>
            <a:custGeom>
              <a:avLst/>
              <a:gdLst>
                <a:gd name="connsiteX0" fmla="*/ 471807 w 499928"/>
                <a:gd name="connsiteY0" fmla="*/ 0 h 187473"/>
                <a:gd name="connsiteX1" fmla="*/ 499928 w 499928"/>
                <a:gd name="connsiteY1" fmla="*/ 28121 h 187473"/>
                <a:gd name="connsiteX2" fmla="*/ 499928 w 499928"/>
                <a:gd name="connsiteY2" fmla="*/ 159352 h 187473"/>
                <a:gd name="connsiteX3" fmla="*/ 471807 w 499928"/>
                <a:gd name="connsiteY3" fmla="*/ 187473 h 187473"/>
                <a:gd name="connsiteX4" fmla="*/ 28121 w 499928"/>
                <a:gd name="connsiteY4" fmla="*/ 187473 h 187473"/>
                <a:gd name="connsiteX5" fmla="*/ 0 w 499928"/>
                <a:gd name="connsiteY5" fmla="*/ 159352 h 187473"/>
                <a:gd name="connsiteX6" fmla="*/ 0 w 499928"/>
                <a:gd name="connsiteY6" fmla="*/ 28121 h 187473"/>
                <a:gd name="connsiteX7" fmla="*/ 28121 w 499928"/>
                <a:gd name="connsiteY7" fmla="*/ 0 h 18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9928" h="187473">
                  <a:moveTo>
                    <a:pt x="471807" y="0"/>
                  </a:moveTo>
                  <a:cubicBezTo>
                    <a:pt x="487338" y="0"/>
                    <a:pt x="499928" y="12590"/>
                    <a:pt x="499928" y="28121"/>
                  </a:cubicBezTo>
                  <a:lnTo>
                    <a:pt x="499928" y="159352"/>
                  </a:lnTo>
                  <a:cubicBezTo>
                    <a:pt x="499928" y="174883"/>
                    <a:pt x="487338" y="187473"/>
                    <a:pt x="471807" y="187473"/>
                  </a:cubicBezTo>
                  <a:lnTo>
                    <a:pt x="28121" y="187473"/>
                  </a:lnTo>
                  <a:cubicBezTo>
                    <a:pt x="12591" y="187473"/>
                    <a:pt x="0" y="174883"/>
                    <a:pt x="0" y="159352"/>
                  </a:cubicBezTo>
                  <a:lnTo>
                    <a:pt x="0" y="28121"/>
                  </a:lnTo>
                  <a:cubicBezTo>
                    <a:pt x="0" y="12590"/>
                    <a:pt x="12591" y="0"/>
                    <a:pt x="28121" y="0"/>
                  </a:cubicBezTo>
                  <a:close/>
                </a:path>
              </a:pathLst>
            </a:custGeom>
            <a:solidFill>
              <a:srgbClr val="DAE8FC"/>
            </a:solidFill>
            <a:ln w="6249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279" name="图片 278">
              <a:extLst>
                <a:ext uri="{FF2B5EF4-FFF2-40B4-BE49-F238E27FC236}">
                  <a16:creationId xmlns:a16="http://schemas.microsoft.com/office/drawing/2014/main" id="{8D33505C-37BE-9B80-A913-8F5F4275E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0882812" y="3294644"/>
              <a:ext cx="487430" cy="106234"/>
            </a:xfrm>
            <a:custGeom>
              <a:avLst/>
              <a:gdLst>
                <a:gd name="connsiteX0" fmla="*/ -1 w 487430"/>
                <a:gd name="connsiteY0" fmla="*/ -1 h 106234"/>
                <a:gd name="connsiteX1" fmla="*/ 487430 w 487430"/>
                <a:gd name="connsiteY1" fmla="*/ -1 h 106234"/>
                <a:gd name="connsiteX2" fmla="*/ 487430 w 487430"/>
                <a:gd name="connsiteY2" fmla="*/ 106234 h 106234"/>
                <a:gd name="connsiteX3" fmla="*/ -1 w 487430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430" h="106234">
                  <a:moveTo>
                    <a:pt x="-1" y="-1"/>
                  </a:moveTo>
                  <a:lnTo>
                    <a:pt x="487430" y="-1"/>
                  </a:lnTo>
                  <a:lnTo>
                    <a:pt x="487430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280" name="图形 93">
            <a:extLst>
              <a:ext uri="{FF2B5EF4-FFF2-40B4-BE49-F238E27FC236}">
                <a16:creationId xmlns:a16="http://schemas.microsoft.com/office/drawing/2014/main" id="{FADC2C6F-C5D1-F051-39E3-92B2676ED68F}"/>
              </a:ext>
            </a:extLst>
          </p:cNvPr>
          <p:cNvGrpSpPr/>
          <p:nvPr/>
        </p:nvGrpSpPr>
        <p:grpSpPr>
          <a:xfrm>
            <a:off x="11685822" y="3241526"/>
            <a:ext cx="499928" cy="187473"/>
            <a:chOff x="11685822" y="3241526"/>
            <a:chExt cx="499928" cy="187473"/>
          </a:xfrm>
          <a:solidFill>
            <a:srgbClr val="DAE8FC"/>
          </a:solidFill>
        </p:grpSpPr>
        <p:sp>
          <p:nvSpPr>
            <p:cNvPr id="281" name="任意多边形: 形状 280">
              <a:extLst>
                <a:ext uri="{FF2B5EF4-FFF2-40B4-BE49-F238E27FC236}">
                  <a16:creationId xmlns:a16="http://schemas.microsoft.com/office/drawing/2014/main" id="{38A55C70-B331-5DB2-C798-290951F88376}"/>
                </a:ext>
              </a:extLst>
            </p:cNvPr>
            <p:cNvSpPr/>
            <p:nvPr/>
          </p:nvSpPr>
          <p:spPr>
            <a:xfrm>
              <a:off x="11685822" y="3241526"/>
              <a:ext cx="499928" cy="187473"/>
            </a:xfrm>
            <a:custGeom>
              <a:avLst/>
              <a:gdLst>
                <a:gd name="connsiteX0" fmla="*/ 471807 w 499928"/>
                <a:gd name="connsiteY0" fmla="*/ 0 h 187473"/>
                <a:gd name="connsiteX1" fmla="*/ 499928 w 499928"/>
                <a:gd name="connsiteY1" fmla="*/ 28121 h 187473"/>
                <a:gd name="connsiteX2" fmla="*/ 499928 w 499928"/>
                <a:gd name="connsiteY2" fmla="*/ 159352 h 187473"/>
                <a:gd name="connsiteX3" fmla="*/ 471807 w 499928"/>
                <a:gd name="connsiteY3" fmla="*/ 187473 h 187473"/>
                <a:gd name="connsiteX4" fmla="*/ 28121 w 499928"/>
                <a:gd name="connsiteY4" fmla="*/ 187473 h 187473"/>
                <a:gd name="connsiteX5" fmla="*/ 0 w 499928"/>
                <a:gd name="connsiteY5" fmla="*/ 159352 h 187473"/>
                <a:gd name="connsiteX6" fmla="*/ 0 w 499928"/>
                <a:gd name="connsiteY6" fmla="*/ 28121 h 187473"/>
                <a:gd name="connsiteX7" fmla="*/ 28121 w 499928"/>
                <a:gd name="connsiteY7" fmla="*/ 0 h 18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9928" h="187473">
                  <a:moveTo>
                    <a:pt x="471807" y="0"/>
                  </a:moveTo>
                  <a:cubicBezTo>
                    <a:pt x="487338" y="0"/>
                    <a:pt x="499928" y="12590"/>
                    <a:pt x="499928" y="28121"/>
                  </a:cubicBezTo>
                  <a:lnTo>
                    <a:pt x="499928" y="159352"/>
                  </a:lnTo>
                  <a:cubicBezTo>
                    <a:pt x="499928" y="174883"/>
                    <a:pt x="487338" y="187473"/>
                    <a:pt x="471807" y="187473"/>
                  </a:cubicBezTo>
                  <a:lnTo>
                    <a:pt x="28121" y="187473"/>
                  </a:lnTo>
                  <a:cubicBezTo>
                    <a:pt x="12591" y="187473"/>
                    <a:pt x="0" y="174883"/>
                    <a:pt x="0" y="159352"/>
                  </a:cubicBezTo>
                  <a:lnTo>
                    <a:pt x="0" y="28121"/>
                  </a:lnTo>
                  <a:cubicBezTo>
                    <a:pt x="0" y="12590"/>
                    <a:pt x="12591" y="0"/>
                    <a:pt x="28121" y="0"/>
                  </a:cubicBezTo>
                  <a:close/>
                </a:path>
              </a:pathLst>
            </a:custGeom>
            <a:solidFill>
              <a:srgbClr val="DAE8FC"/>
            </a:solidFill>
            <a:ln w="6249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282" name="图片 281">
              <a:extLst>
                <a:ext uri="{FF2B5EF4-FFF2-40B4-BE49-F238E27FC236}">
                  <a16:creationId xmlns:a16="http://schemas.microsoft.com/office/drawing/2014/main" id="{3C9CA598-8840-BE79-4D4D-F225FFD6C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1688947" y="3294644"/>
              <a:ext cx="487430" cy="106234"/>
            </a:xfrm>
            <a:custGeom>
              <a:avLst/>
              <a:gdLst>
                <a:gd name="connsiteX0" fmla="*/ -1 w 487430"/>
                <a:gd name="connsiteY0" fmla="*/ -1 h 106234"/>
                <a:gd name="connsiteX1" fmla="*/ 487430 w 487430"/>
                <a:gd name="connsiteY1" fmla="*/ -1 h 106234"/>
                <a:gd name="connsiteX2" fmla="*/ 487430 w 487430"/>
                <a:gd name="connsiteY2" fmla="*/ 106234 h 106234"/>
                <a:gd name="connsiteX3" fmla="*/ -1 w 487430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430" h="106234">
                  <a:moveTo>
                    <a:pt x="-1" y="-1"/>
                  </a:moveTo>
                  <a:lnTo>
                    <a:pt x="487430" y="-1"/>
                  </a:lnTo>
                  <a:lnTo>
                    <a:pt x="487430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grpSp>
        <p:nvGrpSpPr>
          <p:cNvPr id="283" name="图形 93">
            <a:extLst>
              <a:ext uri="{FF2B5EF4-FFF2-40B4-BE49-F238E27FC236}">
                <a16:creationId xmlns:a16="http://schemas.microsoft.com/office/drawing/2014/main" id="{AB5E6908-D2CD-CED0-4836-2DC5656BB547}"/>
              </a:ext>
            </a:extLst>
          </p:cNvPr>
          <p:cNvGrpSpPr/>
          <p:nvPr/>
        </p:nvGrpSpPr>
        <p:grpSpPr>
          <a:xfrm>
            <a:off x="8014474" y="4400735"/>
            <a:ext cx="374946" cy="187473"/>
            <a:chOff x="8014474" y="4400735"/>
            <a:chExt cx="374946" cy="187473"/>
          </a:xfrm>
          <a:noFill/>
        </p:grpSpPr>
        <p:sp>
          <p:nvSpPr>
            <p:cNvPr id="284" name="任意多边形: 形状 283">
              <a:extLst>
                <a:ext uri="{FF2B5EF4-FFF2-40B4-BE49-F238E27FC236}">
                  <a16:creationId xmlns:a16="http://schemas.microsoft.com/office/drawing/2014/main" id="{9DF2E3B3-56E1-FD2E-16BA-BA13D3B0D008}"/>
                </a:ext>
              </a:extLst>
            </p:cNvPr>
            <p:cNvSpPr/>
            <p:nvPr/>
          </p:nvSpPr>
          <p:spPr>
            <a:xfrm>
              <a:off x="8014474" y="4400735"/>
              <a:ext cx="374946" cy="187473"/>
            </a:xfrm>
            <a:custGeom>
              <a:avLst/>
              <a:gdLst>
                <a:gd name="connsiteX0" fmla="*/ 0 w 374946"/>
                <a:gd name="connsiteY0" fmla="*/ 0 h 187473"/>
                <a:gd name="connsiteX1" fmla="*/ 374946 w 374946"/>
                <a:gd name="connsiteY1" fmla="*/ 0 h 187473"/>
                <a:gd name="connsiteX2" fmla="*/ 374946 w 374946"/>
                <a:gd name="connsiteY2" fmla="*/ 187473 h 187473"/>
                <a:gd name="connsiteX3" fmla="*/ 0 w 374946"/>
                <a:gd name="connsiteY3" fmla="*/ 187473 h 18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946" h="187473">
                  <a:moveTo>
                    <a:pt x="0" y="0"/>
                  </a:moveTo>
                  <a:lnTo>
                    <a:pt x="374946" y="0"/>
                  </a:lnTo>
                  <a:lnTo>
                    <a:pt x="374946" y="187473"/>
                  </a:lnTo>
                  <a:lnTo>
                    <a:pt x="0" y="187473"/>
                  </a:lnTo>
                  <a:close/>
                </a:path>
              </a:pathLst>
            </a:custGeom>
            <a:noFill/>
            <a:ln w="6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285" name="图片 284">
              <a:extLst>
                <a:ext uri="{FF2B5EF4-FFF2-40B4-BE49-F238E27FC236}">
                  <a16:creationId xmlns:a16="http://schemas.microsoft.com/office/drawing/2014/main" id="{17E1747D-0F14-03BF-24D1-7803EA238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014474" y="4450728"/>
              <a:ext cx="362447" cy="106234"/>
            </a:xfrm>
            <a:custGeom>
              <a:avLst/>
              <a:gdLst>
                <a:gd name="connsiteX0" fmla="*/ -1 w 362447"/>
                <a:gd name="connsiteY0" fmla="*/ -1 h 106234"/>
                <a:gd name="connsiteX1" fmla="*/ 362447 w 362447"/>
                <a:gd name="connsiteY1" fmla="*/ -1 h 106234"/>
                <a:gd name="connsiteX2" fmla="*/ 362447 w 362447"/>
                <a:gd name="connsiteY2" fmla="*/ 106234 h 106234"/>
                <a:gd name="connsiteX3" fmla="*/ -1 w 362447"/>
                <a:gd name="connsiteY3" fmla="*/ 106234 h 10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2447" h="106234">
                  <a:moveTo>
                    <a:pt x="-1" y="-1"/>
                  </a:moveTo>
                  <a:lnTo>
                    <a:pt x="362447" y="-1"/>
                  </a:lnTo>
                  <a:lnTo>
                    <a:pt x="362447" y="106234"/>
                  </a:lnTo>
                  <a:lnTo>
                    <a:pt x="-1" y="106234"/>
                  </a:lnTo>
                  <a:close/>
                </a:path>
              </a:pathLst>
            </a:custGeom>
          </p:spPr>
        </p:pic>
      </p:grpSp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8BC28725-CE84-B5B9-40C2-8161FB3C09E1}"/>
              </a:ext>
            </a:extLst>
          </p:cNvPr>
          <p:cNvSpPr/>
          <p:nvPr/>
        </p:nvSpPr>
        <p:spPr>
          <a:xfrm>
            <a:off x="8139456" y="4588208"/>
            <a:ext cx="124982" cy="624910"/>
          </a:xfrm>
          <a:custGeom>
            <a:avLst/>
            <a:gdLst>
              <a:gd name="connsiteX0" fmla="*/ 0 w 124982"/>
              <a:gd name="connsiteY0" fmla="*/ 0 h 624910"/>
              <a:gd name="connsiteX1" fmla="*/ 124982 w 124982"/>
              <a:gd name="connsiteY1" fmla="*/ 0 h 624910"/>
              <a:gd name="connsiteX2" fmla="*/ 124982 w 124982"/>
              <a:gd name="connsiteY2" fmla="*/ 624910 h 624910"/>
              <a:gd name="connsiteX3" fmla="*/ 0 w 124982"/>
              <a:gd name="connsiteY3" fmla="*/ 624910 h 624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82" h="624910">
                <a:moveTo>
                  <a:pt x="0" y="0"/>
                </a:moveTo>
                <a:lnTo>
                  <a:pt x="124982" y="0"/>
                </a:lnTo>
                <a:lnTo>
                  <a:pt x="124982" y="624910"/>
                </a:lnTo>
                <a:lnTo>
                  <a:pt x="0" y="624910"/>
                </a:lnTo>
                <a:close/>
              </a:path>
            </a:pathLst>
          </a:custGeom>
          <a:solidFill>
            <a:srgbClr val="FFFFFF"/>
          </a:solidFill>
          <a:ln w="6249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56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矩形 836">
            <a:extLst>
              <a:ext uri="{FF2B5EF4-FFF2-40B4-BE49-F238E27FC236}">
                <a16:creationId xmlns:a16="http://schemas.microsoft.com/office/drawing/2014/main" id="{1711347C-16A0-3B56-9BD3-8413CA3A8D3D}"/>
              </a:ext>
            </a:extLst>
          </p:cNvPr>
          <p:cNvSpPr/>
          <p:nvPr/>
        </p:nvSpPr>
        <p:spPr>
          <a:xfrm>
            <a:off x="3484880" y="106495"/>
            <a:ext cx="8178800" cy="6645010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1" name="任意多边形: 形状 520">
            <a:extLst>
              <a:ext uri="{FF2B5EF4-FFF2-40B4-BE49-F238E27FC236}">
                <a16:creationId xmlns:a16="http://schemas.microsoft.com/office/drawing/2014/main" id="{A921D6C8-4A36-5F5B-A80E-6170E614F40E}"/>
              </a:ext>
            </a:extLst>
          </p:cNvPr>
          <p:cNvSpPr/>
          <p:nvPr/>
        </p:nvSpPr>
        <p:spPr>
          <a:xfrm>
            <a:off x="538162" y="2481262"/>
            <a:ext cx="381000" cy="952500"/>
          </a:xfrm>
          <a:custGeom>
            <a:avLst/>
            <a:gdLst>
              <a:gd name="connsiteX0" fmla="*/ 0 w 381000"/>
              <a:gd name="connsiteY0" fmla="*/ 0 h 952500"/>
              <a:gd name="connsiteX1" fmla="*/ 381000 w 381000"/>
              <a:gd name="connsiteY1" fmla="*/ 0 h 952500"/>
              <a:gd name="connsiteX2" fmla="*/ 381000 w 381000"/>
              <a:gd name="connsiteY2" fmla="*/ 952500 h 952500"/>
              <a:gd name="connsiteX3" fmla="*/ 0 w 381000"/>
              <a:gd name="connsiteY3" fmla="*/ 9525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952500">
                <a:moveTo>
                  <a:pt x="0" y="0"/>
                </a:moveTo>
                <a:lnTo>
                  <a:pt x="381000" y="0"/>
                </a:lnTo>
                <a:lnTo>
                  <a:pt x="381000" y="952500"/>
                </a:lnTo>
                <a:lnTo>
                  <a:pt x="0" y="952500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2" name="任意多边形: 形状 521">
            <a:extLst>
              <a:ext uri="{FF2B5EF4-FFF2-40B4-BE49-F238E27FC236}">
                <a16:creationId xmlns:a16="http://schemas.microsoft.com/office/drawing/2014/main" id="{B11A0E8F-B019-73E7-5B27-A7444DC6CA23}"/>
              </a:ext>
            </a:extLst>
          </p:cNvPr>
          <p:cNvSpPr/>
          <p:nvPr/>
        </p:nvSpPr>
        <p:spPr>
          <a:xfrm>
            <a:off x="1125536" y="1766887"/>
            <a:ext cx="174625" cy="2381250"/>
          </a:xfrm>
          <a:custGeom>
            <a:avLst/>
            <a:gdLst>
              <a:gd name="connsiteX0" fmla="*/ 174625 w 174625"/>
              <a:gd name="connsiteY0" fmla="*/ 0 h 2381250"/>
              <a:gd name="connsiteX1" fmla="*/ 127000 w 174625"/>
              <a:gd name="connsiteY1" fmla="*/ 0 h 2381250"/>
              <a:gd name="connsiteX2" fmla="*/ 79375 w 174625"/>
              <a:gd name="connsiteY2" fmla="*/ 95250 h 2381250"/>
              <a:gd name="connsiteX3" fmla="*/ 79375 w 174625"/>
              <a:gd name="connsiteY3" fmla="*/ 1095375 h 2381250"/>
              <a:gd name="connsiteX4" fmla="*/ 31750 w 174625"/>
              <a:gd name="connsiteY4" fmla="*/ 1190625 h 2381250"/>
              <a:gd name="connsiteX5" fmla="*/ 7938 w 174625"/>
              <a:gd name="connsiteY5" fmla="*/ 1190625 h 2381250"/>
              <a:gd name="connsiteX6" fmla="*/ 31750 w 174625"/>
              <a:gd name="connsiteY6" fmla="*/ 1190625 h 2381250"/>
              <a:gd name="connsiteX7" fmla="*/ 55563 w 174625"/>
              <a:gd name="connsiteY7" fmla="*/ 1190625 h 2381250"/>
              <a:gd name="connsiteX8" fmla="*/ 79375 w 174625"/>
              <a:gd name="connsiteY8" fmla="*/ 1285875 h 2381250"/>
              <a:gd name="connsiteX9" fmla="*/ 79375 w 174625"/>
              <a:gd name="connsiteY9" fmla="*/ 2286000 h 2381250"/>
              <a:gd name="connsiteX10" fmla="*/ 127000 w 174625"/>
              <a:gd name="connsiteY10" fmla="*/ 2381250 h 2381250"/>
              <a:gd name="connsiteX11" fmla="*/ 174625 w 174625"/>
              <a:gd name="connsiteY11" fmla="*/ 2381250 h 238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4625" h="2381250">
                <a:moveTo>
                  <a:pt x="174625" y="0"/>
                </a:moveTo>
                <a:lnTo>
                  <a:pt x="127000" y="0"/>
                </a:lnTo>
                <a:cubicBezTo>
                  <a:pt x="95250" y="0"/>
                  <a:pt x="79375" y="31750"/>
                  <a:pt x="79375" y="95250"/>
                </a:cubicBezTo>
                <a:lnTo>
                  <a:pt x="79375" y="1095375"/>
                </a:lnTo>
                <a:cubicBezTo>
                  <a:pt x="79375" y="1158875"/>
                  <a:pt x="63500" y="1190625"/>
                  <a:pt x="31750" y="1190625"/>
                </a:cubicBezTo>
                <a:lnTo>
                  <a:pt x="7938" y="1190625"/>
                </a:lnTo>
                <a:cubicBezTo>
                  <a:pt x="-7938" y="1190625"/>
                  <a:pt x="0" y="1190625"/>
                  <a:pt x="31750" y="1190625"/>
                </a:cubicBezTo>
                <a:lnTo>
                  <a:pt x="55563" y="1190625"/>
                </a:lnTo>
                <a:cubicBezTo>
                  <a:pt x="71437" y="1190625"/>
                  <a:pt x="79375" y="1222375"/>
                  <a:pt x="79375" y="1285875"/>
                </a:cubicBezTo>
                <a:lnTo>
                  <a:pt x="79375" y="2286000"/>
                </a:lnTo>
                <a:cubicBezTo>
                  <a:pt x="79375" y="2349500"/>
                  <a:pt x="95250" y="2381250"/>
                  <a:pt x="127000" y="2381250"/>
                </a:cubicBezTo>
                <a:lnTo>
                  <a:pt x="174625" y="238125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3" name="任意多边形: 形状 522">
            <a:extLst>
              <a:ext uri="{FF2B5EF4-FFF2-40B4-BE49-F238E27FC236}">
                <a16:creationId xmlns:a16="http://schemas.microsoft.com/office/drawing/2014/main" id="{8A54A261-D916-8C38-9CA5-72A896284AE1}"/>
              </a:ext>
            </a:extLst>
          </p:cNvPr>
          <p:cNvSpPr/>
          <p:nvPr/>
        </p:nvSpPr>
        <p:spPr>
          <a:xfrm>
            <a:off x="1681162" y="1338262"/>
            <a:ext cx="381000" cy="952500"/>
          </a:xfrm>
          <a:custGeom>
            <a:avLst/>
            <a:gdLst>
              <a:gd name="connsiteX0" fmla="*/ 0 w 381000"/>
              <a:gd name="connsiteY0" fmla="*/ 0 h 952500"/>
              <a:gd name="connsiteX1" fmla="*/ 381000 w 381000"/>
              <a:gd name="connsiteY1" fmla="*/ 0 h 952500"/>
              <a:gd name="connsiteX2" fmla="*/ 381000 w 381000"/>
              <a:gd name="connsiteY2" fmla="*/ 952500 h 952500"/>
              <a:gd name="connsiteX3" fmla="*/ 0 w 381000"/>
              <a:gd name="connsiteY3" fmla="*/ 9525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952500">
                <a:moveTo>
                  <a:pt x="0" y="0"/>
                </a:moveTo>
                <a:lnTo>
                  <a:pt x="381000" y="0"/>
                </a:lnTo>
                <a:lnTo>
                  <a:pt x="381000" y="952500"/>
                </a:lnTo>
                <a:lnTo>
                  <a:pt x="0" y="952500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4" name="任意多边形: 形状 523">
            <a:extLst>
              <a:ext uri="{FF2B5EF4-FFF2-40B4-BE49-F238E27FC236}">
                <a16:creationId xmlns:a16="http://schemas.microsoft.com/office/drawing/2014/main" id="{D2256BD1-4EE5-7C88-008B-881C4F637FB1}"/>
              </a:ext>
            </a:extLst>
          </p:cNvPr>
          <p:cNvSpPr/>
          <p:nvPr/>
        </p:nvSpPr>
        <p:spPr>
          <a:xfrm>
            <a:off x="1681162" y="2814637"/>
            <a:ext cx="381000" cy="476250"/>
          </a:xfrm>
          <a:custGeom>
            <a:avLst/>
            <a:gdLst>
              <a:gd name="connsiteX0" fmla="*/ 0 w 381000"/>
              <a:gd name="connsiteY0" fmla="*/ 0 h 476250"/>
              <a:gd name="connsiteX1" fmla="*/ 381000 w 381000"/>
              <a:gd name="connsiteY1" fmla="*/ 0 h 476250"/>
              <a:gd name="connsiteX2" fmla="*/ 381000 w 381000"/>
              <a:gd name="connsiteY2" fmla="*/ 476250 h 476250"/>
              <a:gd name="connsiteX3" fmla="*/ 0 w 381000"/>
              <a:gd name="connsiteY3" fmla="*/ 476250 h 47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476250">
                <a:moveTo>
                  <a:pt x="0" y="0"/>
                </a:moveTo>
                <a:lnTo>
                  <a:pt x="381000" y="0"/>
                </a:lnTo>
                <a:lnTo>
                  <a:pt x="381000" y="476250"/>
                </a:lnTo>
                <a:lnTo>
                  <a:pt x="0" y="476250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5" name="任意多边形: 形状 524">
            <a:extLst>
              <a:ext uri="{FF2B5EF4-FFF2-40B4-BE49-F238E27FC236}">
                <a16:creationId xmlns:a16="http://schemas.microsoft.com/office/drawing/2014/main" id="{484568C6-41E3-CB73-D941-62A2E8321FB7}"/>
              </a:ext>
            </a:extLst>
          </p:cNvPr>
          <p:cNvSpPr/>
          <p:nvPr/>
        </p:nvSpPr>
        <p:spPr>
          <a:xfrm>
            <a:off x="1681162" y="4014787"/>
            <a:ext cx="381000" cy="238125"/>
          </a:xfrm>
          <a:custGeom>
            <a:avLst/>
            <a:gdLst>
              <a:gd name="connsiteX0" fmla="*/ 0 w 381000"/>
              <a:gd name="connsiteY0" fmla="*/ 0 h 238125"/>
              <a:gd name="connsiteX1" fmla="*/ 381000 w 381000"/>
              <a:gd name="connsiteY1" fmla="*/ 0 h 238125"/>
              <a:gd name="connsiteX2" fmla="*/ 381000 w 381000"/>
              <a:gd name="connsiteY2" fmla="*/ 238125 h 238125"/>
              <a:gd name="connsiteX3" fmla="*/ 0 w 381000"/>
              <a:gd name="connsiteY3" fmla="*/ 238125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000" h="238125">
                <a:moveTo>
                  <a:pt x="0" y="0"/>
                </a:moveTo>
                <a:lnTo>
                  <a:pt x="381000" y="0"/>
                </a:lnTo>
                <a:lnTo>
                  <a:pt x="381000" y="238125"/>
                </a:lnTo>
                <a:lnTo>
                  <a:pt x="0" y="238125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6" name="任意多边形: 形状 525">
            <a:extLst>
              <a:ext uri="{FF2B5EF4-FFF2-40B4-BE49-F238E27FC236}">
                <a16:creationId xmlns:a16="http://schemas.microsoft.com/office/drawing/2014/main" id="{547B6008-5FE4-3690-CDB1-5DA0EC125E1D}"/>
              </a:ext>
            </a:extLst>
          </p:cNvPr>
          <p:cNvSpPr/>
          <p:nvPr/>
        </p:nvSpPr>
        <p:spPr>
          <a:xfrm>
            <a:off x="1866899" y="3433762"/>
            <a:ext cx="4762" cy="381000"/>
          </a:xfrm>
          <a:custGeom>
            <a:avLst/>
            <a:gdLst>
              <a:gd name="connsiteX0" fmla="*/ 0 w 4762"/>
              <a:gd name="connsiteY0" fmla="*/ 381000 h 381000"/>
              <a:gd name="connsiteX1" fmla="*/ 4763 w 4762"/>
              <a:gd name="connsiteY1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62" h="381000">
                <a:moveTo>
                  <a:pt x="0" y="381000"/>
                </a:moveTo>
                <a:lnTo>
                  <a:pt x="4763" y="0"/>
                </a:lnTo>
              </a:path>
            </a:pathLst>
          </a:custGeom>
          <a:noFill/>
          <a:ln w="19050" cap="flat">
            <a:solidFill>
              <a:srgbClr val="000000"/>
            </a:solidFill>
            <a:custDash>
              <a:ds d="1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527" name="图形 516">
            <a:extLst>
              <a:ext uri="{FF2B5EF4-FFF2-40B4-BE49-F238E27FC236}">
                <a16:creationId xmlns:a16="http://schemas.microsoft.com/office/drawing/2014/main" id="{6C28A949-28B5-3FB0-C257-865F85878450}"/>
              </a:ext>
            </a:extLst>
          </p:cNvPr>
          <p:cNvGrpSpPr/>
          <p:nvPr/>
        </p:nvGrpSpPr>
        <p:grpSpPr>
          <a:xfrm>
            <a:off x="2538412" y="4110418"/>
            <a:ext cx="475011" cy="66675"/>
            <a:chOff x="2538412" y="4110418"/>
            <a:chExt cx="475011" cy="66675"/>
          </a:xfrm>
        </p:grpSpPr>
        <p:sp>
          <p:nvSpPr>
            <p:cNvPr id="528" name="任意多边形: 形状 527">
              <a:extLst>
                <a:ext uri="{FF2B5EF4-FFF2-40B4-BE49-F238E27FC236}">
                  <a16:creationId xmlns:a16="http://schemas.microsoft.com/office/drawing/2014/main" id="{DE3A9A90-405B-1A2A-3345-3261B81E2B8C}"/>
                </a:ext>
              </a:extLst>
            </p:cNvPr>
            <p:cNvSpPr/>
            <p:nvPr/>
          </p:nvSpPr>
          <p:spPr>
            <a:xfrm>
              <a:off x="2538412" y="4138612"/>
              <a:ext cx="425005" cy="5333"/>
            </a:xfrm>
            <a:custGeom>
              <a:avLst/>
              <a:gdLst>
                <a:gd name="connsiteX0" fmla="*/ 0 w 425005"/>
                <a:gd name="connsiteY0" fmla="*/ 0 h 5333"/>
                <a:gd name="connsiteX1" fmla="*/ 425005 w 425005"/>
                <a:gd name="connsiteY1" fmla="*/ 5334 h 5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5005" h="5333">
                  <a:moveTo>
                    <a:pt x="0" y="0"/>
                  </a:moveTo>
                  <a:lnTo>
                    <a:pt x="425005" y="5334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9" name="任意多边形: 形状 528">
              <a:extLst>
                <a:ext uri="{FF2B5EF4-FFF2-40B4-BE49-F238E27FC236}">
                  <a16:creationId xmlns:a16="http://schemas.microsoft.com/office/drawing/2014/main" id="{9493566C-ECAD-A0A5-188E-37A8A8E0AFC1}"/>
                </a:ext>
              </a:extLst>
            </p:cNvPr>
            <p:cNvSpPr/>
            <p:nvPr/>
          </p:nvSpPr>
          <p:spPr>
            <a:xfrm>
              <a:off x="2946367" y="4110418"/>
              <a:ext cx="67055" cy="66675"/>
            </a:xfrm>
            <a:custGeom>
              <a:avLst/>
              <a:gdLst>
                <a:gd name="connsiteX0" fmla="*/ 67056 w 67055"/>
                <a:gd name="connsiteY0" fmla="*/ 34195 h 66675"/>
                <a:gd name="connsiteX1" fmla="*/ 0 w 67055"/>
                <a:gd name="connsiteY1" fmla="*/ 66675 h 66675"/>
                <a:gd name="connsiteX2" fmla="*/ 17050 w 67055"/>
                <a:gd name="connsiteY2" fmla="*/ 33528 h 66675"/>
                <a:gd name="connsiteX3" fmla="*/ 857 w 6705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55" h="66675">
                  <a:moveTo>
                    <a:pt x="67056" y="34195"/>
                  </a:moveTo>
                  <a:lnTo>
                    <a:pt x="0" y="66675"/>
                  </a:lnTo>
                  <a:lnTo>
                    <a:pt x="17050" y="33528"/>
                  </a:lnTo>
                  <a:lnTo>
                    <a:pt x="857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30" name="图形 516">
            <a:extLst>
              <a:ext uri="{FF2B5EF4-FFF2-40B4-BE49-F238E27FC236}">
                <a16:creationId xmlns:a16="http://schemas.microsoft.com/office/drawing/2014/main" id="{972DAB45-E1B3-001E-85F6-6A56D105D171}"/>
              </a:ext>
            </a:extLst>
          </p:cNvPr>
          <p:cNvGrpSpPr/>
          <p:nvPr/>
        </p:nvGrpSpPr>
        <p:grpSpPr>
          <a:xfrm>
            <a:off x="2062162" y="4103083"/>
            <a:ext cx="275082" cy="66675"/>
            <a:chOff x="2062162" y="4103083"/>
            <a:chExt cx="275082" cy="66675"/>
          </a:xfrm>
        </p:grpSpPr>
        <p:sp>
          <p:nvSpPr>
            <p:cNvPr id="531" name="任意多边形: 形状 530">
              <a:extLst>
                <a:ext uri="{FF2B5EF4-FFF2-40B4-BE49-F238E27FC236}">
                  <a16:creationId xmlns:a16="http://schemas.microsoft.com/office/drawing/2014/main" id="{811E9447-3FA2-6188-1531-99710AE175DD}"/>
                </a:ext>
              </a:extLst>
            </p:cNvPr>
            <p:cNvSpPr/>
            <p:nvPr/>
          </p:nvSpPr>
          <p:spPr>
            <a:xfrm>
              <a:off x="2062162" y="4133849"/>
              <a:ext cx="225075" cy="2857"/>
            </a:xfrm>
            <a:custGeom>
              <a:avLst/>
              <a:gdLst>
                <a:gd name="connsiteX0" fmla="*/ 0 w 225075"/>
                <a:gd name="connsiteY0" fmla="*/ 0 h 2857"/>
                <a:gd name="connsiteX1" fmla="*/ 225076 w 225075"/>
                <a:gd name="connsiteY1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75" h="2857">
                  <a:moveTo>
                    <a:pt x="0" y="0"/>
                  </a:moveTo>
                  <a:lnTo>
                    <a:pt x="225076" y="2857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2" name="任意多边形: 形状 531">
              <a:extLst>
                <a:ext uri="{FF2B5EF4-FFF2-40B4-BE49-F238E27FC236}">
                  <a16:creationId xmlns:a16="http://schemas.microsoft.com/office/drawing/2014/main" id="{BF5E91B0-FA14-4151-0919-05D111295579}"/>
                </a:ext>
              </a:extLst>
            </p:cNvPr>
            <p:cNvSpPr/>
            <p:nvPr/>
          </p:nvSpPr>
          <p:spPr>
            <a:xfrm>
              <a:off x="2270187" y="4103083"/>
              <a:ext cx="67056" cy="66675"/>
            </a:xfrm>
            <a:custGeom>
              <a:avLst/>
              <a:gdLst>
                <a:gd name="connsiteX0" fmla="*/ 67056 w 67056"/>
                <a:gd name="connsiteY0" fmla="*/ 34195 h 66675"/>
                <a:gd name="connsiteX1" fmla="*/ 0 w 67056"/>
                <a:gd name="connsiteY1" fmla="*/ 66675 h 66675"/>
                <a:gd name="connsiteX2" fmla="*/ 17050 w 67056"/>
                <a:gd name="connsiteY2" fmla="*/ 33623 h 66675"/>
                <a:gd name="connsiteX3" fmla="*/ 857 w 67056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56" h="66675">
                  <a:moveTo>
                    <a:pt x="67056" y="34195"/>
                  </a:moveTo>
                  <a:lnTo>
                    <a:pt x="0" y="66675"/>
                  </a:lnTo>
                  <a:lnTo>
                    <a:pt x="17050" y="33623"/>
                  </a:lnTo>
                  <a:lnTo>
                    <a:pt x="857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33" name="任意多边形: 形状 532">
            <a:extLst>
              <a:ext uri="{FF2B5EF4-FFF2-40B4-BE49-F238E27FC236}">
                <a16:creationId xmlns:a16="http://schemas.microsoft.com/office/drawing/2014/main" id="{7437DC8E-E38D-5F1A-07D6-0AD054516BAB}"/>
              </a:ext>
            </a:extLst>
          </p:cNvPr>
          <p:cNvSpPr/>
          <p:nvPr/>
        </p:nvSpPr>
        <p:spPr>
          <a:xfrm>
            <a:off x="2347912" y="3967162"/>
            <a:ext cx="190500" cy="342900"/>
          </a:xfrm>
          <a:custGeom>
            <a:avLst/>
            <a:gdLst>
              <a:gd name="connsiteX0" fmla="*/ 161925 w 190500"/>
              <a:gd name="connsiteY0" fmla="*/ 0 h 342900"/>
              <a:gd name="connsiteX1" fmla="*/ 190500 w 190500"/>
              <a:gd name="connsiteY1" fmla="*/ 28575 h 342900"/>
              <a:gd name="connsiteX2" fmla="*/ 190500 w 190500"/>
              <a:gd name="connsiteY2" fmla="*/ 314325 h 342900"/>
              <a:gd name="connsiteX3" fmla="*/ 161925 w 190500"/>
              <a:gd name="connsiteY3" fmla="*/ 342900 h 342900"/>
              <a:gd name="connsiteX4" fmla="*/ 28575 w 190500"/>
              <a:gd name="connsiteY4" fmla="*/ 342900 h 342900"/>
              <a:gd name="connsiteX5" fmla="*/ 0 w 190500"/>
              <a:gd name="connsiteY5" fmla="*/ 314325 h 342900"/>
              <a:gd name="connsiteX6" fmla="*/ 0 w 190500"/>
              <a:gd name="connsiteY6" fmla="*/ 28575 h 342900"/>
              <a:gd name="connsiteX7" fmla="*/ 28575 w 190500"/>
              <a:gd name="connsiteY7" fmla="*/ 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500" h="342900">
                <a:moveTo>
                  <a:pt x="161925" y="0"/>
                </a:moveTo>
                <a:cubicBezTo>
                  <a:pt x="177707" y="0"/>
                  <a:pt x="190500" y="12793"/>
                  <a:pt x="190500" y="28575"/>
                </a:cubicBezTo>
                <a:lnTo>
                  <a:pt x="190500" y="314325"/>
                </a:lnTo>
                <a:cubicBezTo>
                  <a:pt x="190500" y="330107"/>
                  <a:pt x="177707" y="342900"/>
                  <a:pt x="161925" y="342900"/>
                </a:cubicBezTo>
                <a:lnTo>
                  <a:pt x="28575" y="342900"/>
                </a:lnTo>
                <a:cubicBezTo>
                  <a:pt x="12793" y="342900"/>
                  <a:pt x="0" y="330107"/>
                  <a:pt x="0" y="3143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534" name="图形 516">
            <a:extLst>
              <a:ext uri="{FF2B5EF4-FFF2-40B4-BE49-F238E27FC236}">
                <a16:creationId xmlns:a16="http://schemas.microsoft.com/office/drawing/2014/main" id="{51C2ACF3-DA17-647D-F802-087CD82FDA56}"/>
              </a:ext>
            </a:extLst>
          </p:cNvPr>
          <p:cNvGrpSpPr/>
          <p:nvPr/>
        </p:nvGrpSpPr>
        <p:grpSpPr>
          <a:xfrm>
            <a:off x="2157412" y="4252912"/>
            <a:ext cx="571500" cy="285750"/>
            <a:chOff x="2157412" y="4252912"/>
            <a:chExt cx="571500" cy="285750"/>
          </a:xfrm>
          <a:noFill/>
        </p:grpSpPr>
        <p:sp>
          <p:nvSpPr>
            <p:cNvPr id="535" name="任意多边形: 形状 534">
              <a:extLst>
                <a:ext uri="{FF2B5EF4-FFF2-40B4-BE49-F238E27FC236}">
                  <a16:creationId xmlns:a16="http://schemas.microsoft.com/office/drawing/2014/main" id="{DFC34564-C50A-35E4-E337-D64870604C19}"/>
                </a:ext>
              </a:extLst>
            </p:cNvPr>
            <p:cNvSpPr/>
            <p:nvPr/>
          </p:nvSpPr>
          <p:spPr>
            <a:xfrm>
              <a:off x="2157412" y="4252912"/>
              <a:ext cx="571500" cy="285750"/>
            </a:xfrm>
            <a:custGeom>
              <a:avLst/>
              <a:gdLst>
                <a:gd name="connsiteX0" fmla="*/ 0 w 571500"/>
                <a:gd name="connsiteY0" fmla="*/ 0 h 285750"/>
                <a:gd name="connsiteX1" fmla="*/ 571500 w 571500"/>
                <a:gd name="connsiteY1" fmla="*/ 0 h 285750"/>
                <a:gd name="connsiteX2" fmla="*/ 571500 w 571500"/>
                <a:gd name="connsiteY2" fmla="*/ 285750 h 285750"/>
                <a:gd name="connsiteX3" fmla="*/ 0 w 571500"/>
                <a:gd name="connsiteY3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0"/>
                  </a:lnTo>
                  <a:lnTo>
                    <a:pt x="571500" y="28575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536" name="图片 535">
              <a:extLst>
                <a:ext uri="{FF2B5EF4-FFF2-40B4-BE49-F238E27FC236}">
                  <a16:creationId xmlns:a16="http://schemas.microsoft.com/office/drawing/2014/main" id="{03B9E98C-19EE-C259-88B3-2A4CB4E6C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62174" y="4329112"/>
              <a:ext cx="552450" cy="161925"/>
            </a:xfrm>
            <a:custGeom>
              <a:avLst/>
              <a:gdLst>
                <a:gd name="connsiteX0" fmla="*/ -1 w 552450"/>
                <a:gd name="connsiteY0" fmla="*/ -1 h 161925"/>
                <a:gd name="connsiteX1" fmla="*/ 552450 w 552450"/>
                <a:gd name="connsiteY1" fmla="*/ -1 h 161925"/>
                <a:gd name="connsiteX2" fmla="*/ 552450 w 552450"/>
                <a:gd name="connsiteY2" fmla="*/ 161925 h 161925"/>
                <a:gd name="connsiteX3" fmla="*/ -1 w 552450"/>
                <a:gd name="connsiteY3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161925">
                  <a:moveTo>
                    <a:pt x="-1" y="-1"/>
                  </a:moveTo>
                  <a:lnTo>
                    <a:pt x="552450" y="-1"/>
                  </a:lnTo>
                  <a:lnTo>
                    <a:pt x="552450" y="161925"/>
                  </a:lnTo>
                  <a:lnTo>
                    <a:pt x="-1" y="161925"/>
                  </a:lnTo>
                  <a:close/>
                </a:path>
              </a:pathLst>
            </a:custGeom>
          </p:spPr>
        </p:pic>
      </p:grpSp>
      <p:grpSp>
        <p:nvGrpSpPr>
          <p:cNvPr id="537" name="图形 516">
            <a:extLst>
              <a:ext uri="{FF2B5EF4-FFF2-40B4-BE49-F238E27FC236}">
                <a16:creationId xmlns:a16="http://schemas.microsoft.com/office/drawing/2014/main" id="{2999439E-EDA1-CF65-3652-D3591DC87766}"/>
              </a:ext>
            </a:extLst>
          </p:cNvPr>
          <p:cNvGrpSpPr/>
          <p:nvPr/>
        </p:nvGrpSpPr>
        <p:grpSpPr>
          <a:xfrm>
            <a:off x="3014662" y="1243012"/>
            <a:ext cx="285750" cy="3238500"/>
            <a:chOff x="3014662" y="1243012"/>
            <a:chExt cx="285750" cy="3238500"/>
          </a:xfrm>
          <a:solidFill>
            <a:srgbClr val="FFFFFF"/>
          </a:solidFill>
        </p:grpSpPr>
        <p:sp>
          <p:nvSpPr>
            <p:cNvPr id="538" name="任意多边形: 形状 537">
              <a:extLst>
                <a:ext uri="{FF2B5EF4-FFF2-40B4-BE49-F238E27FC236}">
                  <a16:creationId xmlns:a16="http://schemas.microsoft.com/office/drawing/2014/main" id="{47A64B2F-46F8-615A-9E7E-E90DD4CD5AE9}"/>
                </a:ext>
              </a:extLst>
            </p:cNvPr>
            <p:cNvSpPr/>
            <p:nvPr/>
          </p:nvSpPr>
          <p:spPr>
            <a:xfrm>
              <a:off x="3014662" y="1243012"/>
              <a:ext cx="285750" cy="3238500"/>
            </a:xfrm>
            <a:custGeom>
              <a:avLst/>
              <a:gdLst>
                <a:gd name="connsiteX0" fmla="*/ 242888 w 285750"/>
                <a:gd name="connsiteY0" fmla="*/ 0 h 3238500"/>
                <a:gd name="connsiteX1" fmla="*/ 285750 w 285750"/>
                <a:gd name="connsiteY1" fmla="*/ 42863 h 3238500"/>
                <a:gd name="connsiteX2" fmla="*/ 285750 w 285750"/>
                <a:gd name="connsiteY2" fmla="*/ 3195638 h 3238500"/>
                <a:gd name="connsiteX3" fmla="*/ 242888 w 285750"/>
                <a:gd name="connsiteY3" fmla="*/ 3238500 h 3238500"/>
                <a:gd name="connsiteX4" fmla="*/ 42863 w 285750"/>
                <a:gd name="connsiteY4" fmla="*/ 3238500 h 3238500"/>
                <a:gd name="connsiteX5" fmla="*/ 0 w 285750"/>
                <a:gd name="connsiteY5" fmla="*/ 3195638 h 3238500"/>
                <a:gd name="connsiteX6" fmla="*/ 0 w 285750"/>
                <a:gd name="connsiteY6" fmla="*/ 42863 h 3238500"/>
                <a:gd name="connsiteX7" fmla="*/ 42863 w 285750"/>
                <a:gd name="connsiteY7" fmla="*/ 0 h 323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750" h="3238500">
                  <a:moveTo>
                    <a:pt x="242888" y="0"/>
                  </a:moveTo>
                  <a:cubicBezTo>
                    <a:pt x="266560" y="0"/>
                    <a:pt x="285750" y="19190"/>
                    <a:pt x="285750" y="42863"/>
                  </a:cubicBezTo>
                  <a:lnTo>
                    <a:pt x="285750" y="3195638"/>
                  </a:lnTo>
                  <a:cubicBezTo>
                    <a:pt x="285750" y="3219310"/>
                    <a:pt x="266560" y="3238500"/>
                    <a:pt x="242888" y="3238500"/>
                  </a:cubicBezTo>
                  <a:lnTo>
                    <a:pt x="42863" y="3238500"/>
                  </a:lnTo>
                  <a:cubicBezTo>
                    <a:pt x="19190" y="3238500"/>
                    <a:pt x="0" y="3219310"/>
                    <a:pt x="0" y="3195638"/>
                  </a:cubicBezTo>
                  <a:lnTo>
                    <a:pt x="0" y="42863"/>
                  </a:lnTo>
                  <a:cubicBezTo>
                    <a:pt x="0" y="19190"/>
                    <a:pt x="19190" y="0"/>
                    <a:pt x="4286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539" name="图片 538">
              <a:extLst>
                <a:ext uri="{FF2B5EF4-FFF2-40B4-BE49-F238E27FC236}">
                  <a16:creationId xmlns:a16="http://schemas.microsoft.com/office/drawing/2014/main" id="{0DD1E9EA-CA13-BC5B-17E4-89B381090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19424" y="2724149"/>
              <a:ext cx="266700" cy="304800"/>
            </a:xfrm>
            <a:custGeom>
              <a:avLst/>
              <a:gdLst>
                <a:gd name="connsiteX0" fmla="*/ -1 w 266700"/>
                <a:gd name="connsiteY0" fmla="*/ -1 h 304800"/>
                <a:gd name="connsiteX1" fmla="*/ 266700 w 266700"/>
                <a:gd name="connsiteY1" fmla="*/ -1 h 304800"/>
                <a:gd name="connsiteX2" fmla="*/ 266700 w 266700"/>
                <a:gd name="connsiteY2" fmla="*/ 304800 h 304800"/>
                <a:gd name="connsiteX3" fmla="*/ -1 w 266700"/>
                <a:gd name="connsiteY3" fmla="*/ 30480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304800">
                  <a:moveTo>
                    <a:pt x="-1" y="-1"/>
                  </a:moveTo>
                  <a:lnTo>
                    <a:pt x="266700" y="-1"/>
                  </a:lnTo>
                  <a:lnTo>
                    <a:pt x="266700" y="304800"/>
                  </a:lnTo>
                  <a:lnTo>
                    <a:pt x="-1" y="304800"/>
                  </a:lnTo>
                  <a:close/>
                </a:path>
              </a:pathLst>
            </a:custGeom>
          </p:spPr>
        </p:pic>
      </p:grpSp>
      <p:grpSp>
        <p:nvGrpSpPr>
          <p:cNvPr id="540" name="图形 516">
            <a:extLst>
              <a:ext uri="{FF2B5EF4-FFF2-40B4-BE49-F238E27FC236}">
                <a16:creationId xmlns:a16="http://schemas.microsoft.com/office/drawing/2014/main" id="{D6D3F257-4C9A-CB44-E9FC-B8F6FF0DAFD3}"/>
              </a:ext>
            </a:extLst>
          </p:cNvPr>
          <p:cNvGrpSpPr/>
          <p:nvPr/>
        </p:nvGrpSpPr>
        <p:grpSpPr>
          <a:xfrm>
            <a:off x="2062162" y="1782793"/>
            <a:ext cx="936974" cy="66675"/>
            <a:chOff x="2062162" y="1782793"/>
            <a:chExt cx="936974" cy="66675"/>
          </a:xfrm>
        </p:grpSpPr>
        <p:sp>
          <p:nvSpPr>
            <p:cNvPr id="541" name="任意多边形: 形状 540">
              <a:extLst>
                <a:ext uri="{FF2B5EF4-FFF2-40B4-BE49-F238E27FC236}">
                  <a16:creationId xmlns:a16="http://schemas.microsoft.com/office/drawing/2014/main" id="{56E775CA-97F7-18DD-D209-54E21F4151B0}"/>
                </a:ext>
              </a:extLst>
            </p:cNvPr>
            <p:cNvSpPr/>
            <p:nvPr/>
          </p:nvSpPr>
          <p:spPr>
            <a:xfrm>
              <a:off x="2062162" y="1814512"/>
              <a:ext cx="886967" cy="1619"/>
            </a:xfrm>
            <a:custGeom>
              <a:avLst/>
              <a:gdLst>
                <a:gd name="connsiteX0" fmla="*/ 0 w 886967"/>
                <a:gd name="connsiteY0" fmla="*/ 0 h 1619"/>
                <a:gd name="connsiteX1" fmla="*/ 886968 w 886967"/>
                <a:gd name="connsiteY1" fmla="*/ 1619 h 1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6967" h="1619">
                  <a:moveTo>
                    <a:pt x="0" y="0"/>
                  </a:moveTo>
                  <a:lnTo>
                    <a:pt x="886968" y="1619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2" name="任意多边形: 形状 541">
              <a:extLst>
                <a:ext uri="{FF2B5EF4-FFF2-40B4-BE49-F238E27FC236}">
                  <a16:creationId xmlns:a16="http://schemas.microsoft.com/office/drawing/2014/main" id="{EFEF1C1B-A005-0D32-82E9-816DA8E5A4F5}"/>
                </a:ext>
              </a:extLst>
            </p:cNvPr>
            <p:cNvSpPr/>
            <p:nvPr/>
          </p:nvSpPr>
          <p:spPr>
            <a:xfrm>
              <a:off x="2932461" y="1782793"/>
              <a:ext cx="66675" cy="66675"/>
            </a:xfrm>
            <a:custGeom>
              <a:avLst/>
              <a:gdLst>
                <a:gd name="connsiteX0" fmla="*/ 66675 w 66675"/>
                <a:gd name="connsiteY0" fmla="*/ 33433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9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433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43" name="图形 516">
            <a:extLst>
              <a:ext uri="{FF2B5EF4-FFF2-40B4-BE49-F238E27FC236}">
                <a16:creationId xmlns:a16="http://schemas.microsoft.com/office/drawing/2014/main" id="{BF02E39D-E2BE-BFE9-7922-234C8DF64CDB}"/>
              </a:ext>
            </a:extLst>
          </p:cNvPr>
          <p:cNvGrpSpPr/>
          <p:nvPr/>
        </p:nvGrpSpPr>
        <p:grpSpPr>
          <a:xfrm>
            <a:off x="2062162" y="3017710"/>
            <a:ext cx="932307" cy="66675"/>
            <a:chOff x="2062162" y="3017710"/>
            <a:chExt cx="932307" cy="66675"/>
          </a:xfrm>
        </p:grpSpPr>
        <p:sp>
          <p:nvSpPr>
            <p:cNvPr id="544" name="任意多边形: 形状 543">
              <a:extLst>
                <a:ext uri="{FF2B5EF4-FFF2-40B4-BE49-F238E27FC236}">
                  <a16:creationId xmlns:a16="http://schemas.microsoft.com/office/drawing/2014/main" id="{21060CA0-DD5D-40C8-6448-25B3D2358417}"/>
                </a:ext>
              </a:extLst>
            </p:cNvPr>
            <p:cNvSpPr/>
            <p:nvPr/>
          </p:nvSpPr>
          <p:spPr>
            <a:xfrm>
              <a:off x="2062162" y="3050952"/>
              <a:ext cx="882300" cy="1809"/>
            </a:xfrm>
            <a:custGeom>
              <a:avLst/>
              <a:gdLst>
                <a:gd name="connsiteX0" fmla="*/ 0 w 882300"/>
                <a:gd name="connsiteY0" fmla="*/ 1810 h 1809"/>
                <a:gd name="connsiteX1" fmla="*/ 882301 w 882300"/>
                <a:gd name="connsiteY1" fmla="*/ 0 h 1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2300" h="1809">
                  <a:moveTo>
                    <a:pt x="0" y="1810"/>
                  </a:moveTo>
                  <a:lnTo>
                    <a:pt x="882301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5" name="任意多边形: 形状 544">
              <a:extLst>
                <a:ext uri="{FF2B5EF4-FFF2-40B4-BE49-F238E27FC236}">
                  <a16:creationId xmlns:a16="http://schemas.microsoft.com/office/drawing/2014/main" id="{3605B05B-D56A-74B3-7B39-DFC79410E655}"/>
                </a:ext>
              </a:extLst>
            </p:cNvPr>
            <p:cNvSpPr/>
            <p:nvPr/>
          </p:nvSpPr>
          <p:spPr>
            <a:xfrm>
              <a:off x="2927698" y="3017710"/>
              <a:ext cx="66770" cy="66675"/>
            </a:xfrm>
            <a:custGeom>
              <a:avLst/>
              <a:gdLst>
                <a:gd name="connsiteX0" fmla="*/ 66770 w 66770"/>
                <a:gd name="connsiteY0" fmla="*/ 33147 h 66675"/>
                <a:gd name="connsiteX1" fmla="*/ 191 w 66770"/>
                <a:gd name="connsiteY1" fmla="*/ 66675 h 66675"/>
                <a:gd name="connsiteX2" fmla="*/ 16764 w 66770"/>
                <a:gd name="connsiteY2" fmla="*/ 33242 h 66675"/>
                <a:gd name="connsiteX3" fmla="*/ 0 w 66770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770" h="66675">
                  <a:moveTo>
                    <a:pt x="66770" y="33147"/>
                  </a:moveTo>
                  <a:lnTo>
                    <a:pt x="191" y="66675"/>
                  </a:lnTo>
                  <a:lnTo>
                    <a:pt x="16764" y="33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46" name="任意多边形: 形状 545">
            <a:extLst>
              <a:ext uri="{FF2B5EF4-FFF2-40B4-BE49-F238E27FC236}">
                <a16:creationId xmlns:a16="http://schemas.microsoft.com/office/drawing/2014/main" id="{CC0B615D-9FF9-8B82-4BF3-363EE962CC52}"/>
              </a:ext>
            </a:extLst>
          </p:cNvPr>
          <p:cNvSpPr/>
          <p:nvPr/>
        </p:nvSpPr>
        <p:spPr>
          <a:xfrm>
            <a:off x="3995737" y="1338262"/>
            <a:ext cx="571500" cy="952500"/>
          </a:xfrm>
          <a:custGeom>
            <a:avLst/>
            <a:gdLst>
              <a:gd name="connsiteX0" fmla="*/ 0 w 571500"/>
              <a:gd name="connsiteY0" fmla="*/ 0 h 952500"/>
              <a:gd name="connsiteX1" fmla="*/ 571500 w 571500"/>
              <a:gd name="connsiteY1" fmla="*/ 0 h 952500"/>
              <a:gd name="connsiteX2" fmla="*/ 571500 w 571500"/>
              <a:gd name="connsiteY2" fmla="*/ 952500 h 952500"/>
              <a:gd name="connsiteX3" fmla="*/ 0 w 571500"/>
              <a:gd name="connsiteY3" fmla="*/ 9525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952500">
                <a:moveTo>
                  <a:pt x="0" y="0"/>
                </a:moveTo>
                <a:lnTo>
                  <a:pt x="571500" y="0"/>
                </a:lnTo>
                <a:lnTo>
                  <a:pt x="571500" y="952500"/>
                </a:lnTo>
                <a:lnTo>
                  <a:pt x="0" y="952500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47" name="任意多边形: 形状 546">
            <a:extLst>
              <a:ext uri="{FF2B5EF4-FFF2-40B4-BE49-F238E27FC236}">
                <a16:creationId xmlns:a16="http://schemas.microsoft.com/office/drawing/2014/main" id="{ED43E95C-2289-E0C3-1FD0-CBE1685B8834}"/>
              </a:ext>
            </a:extLst>
          </p:cNvPr>
          <p:cNvSpPr/>
          <p:nvPr/>
        </p:nvSpPr>
        <p:spPr>
          <a:xfrm>
            <a:off x="3995737" y="2814637"/>
            <a:ext cx="571500" cy="476250"/>
          </a:xfrm>
          <a:custGeom>
            <a:avLst/>
            <a:gdLst>
              <a:gd name="connsiteX0" fmla="*/ 0 w 571500"/>
              <a:gd name="connsiteY0" fmla="*/ 0 h 476250"/>
              <a:gd name="connsiteX1" fmla="*/ 571500 w 571500"/>
              <a:gd name="connsiteY1" fmla="*/ 0 h 476250"/>
              <a:gd name="connsiteX2" fmla="*/ 571500 w 571500"/>
              <a:gd name="connsiteY2" fmla="*/ 476250 h 476250"/>
              <a:gd name="connsiteX3" fmla="*/ 0 w 571500"/>
              <a:gd name="connsiteY3" fmla="*/ 476250 h 47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76250">
                <a:moveTo>
                  <a:pt x="0" y="0"/>
                </a:moveTo>
                <a:lnTo>
                  <a:pt x="571500" y="0"/>
                </a:lnTo>
                <a:lnTo>
                  <a:pt x="571500" y="476250"/>
                </a:lnTo>
                <a:lnTo>
                  <a:pt x="0" y="476250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548" name="图形 516">
            <a:extLst>
              <a:ext uri="{FF2B5EF4-FFF2-40B4-BE49-F238E27FC236}">
                <a16:creationId xmlns:a16="http://schemas.microsoft.com/office/drawing/2014/main" id="{C8D1B222-6CCA-50AB-7FC7-B7B79D189BFA}"/>
              </a:ext>
            </a:extLst>
          </p:cNvPr>
          <p:cNvGrpSpPr/>
          <p:nvPr/>
        </p:nvGrpSpPr>
        <p:grpSpPr>
          <a:xfrm>
            <a:off x="4248149" y="4252912"/>
            <a:ext cx="66675" cy="275082"/>
            <a:chOff x="4248149" y="4252912"/>
            <a:chExt cx="66675" cy="275082"/>
          </a:xfrm>
        </p:grpSpPr>
        <p:sp>
          <p:nvSpPr>
            <p:cNvPr id="549" name="任意多边形: 形状 548">
              <a:extLst>
                <a:ext uri="{FF2B5EF4-FFF2-40B4-BE49-F238E27FC236}">
                  <a16:creationId xmlns:a16="http://schemas.microsoft.com/office/drawing/2014/main" id="{F4AF66FC-1F0D-166B-3C62-123C1539CA8E}"/>
                </a:ext>
              </a:extLst>
            </p:cNvPr>
            <p:cNvSpPr/>
            <p:nvPr/>
          </p:nvSpPr>
          <p:spPr>
            <a:xfrm>
              <a:off x="4281487" y="4252912"/>
              <a:ext cx="9525" cy="225075"/>
            </a:xfrm>
            <a:custGeom>
              <a:avLst/>
              <a:gdLst>
                <a:gd name="connsiteX0" fmla="*/ 0 w 9525"/>
                <a:gd name="connsiteY0" fmla="*/ 0 h 225075"/>
                <a:gd name="connsiteX1" fmla="*/ 0 w 9525"/>
                <a:gd name="connsiteY1" fmla="*/ 190500 h 225075"/>
                <a:gd name="connsiteX2" fmla="*/ 0 w 9525"/>
                <a:gd name="connsiteY2" fmla="*/ 95250 h 225075"/>
                <a:gd name="connsiteX3" fmla="*/ 0 w 9525"/>
                <a:gd name="connsiteY3" fmla="*/ 225076 h 225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225075">
                  <a:moveTo>
                    <a:pt x="0" y="0"/>
                  </a:moveTo>
                  <a:lnTo>
                    <a:pt x="0" y="190500"/>
                  </a:lnTo>
                  <a:lnTo>
                    <a:pt x="0" y="95250"/>
                  </a:lnTo>
                  <a:lnTo>
                    <a:pt x="0" y="225076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0" name="任意多边形: 形状 549">
              <a:extLst>
                <a:ext uri="{FF2B5EF4-FFF2-40B4-BE49-F238E27FC236}">
                  <a16:creationId xmlns:a16="http://schemas.microsoft.com/office/drawing/2014/main" id="{D82071D8-4EC4-F972-C364-DE651609B6F2}"/>
                </a:ext>
              </a:extLst>
            </p:cNvPr>
            <p:cNvSpPr/>
            <p:nvPr/>
          </p:nvSpPr>
          <p:spPr>
            <a:xfrm>
              <a:off x="4248149" y="4461319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51" name="任意多边形: 形状 550">
            <a:extLst>
              <a:ext uri="{FF2B5EF4-FFF2-40B4-BE49-F238E27FC236}">
                <a16:creationId xmlns:a16="http://schemas.microsoft.com/office/drawing/2014/main" id="{75AB62FE-6720-40F9-33CF-27A353FA3409}"/>
              </a:ext>
            </a:extLst>
          </p:cNvPr>
          <p:cNvSpPr/>
          <p:nvPr/>
        </p:nvSpPr>
        <p:spPr>
          <a:xfrm>
            <a:off x="3995737" y="4014787"/>
            <a:ext cx="571500" cy="238125"/>
          </a:xfrm>
          <a:custGeom>
            <a:avLst/>
            <a:gdLst>
              <a:gd name="connsiteX0" fmla="*/ 0 w 571500"/>
              <a:gd name="connsiteY0" fmla="*/ 0 h 238125"/>
              <a:gd name="connsiteX1" fmla="*/ 571500 w 571500"/>
              <a:gd name="connsiteY1" fmla="*/ 0 h 238125"/>
              <a:gd name="connsiteX2" fmla="*/ 571500 w 571500"/>
              <a:gd name="connsiteY2" fmla="*/ 238125 h 238125"/>
              <a:gd name="connsiteX3" fmla="*/ 0 w 571500"/>
              <a:gd name="connsiteY3" fmla="*/ 238125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238125">
                <a:moveTo>
                  <a:pt x="0" y="0"/>
                </a:moveTo>
                <a:lnTo>
                  <a:pt x="571500" y="0"/>
                </a:lnTo>
                <a:lnTo>
                  <a:pt x="571500" y="238125"/>
                </a:lnTo>
                <a:lnTo>
                  <a:pt x="0" y="238125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552" name="图形 516">
            <a:extLst>
              <a:ext uri="{FF2B5EF4-FFF2-40B4-BE49-F238E27FC236}">
                <a16:creationId xmlns:a16="http://schemas.microsoft.com/office/drawing/2014/main" id="{EA7BAD48-B807-BE36-4722-D2E98B349BA8}"/>
              </a:ext>
            </a:extLst>
          </p:cNvPr>
          <p:cNvGrpSpPr/>
          <p:nvPr/>
        </p:nvGrpSpPr>
        <p:grpSpPr>
          <a:xfrm>
            <a:off x="3300412" y="1780317"/>
            <a:ext cx="275082" cy="66675"/>
            <a:chOff x="3300412" y="1780317"/>
            <a:chExt cx="275082" cy="66675"/>
          </a:xfrm>
        </p:grpSpPr>
        <p:sp>
          <p:nvSpPr>
            <p:cNvPr id="553" name="任意多边形: 形状 552">
              <a:extLst>
                <a:ext uri="{FF2B5EF4-FFF2-40B4-BE49-F238E27FC236}">
                  <a16:creationId xmlns:a16="http://schemas.microsoft.com/office/drawing/2014/main" id="{67C1B0E7-5B85-DFE6-14EA-96C8B6E730E9}"/>
                </a:ext>
              </a:extLst>
            </p:cNvPr>
            <p:cNvSpPr/>
            <p:nvPr/>
          </p:nvSpPr>
          <p:spPr>
            <a:xfrm>
              <a:off x="3300412" y="1811273"/>
              <a:ext cx="225075" cy="2571"/>
            </a:xfrm>
            <a:custGeom>
              <a:avLst/>
              <a:gdLst>
                <a:gd name="connsiteX0" fmla="*/ 0 w 225075"/>
                <a:gd name="connsiteY0" fmla="*/ 0 h 2571"/>
                <a:gd name="connsiteX1" fmla="*/ 225076 w 225075"/>
                <a:gd name="connsiteY1" fmla="*/ 2572 h 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75" h="2571">
                  <a:moveTo>
                    <a:pt x="0" y="0"/>
                  </a:moveTo>
                  <a:lnTo>
                    <a:pt x="225076" y="2572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4" name="任意多边形: 形状 553">
              <a:extLst>
                <a:ext uri="{FF2B5EF4-FFF2-40B4-BE49-F238E27FC236}">
                  <a16:creationId xmlns:a16="http://schemas.microsoft.com/office/drawing/2014/main" id="{BC15345E-7AB3-E7B7-9F9F-B9999D49E303}"/>
                </a:ext>
              </a:extLst>
            </p:cNvPr>
            <p:cNvSpPr/>
            <p:nvPr/>
          </p:nvSpPr>
          <p:spPr>
            <a:xfrm>
              <a:off x="3508437" y="1780317"/>
              <a:ext cx="67056" cy="66675"/>
            </a:xfrm>
            <a:custGeom>
              <a:avLst/>
              <a:gdLst>
                <a:gd name="connsiteX0" fmla="*/ 67056 w 67056"/>
                <a:gd name="connsiteY0" fmla="*/ 34100 h 66675"/>
                <a:gd name="connsiteX1" fmla="*/ 0 w 67056"/>
                <a:gd name="connsiteY1" fmla="*/ 66675 h 66675"/>
                <a:gd name="connsiteX2" fmla="*/ 17050 w 67056"/>
                <a:gd name="connsiteY2" fmla="*/ 33528 h 66675"/>
                <a:gd name="connsiteX3" fmla="*/ 762 w 67056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56" h="66675">
                  <a:moveTo>
                    <a:pt x="67056" y="34100"/>
                  </a:moveTo>
                  <a:lnTo>
                    <a:pt x="0" y="66675"/>
                  </a:lnTo>
                  <a:lnTo>
                    <a:pt x="17050" y="3352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55" name="图形 516">
            <a:extLst>
              <a:ext uri="{FF2B5EF4-FFF2-40B4-BE49-F238E27FC236}">
                <a16:creationId xmlns:a16="http://schemas.microsoft.com/office/drawing/2014/main" id="{43FE7046-B616-4227-7627-DF1E170899AC}"/>
              </a:ext>
            </a:extLst>
          </p:cNvPr>
          <p:cNvGrpSpPr/>
          <p:nvPr/>
        </p:nvGrpSpPr>
        <p:grpSpPr>
          <a:xfrm>
            <a:off x="3300412" y="3018567"/>
            <a:ext cx="275082" cy="66675"/>
            <a:chOff x="3300412" y="3018567"/>
            <a:chExt cx="275082" cy="66675"/>
          </a:xfrm>
        </p:grpSpPr>
        <p:sp>
          <p:nvSpPr>
            <p:cNvPr id="556" name="任意多边形: 形状 555">
              <a:extLst>
                <a:ext uri="{FF2B5EF4-FFF2-40B4-BE49-F238E27FC236}">
                  <a16:creationId xmlns:a16="http://schemas.microsoft.com/office/drawing/2014/main" id="{DEB75C82-B090-3B7B-B5B2-C0F53A2FD0BF}"/>
                </a:ext>
              </a:extLst>
            </p:cNvPr>
            <p:cNvSpPr/>
            <p:nvPr/>
          </p:nvSpPr>
          <p:spPr>
            <a:xfrm>
              <a:off x="3300412" y="3049523"/>
              <a:ext cx="225075" cy="2571"/>
            </a:xfrm>
            <a:custGeom>
              <a:avLst/>
              <a:gdLst>
                <a:gd name="connsiteX0" fmla="*/ 0 w 225075"/>
                <a:gd name="connsiteY0" fmla="*/ 0 h 2571"/>
                <a:gd name="connsiteX1" fmla="*/ 225076 w 225075"/>
                <a:gd name="connsiteY1" fmla="*/ 2572 h 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75" h="2571">
                  <a:moveTo>
                    <a:pt x="0" y="0"/>
                  </a:moveTo>
                  <a:lnTo>
                    <a:pt x="225076" y="2572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7" name="任意多边形: 形状 556">
              <a:extLst>
                <a:ext uri="{FF2B5EF4-FFF2-40B4-BE49-F238E27FC236}">
                  <a16:creationId xmlns:a16="http://schemas.microsoft.com/office/drawing/2014/main" id="{44B23812-7784-CDB6-C641-A796FBF6387E}"/>
                </a:ext>
              </a:extLst>
            </p:cNvPr>
            <p:cNvSpPr/>
            <p:nvPr/>
          </p:nvSpPr>
          <p:spPr>
            <a:xfrm>
              <a:off x="3508437" y="3018567"/>
              <a:ext cx="67056" cy="66675"/>
            </a:xfrm>
            <a:custGeom>
              <a:avLst/>
              <a:gdLst>
                <a:gd name="connsiteX0" fmla="*/ 67056 w 67056"/>
                <a:gd name="connsiteY0" fmla="*/ 34099 h 66675"/>
                <a:gd name="connsiteX1" fmla="*/ 0 w 67056"/>
                <a:gd name="connsiteY1" fmla="*/ 66675 h 66675"/>
                <a:gd name="connsiteX2" fmla="*/ 17050 w 67056"/>
                <a:gd name="connsiteY2" fmla="*/ 33528 h 66675"/>
                <a:gd name="connsiteX3" fmla="*/ 762 w 67056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56" h="66675">
                  <a:moveTo>
                    <a:pt x="67056" y="34099"/>
                  </a:moveTo>
                  <a:lnTo>
                    <a:pt x="0" y="66675"/>
                  </a:lnTo>
                  <a:lnTo>
                    <a:pt x="17050" y="3352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58" name="图形 516">
            <a:extLst>
              <a:ext uri="{FF2B5EF4-FFF2-40B4-BE49-F238E27FC236}">
                <a16:creationId xmlns:a16="http://schemas.microsoft.com/office/drawing/2014/main" id="{DE4E580D-7C22-1E27-6753-B0AAE4D8F5CA}"/>
              </a:ext>
            </a:extLst>
          </p:cNvPr>
          <p:cNvGrpSpPr/>
          <p:nvPr/>
        </p:nvGrpSpPr>
        <p:grpSpPr>
          <a:xfrm>
            <a:off x="3300412" y="4114799"/>
            <a:ext cx="275082" cy="66675"/>
            <a:chOff x="3300412" y="4114799"/>
            <a:chExt cx="275082" cy="66675"/>
          </a:xfrm>
        </p:grpSpPr>
        <p:sp>
          <p:nvSpPr>
            <p:cNvPr id="559" name="任意多边形: 形状 558">
              <a:extLst>
                <a:ext uri="{FF2B5EF4-FFF2-40B4-BE49-F238E27FC236}">
                  <a16:creationId xmlns:a16="http://schemas.microsoft.com/office/drawing/2014/main" id="{713A10C8-310E-97C2-ECB4-5190009137C4}"/>
                </a:ext>
              </a:extLst>
            </p:cNvPr>
            <p:cNvSpPr/>
            <p:nvPr/>
          </p:nvSpPr>
          <p:spPr>
            <a:xfrm>
              <a:off x="3300412" y="4148137"/>
              <a:ext cx="225075" cy="9525"/>
            </a:xfrm>
            <a:custGeom>
              <a:avLst/>
              <a:gdLst>
                <a:gd name="connsiteX0" fmla="*/ 0 w 225075"/>
                <a:gd name="connsiteY0" fmla="*/ 0 h 9525"/>
                <a:gd name="connsiteX1" fmla="*/ 225076 w 2250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5075" h="9525">
                  <a:moveTo>
                    <a:pt x="0" y="0"/>
                  </a:moveTo>
                  <a:lnTo>
                    <a:pt x="225076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0" name="任意多边形: 形状 559">
              <a:extLst>
                <a:ext uri="{FF2B5EF4-FFF2-40B4-BE49-F238E27FC236}">
                  <a16:creationId xmlns:a16="http://schemas.microsoft.com/office/drawing/2014/main" id="{9DF7B517-3C8C-4474-5540-919DEDFC4888}"/>
                </a:ext>
              </a:extLst>
            </p:cNvPr>
            <p:cNvSpPr/>
            <p:nvPr/>
          </p:nvSpPr>
          <p:spPr>
            <a:xfrm>
              <a:off x="3508819" y="4114799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61" name="图形 516">
            <a:extLst>
              <a:ext uri="{FF2B5EF4-FFF2-40B4-BE49-F238E27FC236}">
                <a16:creationId xmlns:a16="http://schemas.microsoft.com/office/drawing/2014/main" id="{B5C89036-33A4-A2AD-2173-1CD98964F4BA}"/>
              </a:ext>
            </a:extLst>
          </p:cNvPr>
          <p:cNvGrpSpPr/>
          <p:nvPr/>
        </p:nvGrpSpPr>
        <p:grpSpPr>
          <a:xfrm>
            <a:off x="4052887" y="4538662"/>
            <a:ext cx="457200" cy="228600"/>
            <a:chOff x="4052887" y="4538662"/>
            <a:chExt cx="457200" cy="228600"/>
          </a:xfrm>
          <a:solidFill>
            <a:srgbClr val="FFFFFF"/>
          </a:solidFill>
        </p:grpSpPr>
        <p:sp>
          <p:nvSpPr>
            <p:cNvPr id="562" name="任意多边形: 形状 561">
              <a:extLst>
                <a:ext uri="{FF2B5EF4-FFF2-40B4-BE49-F238E27FC236}">
                  <a16:creationId xmlns:a16="http://schemas.microsoft.com/office/drawing/2014/main" id="{00909EEF-1BB4-A3CB-FEB9-FBAC1F1A62A9}"/>
                </a:ext>
              </a:extLst>
            </p:cNvPr>
            <p:cNvSpPr/>
            <p:nvPr/>
          </p:nvSpPr>
          <p:spPr>
            <a:xfrm>
              <a:off x="4052887" y="4538662"/>
              <a:ext cx="457200" cy="228600"/>
            </a:xfrm>
            <a:custGeom>
              <a:avLst/>
              <a:gdLst>
                <a:gd name="connsiteX0" fmla="*/ 422910 w 457200"/>
                <a:gd name="connsiteY0" fmla="*/ 0 h 228600"/>
                <a:gd name="connsiteX1" fmla="*/ 457200 w 457200"/>
                <a:gd name="connsiteY1" fmla="*/ 34290 h 228600"/>
                <a:gd name="connsiteX2" fmla="*/ 457200 w 457200"/>
                <a:gd name="connsiteY2" fmla="*/ 194310 h 228600"/>
                <a:gd name="connsiteX3" fmla="*/ 422910 w 457200"/>
                <a:gd name="connsiteY3" fmla="*/ 228600 h 228600"/>
                <a:gd name="connsiteX4" fmla="*/ 34290 w 457200"/>
                <a:gd name="connsiteY4" fmla="*/ 228600 h 228600"/>
                <a:gd name="connsiteX5" fmla="*/ 0 w 457200"/>
                <a:gd name="connsiteY5" fmla="*/ 194310 h 228600"/>
                <a:gd name="connsiteX6" fmla="*/ 0 w 457200"/>
                <a:gd name="connsiteY6" fmla="*/ 34290 h 228600"/>
                <a:gd name="connsiteX7" fmla="*/ 34290 w 457200"/>
                <a:gd name="connsiteY7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7200" h="228600">
                  <a:moveTo>
                    <a:pt x="422910" y="0"/>
                  </a:moveTo>
                  <a:cubicBezTo>
                    <a:pt x="441848" y="0"/>
                    <a:pt x="457200" y="15352"/>
                    <a:pt x="457200" y="34290"/>
                  </a:cubicBezTo>
                  <a:lnTo>
                    <a:pt x="457200" y="194310"/>
                  </a:lnTo>
                  <a:cubicBezTo>
                    <a:pt x="457200" y="213248"/>
                    <a:pt x="441848" y="228600"/>
                    <a:pt x="422910" y="228600"/>
                  </a:cubicBezTo>
                  <a:lnTo>
                    <a:pt x="34290" y="228600"/>
                  </a:lnTo>
                  <a:cubicBezTo>
                    <a:pt x="15352" y="228600"/>
                    <a:pt x="0" y="213248"/>
                    <a:pt x="0" y="194310"/>
                  </a:cubicBezTo>
                  <a:lnTo>
                    <a:pt x="0" y="34290"/>
                  </a:lnTo>
                  <a:cubicBezTo>
                    <a:pt x="0" y="15352"/>
                    <a:pt x="15352" y="0"/>
                    <a:pt x="3429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563" name="图片 562">
              <a:extLst>
                <a:ext uri="{FF2B5EF4-FFF2-40B4-BE49-F238E27FC236}">
                  <a16:creationId xmlns:a16="http://schemas.microsoft.com/office/drawing/2014/main" id="{0CF7F48E-5DD9-C48F-9D62-6C0356591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57649" y="4586287"/>
              <a:ext cx="438150" cy="161925"/>
            </a:xfrm>
            <a:custGeom>
              <a:avLst/>
              <a:gdLst>
                <a:gd name="connsiteX0" fmla="*/ -1 w 438150"/>
                <a:gd name="connsiteY0" fmla="*/ -1 h 161925"/>
                <a:gd name="connsiteX1" fmla="*/ 438150 w 438150"/>
                <a:gd name="connsiteY1" fmla="*/ -1 h 161925"/>
                <a:gd name="connsiteX2" fmla="*/ 438150 w 438150"/>
                <a:gd name="connsiteY2" fmla="*/ 161925 h 161925"/>
                <a:gd name="connsiteX3" fmla="*/ -1 w 438150"/>
                <a:gd name="connsiteY3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8150" h="161925">
                  <a:moveTo>
                    <a:pt x="-1" y="-1"/>
                  </a:moveTo>
                  <a:lnTo>
                    <a:pt x="438150" y="-1"/>
                  </a:lnTo>
                  <a:lnTo>
                    <a:pt x="438150" y="161925"/>
                  </a:lnTo>
                  <a:lnTo>
                    <a:pt x="-1" y="161925"/>
                  </a:lnTo>
                  <a:close/>
                </a:path>
              </a:pathLst>
            </a:custGeom>
          </p:spPr>
        </p:pic>
      </p:grpSp>
      <p:grpSp>
        <p:nvGrpSpPr>
          <p:cNvPr id="564" name="图形 516">
            <a:extLst>
              <a:ext uri="{FF2B5EF4-FFF2-40B4-BE49-F238E27FC236}">
                <a16:creationId xmlns:a16="http://schemas.microsoft.com/office/drawing/2014/main" id="{EACD9D25-D16D-8BB3-28FE-036D42FA21D3}"/>
              </a:ext>
            </a:extLst>
          </p:cNvPr>
          <p:cNvGrpSpPr/>
          <p:nvPr/>
        </p:nvGrpSpPr>
        <p:grpSpPr>
          <a:xfrm>
            <a:off x="4245387" y="4767262"/>
            <a:ext cx="66675" cy="275082"/>
            <a:chOff x="4245387" y="4767262"/>
            <a:chExt cx="66675" cy="275082"/>
          </a:xfrm>
        </p:grpSpPr>
        <p:sp>
          <p:nvSpPr>
            <p:cNvPr id="565" name="任意多边形: 形状 564">
              <a:extLst>
                <a:ext uri="{FF2B5EF4-FFF2-40B4-BE49-F238E27FC236}">
                  <a16:creationId xmlns:a16="http://schemas.microsoft.com/office/drawing/2014/main" id="{AE2CBB9A-AC76-561A-5860-0595833B84BB}"/>
                </a:ext>
              </a:extLst>
            </p:cNvPr>
            <p:cNvSpPr/>
            <p:nvPr/>
          </p:nvSpPr>
          <p:spPr>
            <a:xfrm>
              <a:off x="4278724" y="4767262"/>
              <a:ext cx="9525" cy="225075"/>
            </a:xfrm>
            <a:custGeom>
              <a:avLst/>
              <a:gdLst>
                <a:gd name="connsiteX0" fmla="*/ 0 w 9525"/>
                <a:gd name="connsiteY0" fmla="*/ 0 h 225075"/>
                <a:gd name="connsiteX1" fmla="*/ 0 w 9525"/>
                <a:gd name="connsiteY1" fmla="*/ 225076 h 225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25075">
                  <a:moveTo>
                    <a:pt x="0" y="0"/>
                  </a:moveTo>
                  <a:lnTo>
                    <a:pt x="0" y="225076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6" name="任意多边形: 形状 565">
              <a:extLst>
                <a:ext uri="{FF2B5EF4-FFF2-40B4-BE49-F238E27FC236}">
                  <a16:creationId xmlns:a16="http://schemas.microsoft.com/office/drawing/2014/main" id="{572F5DEA-E4BE-1092-0FC5-ECCCC21D92FE}"/>
                </a:ext>
              </a:extLst>
            </p:cNvPr>
            <p:cNvSpPr/>
            <p:nvPr/>
          </p:nvSpPr>
          <p:spPr>
            <a:xfrm>
              <a:off x="4245387" y="4975669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67" name="图形 516">
            <a:extLst>
              <a:ext uri="{FF2B5EF4-FFF2-40B4-BE49-F238E27FC236}">
                <a16:creationId xmlns:a16="http://schemas.microsoft.com/office/drawing/2014/main" id="{6721A527-E019-338E-F147-D36149145345}"/>
              </a:ext>
            </a:extLst>
          </p:cNvPr>
          <p:cNvGrpSpPr/>
          <p:nvPr/>
        </p:nvGrpSpPr>
        <p:grpSpPr>
          <a:xfrm>
            <a:off x="4852987" y="4492179"/>
            <a:ext cx="528637" cy="989457"/>
            <a:chOff x="4852987" y="4492179"/>
            <a:chExt cx="528637" cy="989457"/>
          </a:xfrm>
        </p:grpSpPr>
        <p:sp>
          <p:nvSpPr>
            <p:cNvPr id="568" name="任意多边形: 形状 567">
              <a:extLst>
                <a:ext uri="{FF2B5EF4-FFF2-40B4-BE49-F238E27FC236}">
                  <a16:creationId xmlns:a16="http://schemas.microsoft.com/office/drawing/2014/main" id="{CD16FF61-B1E2-4AB1-AC60-F9B6C72D8EE9}"/>
                </a:ext>
              </a:extLst>
            </p:cNvPr>
            <p:cNvSpPr/>
            <p:nvPr/>
          </p:nvSpPr>
          <p:spPr>
            <a:xfrm>
              <a:off x="4852987" y="4542186"/>
              <a:ext cx="495300" cy="939450"/>
            </a:xfrm>
            <a:custGeom>
              <a:avLst/>
              <a:gdLst>
                <a:gd name="connsiteX0" fmla="*/ 0 w 495300"/>
                <a:gd name="connsiteY0" fmla="*/ 939451 h 939450"/>
                <a:gd name="connsiteX1" fmla="*/ 495300 w 495300"/>
                <a:gd name="connsiteY1" fmla="*/ 939451 h 939450"/>
                <a:gd name="connsiteX2" fmla="*/ 495300 w 495300"/>
                <a:gd name="connsiteY2" fmla="*/ 0 h 939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5300" h="939450">
                  <a:moveTo>
                    <a:pt x="0" y="939451"/>
                  </a:moveTo>
                  <a:lnTo>
                    <a:pt x="495300" y="939451"/>
                  </a:lnTo>
                  <a:lnTo>
                    <a:pt x="49530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9" name="任意多边形: 形状 568">
              <a:extLst>
                <a:ext uri="{FF2B5EF4-FFF2-40B4-BE49-F238E27FC236}">
                  <a16:creationId xmlns:a16="http://schemas.microsoft.com/office/drawing/2014/main" id="{A87FC9D6-5008-188F-A8C4-A5B167350B85}"/>
                </a:ext>
              </a:extLst>
            </p:cNvPr>
            <p:cNvSpPr/>
            <p:nvPr/>
          </p:nvSpPr>
          <p:spPr>
            <a:xfrm>
              <a:off x="5314949" y="4492179"/>
              <a:ext cx="66675" cy="66675"/>
            </a:xfrm>
            <a:custGeom>
              <a:avLst/>
              <a:gdLst>
                <a:gd name="connsiteX0" fmla="*/ 33338 w 66675"/>
                <a:gd name="connsiteY0" fmla="*/ 0 h 66675"/>
                <a:gd name="connsiteX1" fmla="*/ 66675 w 66675"/>
                <a:gd name="connsiteY1" fmla="*/ 66675 h 66675"/>
                <a:gd name="connsiteX2" fmla="*/ 33338 w 66675"/>
                <a:gd name="connsiteY2" fmla="*/ 50006 h 66675"/>
                <a:gd name="connsiteX3" fmla="*/ 0 w 66675"/>
                <a:gd name="connsiteY3" fmla="*/ 6667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0"/>
                  </a:moveTo>
                  <a:lnTo>
                    <a:pt x="66675" y="66675"/>
                  </a:lnTo>
                  <a:lnTo>
                    <a:pt x="33338" y="50006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70" name="任意多边形: 形状 569">
            <a:extLst>
              <a:ext uri="{FF2B5EF4-FFF2-40B4-BE49-F238E27FC236}">
                <a16:creationId xmlns:a16="http://schemas.microsoft.com/office/drawing/2014/main" id="{5873E1A7-4411-8DD0-9C56-8F7CE15B69B3}"/>
              </a:ext>
            </a:extLst>
          </p:cNvPr>
          <p:cNvSpPr/>
          <p:nvPr/>
        </p:nvSpPr>
        <p:spPr>
          <a:xfrm>
            <a:off x="3709987" y="5053012"/>
            <a:ext cx="1143000" cy="857250"/>
          </a:xfrm>
          <a:custGeom>
            <a:avLst/>
            <a:gdLst>
              <a:gd name="connsiteX0" fmla="*/ 1014413 w 1143000"/>
              <a:gd name="connsiteY0" fmla="*/ 0 h 857250"/>
              <a:gd name="connsiteX1" fmla="*/ 1143000 w 1143000"/>
              <a:gd name="connsiteY1" fmla="*/ 128588 h 857250"/>
              <a:gd name="connsiteX2" fmla="*/ 1143000 w 1143000"/>
              <a:gd name="connsiteY2" fmla="*/ 728663 h 857250"/>
              <a:gd name="connsiteX3" fmla="*/ 1014413 w 1143000"/>
              <a:gd name="connsiteY3" fmla="*/ 857250 h 857250"/>
              <a:gd name="connsiteX4" fmla="*/ 128588 w 1143000"/>
              <a:gd name="connsiteY4" fmla="*/ 857250 h 857250"/>
              <a:gd name="connsiteX5" fmla="*/ 0 w 1143000"/>
              <a:gd name="connsiteY5" fmla="*/ 728663 h 857250"/>
              <a:gd name="connsiteX6" fmla="*/ 0 w 1143000"/>
              <a:gd name="connsiteY6" fmla="*/ 128588 h 857250"/>
              <a:gd name="connsiteX7" fmla="*/ 128588 w 1143000"/>
              <a:gd name="connsiteY7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3000" h="857250">
                <a:moveTo>
                  <a:pt x="1014413" y="0"/>
                </a:moveTo>
                <a:cubicBezTo>
                  <a:pt x="1085429" y="0"/>
                  <a:pt x="1143000" y="57570"/>
                  <a:pt x="1143000" y="128588"/>
                </a:cubicBezTo>
                <a:lnTo>
                  <a:pt x="1143000" y="728663"/>
                </a:lnTo>
                <a:cubicBezTo>
                  <a:pt x="1143000" y="799680"/>
                  <a:pt x="1085429" y="857250"/>
                  <a:pt x="1014413" y="857250"/>
                </a:cubicBezTo>
                <a:lnTo>
                  <a:pt x="128588" y="857250"/>
                </a:lnTo>
                <a:cubicBezTo>
                  <a:pt x="57571" y="857250"/>
                  <a:pt x="0" y="799680"/>
                  <a:pt x="0" y="728663"/>
                </a:cubicBezTo>
                <a:lnTo>
                  <a:pt x="0" y="128588"/>
                </a:lnTo>
                <a:cubicBezTo>
                  <a:pt x="0" y="57570"/>
                  <a:pt x="57571" y="0"/>
                  <a:pt x="128588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571" name="图形 516">
            <a:extLst>
              <a:ext uri="{FF2B5EF4-FFF2-40B4-BE49-F238E27FC236}">
                <a16:creationId xmlns:a16="http://schemas.microsoft.com/office/drawing/2014/main" id="{06672EA0-56FF-C215-E43B-E93770D75C48}"/>
              </a:ext>
            </a:extLst>
          </p:cNvPr>
          <p:cNvGrpSpPr/>
          <p:nvPr/>
        </p:nvGrpSpPr>
        <p:grpSpPr>
          <a:xfrm>
            <a:off x="5485161" y="1781365"/>
            <a:ext cx="662082" cy="66675"/>
            <a:chOff x="5485161" y="1781365"/>
            <a:chExt cx="662082" cy="66675"/>
          </a:xfrm>
        </p:grpSpPr>
        <p:sp>
          <p:nvSpPr>
            <p:cNvPr id="572" name="任意多边形: 形状 571">
              <a:extLst>
                <a:ext uri="{FF2B5EF4-FFF2-40B4-BE49-F238E27FC236}">
                  <a16:creationId xmlns:a16="http://schemas.microsoft.com/office/drawing/2014/main" id="{0474ED04-8AE4-9D20-A26D-A0DD84E6D2CC}"/>
                </a:ext>
              </a:extLst>
            </p:cNvPr>
            <p:cNvSpPr/>
            <p:nvPr/>
          </p:nvSpPr>
          <p:spPr>
            <a:xfrm>
              <a:off x="5485161" y="1814702"/>
              <a:ext cx="612076" cy="1523"/>
            </a:xfrm>
            <a:custGeom>
              <a:avLst/>
              <a:gdLst>
                <a:gd name="connsiteX0" fmla="*/ 0 w 612076"/>
                <a:gd name="connsiteY0" fmla="*/ 1524 h 1523"/>
                <a:gd name="connsiteX1" fmla="*/ 612077 w 612076"/>
                <a:gd name="connsiteY1" fmla="*/ 0 h 1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076" h="1523">
                  <a:moveTo>
                    <a:pt x="0" y="1524"/>
                  </a:moveTo>
                  <a:lnTo>
                    <a:pt x="612077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3" name="任意多边形: 形状 572">
              <a:extLst>
                <a:ext uri="{FF2B5EF4-FFF2-40B4-BE49-F238E27FC236}">
                  <a16:creationId xmlns:a16="http://schemas.microsoft.com/office/drawing/2014/main" id="{2754706D-08A7-337D-78FE-D4F71E69AAE5}"/>
                </a:ext>
              </a:extLst>
            </p:cNvPr>
            <p:cNvSpPr/>
            <p:nvPr/>
          </p:nvSpPr>
          <p:spPr>
            <a:xfrm>
              <a:off x="6080473" y="1781365"/>
              <a:ext cx="66770" cy="66675"/>
            </a:xfrm>
            <a:custGeom>
              <a:avLst/>
              <a:gdLst>
                <a:gd name="connsiteX0" fmla="*/ 66770 w 66770"/>
                <a:gd name="connsiteY0" fmla="*/ 33147 h 66675"/>
                <a:gd name="connsiteX1" fmla="*/ 191 w 66770"/>
                <a:gd name="connsiteY1" fmla="*/ 66675 h 66675"/>
                <a:gd name="connsiteX2" fmla="*/ 16764 w 66770"/>
                <a:gd name="connsiteY2" fmla="*/ 33338 h 66675"/>
                <a:gd name="connsiteX3" fmla="*/ 0 w 66770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770" h="66675">
                  <a:moveTo>
                    <a:pt x="66770" y="33147"/>
                  </a:moveTo>
                  <a:lnTo>
                    <a:pt x="191" y="66675"/>
                  </a:lnTo>
                  <a:lnTo>
                    <a:pt x="16764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74" name="图形 516">
            <a:extLst>
              <a:ext uri="{FF2B5EF4-FFF2-40B4-BE49-F238E27FC236}">
                <a16:creationId xmlns:a16="http://schemas.microsoft.com/office/drawing/2014/main" id="{FC52EECB-4A63-4E3A-3012-171136B6A977}"/>
              </a:ext>
            </a:extLst>
          </p:cNvPr>
          <p:cNvGrpSpPr/>
          <p:nvPr/>
        </p:nvGrpSpPr>
        <p:grpSpPr>
          <a:xfrm>
            <a:off x="4567237" y="3016376"/>
            <a:ext cx="624363" cy="66675"/>
            <a:chOff x="4567237" y="3016376"/>
            <a:chExt cx="624363" cy="66675"/>
          </a:xfrm>
        </p:grpSpPr>
        <p:sp>
          <p:nvSpPr>
            <p:cNvPr id="575" name="任意多边形: 形状 574">
              <a:extLst>
                <a:ext uri="{FF2B5EF4-FFF2-40B4-BE49-F238E27FC236}">
                  <a16:creationId xmlns:a16="http://schemas.microsoft.com/office/drawing/2014/main" id="{65730ED6-CE0A-0816-925B-CBF0B6415044}"/>
                </a:ext>
              </a:extLst>
            </p:cNvPr>
            <p:cNvSpPr/>
            <p:nvPr/>
          </p:nvSpPr>
          <p:spPr>
            <a:xfrm>
              <a:off x="4567237" y="3047999"/>
              <a:ext cx="574357" cy="1714"/>
            </a:xfrm>
            <a:custGeom>
              <a:avLst/>
              <a:gdLst>
                <a:gd name="connsiteX0" fmla="*/ 0 w 574357"/>
                <a:gd name="connsiteY0" fmla="*/ 0 h 1714"/>
                <a:gd name="connsiteX1" fmla="*/ 574357 w 574357"/>
                <a:gd name="connsiteY1" fmla="*/ 1714 h 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4357" h="1714">
                  <a:moveTo>
                    <a:pt x="0" y="0"/>
                  </a:moveTo>
                  <a:lnTo>
                    <a:pt x="574357" y="1714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6" name="任意多边形: 形状 575">
              <a:extLst>
                <a:ext uri="{FF2B5EF4-FFF2-40B4-BE49-F238E27FC236}">
                  <a16:creationId xmlns:a16="http://schemas.microsoft.com/office/drawing/2014/main" id="{74DF581E-2CB2-FE74-3D9B-5D470D80DD57}"/>
                </a:ext>
              </a:extLst>
            </p:cNvPr>
            <p:cNvSpPr/>
            <p:nvPr/>
          </p:nvSpPr>
          <p:spPr>
            <a:xfrm>
              <a:off x="5124830" y="3016376"/>
              <a:ext cx="66770" cy="66675"/>
            </a:xfrm>
            <a:custGeom>
              <a:avLst/>
              <a:gdLst>
                <a:gd name="connsiteX0" fmla="*/ 66770 w 66770"/>
                <a:gd name="connsiteY0" fmla="*/ 33528 h 66675"/>
                <a:gd name="connsiteX1" fmla="*/ 0 w 66770"/>
                <a:gd name="connsiteY1" fmla="*/ 66675 h 66675"/>
                <a:gd name="connsiteX2" fmla="*/ 16764 w 66770"/>
                <a:gd name="connsiteY2" fmla="*/ 33338 h 66675"/>
                <a:gd name="connsiteX3" fmla="*/ 190 w 66770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770" h="66675">
                  <a:moveTo>
                    <a:pt x="66770" y="33528"/>
                  </a:moveTo>
                  <a:lnTo>
                    <a:pt x="0" y="66675"/>
                  </a:lnTo>
                  <a:lnTo>
                    <a:pt x="16764" y="33338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77" name="图形 516">
            <a:extLst>
              <a:ext uri="{FF2B5EF4-FFF2-40B4-BE49-F238E27FC236}">
                <a16:creationId xmlns:a16="http://schemas.microsoft.com/office/drawing/2014/main" id="{AA6FE849-1132-D2AE-4198-A1DE0D917625}"/>
              </a:ext>
            </a:extLst>
          </p:cNvPr>
          <p:cNvGrpSpPr/>
          <p:nvPr/>
        </p:nvGrpSpPr>
        <p:grpSpPr>
          <a:xfrm>
            <a:off x="4567237" y="4111751"/>
            <a:ext cx="618934" cy="66675"/>
            <a:chOff x="4567237" y="4111751"/>
            <a:chExt cx="618934" cy="66675"/>
          </a:xfrm>
        </p:grpSpPr>
        <p:sp>
          <p:nvSpPr>
            <p:cNvPr id="578" name="任意多边形: 形状 577">
              <a:extLst>
                <a:ext uri="{FF2B5EF4-FFF2-40B4-BE49-F238E27FC236}">
                  <a16:creationId xmlns:a16="http://schemas.microsoft.com/office/drawing/2014/main" id="{BD5861DA-44CC-16CD-E587-A66A02E5D46C}"/>
                </a:ext>
              </a:extLst>
            </p:cNvPr>
            <p:cNvSpPr/>
            <p:nvPr/>
          </p:nvSpPr>
          <p:spPr>
            <a:xfrm>
              <a:off x="4567237" y="4144993"/>
              <a:ext cx="568928" cy="3143"/>
            </a:xfrm>
            <a:custGeom>
              <a:avLst/>
              <a:gdLst>
                <a:gd name="connsiteX0" fmla="*/ 0 w 568928"/>
                <a:gd name="connsiteY0" fmla="*/ 3143 h 3143"/>
                <a:gd name="connsiteX1" fmla="*/ 568928 w 568928"/>
                <a:gd name="connsiteY1" fmla="*/ 0 h 3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8928" h="3143">
                  <a:moveTo>
                    <a:pt x="0" y="3143"/>
                  </a:moveTo>
                  <a:lnTo>
                    <a:pt x="568928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9" name="任意多边形: 形状 578">
              <a:extLst>
                <a:ext uri="{FF2B5EF4-FFF2-40B4-BE49-F238E27FC236}">
                  <a16:creationId xmlns:a16="http://schemas.microsoft.com/office/drawing/2014/main" id="{39FC672B-C318-0D45-E7D1-A63BADED7B38}"/>
                </a:ext>
              </a:extLst>
            </p:cNvPr>
            <p:cNvSpPr/>
            <p:nvPr/>
          </p:nvSpPr>
          <p:spPr>
            <a:xfrm>
              <a:off x="5119305" y="4111751"/>
              <a:ext cx="66865" cy="66675"/>
            </a:xfrm>
            <a:custGeom>
              <a:avLst/>
              <a:gdLst>
                <a:gd name="connsiteX0" fmla="*/ 66866 w 66865"/>
                <a:gd name="connsiteY0" fmla="*/ 33052 h 66675"/>
                <a:gd name="connsiteX1" fmla="*/ 381 w 66865"/>
                <a:gd name="connsiteY1" fmla="*/ 66675 h 66675"/>
                <a:gd name="connsiteX2" fmla="*/ 16859 w 66865"/>
                <a:gd name="connsiteY2" fmla="*/ 33242 h 66675"/>
                <a:gd name="connsiteX3" fmla="*/ 0 w 6686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865" h="66675">
                  <a:moveTo>
                    <a:pt x="66866" y="33052"/>
                  </a:moveTo>
                  <a:lnTo>
                    <a:pt x="381" y="66675"/>
                  </a:lnTo>
                  <a:lnTo>
                    <a:pt x="16859" y="33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80" name="图形 516">
            <a:extLst>
              <a:ext uri="{FF2B5EF4-FFF2-40B4-BE49-F238E27FC236}">
                <a16:creationId xmlns:a16="http://schemas.microsoft.com/office/drawing/2014/main" id="{93D120C3-BE04-7A91-0BBA-22B529A0E621}"/>
              </a:ext>
            </a:extLst>
          </p:cNvPr>
          <p:cNvGrpSpPr/>
          <p:nvPr/>
        </p:nvGrpSpPr>
        <p:grpSpPr>
          <a:xfrm>
            <a:off x="5205412" y="1243012"/>
            <a:ext cx="285750" cy="3238500"/>
            <a:chOff x="5205412" y="1243012"/>
            <a:chExt cx="285750" cy="3238500"/>
          </a:xfrm>
          <a:solidFill>
            <a:srgbClr val="FFFFFF"/>
          </a:solidFill>
        </p:grpSpPr>
        <p:sp>
          <p:nvSpPr>
            <p:cNvPr id="581" name="任意多边形: 形状 580">
              <a:extLst>
                <a:ext uri="{FF2B5EF4-FFF2-40B4-BE49-F238E27FC236}">
                  <a16:creationId xmlns:a16="http://schemas.microsoft.com/office/drawing/2014/main" id="{44BD0AE7-CD3C-018F-C2A0-335EBC089924}"/>
                </a:ext>
              </a:extLst>
            </p:cNvPr>
            <p:cNvSpPr/>
            <p:nvPr/>
          </p:nvSpPr>
          <p:spPr>
            <a:xfrm>
              <a:off x="5205412" y="1243012"/>
              <a:ext cx="285750" cy="3238500"/>
            </a:xfrm>
            <a:custGeom>
              <a:avLst/>
              <a:gdLst>
                <a:gd name="connsiteX0" fmla="*/ 242888 w 285750"/>
                <a:gd name="connsiteY0" fmla="*/ 0 h 3238500"/>
                <a:gd name="connsiteX1" fmla="*/ 285750 w 285750"/>
                <a:gd name="connsiteY1" fmla="*/ 42863 h 3238500"/>
                <a:gd name="connsiteX2" fmla="*/ 285750 w 285750"/>
                <a:gd name="connsiteY2" fmla="*/ 3195638 h 3238500"/>
                <a:gd name="connsiteX3" fmla="*/ 242888 w 285750"/>
                <a:gd name="connsiteY3" fmla="*/ 3238500 h 3238500"/>
                <a:gd name="connsiteX4" fmla="*/ 42863 w 285750"/>
                <a:gd name="connsiteY4" fmla="*/ 3238500 h 3238500"/>
                <a:gd name="connsiteX5" fmla="*/ 0 w 285750"/>
                <a:gd name="connsiteY5" fmla="*/ 3195638 h 3238500"/>
                <a:gd name="connsiteX6" fmla="*/ 0 w 285750"/>
                <a:gd name="connsiteY6" fmla="*/ 42863 h 3238500"/>
                <a:gd name="connsiteX7" fmla="*/ 42863 w 285750"/>
                <a:gd name="connsiteY7" fmla="*/ 0 h 323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750" h="3238500">
                  <a:moveTo>
                    <a:pt x="242888" y="0"/>
                  </a:moveTo>
                  <a:cubicBezTo>
                    <a:pt x="266560" y="0"/>
                    <a:pt x="285750" y="19190"/>
                    <a:pt x="285750" y="42863"/>
                  </a:cubicBezTo>
                  <a:lnTo>
                    <a:pt x="285750" y="3195638"/>
                  </a:lnTo>
                  <a:cubicBezTo>
                    <a:pt x="285750" y="3219310"/>
                    <a:pt x="266560" y="3238500"/>
                    <a:pt x="242888" y="3238500"/>
                  </a:cubicBezTo>
                  <a:lnTo>
                    <a:pt x="42863" y="3238500"/>
                  </a:lnTo>
                  <a:cubicBezTo>
                    <a:pt x="19190" y="3238500"/>
                    <a:pt x="0" y="3219310"/>
                    <a:pt x="0" y="3195638"/>
                  </a:cubicBezTo>
                  <a:lnTo>
                    <a:pt x="0" y="42863"/>
                  </a:lnTo>
                  <a:cubicBezTo>
                    <a:pt x="0" y="19190"/>
                    <a:pt x="19190" y="0"/>
                    <a:pt x="4286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582" name="图片 581">
              <a:extLst>
                <a:ext uri="{FF2B5EF4-FFF2-40B4-BE49-F238E27FC236}">
                  <a16:creationId xmlns:a16="http://schemas.microsoft.com/office/drawing/2014/main" id="{6D2932C8-F12C-A7B7-D5D7-A17B39863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10174" y="2724149"/>
              <a:ext cx="266700" cy="304800"/>
            </a:xfrm>
            <a:custGeom>
              <a:avLst/>
              <a:gdLst>
                <a:gd name="connsiteX0" fmla="*/ -1 w 266700"/>
                <a:gd name="connsiteY0" fmla="*/ -1 h 304800"/>
                <a:gd name="connsiteX1" fmla="*/ 266700 w 266700"/>
                <a:gd name="connsiteY1" fmla="*/ -1 h 304800"/>
                <a:gd name="connsiteX2" fmla="*/ 266700 w 266700"/>
                <a:gd name="connsiteY2" fmla="*/ 304800 h 304800"/>
                <a:gd name="connsiteX3" fmla="*/ -1 w 266700"/>
                <a:gd name="connsiteY3" fmla="*/ 30480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304800">
                  <a:moveTo>
                    <a:pt x="-1" y="-1"/>
                  </a:moveTo>
                  <a:lnTo>
                    <a:pt x="266700" y="-1"/>
                  </a:lnTo>
                  <a:lnTo>
                    <a:pt x="266700" y="304800"/>
                  </a:lnTo>
                  <a:lnTo>
                    <a:pt x="-1" y="304800"/>
                  </a:lnTo>
                  <a:close/>
                </a:path>
              </a:pathLst>
            </a:custGeom>
          </p:spPr>
        </p:pic>
      </p:grpSp>
      <p:grpSp>
        <p:nvGrpSpPr>
          <p:cNvPr id="583" name="图形 516">
            <a:extLst>
              <a:ext uri="{FF2B5EF4-FFF2-40B4-BE49-F238E27FC236}">
                <a16:creationId xmlns:a16="http://schemas.microsoft.com/office/drawing/2014/main" id="{566B0E84-EB9C-8DA6-CEE5-7DFE4CD3E411}"/>
              </a:ext>
            </a:extLst>
          </p:cNvPr>
          <p:cNvGrpSpPr/>
          <p:nvPr/>
        </p:nvGrpSpPr>
        <p:grpSpPr>
          <a:xfrm>
            <a:off x="4567237" y="1782698"/>
            <a:ext cx="636365" cy="66675"/>
            <a:chOff x="4567237" y="1782698"/>
            <a:chExt cx="636365" cy="66675"/>
          </a:xfrm>
        </p:grpSpPr>
        <p:sp>
          <p:nvSpPr>
            <p:cNvPr id="584" name="任意多边形: 形状 583">
              <a:extLst>
                <a:ext uri="{FF2B5EF4-FFF2-40B4-BE49-F238E27FC236}">
                  <a16:creationId xmlns:a16="http://schemas.microsoft.com/office/drawing/2014/main" id="{EDA652E5-450D-48D9-4A55-91AF2CFB5A7F}"/>
                </a:ext>
              </a:extLst>
            </p:cNvPr>
            <p:cNvSpPr/>
            <p:nvPr/>
          </p:nvSpPr>
          <p:spPr>
            <a:xfrm>
              <a:off x="4567237" y="1814512"/>
              <a:ext cx="586358" cy="1524"/>
            </a:xfrm>
            <a:custGeom>
              <a:avLst/>
              <a:gdLst>
                <a:gd name="connsiteX0" fmla="*/ 0 w 586358"/>
                <a:gd name="connsiteY0" fmla="*/ 0 h 1524"/>
                <a:gd name="connsiteX1" fmla="*/ 586359 w 586358"/>
                <a:gd name="connsiteY1" fmla="*/ 1524 h 1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86358" h="1524">
                  <a:moveTo>
                    <a:pt x="0" y="0"/>
                  </a:moveTo>
                  <a:lnTo>
                    <a:pt x="586359" y="1524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5" name="任意多边形: 形状 584">
              <a:extLst>
                <a:ext uri="{FF2B5EF4-FFF2-40B4-BE49-F238E27FC236}">
                  <a16:creationId xmlns:a16="http://schemas.microsoft.com/office/drawing/2014/main" id="{B5ABC431-CBA2-3D96-B782-1F62F4BB3578}"/>
                </a:ext>
              </a:extLst>
            </p:cNvPr>
            <p:cNvSpPr/>
            <p:nvPr/>
          </p:nvSpPr>
          <p:spPr>
            <a:xfrm>
              <a:off x="5136831" y="1782698"/>
              <a:ext cx="66770" cy="66675"/>
            </a:xfrm>
            <a:custGeom>
              <a:avLst/>
              <a:gdLst>
                <a:gd name="connsiteX0" fmla="*/ 66770 w 66770"/>
                <a:gd name="connsiteY0" fmla="*/ 33528 h 66675"/>
                <a:gd name="connsiteX1" fmla="*/ 0 w 66770"/>
                <a:gd name="connsiteY1" fmla="*/ 66675 h 66675"/>
                <a:gd name="connsiteX2" fmla="*/ 16764 w 66770"/>
                <a:gd name="connsiteY2" fmla="*/ 33338 h 66675"/>
                <a:gd name="connsiteX3" fmla="*/ 191 w 66770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770" h="66675">
                  <a:moveTo>
                    <a:pt x="66770" y="33528"/>
                  </a:moveTo>
                  <a:lnTo>
                    <a:pt x="0" y="66675"/>
                  </a:lnTo>
                  <a:lnTo>
                    <a:pt x="16764" y="33338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86" name="图形 516">
            <a:extLst>
              <a:ext uri="{FF2B5EF4-FFF2-40B4-BE49-F238E27FC236}">
                <a16:creationId xmlns:a16="http://schemas.microsoft.com/office/drawing/2014/main" id="{035639F9-E3AF-DDE9-E15E-CE8C2371BF04}"/>
              </a:ext>
            </a:extLst>
          </p:cNvPr>
          <p:cNvGrpSpPr/>
          <p:nvPr/>
        </p:nvGrpSpPr>
        <p:grpSpPr>
          <a:xfrm>
            <a:off x="5503449" y="3019043"/>
            <a:ext cx="643795" cy="66675"/>
            <a:chOff x="5503449" y="3019043"/>
            <a:chExt cx="643795" cy="66675"/>
          </a:xfrm>
        </p:grpSpPr>
        <p:sp>
          <p:nvSpPr>
            <p:cNvPr id="587" name="任意多边形: 形状 586">
              <a:extLst>
                <a:ext uri="{FF2B5EF4-FFF2-40B4-BE49-F238E27FC236}">
                  <a16:creationId xmlns:a16="http://schemas.microsoft.com/office/drawing/2014/main" id="{6A8674FC-2EB7-44B8-1B8E-6FBFB24C416A}"/>
                </a:ext>
              </a:extLst>
            </p:cNvPr>
            <p:cNvSpPr/>
            <p:nvPr/>
          </p:nvSpPr>
          <p:spPr>
            <a:xfrm>
              <a:off x="5503449" y="3049904"/>
              <a:ext cx="593788" cy="2571"/>
            </a:xfrm>
            <a:custGeom>
              <a:avLst/>
              <a:gdLst>
                <a:gd name="connsiteX0" fmla="*/ 0 w 593788"/>
                <a:gd name="connsiteY0" fmla="*/ 0 h 2571"/>
                <a:gd name="connsiteX1" fmla="*/ 593789 w 593788"/>
                <a:gd name="connsiteY1" fmla="*/ 2572 h 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3788" h="2571">
                  <a:moveTo>
                    <a:pt x="0" y="0"/>
                  </a:moveTo>
                  <a:lnTo>
                    <a:pt x="593789" y="2572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8" name="任意多边形: 形状 587">
              <a:extLst>
                <a:ext uri="{FF2B5EF4-FFF2-40B4-BE49-F238E27FC236}">
                  <a16:creationId xmlns:a16="http://schemas.microsoft.com/office/drawing/2014/main" id="{195034A8-C377-8EC9-6DDC-C95C1E5B7CC8}"/>
                </a:ext>
              </a:extLst>
            </p:cNvPr>
            <p:cNvSpPr/>
            <p:nvPr/>
          </p:nvSpPr>
          <p:spPr>
            <a:xfrm>
              <a:off x="6080473" y="3019043"/>
              <a:ext cx="66770" cy="66675"/>
            </a:xfrm>
            <a:custGeom>
              <a:avLst/>
              <a:gdLst>
                <a:gd name="connsiteX0" fmla="*/ 66770 w 66770"/>
                <a:gd name="connsiteY0" fmla="*/ 33719 h 66675"/>
                <a:gd name="connsiteX1" fmla="*/ 0 w 66770"/>
                <a:gd name="connsiteY1" fmla="*/ 66675 h 66675"/>
                <a:gd name="connsiteX2" fmla="*/ 16764 w 66770"/>
                <a:gd name="connsiteY2" fmla="*/ 33433 h 66675"/>
                <a:gd name="connsiteX3" fmla="*/ 286 w 66770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770" h="66675">
                  <a:moveTo>
                    <a:pt x="66770" y="33719"/>
                  </a:moveTo>
                  <a:lnTo>
                    <a:pt x="0" y="66675"/>
                  </a:lnTo>
                  <a:lnTo>
                    <a:pt x="16764" y="33433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89" name="图形 516">
            <a:extLst>
              <a:ext uri="{FF2B5EF4-FFF2-40B4-BE49-F238E27FC236}">
                <a16:creationId xmlns:a16="http://schemas.microsoft.com/office/drawing/2014/main" id="{075ABDD1-5D1F-A20B-875E-73C6416A003A}"/>
              </a:ext>
            </a:extLst>
          </p:cNvPr>
          <p:cNvGrpSpPr/>
          <p:nvPr/>
        </p:nvGrpSpPr>
        <p:grpSpPr>
          <a:xfrm>
            <a:off x="5490304" y="4157662"/>
            <a:ext cx="656939" cy="1023937"/>
            <a:chOff x="5490304" y="4157662"/>
            <a:chExt cx="656939" cy="1023937"/>
          </a:xfrm>
        </p:grpSpPr>
        <p:sp>
          <p:nvSpPr>
            <p:cNvPr id="590" name="任意多边形: 形状 589">
              <a:extLst>
                <a:ext uri="{FF2B5EF4-FFF2-40B4-BE49-F238E27FC236}">
                  <a16:creationId xmlns:a16="http://schemas.microsoft.com/office/drawing/2014/main" id="{E3409897-A8AA-EB00-030D-BC1668BE914B}"/>
                </a:ext>
              </a:extLst>
            </p:cNvPr>
            <p:cNvSpPr/>
            <p:nvPr/>
          </p:nvSpPr>
          <p:spPr>
            <a:xfrm>
              <a:off x="5490304" y="4157662"/>
              <a:ext cx="606933" cy="990600"/>
            </a:xfrm>
            <a:custGeom>
              <a:avLst/>
              <a:gdLst>
                <a:gd name="connsiteX0" fmla="*/ 0 w 606933"/>
                <a:gd name="connsiteY0" fmla="*/ 0 h 990600"/>
                <a:gd name="connsiteX1" fmla="*/ 286608 w 606933"/>
                <a:gd name="connsiteY1" fmla="*/ 0 h 990600"/>
                <a:gd name="connsiteX2" fmla="*/ 286608 w 606933"/>
                <a:gd name="connsiteY2" fmla="*/ 990600 h 990600"/>
                <a:gd name="connsiteX3" fmla="*/ 606933 w 606933"/>
                <a:gd name="connsiteY3" fmla="*/ 990600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933" h="990600">
                  <a:moveTo>
                    <a:pt x="0" y="0"/>
                  </a:moveTo>
                  <a:lnTo>
                    <a:pt x="286608" y="0"/>
                  </a:lnTo>
                  <a:lnTo>
                    <a:pt x="286608" y="990600"/>
                  </a:lnTo>
                  <a:lnTo>
                    <a:pt x="606933" y="99060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1" name="任意多边形: 形状 590">
              <a:extLst>
                <a:ext uri="{FF2B5EF4-FFF2-40B4-BE49-F238E27FC236}">
                  <a16:creationId xmlns:a16="http://schemas.microsoft.com/office/drawing/2014/main" id="{DB7C8982-2234-51C4-2E9B-2BD503070640}"/>
                </a:ext>
              </a:extLst>
            </p:cNvPr>
            <p:cNvSpPr/>
            <p:nvPr/>
          </p:nvSpPr>
          <p:spPr>
            <a:xfrm>
              <a:off x="6080569" y="5114924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92" name="任意多边形: 形状 591">
            <a:extLst>
              <a:ext uri="{FF2B5EF4-FFF2-40B4-BE49-F238E27FC236}">
                <a16:creationId xmlns:a16="http://schemas.microsoft.com/office/drawing/2014/main" id="{91501C2A-2AF7-1B87-2F52-46403088F187}"/>
              </a:ext>
            </a:extLst>
          </p:cNvPr>
          <p:cNvSpPr/>
          <p:nvPr/>
        </p:nvSpPr>
        <p:spPr>
          <a:xfrm>
            <a:off x="6162991" y="804862"/>
            <a:ext cx="55880" cy="1333500"/>
          </a:xfrm>
          <a:custGeom>
            <a:avLst/>
            <a:gdLst>
              <a:gd name="connsiteX0" fmla="*/ 55880 w 55880"/>
              <a:gd name="connsiteY0" fmla="*/ 0 h 1333500"/>
              <a:gd name="connsiteX1" fmla="*/ 40640 w 55880"/>
              <a:gd name="connsiteY1" fmla="*/ 0 h 1333500"/>
              <a:gd name="connsiteX2" fmla="*/ 25400 w 55880"/>
              <a:gd name="connsiteY2" fmla="*/ 95250 h 1333500"/>
              <a:gd name="connsiteX3" fmla="*/ 25400 w 55880"/>
              <a:gd name="connsiteY3" fmla="*/ 571500 h 1333500"/>
              <a:gd name="connsiteX4" fmla="*/ 10160 w 55880"/>
              <a:gd name="connsiteY4" fmla="*/ 666750 h 1333500"/>
              <a:gd name="connsiteX5" fmla="*/ 2540 w 55880"/>
              <a:gd name="connsiteY5" fmla="*/ 666750 h 1333500"/>
              <a:gd name="connsiteX6" fmla="*/ 10160 w 55880"/>
              <a:gd name="connsiteY6" fmla="*/ 666750 h 1333500"/>
              <a:gd name="connsiteX7" fmla="*/ 17780 w 55880"/>
              <a:gd name="connsiteY7" fmla="*/ 666750 h 1333500"/>
              <a:gd name="connsiteX8" fmla="*/ 25400 w 55880"/>
              <a:gd name="connsiteY8" fmla="*/ 762000 h 1333500"/>
              <a:gd name="connsiteX9" fmla="*/ 25400 w 55880"/>
              <a:gd name="connsiteY9" fmla="*/ 1238250 h 1333500"/>
              <a:gd name="connsiteX10" fmla="*/ 40640 w 55880"/>
              <a:gd name="connsiteY10" fmla="*/ 1333500 h 1333500"/>
              <a:gd name="connsiteX11" fmla="*/ 55880 w 55880"/>
              <a:gd name="connsiteY11" fmla="*/ 1333500 h 133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880" h="1333500">
                <a:moveTo>
                  <a:pt x="55880" y="0"/>
                </a:moveTo>
                <a:lnTo>
                  <a:pt x="40640" y="0"/>
                </a:lnTo>
                <a:cubicBezTo>
                  <a:pt x="30480" y="0"/>
                  <a:pt x="25400" y="31750"/>
                  <a:pt x="25400" y="95250"/>
                </a:cubicBezTo>
                <a:lnTo>
                  <a:pt x="25400" y="571500"/>
                </a:lnTo>
                <a:cubicBezTo>
                  <a:pt x="25400" y="635000"/>
                  <a:pt x="20320" y="666750"/>
                  <a:pt x="10160" y="666750"/>
                </a:cubicBezTo>
                <a:lnTo>
                  <a:pt x="2540" y="666750"/>
                </a:lnTo>
                <a:cubicBezTo>
                  <a:pt x="-2540" y="666750"/>
                  <a:pt x="0" y="666750"/>
                  <a:pt x="10160" y="666750"/>
                </a:cubicBezTo>
                <a:lnTo>
                  <a:pt x="17780" y="666750"/>
                </a:lnTo>
                <a:cubicBezTo>
                  <a:pt x="22860" y="666750"/>
                  <a:pt x="25400" y="698500"/>
                  <a:pt x="25400" y="762000"/>
                </a:cubicBezTo>
                <a:lnTo>
                  <a:pt x="25400" y="1238250"/>
                </a:lnTo>
                <a:cubicBezTo>
                  <a:pt x="25400" y="1301750"/>
                  <a:pt x="30480" y="1333500"/>
                  <a:pt x="40640" y="1333500"/>
                </a:cubicBezTo>
                <a:lnTo>
                  <a:pt x="55880" y="133350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93" name="任意多边形: 形状 592">
            <a:extLst>
              <a:ext uri="{FF2B5EF4-FFF2-40B4-BE49-F238E27FC236}">
                <a16:creationId xmlns:a16="http://schemas.microsoft.com/office/drawing/2014/main" id="{8B0A8A0C-1574-720E-B70E-142273E4A48F}"/>
              </a:ext>
            </a:extLst>
          </p:cNvPr>
          <p:cNvSpPr/>
          <p:nvPr/>
        </p:nvSpPr>
        <p:spPr>
          <a:xfrm>
            <a:off x="6500812" y="661987"/>
            <a:ext cx="381000" cy="381000"/>
          </a:xfrm>
          <a:custGeom>
            <a:avLst/>
            <a:gdLst>
              <a:gd name="connsiteX0" fmla="*/ 323850 w 381000"/>
              <a:gd name="connsiteY0" fmla="*/ 0 h 381000"/>
              <a:gd name="connsiteX1" fmla="*/ 381000 w 381000"/>
              <a:gd name="connsiteY1" fmla="*/ 57150 h 381000"/>
              <a:gd name="connsiteX2" fmla="*/ 381000 w 381000"/>
              <a:gd name="connsiteY2" fmla="*/ 323850 h 381000"/>
              <a:gd name="connsiteX3" fmla="*/ 323850 w 381000"/>
              <a:gd name="connsiteY3" fmla="*/ 381000 h 381000"/>
              <a:gd name="connsiteX4" fmla="*/ 57150 w 381000"/>
              <a:gd name="connsiteY4" fmla="*/ 381000 h 381000"/>
              <a:gd name="connsiteX5" fmla="*/ 0 w 381000"/>
              <a:gd name="connsiteY5" fmla="*/ 323850 h 381000"/>
              <a:gd name="connsiteX6" fmla="*/ 0 w 381000"/>
              <a:gd name="connsiteY6" fmla="*/ 57150 h 381000"/>
              <a:gd name="connsiteX7" fmla="*/ 57150 w 3810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1000" h="381000">
                <a:moveTo>
                  <a:pt x="323850" y="0"/>
                </a:moveTo>
                <a:cubicBezTo>
                  <a:pt x="355413" y="0"/>
                  <a:pt x="381000" y="25587"/>
                  <a:pt x="381000" y="57150"/>
                </a:cubicBezTo>
                <a:lnTo>
                  <a:pt x="381000" y="323850"/>
                </a:lnTo>
                <a:cubicBezTo>
                  <a:pt x="381000" y="355413"/>
                  <a:pt x="355413" y="381000"/>
                  <a:pt x="323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94" name="任意多边形: 形状 593">
            <a:extLst>
              <a:ext uri="{FF2B5EF4-FFF2-40B4-BE49-F238E27FC236}">
                <a16:creationId xmlns:a16="http://schemas.microsoft.com/office/drawing/2014/main" id="{1D96A8EB-2057-335F-7733-C7F779D45B1B}"/>
              </a:ext>
            </a:extLst>
          </p:cNvPr>
          <p:cNvSpPr/>
          <p:nvPr/>
        </p:nvSpPr>
        <p:spPr>
          <a:xfrm>
            <a:off x="6691312" y="1757362"/>
            <a:ext cx="1333" cy="190500"/>
          </a:xfrm>
          <a:custGeom>
            <a:avLst/>
            <a:gdLst>
              <a:gd name="connsiteX0" fmla="*/ 1334 w 1333"/>
              <a:gd name="connsiteY0" fmla="*/ 190500 h 190500"/>
              <a:gd name="connsiteX1" fmla="*/ 0 w 133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3" h="190500">
                <a:moveTo>
                  <a:pt x="1334" y="190500"/>
                </a:move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000000"/>
            </a:solidFill>
            <a:custDash>
              <a:ds d="1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595" name="图形 516">
            <a:extLst>
              <a:ext uri="{FF2B5EF4-FFF2-40B4-BE49-F238E27FC236}">
                <a16:creationId xmlns:a16="http://schemas.microsoft.com/office/drawing/2014/main" id="{563EFD07-8011-3430-642A-0CD125029850}"/>
              </a:ext>
            </a:extLst>
          </p:cNvPr>
          <p:cNvGrpSpPr/>
          <p:nvPr/>
        </p:nvGrpSpPr>
        <p:grpSpPr>
          <a:xfrm>
            <a:off x="1900237" y="3529012"/>
            <a:ext cx="571500" cy="285750"/>
            <a:chOff x="1900237" y="3529012"/>
            <a:chExt cx="571500" cy="285750"/>
          </a:xfrm>
          <a:noFill/>
        </p:grpSpPr>
        <p:sp>
          <p:nvSpPr>
            <p:cNvPr id="596" name="任意多边形: 形状 595">
              <a:extLst>
                <a:ext uri="{FF2B5EF4-FFF2-40B4-BE49-F238E27FC236}">
                  <a16:creationId xmlns:a16="http://schemas.microsoft.com/office/drawing/2014/main" id="{E2FA20B7-DBE9-2FD8-2092-D4D5C3B38D35}"/>
                </a:ext>
              </a:extLst>
            </p:cNvPr>
            <p:cNvSpPr/>
            <p:nvPr/>
          </p:nvSpPr>
          <p:spPr>
            <a:xfrm>
              <a:off x="1900237" y="3529012"/>
              <a:ext cx="571500" cy="285750"/>
            </a:xfrm>
            <a:custGeom>
              <a:avLst/>
              <a:gdLst>
                <a:gd name="connsiteX0" fmla="*/ 0 w 571500"/>
                <a:gd name="connsiteY0" fmla="*/ 0 h 285750"/>
                <a:gd name="connsiteX1" fmla="*/ 571500 w 571500"/>
                <a:gd name="connsiteY1" fmla="*/ 0 h 285750"/>
                <a:gd name="connsiteX2" fmla="*/ 571500 w 571500"/>
                <a:gd name="connsiteY2" fmla="*/ 285750 h 285750"/>
                <a:gd name="connsiteX3" fmla="*/ 0 w 571500"/>
                <a:gd name="connsiteY3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0"/>
                  </a:lnTo>
                  <a:lnTo>
                    <a:pt x="571500" y="28575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597" name="图片 596">
              <a:extLst>
                <a:ext uri="{FF2B5EF4-FFF2-40B4-BE49-F238E27FC236}">
                  <a16:creationId xmlns:a16="http://schemas.microsoft.com/office/drawing/2014/main" id="{87FDCDF9-D0FA-3B46-5902-8777BCA61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04999" y="3605212"/>
              <a:ext cx="552450" cy="161925"/>
            </a:xfrm>
            <a:custGeom>
              <a:avLst/>
              <a:gdLst>
                <a:gd name="connsiteX0" fmla="*/ -1 w 552450"/>
                <a:gd name="connsiteY0" fmla="*/ -1 h 161925"/>
                <a:gd name="connsiteX1" fmla="*/ 552450 w 552450"/>
                <a:gd name="connsiteY1" fmla="*/ -1 h 161925"/>
                <a:gd name="connsiteX2" fmla="*/ 552450 w 552450"/>
                <a:gd name="connsiteY2" fmla="*/ 161925 h 161925"/>
                <a:gd name="connsiteX3" fmla="*/ -1 w 552450"/>
                <a:gd name="connsiteY3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161925">
                  <a:moveTo>
                    <a:pt x="-1" y="-1"/>
                  </a:moveTo>
                  <a:lnTo>
                    <a:pt x="552450" y="-1"/>
                  </a:lnTo>
                  <a:lnTo>
                    <a:pt x="552450" y="161925"/>
                  </a:lnTo>
                  <a:lnTo>
                    <a:pt x="-1" y="161925"/>
                  </a:lnTo>
                  <a:close/>
                </a:path>
              </a:pathLst>
            </a:custGeom>
          </p:spPr>
        </p:pic>
      </p:grpSp>
      <p:grpSp>
        <p:nvGrpSpPr>
          <p:cNvPr id="598" name="图形 516">
            <a:extLst>
              <a:ext uri="{FF2B5EF4-FFF2-40B4-BE49-F238E27FC236}">
                <a16:creationId xmlns:a16="http://schemas.microsoft.com/office/drawing/2014/main" id="{AFE0A48F-0A4B-7B05-1251-0AA046497194}"/>
              </a:ext>
            </a:extLst>
          </p:cNvPr>
          <p:cNvGrpSpPr/>
          <p:nvPr/>
        </p:nvGrpSpPr>
        <p:grpSpPr>
          <a:xfrm>
            <a:off x="6881812" y="819149"/>
            <a:ext cx="751332" cy="66675"/>
            <a:chOff x="6881812" y="819149"/>
            <a:chExt cx="751332" cy="66675"/>
          </a:xfrm>
        </p:grpSpPr>
        <p:sp>
          <p:nvSpPr>
            <p:cNvPr id="599" name="任意多边形: 形状 598">
              <a:extLst>
                <a:ext uri="{FF2B5EF4-FFF2-40B4-BE49-F238E27FC236}">
                  <a16:creationId xmlns:a16="http://schemas.microsoft.com/office/drawing/2014/main" id="{ABCB8DFC-0A0F-0CEF-ABDB-388CC1D186C2}"/>
                </a:ext>
              </a:extLst>
            </p:cNvPr>
            <p:cNvSpPr/>
            <p:nvPr/>
          </p:nvSpPr>
          <p:spPr>
            <a:xfrm>
              <a:off x="6881812" y="852487"/>
              <a:ext cx="701325" cy="9525"/>
            </a:xfrm>
            <a:custGeom>
              <a:avLst/>
              <a:gdLst>
                <a:gd name="connsiteX0" fmla="*/ 0 w 701325"/>
                <a:gd name="connsiteY0" fmla="*/ 0 h 9525"/>
                <a:gd name="connsiteX1" fmla="*/ 701326 w 701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1325" h="9525">
                  <a:moveTo>
                    <a:pt x="0" y="0"/>
                  </a:moveTo>
                  <a:lnTo>
                    <a:pt x="701326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0" name="任意多边形: 形状 599">
              <a:extLst>
                <a:ext uri="{FF2B5EF4-FFF2-40B4-BE49-F238E27FC236}">
                  <a16:creationId xmlns:a16="http://schemas.microsoft.com/office/drawing/2014/main" id="{D5A129C6-7F1A-4E5D-75B7-9C0E0AB44AD0}"/>
                </a:ext>
              </a:extLst>
            </p:cNvPr>
            <p:cNvSpPr/>
            <p:nvPr/>
          </p:nvSpPr>
          <p:spPr>
            <a:xfrm>
              <a:off x="7566469" y="819149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01" name="图形 516">
            <a:extLst>
              <a:ext uri="{FF2B5EF4-FFF2-40B4-BE49-F238E27FC236}">
                <a16:creationId xmlns:a16="http://schemas.microsoft.com/office/drawing/2014/main" id="{B4AD736D-08C6-8D43-EA0C-12EE9F0E2864}"/>
              </a:ext>
            </a:extLst>
          </p:cNvPr>
          <p:cNvGrpSpPr/>
          <p:nvPr/>
        </p:nvGrpSpPr>
        <p:grpSpPr>
          <a:xfrm>
            <a:off x="7167562" y="1437512"/>
            <a:ext cx="322707" cy="66675"/>
            <a:chOff x="7167562" y="1437512"/>
            <a:chExt cx="322707" cy="66675"/>
          </a:xfrm>
        </p:grpSpPr>
        <p:sp>
          <p:nvSpPr>
            <p:cNvPr id="602" name="任意多边形: 形状 601">
              <a:extLst>
                <a:ext uri="{FF2B5EF4-FFF2-40B4-BE49-F238E27FC236}">
                  <a16:creationId xmlns:a16="http://schemas.microsoft.com/office/drawing/2014/main" id="{ED101042-5866-D32C-880B-C7E1BEB0E10F}"/>
                </a:ext>
              </a:extLst>
            </p:cNvPr>
            <p:cNvSpPr/>
            <p:nvPr/>
          </p:nvSpPr>
          <p:spPr>
            <a:xfrm>
              <a:off x="7167562" y="1468373"/>
              <a:ext cx="272700" cy="2666"/>
            </a:xfrm>
            <a:custGeom>
              <a:avLst/>
              <a:gdLst>
                <a:gd name="connsiteX0" fmla="*/ 0 w 272700"/>
                <a:gd name="connsiteY0" fmla="*/ 0 h 2666"/>
                <a:gd name="connsiteX1" fmla="*/ 272701 w 272700"/>
                <a:gd name="connsiteY1" fmla="*/ 2667 h 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2700" h="2666">
                  <a:moveTo>
                    <a:pt x="0" y="0"/>
                  </a:moveTo>
                  <a:lnTo>
                    <a:pt x="272701" y="2667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3" name="任意多边形: 形状 602">
              <a:extLst>
                <a:ext uri="{FF2B5EF4-FFF2-40B4-BE49-F238E27FC236}">
                  <a16:creationId xmlns:a16="http://schemas.microsoft.com/office/drawing/2014/main" id="{60ADFCCA-41FD-E5A3-F1FC-2FF6FE2F6A28}"/>
                </a:ext>
              </a:extLst>
            </p:cNvPr>
            <p:cNvSpPr/>
            <p:nvPr/>
          </p:nvSpPr>
          <p:spPr>
            <a:xfrm>
              <a:off x="7423308" y="1437512"/>
              <a:ext cx="66961" cy="66675"/>
            </a:xfrm>
            <a:custGeom>
              <a:avLst/>
              <a:gdLst>
                <a:gd name="connsiteX0" fmla="*/ 66961 w 66961"/>
                <a:gd name="connsiteY0" fmla="*/ 34004 h 66675"/>
                <a:gd name="connsiteX1" fmla="*/ 0 w 66961"/>
                <a:gd name="connsiteY1" fmla="*/ 66675 h 66675"/>
                <a:gd name="connsiteX2" fmla="*/ 16955 w 66961"/>
                <a:gd name="connsiteY2" fmla="*/ 33528 h 66675"/>
                <a:gd name="connsiteX3" fmla="*/ 667 w 66961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61" h="66675">
                  <a:moveTo>
                    <a:pt x="66961" y="34004"/>
                  </a:moveTo>
                  <a:lnTo>
                    <a:pt x="0" y="66675"/>
                  </a:lnTo>
                  <a:lnTo>
                    <a:pt x="16955" y="33528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604" name="任意多边形: 形状 603">
            <a:extLst>
              <a:ext uri="{FF2B5EF4-FFF2-40B4-BE49-F238E27FC236}">
                <a16:creationId xmlns:a16="http://schemas.microsoft.com/office/drawing/2014/main" id="{88B1A2C5-1CF2-24BF-23A4-39A4FF766E57}"/>
              </a:ext>
            </a:extLst>
          </p:cNvPr>
          <p:cNvSpPr/>
          <p:nvPr/>
        </p:nvSpPr>
        <p:spPr>
          <a:xfrm>
            <a:off x="6500812" y="1328737"/>
            <a:ext cx="666750" cy="285750"/>
          </a:xfrm>
          <a:custGeom>
            <a:avLst/>
            <a:gdLst>
              <a:gd name="connsiteX0" fmla="*/ 623888 w 666750"/>
              <a:gd name="connsiteY0" fmla="*/ 0 h 285750"/>
              <a:gd name="connsiteX1" fmla="*/ 666750 w 666750"/>
              <a:gd name="connsiteY1" fmla="*/ 42863 h 285750"/>
              <a:gd name="connsiteX2" fmla="*/ 666750 w 666750"/>
              <a:gd name="connsiteY2" fmla="*/ 242888 h 285750"/>
              <a:gd name="connsiteX3" fmla="*/ 623888 w 666750"/>
              <a:gd name="connsiteY3" fmla="*/ 285750 h 285750"/>
              <a:gd name="connsiteX4" fmla="*/ 42863 w 666750"/>
              <a:gd name="connsiteY4" fmla="*/ 285750 h 285750"/>
              <a:gd name="connsiteX5" fmla="*/ 0 w 666750"/>
              <a:gd name="connsiteY5" fmla="*/ 242888 h 285750"/>
              <a:gd name="connsiteX6" fmla="*/ 0 w 666750"/>
              <a:gd name="connsiteY6" fmla="*/ 42863 h 285750"/>
              <a:gd name="connsiteX7" fmla="*/ 42863 w 66675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" h="285750">
                <a:moveTo>
                  <a:pt x="623888" y="0"/>
                </a:moveTo>
                <a:cubicBezTo>
                  <a:pt x="647560" y="0"/>
                  <a:pt x="666750" y="19190"/>
                  <a:pt x="666750" y="42863"/>
                </a:cubicBezTo>
                <a:lnTo>
                  <a:pt x="666750" y="242888"/>
                </a:lnTo>
                <a:cubicBezTo>
                  <a:pt x="666750" y="266560"/>
                  <a:pt x="647560" y="285750"/>
                  <a:pt x="623888" y="285750"/>
                </a:cubicBezTo>
                <a:lnTo>
                  <a:pt x="42863" y="285750"/>
                </a:lnTo>
                <a:cubicBezTo>
                  <a:pt x="19190" y="285750"/>
                  <a:pt x="0" y="266560"/>
                  <a:pt x="0" y="242888"/>
                </a:cubicBezTo>
                <a:lnTo>
                  <a:pt x="0" y="42863"/>
                </a:lnTo>
                <a:cubicBezTo>
                  <a:pt x="0" y="19190"/>
                  <a:pt x="19190" y="0"/>
                  <a:pt x="42863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05" name="任意多边形: 形状 604">
            <a:extLst>
              <a:ext uri="{FF2B5EF4-FFF2-40B4-BE49-F238E27FC236}">
                <a16:creationId xmlns:a16="http://schemas.microsoft.com/office/drawing/2014/main" id="{34B1DC3D-48CF-3D5A-EE56-191CF40CF64D}"/>
              </a:ext>
            </a:extLst>
          </p:cNvPr>
          <p:cNvSpPr/>
          <p:nvPr/>
        </p:nvSpPr>
        <p:spPr>
          <a:xfrm>
            <a:off x="6688073" y="1662112"/>
            <a:ext cx="1333" cy="285750"/>
          </a:xfrm>
          <a:custGeom>
            <a:avLst/>
            <a:gdLst>
              <a:gd name="connsiteX0" fmla="*/ 1334 w 1333"/>
              <a:gd name="connsiteY0" fmla="*/ 285750 h 285750"/>
              <a:gd name="connsiteX1" fmla="*/ 0 w 1333"/>
              <a:gd name="connsiteY1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3" h="285750">
                <a:moveTo>
                  <a:pt x="1334" y="285750"/>
                </a:move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000000"/>
            </a:solidFill>
            <a:custDash>
              <a:ds d="1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06" name="任意多边形: 形状 605">
            <a:extLst>
              <a:ext uri="{FF2B5EF4-FFF2-40B4-BE49-F238E27FC236}">
                <a16:creationId xmlns:a16="http://schemas.microsoft.com/office/drawing/2014/main" id="{4FB88734-EE5E-09C7-FD00-C3514705CDCA}"/>
              </a:ext>
            </a:extLst>
          </p:cNvPr>
          <p:cNvSpPr/>
          <p:nvPr/>
        </p:nvSpPr>
        <p:spPr>
          <a:xfrm>
            <a:off x="7643812" y="661987"/>
            <a:ext cx="381000" cy="381000"/>
          </a:xfrm>
          <a:custGeom>
            <a:avLst/>
            <a:gdLst>
              <a:gd name="connsiteX0" fmla="*/ 323850 w 381000"/>
              <a:gd name="connsiteY0" fmla="*/ 0 h 381000"/>
              <a:gd name="connsiteX1" fmla="*/ 381000 w 381000"/>
              <a:gd name="connsiteY1" fmla="*/ 57150 h 381000"/>
              <a:gd name="connsiteX2" fmla="*/ 381000 w 381000"/>
              <a:gd name="connsiteY2" fmla="*/ 323850 h 381000"/>
              <a:gd name="connsiteX3" fmla="*/ 323850 w 381000"/>
              <a:gd name="connsiteY3" fmla="*/ 381000 h 381000"/>
              <a:gd name="connsiteX4" fmla="*/ 57150 w 381000"/>
              <a:gd name="connsiteY4" fmla="*/ 381000 h 381000"/>
              <a:gd name="connsiteX5" fmla="*/ 0 w 381000"/>
              <a:gd name="connsiteY5" fmla="*/ 323850 h 381000"/>
              <a:gd name="connsiteX6" fmla="*/ 0 w 381000"/>
              <a:gd name="connsiteY6" fmla="*/ 57150 h 381000"/>
              <a:gd name="connsiteX7" fmla="*/ 57150 w 3810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1000" h="381000">
                <a:moveTo>
                  <a:pt x="323850" y="0"/>
                </a:moveTo>
                <a:cubicBezTo>
                  <a:pt x="355413" y="0"/>
                  <a:pt x="381000" y="25587"/>
                  <a:pt x="381000" y="57150"/>
                </a:cubicBezTo>
                <a:lnTo>
                  <a:pt x="381000" y="323850"/>
                </a:lnTo>
                <a:cubicBezTo>
                  <a:pt x="381000" y="355413"/>
                  <a:pt x="355413" y="381000"/>
                  <a:pt x="323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07" name="任意多边形: 形状 606">
            <a:extLst>
              <a:ext uri="{FF2B5EF4-FFF2-40B4-BE49-F238E27FC236}">
                <a16:creationId xmlns:a16="http://schemas.microsoft.com/office/drawing/2014/main" id="{F2DB7190-81B8-7731-CCC5-6E562F0990EF}"/>
              </a:ext>
            </a:extLst>
          </p:cNvPr>
          <p:cNvSpPr/>
          <p:nvPr/>
        </p:nvSpPr>
        <p:spPr>
          <a:xfrm>
            <a:off x="7643812" y="195262"/>
            <a:ext cx="381000" cy="381000"/>
          </a:xfrm>
          <a:custGeom>
            <a:avLst/>
            <a:gdLst>
              <a:gd name="connsiteX0" fmla="*/ 323850 w 381000"/>
              <a:gd name="connsiteY0" fmla="*/ 0 h 381000"/>
              <a:gd name="connsiteX1" fmla="*/ 381000 w 381000"/>
              <a:gd name="connsiteY1" fmla="*/ 57150 h 381000"/>
              <a:gd name="connsiteX2" fmla="*/ 381000 w 381000"/>
              <a:gd name="connsiteY2" fmla="*/ 323850 h 381000"/>
              <a:gd name="connsiteX3" fmla="*/ 323850 w 381000"/>
              <a:gd name="connsiteY3" fmla="*/ 381000 h 381000"/>
              <a:gd name="connsiteX4" fmla="*/ 57150 w 381000"/>
              <a:gd name="connsiteY4" fmla="*/ 381000 h 381000"/>
              <a:gd name="connsiteX5" fmla="*/ 0 w 381000"/>
              <a:gd name="connsiteY5" fmla="*/ 323850 h 381000"/>
              <a:gd name="connsiteX6" fmla="*/ 0 w 381000"/>
              <a:gd name="connsiteY6" fmla="*/ 57150 h 381000"/>
              <a:gd name="connsiteX7" fmla="*/ 57150 w 3810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1000" h="381000">
                <a:moveTo>
                  <a:pt x="323850" y="0"/>
                </a:moveTo>
                <a:cubicBezTo>
                  <a:pt x="355413" y="0"/>
                  <a:pt x="381000" y="25587"/>
                  <a:pt x="381000" y="57150"/>
                </a:cubicBezTo>
                <a:lnTo>
                  <a:pt x="381000" y="323850"/>
                </a:lnTo>
                <a:cubicBezTo>
                  <a:pt x="381000" y="355413"/>
                  <a:pt x="355413" y="381000"/>
                  <a:pt x="323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08" name="任意多边形: 形状 607">
            <a:extLst>
              <a:ext uri="{FF2B5EF4-FFF2-40B4-BE49-F238E27FC236}">
                <a16:creationId xmlns:a16="http://schemas.microsoft.com/office/drawing/2014/main" id="{422E2ED1-B07B-FB61-BB5F-5418141B8A32}"/>
              </a:ext>
            </a:extLst>
          </p:cNvPr>
          <p:cNvSpPr/>
          <p:nvPr/>
        </p:nvSpPr>
        <p:spPr>
          <a:xfrm>
            <a:off x="7500937" y="1328737"/>
            <a:ext cx="666750" cy="285750"/>
          </a:xfrm>
          <a:custGeom>
            <a:avLst/>
            <a:gdLst>
              <a:gd name="connsiteX0" fmla="*/ 623888 w 666750"/>
              <a:gd name="connsiteY0" fmla="*/ 0 h 285750"/>
              <a:gd name="connsiteX1" fmla="*/ 666750 w 666750"/>
              <a:gd name="connsiteY1" fmla="*/ 42863 h 285750"/>
              <a:gd name="connsiteX2" fmla="*/ 666750 w 666750"/>
              <a:gd name="connsiteY2" fmla="*/ 242888 h 285750"/>
              <a:gd name="connsiteX3" fmla="*/ 623888 w 666750"/>
              <a:gd name="connsiteY3" fmla="*/ 285750 h 285750"/>
              <a:gd name="connsiteX4" fmla="*/ 42863 w 666750"/>
              <a:gd name="connsiteY4" fmla="*/ 285750 h 285750"/>
              <a:gd name="connsiteX5" fmla="*/ 0 w 666750"/>
              <a:gd name="connsiteY5" fmla="*/ 242888 h 285750"/>
              <a:gd name="connsiteX6" fmla="*/ 0 w 666750"/>
              <a:gd name="connsiteY6" fmla="*/ 42863 h 285750"/>
              <a:gd name="connsiteX7" fmla="*/ 42863 w 66675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" h="285750">
                <a:moveTo>
                  <a:pt x="623888" y="0"/>
                </a:moveTo>
                <a:cubicBezTo>
                  <a:pt x="647560" y="0"/>
                  <a:pt x="666750" y="19190"/>
                  <a:pt x="666750" y="42863"/>
                </a:cubicBezTo>
                <a:lnTo>
                  <a:pt x="666750" y="242888"/>
                </a:lnTo>
                <a:cubicBezTo>
                  <a:pt x="666750" y="266560"/>
                  <a:pt x="647560" y="285750"/>
                  <a:pt x="623888" y="285750"/>
                </a:cubicBezTo>
                <a:lnTo>
                  <a:pt x="42863" y="285750"/>
                </a:lnTo>
                <a:cubicBezTo>
                  <a:pt x="19190" y="285750"/>
                  <a:pt x="0" y="266560"/>
                  <a:pt x="0" y="242888"/>
                </a:cubicBezTo>
                <a:lnTo>
                  <a:pt x="0" y="42863"/>
                </a:lnTo>
                <a:cubicBezTo>
                  <a:pt x="0" y="19190"/>
                  <a:pt x="19190" y="0"/>
                  <a:pt x="42863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09" name="任意多边形: 形状 608">
            <a:extLst>
              <a:ext uri="{FF2B5EF4-FFF2-40B4-BE49-F238E27FC236}">
                <a16:creationId xmlns:a16="http://schemas.microsoft.com/office/drawing/2014/main" id="{976C1F15-7C71-6CE6-B181-EC15D830E566}"/>
              </a:ext>
            </a:extLst>
          </p:cNvPr>
          <p:cNvSpPr/>
          <p:nvPr/>
        </p:nvSpPr>
        <p:spPr>
          <a:xfrm>
            <a:off x="7500937" y="1766887"/>
            <a:ext cx="666750" cy="285750"/>
          </a:xfrm>
          <a:custGeom>
            <a:avLst/>
            <a:gdLst>
              <a:gd name="connsiteX0" fmla="*/ 623888 w 666750"/>
              <a:gd name="connsiteY0" fmla="*/ 0 h 285750"/>
              <a:gd name="connsiteX1" fmla="*/ 666750 w 666750"/>
              <a:gd name="connsiteY1" fmla="*/ 42863 h 285750"/>
              <a:gd name="connsiteX2" fmla="*/ 666750 w 666750"/>
              <a:gd name="connsiteY2" fmla="*/ 242888 h 285750"/>
              <a:gd name="connsiteX3" fmla="*/ 623888 w 666750"/>
              <a:gd name="connsiteY3" fmla="*/ 285750 h 285750"/>
              <a:gd name="connsiteX4" fmla="*/ 42863 w 666750"/>
              <a:gd name="connsiteY4" fmla="*/ 285750 h 285750"/>
              <a:gd name="connsiteX5" fmla="*/ 0 w 666750"/>
              <a:gd name="connsiteY5" fmla="*/ 242888 h 285750"/>
              <a:gd name="connsiteX6" fmla="*/ 0 w 666750"/>
              <a:gd name="connsiteY6" fmla="*/ 42863 h 285750"/>
              <a:gd name="connsiteX7" fmla="*/ 42863 w 66675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" h="285750">
                <a:moveTo>
                  <a:pt x="623888" y="0"/>
                </a:moveTo>
                <a:cubicBezTo>
                  <a:pt x="647560" y="0"/>
                  <a:pt x="666750" y="19190"/>
                  <a:pt x="666750" y="42863"/>
                </a:cubicBezTo>
                <a:lnTo>
                  <a:pt x="666750" y="242888"/>
                </a:lnTo>
                <a:cubicBezTo>
                  <a:pt x="666750" y="266560"/>
                  <a:pt x="647560" y="285750"/>
                  <a:pt x="623888" y="285750"/>
                </a:cubicBezTo>
                <a:lnTo>
                  <a:pt x="42863" y="285750"/>
                </a:lnTo>
                <a:cubicBezTo>
                  <a:pt x="19190" y="285750"/>
                  <a:pt x="0" y="266560"/>
                  <a:pt x="0" y="242888"/>
                </a:cubicBezTo>
                <a:lnTo>
                  <a:pt x="0" y="42863"/>
                </a:lnTo>
                <a:cubicBezTo>
                  <a:pt x="0" y="19190"/>
                  <a:pt x="19190" y="0"/>
                  <a:pt x="42863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10" name="任意多边形: 形状 609">
            <a:extLst>
              <a:ext uri="{FF2B5EF4-FFF2-40B4-BE49-F238E27FC236}">
                <a16:creationId xmlns:a16="http://schemas.microsoft.com/office/drawing/2014/main" id="{D2FB96B6-173D-C4A7-BF46-7E741109610A}"/>
              </a:ext>
            </a:extLst>
          </p:cNvPr>
          <p:cNvSpPr/>
          <p:nvPr/>
        </p:nvSpPr>
        <p:spPr>
          <a:xfrm>
            <a:off x="6162991" y="2681287"/>
            <a:ext cx="55880" cy="1333500"/>
          </a:xfrm>
          <a:custGeom>
            <a:avLst/>
            <a:gdLst>
              <a:gd name="connsiteX0" fmla="*/ 55880 w 55880"/>
              <a:gd name="connsiteY0" fmla="*/ 0 h 1333500"/>
              <a:gd name="connsiteX1" fmla="*/ 40640 w 55880"/>
              <a:gd name="connsiteY1" fmla="*/ 0 h 1333500"/>
              <a:gd name="connsiteX2" fmla="*/ 25400 w 55880"/>
              <a:gd name="connsiteY2" fmla="*/ 95250 h 1333500"/>
              <a:gd name="connsiteX3" fmla="*/ 25400 w 55880"/>
              <a:gd name="connsiteY3" fmla="*/ 571500 h 1333500"/>
              <a:gd name="connsiteX4" fmla="*/ 10160 w 55880"/>
              <a:gd name="connsiteY4" fmla="*/ 666750 h 1333500"/>
              <a:gd name="connsiteX5" fmla="*/ 2540 w 55880"/>
              <a:gd name="connsiteY5" fmla="*/ 666750 h 1333500"/>
              <a:gd name="connsiteX6" fmla="*/ 10160 w 55880"/>
              <a:gd name="connsiteY6" fmla="*/ 666750 h 1333500"/>
              <a:gd name="connsiteX7" fmla="*/ 17780 w 55880"/>
              <a:gd name="connsiteY7" fmla="*/ 666750 h 1333500"/>
              <a:gd name="connsiteX8" fmla="*/ 25400 w 55880"/>
              <a:gd name="connsiteY8" fmla="*/ 762000 h 1333500"/>
              <a:gd name="connsiteX9" fmla="*/ 25400 w 55880"/>
              <a:gd name="connsiteY9" fmla="*/ 1238250 h 1333500"/>
              <a:gd name="connsiteX10" fmla="*/ 40640 w 55880"/>
              <a:gd name="connsiteY10" fmla="*/ 1333500 h 1333500"/>
              <a:gd name="connsiteX11" fmla="*/ 55880 w 55880"/>
              <a:gd name="connsiteY11" fmla="*/ 1333500 h 133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880" h="1333500">
                <a:moveTo>
                  <a:pt x="55880" y="0"/>
                </a:moveTo>
                <a:lnTo>
                  <a:pt x="40640" y="0"/>
                </a:lnTo>
                <a:cubicBezTo>
                  <a:pt x="30480" y="0"/>
                  <a:pt x="25400" y="31750"/>
                  <a:pt x="25400" y="95250"/>
                </a:cubicBezTo>
                <a:lnTo>
                  <a:pt x="25400" y="571500"/>
                </a:lnTo>
                <a:cubicBezTo>
                  <a:pt x="25400" y="635000"/>
                  <a:pt x="20320" y="666750"/>
                  <a:pt x="10160" y="666750"/>
                </a:cubicBezTo>
                <a:lnTo>
                  <a:pt x="2540" y="666750"/>
                </a:lnTo>
                <a:cubicBezTo>
                  <a:pt x="-2540" y="666750"/>
                  <a:pt x="0" y="666750"/>
                  <a:pt x="10160" y="666750"/>
                </a:cubicBezTo>
                <a:lnTo>
                  <a:pt x="17780" y="666750"/>
                </a:lnTo>
                <a:cubicBezTo>
                  <a:pt x="22860" y="666750"/>
                  <a:pt x="25400" y="698500"/>
                  <a:pt x="25400" y="762000"/>
                </a:cubicBezTo>
                <a:lnTo>
                  <a:pt x="25400" y="1238250"/>
                </a:lnTo>
                <a:cubicBezTo>
                  <a:pt x="25400" y="1301750"/>
                  <a:pt x="30480" y="1333500"/>
                  <a:pt x="40640" y="1333500"/>
                </a:cubicBezTo>
                <a:lnTo>
                  <a:pt x="55880" y="133350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611" name="图形 516">
            <a:extLst>
              <a:ext uri="{FF2B5EF4-FFF2-40B4-BE49-F238E27FC236}">
                <a16:creationId xmlns:a16="http://schemas.microsoft.com/office/drawing/2014/main" id="{5D79E10D-8614-FE80-3257-99F5D7F92B39}"/>
              </a:ext>
            </a:extLst>
          </p:cNvPr>
          <p:cNvGrpSpPr/>
          <p:nvPr/>
        </p:nvGrpSpPr>
        <p:grpSpPr>
          <a:xfrm>
            <a:off x="7072312" y="352424"/>
            <a:ext cx="560832" cy="509587"/>
            <a:chOff x="7072312" y="352424"/>
            <a:chExt cx="560832" cy="509587"/>
          </a:xfrm>
        </p:grpSpPr>
        <p:sp>
          <p:nvSpPr>
            <p:cNvPr id="612" name="任意多边形: 形状 611">
              <a:extLst>
                <a:ext uri="{FF2B5EF4-FFF2-40B4-BE49-F238E27FC236}">
                  <a16:creationId xmlns:a16="http://schemas.microsoft.com/office/drawing/2014/main" id="{47CD437A-539D-485C-9F68-D9553E16E245}"/>
                </a:ext>
              </a:extLst>
            </p:cNvPr>
            <p:cNvSpPr/>
            <p:nvPr/>
          </p:nvSpPr>
          <p:spPr>
            <a:xfrm>
              <a:off x="7072312" y="385762"/>
              <a:ext cx="510825" cy="476250"/>
            </a:xfrm>
            <a:custGeom>
              <a:avLst/>
              <a:gdLst>
                <a:gd name="connsiteX0" fmla="*/ 0 w 510825"/>
                <a:gd name="connsiteY0" fmla="*/ 476250 h 476250"/>
                <a:gd name="connsiteX1" fmla="*/ 0 w 510825"/>
                <a:gd name="connsiteY1" fmla="*/ 0 h 476250"/>
                <a:gd name="connsiteX2" fmla="*/ 510826 w 510825"/>
                <a:gd name="connsiteY2" fmla="*/ 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825" h="476250">
                  <a:moveTo>
                    <a:pt x="0" y="476250"/>
                  </a:moveTo>
                  <a:lnTo>
                    <a:pt x="0" y="0"/>
                  </a:lnTo>
                  <a:lnTo>
                    <a:pt x="510826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3" name="任意多边形: 形状 612">
              <a:extLst>
                <a:ext uri="{FF2B5EF4-FFF2-40B4-BE49-F238E27FC236}">
                  <a16:creationId xmlns:a16="http://schemas.microsoft.com/office/drawing/2014/main" id="{A2215CB1-9D7B-3E23-0FF6-D6E50A10C94C}"/>
                </a:ext>
              </a:extLst>
            </p:cNvPr>
            <p:cNvSpPr/>
            <p:nvPr/>
          </p:nvSpPr>
          <p:spPr>
            <a:xfrm>
              <a:off x="7566469" y="352424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14" name="图形 516">
            <a:extLst>
              <a:ext uri="{FF2B5EF4-FFF2-40B4-BE49-F238E27FC236}">
                <a16:creationId xmlns:a16="http://schemas.microsoft.com/office/drawing/2014/main" id="{E8840E9B-8890-1F0D-9FFC-5E48548EB9C9}"/>
              </a:ext>
            </a:extLst>
          </p:cNvPr>
          <p:cNvGrpSpPr/>
          <p:nvPr/>
        </p:nvGrpSpPr>
        <p:grpSpPr>
          <a:xfrm>
            <a:off x="7167562" y="1471612"/>
            <a:ext cx="322707" cy="471487"/>
            <a:chOff x="7167562" y="1471612"/>
            <a:chExt cx="322707" cy="471487"/>
          </a:xfrm>
        </p:grpSpPr>
        <p:sp>
          <p:nvSpPr>
            <p:cNvPr id="615" name="任意多边形: 形状 614">
              <a:extLst>
                <a:ext uri="{FF2B5EF4-FFF2-40B4-BE49-F238E27FC236}">
                  <a16:creationId xmlns:a16="http://schemas.microsoft.com/office/drawing/2014/main" id="{79197CF7-BBD4-75A4-A13A-623345B0115E}"/>
                </a:ext>
              </a:extLst>
            </p:cNvPr>
            <p:cNvSpPr/>
            <p:nvPr/>
          </p:nvSpPr>
          <p:spPr>
            <a:xfrm>
              <a:off x="7167562" y="1471612"/>
              <a:ext cx="272700" cy="438150"/>
            </a:xfrm>
            <a:custGeom>
              <a:avLst/>
              <a:gdLst>
                <a:gd name="connsiteX0" fmla="*/ 0 w 272700"/>
                <a:gd name="connsiteY0" fmla="*/ 0 h 438150"/>
                <a:gd name="connsiteX1" fmla="*/ 190500 w 272700"/>
                <a:gd name="connsiteY1" fmla="*/ 0 h 438150"/>
                <a:gd name="connsiteX2" fmla="*/ 190500 w 272700"/>
                <a:gd name="connsiteY2" fmla="*/ 438150 h 438150"/>
                <a:gd name="connsiteX3" fmla="*/ 272701 w 272700"/>
                <a:gd name="connsiteY3" fmla="*/ 438150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700" h="438150">
                  <a:moveTo>
                    <a:pt x="0" y="0"/>
                  </a:moveTo>
                  <a:lnTo>
                    <a:pt x="190500" y="0"/>
                  </a:lnTo>
                  <a:lnTo>
                    <a:pt x="190500" y="438150"/>
                  </a:lnTo>
                  <a:lnTo>
                    <a:pt x="272701" y="43815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6" name="任意多边形: 形状 615">
              <a:extLst>
                <a:ext uri="{FF2B5EF4-FFF2-40B4-BE49-F238E27FC236}">
                  <a16:creationId xmlns:a16="http://schemas.microsoft.com/office/drawing/2014/main" id="{74E889B8-1ADD-FA85-95FD-E8608FC33005}"/>
                </a:ext>
              </a:extLst>
            </p:cNvPr>
            <p:cNvSpPr/>
            <p:nvPr/>
          </p:nvSpPr>
          <p:spPr>
            <a:xfrm>
              <a:off x="7423594" y="1876424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617" name="任意多边形: 形状 616">
            <a:extLst>
              <a:ext uri="{FF2B5EF4-FFF2-40B4-BE49-F238E27FC236}">
                <a16:creationId xmlns:a16="http://schemas.microsoft.com/office/drawing/2014/main" id="{F7B7F7C8-DBD1-A4BF-973B-03717D2714F7}"/>
              </a:ext>
            </a:extLst>
          </p:cNvPr>
          <p:cNvSpPr/>
          <p:nvPr/>
        </p:nvSpPr>
        <p:spPr>
          <a:xfrm>
            <a:off x="6500812" y="2747962"/>
            <a:ext cx="381000" cy="381000"/>
          </a:xfrm>
          <a:custGeom>
            <a:avLst/>
            <a:gdLst>
              <a:gd name="connsiteX0" fmla="*/ 323850 w 381000"/>
              <a:gd name="connsiteY0" fmla="*/ 0 h 381000"/>
              <a:gd name="connsiteX1" fmla="*/ 381000 w 381000"/>
              <a:gd name="connsiteY1" fmla="*/ 57150 h 381000"/>
              <a:gd name="connsiteX2" fmla="*/ 381000 w 381000"/>
              <a:gd name="connsiteY2" fmla="*/ 323850 h 381000"/>
              <a:gd name="connsiteX3" fmla="*/ 323850 w 381000"/>
              <a:gd name="connsiteY3" fmla="*/ 381000 h 381000"/>
              <a:gd name="connsiteX4" fmla="*/ 57150 w 381000"/>
              <a:gd name="connsiteY4" fmla="*/ 381000 h 381000"/>
              <a:gd name="connsiteX5" fmla="*/ 0 w 381000"/>
              <a:gd name="connsiteY5" fmla="*/ 323850 h 381000"/>
              <a:gd name="connsiteX6" fmla="*/ 0 w 381000"/>
              <a:gd name="connsiteY6" fmla="*/ 57150 h 381000"/>
              <a:gd name="connsiteX7" fmla="*/ 57150 w 3810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1000" h="381000">
                <a:moveTo>
                  <a:pt x="323850" y="0"/>
                </a:moveTo>
                <a:cubicBezTo>
                  <a:pt x="355413" y="0"/>
                  <a:pt x="381000" y="25587"/>
                  <a:pt x="381000" y="57150"/>
                </a:cubicBezTo>
                <a:lnTo>
                  <a:pt x="381000" y="323850"/>
                </a:lnTo>
                <a:cubicBezTo>
                  <a:pt x="381000" y="355413"/>
                  <a:pt x="355413" y="381000"/>
                  <a:pt x="323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18" name="任意多边形: 形状 617">
            <a:extLst>
              <a:ext uri="{FF2B5EF4-FFF2-40B4-BE49-F238E27FC236}">
                <a16:creationId xmlns:a16="http://schemas.microsoft.com/office/drawing/2014/main" id="{E58F4875-8856-46CE-0DEF-9CB7B3E25D81}"/>
              </a:ext>
            </a:extLst>
          </p:cNvPr>
          <p:cNvSpPr/>
          <p:nvPr/>
        </p:nvSpPr>
        <p:spPr>
          <a:xfrm>
            <a:off x="6691312" y="3843337"/>
            <a:ext cx="1333" cy="190500"/>
          </a:xfrm>
          <a:custGeom>
            <a:avLst/>
            <a:gdLst>
              <a:gd name="connsiteX0" fmla="*/ 1334 w 1333"/>
              <a:gd name="connsiteY0" fmla="*/ 190500 h 190500"/>
              <a:gd name="connsiteX1" fmla="*/ 0 w 133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3" h="190500">
                <a:moveTo>
                  <a:pt x="1334" y="190500"/>
                </a:move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000000"/>
            </a:solidFill>
            <a:custDash>
              <a:ds d="1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619" name="图形 516">
            <a:extLst>
              <a:ext uri="{FF2B5EF4-FFF2-40B4-BE49-F238E27FC236}">
                <a16:creationId xmlns:a16="http://schemas.microsoft.com/office/drawing/2014/main" id="{12F681C3-D322-87B9-19DC-81D7CB89E853}"/>
              </a:ext>
            </a:extLst>
          </p:cNvPr>
          <p:cNvGrpSpPr/>
          <p:nvPr/>
        </p:nvGrpSpPr>
        <p:grpSpPr>
          <a:xfrm>
            <a:off x="6881812" y="2905124"/>
            <a:ext cx="751332" cy="66675"/>
            <a:chOff x="6881812" y="2905124"/>
            <a:chExt cx="751332" cy="66675"/>
          </a:xfrm>
        </p:grpSpPr>
        <p:sp>
          <p:nvSpPr>
            <p:cNvPr id="620" name="任意多边形: 形状 619">
              <a:extLst>
                <a:ext uri="{FF2B5EF4-FFF2-40B4-BE49-F238E27FC236}">
                  <a16:creationId xmlns:a16="http://schemas.microsoft.com/office/drawing/2014/main" id="{9D70811F-FDEA-21C2-2572-D87F05A11447}"/>
                </a:ext>
              </a:extLst>
            </p:cNvPr>
            <p:cNvSpPr/>
            <p:nvPr/>
          </p:nvSpPr>
          <p:spPr>
            <a:xfrm>
              <a:off x="6881812" y="2938462"/>
              <a:ext cx="701325" cy="9525"/>
            </a:xfrm>
            <a:custGeom>
              <a:avLst/>
              <a:gdLst>
                <a:gd name="connsiteX0" fmla="*/ 0 w 701325"/>
                <a:gd name="connsiteY0" fmla="*/ 0 h 9525"/>
                <a:gd name="connsiteX1" fmla="*/ 701326 w 701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1325" h="9525">
                  <a:moveTo>
                    <a:pt x="0" y="0"/>
                  </a:moveTo>
                  <a:lnTo>
                    <a:pt x="701326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1" name="任意多边形: 形状 620">
              <a:extLst>
                <a:ext uri="{FF2B5EF4-FFF2-40B4-BE49-F238E27FC236}">
                  <a16:creationId xmlns:a16="http://schemas.microsoft.com/office/drawing/2014/main" id="{56B46F16-3AD9-5214-41AC-5D2D91879218}"/>
                </a:ext>
              </a:extLst>
            </p:cNvPr>
            <p:cNvSpPr/>
            <p:nvPr/>
          </p:nvSpPr>
          <p:spPr>
            <a:xfrm>
              <a:off x="7566469" y="2905124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22" name="图形 516">
            <a:extLst>
              <a:ext uri="{FF2B5EF4-FFF2-40B4-BE49-F238E27FC236}">
                <a16:creationId xmlns:a16="http://schemas.microsoft.com/office/drawing/2014/main" id="{8179AAF7-3C43-98BF-64CB-1587D7C80A80}"/>
              </a:ext>
            </a:extLst>
          </p:cNvPr>
          <p:cNvGrpSpPr/>
          <p:nvPr/>
        </p:nvGrpSpPr>
        <p:grpSpPr>
          <a:xfrm>
            <a:off x="7167562" y="3523487"/>
            <a:ext cx="322707" cy="66675"/>
            <a:chOff x="7167562" y="3523487"/>
            <a:chExt cx="322707" cy="66675"/>
          </a:xfrm>
        </p:grpSpPr>
        <p:sp>
          <p:nvSpPr>
            <p:cNvPr id="623" name="任意多边形: 形状 622">
              <a:extLst>
                <a:ext uri="{FF2B5EF4-FFF2-40B4-BE49-F238E27FC236}">
                  <a16:creationId xmlns:a16="http://schemas.microsoft.com/office/drawing/2014/main" id="{9B268710-5F0F-B365-F509-890A2C81553B}"/>
                </a:ext>
              </a:extLst>
            </p:cNvPr>
            <p:cNvSpPr/>
            <p:nvPr/>
          </p:nvSpPr>
          <p:spPr>
            <a:xfrm>
              <a:off x="7167562" y="3554348"/>
              <a:ext cx="272700" cy="2666"/>
            </a:xfrm>
            <a:custGeom>
              <a:avLst/>
              <a:gdLst>
                <a:gd name="connsiteX0" fmla="*/ 0 w 272700"/>
                <a:gd name="connsiteY0" fmla="*/ 0 h 2666"/>
                <a:gd name="connsiteX1" fmla="*/ 272701 w 272700"/>
                <a:gd name="connsiteY1" fmla="*/ 2667 h 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2700" h="2666">
                  <a:moveTo>
                    <a:pt x="0" y="0"/>
                  </a:moveTo>
                  <a:lnTo>
                    <a:pt x="272701" y="2667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4" name="任意多边形: 形状 623">
              <a:extLst>
                <a:ext uri="{FF2B5EF4-FFF2-40B4-BE49-F238E27FC236}">
                  <a16:creationId xmlns:a16="http://schemas.microsoft.com/office/drawing/2014/main" id="{5B89125D-8526-26AA-2FC7-FD36B89893A5}"/>
                </a:ext>
              </a:extLst>
            </p:cNvPr>
            <p:cNvSpPr/>
            <p:nvPr/>
          </p:nvSpPr>
          <p:spPr>
            <a:xfrm>
              <a:off x="7423308" y="3523487"/>
              <a:ext cx="66961" cy="66675"/>
            </a:xfrm>
            <a:custGeom>
              <a:avLst/>
              <a:gdLst>
                <a:gd name="connsiteX0" fmla="*/ 66961 w 66961"/>
                <a:gd name="connsiteY0" fmla="*/ 34004 h 66675"/>
                <a:gd name="connsiteX1" fmla="*/ 0 w 66961"/>
                <a:gd name="connsiteY1" fmla="*/ 66675 h 66675"/>
                <a:gd name="connsiteX2" fmla="*/ 16955 w 66961"/>
                <a:gd name="connsiteY2" fmla="*/ 33528 h 66675"/>
                <a:gd name="connsiteX3" fmla="*/ 667 w 66961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61" h="66675">
                  <a:moveTo>
                    <a:pt x="66961" y="34004"/>
                  </a:moveTo>
                  <a:lnTo>
                    <a:pt x="0" y="66675"/>
                  </a:lnTo>
                  <a:lnTo>
                    <a:pt x="16955" y="33528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625" name="任意多边形: 形状 624">
            <a:extLst>
              <a:ext uri="{FF2B5EF4-FFF2-40B4-BE49-F238E27FC236}">
                <a16:creationId xmlns:a16="http://schemas.microsoft.com/office/drawing/2014/main" id="{9ABCF235-D13F-E9CA-BC98-790FBB781CDB}"/>
              </a:ext>
            </a:extLst>
          </p:cNvPr>
          <p:cNvSpPr/>
          <p:nvPr/>
        </p:nvSpPr>
        <p:spPr>
          <a:xfrm>
            <a:off x="6500812" y="3414712"/>
            <a:ext cx="666750" cy="285750"/>
          </a:xfrm>
          <a:custGeom>
            <a:avLst/>
            <a:gdLst>
              <a:gd name="connsiteX0" fmla="*/ 623888 w 666750"/>
              <a:gd name="connsiteY0" fmla="*/ 0 h 285750"/>
              <a:gd name="connsiteX1" fmla="*/ 666750 w 666750"/>
              <a:gd name="connsiteY1" fmla="*/ 42863 h 285750"/>
              <a:gd name="connsiteX2" fmla="*/ 666750 w 666750"/>
              <a:gd name="connsiteY2" fmla="*/ 242888 h 285750"/>
              <a:gd name="connsiteX3" fmla="*/ 623888 w 666750"/>
              <a:gd name="connsiteY3" fmla="*/ 285750 h 285750"/>
              <a:gd name="connsiteX4" fmla="*/ 42863 w 666750"/>
              <a:gd name="connsiteY4" fmla="*/ 285750 h 285750"/>
              <a:gd name="connsiteX5" fmla="*/ 0 w 666750"/>
              <a:gd name="connsiteY5" fmla="*/ 242888 h 285750"/>
              <a:gd name="connsiteX6" fmla="*/ 0 w 666750"/>
              <a:gd name="connsiteY6" fmla="*/ 42863 h 285750"/>
              <a:gd name="connsiteX7" fmla="*/ 42863 w 66675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" h="285750">
                <a:moveTo>
                  <a:pt x="623888" y="0"/>
                </a:moveTo>
                <a:cubicBezTo>
                  <a:pt x="647560" y="0"/>
                  <a:pt x="666750" y="19190"/>
                  <a:pt x="666750" y="42863"/>
                </a:cubicBezTo>
                <a:lnTo>
                  <a:pt x="666750" y="242888"/>
                </a:lnTo>
                <a:cubicBezTo>
                  <a:pt x="666750" y="266560"/>
                  <a:pt x="647560" y="285750"/>
                  <a:pt x="623888" y="285750"/>
                </a:cubicBezTo>
                <a:lnTo>
                  <a:pt x="42863" y="285750"/>
                </a:lnTo>
                <a:cubicBezTo>
                  <a:pt x="19190" y="285750"/>
                  <a:pt x="0" y="266560"/>
                  <a:pt x="0" y="242888"/>
                </a:cubicBezTo>
                <a:lnTo>
                  <a:pt x="0" y="42863"/>
                </a:lnTo>
                <a:cubicBezTo>
                  <a:pt x="0" y="19190"/>
                  <a:pt x="19190" y="0"/>
                  <a:pt x="42863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26" name="任意多边形: 形状 625">
            <a:extLst>
              <a:ext uri="{FF2B5EF4-FFF2-40B4-BE49-F238E27FC236}">
                <a16:creationId xmlns:a16="http://schemas.microsoft.com/office/drawing/2014/main" id="{D7966479-8D1E-48BD-DF4E-7A49E4DA18B2}"/>
              </a:ext>
            </a:extLst>
          </p:cNvPr>
          <p:cNvSpPr/>
          <p:nvPr/>
        </p:nvSpPr>
        <p:spPr>
          <a:xfrm>
            <a:off x="6688073" y="3748087"/>
            <a:ext cx="1333" cy="285750"/>
          </a:xfrm>
          <a:custGeom>
            <a:avLst/>
            <a:gdLst>
              <a:gd name="connsiteX0" fmla="*/ 1334 w 1333"/>
              <a:gd name="connsiteY0" fmla="*/ 285750 h 285750"/>
              <a:gd name="connsiteX1" fmla="*/ 0 w 1333"/>
              <a:gd name="connsiteY1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3" h="285750">
                <a:moveTo>
                  <a:pt x="1334" y="285750"/>
                </a:move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000000"/>
            </a:solidFill>
            <a:custDash>
              <a:ds d="1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27" name="任意多边形: 形状 626">
            <a:extLst>
              <a:ext uri="{FF2B5EF4-FFF2-40B4-BE49-F238E27FC236}">
                <a16:creationId xmlns:a16="http://schemas.microsoft.com/office/drawing/2014/main" id="{F5CAA57C-2145-BE5B-4311-08F7313CA829}"/>
              </a:ext>
            </a:extLst>
          </p:cNvPr>
          <p:cNvSpPr/>
          <p:nvPr/>
        </p:nvSpPr>
        <p:spPr>
          <a:xfrm>
            <a:off x="7643812" y="2747962"/>
            <a:ext cx="381000" cy="381000"/>
          </a:xfrm>
          <a:custGeom>
            <a:avLst/>
            <a:gdLst>
              <a:gd name="connsiteX0" fmla="*/ 323850 w 381000"/>
              <a:gd name="connsiteY0" fmla="*/ 0 h 381000"/>
              <a:gd name="connsiteX1" fmla="*/ 381000 w 381000"/>
              <a:gd name="connsiteY1" fmla="*/ 57150 h 381000"/>
              <a:gd name="connsiteX2" fmla="*/ 381000 w 381000"/>
              <a:gd name="connsiteY2" fmla="*/ 323850 h 381000"/>
              <a:gd name="connsiteX3" fmla="*/ 323850 w 381000"/>
              <a:gd name="connsiteY3" fmla="*/ 381000 h 381000"/>
              <a:gd name="connsiteX4" fmla="*/ 57150 w 381000"/>
              <a:gd name="connsiteY4" fmla="*/ 381000 h 381000"/>
              <a:gd name="connsiteX5" fmla="*/ 0 w 381000"/>
              <a:gd name="connsiteY5" fmla="*/ 323850 h 381000"/>
              <a:gd name="connsiteX6" fmla="*/ 0 w 381000"/>
              <a:gd name="connsiteY6" fmla="*/ 57150 h 381000"/>
              <a:gd name="connsiteX7" fmla="*/ 57150 w 3810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1000" h="381000">
                <a:moveTo>
                  <a:pt x="323850" y="0"/>
                </a:moveTo>
                <a:cubicBezTo>
                  <a:pt x="355413" y="0"/>
                  <a:pt x="381000" y="25587"/>
                  <a:pt x="381000" y="57150"/>
                </a:cubicBezTo>
                <a:lnTo>
                  <a:pt x="381000" y="323850"/>
                </a:lnTo>
                <a:cubicBezTo>
                  <a:pt x="381000" y="355413"/>
                  <a:pt x="355413" y="381000"/>
                  <a:pt x="323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28" name="任意多边形: 形状 627">
            <a:extLst>
              <a:ext uri="{FF2B5EF4-FFF2-40B4-BE49-F238E27FC236}">
                <a16:creationId xmlns:a16="http://schemas.microsoft.com/office/drawing/2014/main" id="{C3F36AA4-A75B-3596-0EF3-714155E2D9A1}"/>
              </a:ext>
            </a:extLst>
          </p:cNvPr>
          <p:cNvSpPr/>
          <p:nvPr/>
        </p:nvSpPr>
        <p:spPr>
          <a:xfrm>
            <a:off x="7643812" y="2281237"/>
            <a:ext cx="381000" cy="381000"/>
          </a:xfrm>
          <a:custGeom>
            <a:avLst/>
            <a:gdLst>
              <a:gd name="connsiteX0" fmla="*/ 323850 w 381000"/>
              <a:gd name="connsiteY0" fmla="*/ 0 h 381000"/>
              <a:gd name="connsiteX1" fmla="*/ 381000 w 381000"/>
              <a:gd name="connsiteY1" fmla="*/ 57150 h 381000"/>
              <a:gd name="connsiteX2" fmla="*/ 381000 w 381000"/>
              <a:gd name="connsiteY2" fmla="*/ 323850 h 381000"/>
              <a:gd name="connsiteX3" fmla="*/ 323850 w 381000"/>
              <a:gd name="connsiteY3" fmla="*/ 381000 h 381000"/>
              <a:gd name="connsiteX4" fmla="*/ 57150 w 381000"/>
              <a:gd name="connsiteY4" fmla="*/ 381000 h 381000"/>
              <a:gd name="connsiteX5" fmla="*/ 0 w 381000"/>
              <a:gd name="connsiteY5" fmla="*/ 323850 h 381000"/>
              <a:gd name="connsiteX6" fmla="*/ 0 w 381000"/>
              <a:gd name="connsiteY6" fmla="*/ 57150 h 381000"/>
              <a:gd name="connsiteX7" fmla="*/ 57150 w 3810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1000" h="381000">
                <a:moveTo>
                  <a:pt x="323850" y="0"/>
                </a:moveTo>
                <a:cubicBezTo>
                  <a:pt x="355413" y="0"/>
                  <a:pt x="381000" y="25587"/>
                  <a:pt x="381000" y="57150"/>
                </a:cubicBezTo>
                <a:lnTo>
                  <a:pt x="381000" y="323850"/>
                </a:lnTo>
                <a:cubicBezTo>
                  <a:pt x="381000" y="355413"/>
                  <a:pt x="355413" y="381000"/>
                  <a:pt x="323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29" name="任意多边形: 形状 628">
            <a:extLst>
              <a:ext uri="{FF2B5EF4-FFF2-40B4-BE49-F238E27FC236}">
                <a16:creationId xmlns:a16="http://schemas.microsoft.com/office/drawing/2014/main" id="{7DDAEF4C-6605-8D55-9321-C65931E96DFB}"/>
              </a:ext>
            </a:extLst>
          </p:cNvPr>
          <p:cNvSpPr/>
          <p:nvPr/>
        </p:nvSpPr>
        <p:spPr>
          <a:xfrm>
            <a:off x="7500937" y="3414712"/>
            <a:ext cx="666750" cy="285750"/>
          </a:xfrm>
          <a:custGeom>
            <a:avLst/>
            <a:gdLst>
              <a:gd name="connsiteX0" fmla="*/ 623888 w 666750"/>
              <a:gd name="connsiteY0" fmla="*/ 0 h 285750"/>
              <a:gd name="connsiteX1" fmla="*/ 666750 w 666750"/>
              <a:gd name="connsiteY1" fmla="*/ 42863 h 285750"/>
              <a:gd name="connsiteX2" fmla="*/ 666750 w 666750"/>
              <a:gd name="connsiteY2" fmla="*/ 242888 h 285750"/>
              <a:gd name="connsiteX3" fmla="*/ 623888 w 666750"/>
              <a:gd name="connsiteY3" fmla="*/ 285750 h 285750"/>
              <a:gd name="connsiteX4" fmla="*/ 42863 w 666750"/>
              <a:gd name="connsiteY4" fmla="*/ 285750 h 285750"/>
              <a:gd name="connsiteX5" fmla="*/ 0 w 666750"/>
              <a:gd name="connsiteY5" fmla="*/ 242888 h 285750"/>
              <a:gd name="connsiteX6" fmla="*/ 0 w 666750"/>
              <a:gd name="connsiteY6" fmla="*/ 42863 h 285750"/>
              <a:gd name="connsiteX7" fmla="*/ 42863 w 66675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" h="285750">
                <a:moveTo>
                  <a:pt x="623888" y="0"/>
                </a:moveTo>
                <a:cubicBezTo>
                  <a:pt x="647560" y="0"/>
                  <a:pt x="666750" y="19190"/>
                  <a:pt x="666750" y="42863"/>
                </a:cubicBezTo>
                <a:lnTo>
                  <a:pt x="666750" y="242888"/>
                </a:lnTo>
                <a:cubicBezTo>
                  <a:pt x="666750" y="266560"/>
                  <a:pt x="647560" y="285750"/>
                  <a:pt x="623888" y="285750"/>
                </a:cubicBezTo>
                <a:lnTo>
                  <a:pt x="42863" y="285750"/>
                </a:lnTo>
                <a:cubicBezTo>
                  <a:pt x="19190" y="285750"/>
                  <a:pt x="0" y="266560"/>
                  <a:pt x="0" y="242888"/>
                </a:cubicBezTo>
                <a:lnTo>
                  <a:pt x="0" y="42863"/>
                </a:lnTo>
                <a:cubicBezTo>
                  <a:pt x="0" y="19190"/>
                  <a:pt x="19190" y="0"/>
                  <a:pt x="42863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30" name="任意多边形: 形状 629">
            <a:extLst>
              <a:ext uri="{FF2B5EF4-FFF2-40B4-BE49-F238E27FC236}">
                <a16:creationId xmlns:a16="http://schemas.microsoft.com/office/drawing/2014/main" id="{CDA312F8-2BE5-CE78-8083-5283D8705CAF}"/>
              </a:ext>
            </a:extLst>
          </p:cNvPr>
          <p:cNvSpPr/>
          <p:nvPr/>
        </p:nvSpPr>
        <p:spPr>
          <a:xfrm>
            <a:off x="7500937" y="3852862"/>
            <a:ext cx="666750" cy="285750"/>
          </a:xfrm>
          <a:custGeom>
            <a:avLst/>
            <a:gdLst>
              <a:gd name="connsiteX0" fmla="*/ 623888 w 666750"/>
              <a:gd name="connsiteY0" fmla="*/ 0 h 285750"/>
              <a:gd name="connsiteX1" fmla="*/ 666750 w 666750"/>
              <a:gd name="connsiteY1" fmla="*/ 42863 h 285750"/>
              <a:gd name="connsiteX2" fmla="*/ 666750 w 666750"/>
              <a:gd name="connsiteY2" fmla="*/ 242888 h 285750"/>
              <a:gd name="connsiteX3" fmla="*/ 623888 w 666750"/>
              <a:gd name="connsiteY3" fmla="*/ 285750 h 285750"/>
              <a:gd name="connsiteX4" fmla="*/ 42863 w 666750"/>
              <a:gd name="connsiteY4" fmla="*/ 285750 h 285750"/>
              <a:gd name="connsiteX5" fmla="*/ 0 w 666750"/>
              <a:gd name="connsiteY5" fmla="*/ 242888 h 285750"/>
              <a:gd name="connsiteX6" fmla="*/ 0 w 666750"/>
              <a:gd name="connsiteY6" fmla="*/ 42863 h 285750"/>
              <a:gd name="connsiteX7" fmla="*/ 42863 w 66675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" h="285750">
                <a:moveTo>
                  <a:pt x="623888" y="0"/>
                </a:moveTo>
                <a:cubicBezTo>
                  <a:pt x="647560" y="0"/>
                  <a:pt x="666750" y="19190"/>
                  <a:pt x="666750" y="42863"/>
                </a:cubicBezTo>
                <a:lnTo>
                  <a:pt x="666750" y="242888"/>
                </a:lnTo>
                <a:cubicBezTo>
                  <a:pt x="666750" y="266560"/>
                  <a:pt x="647560" y="285750"/>
                  <a:pt x="623888" y="285750"/>
                </a:cubicBezTo>
                <a:lnTo>
                  <a:pt x="42863" y="285750"/>
                </a:lnTo>
                <a:cubicBezTo>
                  <a:pt x="19190" y="285750"/>
                  <a:pt x="0" y="266560"/>
                  <a:pt x="0" y="242888"/>
                </a:cubicBezTo>
                <a:lnTo>
                  <a:pt x="0" y="42863"/>
                </a:lnTo>
                <a:cubicBezTo>
                  <a:pt x="0" y="19190"/>
                  <a:pt x="19190" y="0"/>
                  <a:pt x="42863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631" name="图形 516">
            <a:extLst>
              <a:ext uri="{FF2B5EF4-FFF2-40B4-BE49-F238E27FC236}">
                <a16:creationId xmlns:a16="http://schemas.microsoft.com/office/drawing/2014/main" id="{D1FAA633-47E4-B1FC-DC5E-1771F59DA6C4}"/>
              </a:ext>
            </a:extLst>
          </p:cNvPr>
          <p:cNvGrpSpPr/>
          <p:nvPr/>
        </p:nvGrpSpPr>
        <p:grpSpPr>
          <a:xfrm>
            <a:off x="7072312" y="2438399"/>
            <a:ext cx="560832" cy="509587"/>
            <a:chOff x="7072312" y="2438399"/>
            <a:chExt cx="560832" cy="509587"/>
          </a:xfrm>
        </p:grpSpPr>
        <p:sp>
          <p:nvSpPr>
            <p:cNvPr id="632" name="任意多边形: 形状 631">
              <a:extLst>
                <a:ext uri="{FF2B5EF4-FFF2-40B4-BE49-F238E27FC236}">
                  <a16:creationId xmlns:a16="http://schemas.microsoft.com/office/drawing/2014/main" id="{90CEDC23-CC56-9D3B-1800-3DB910A83354}"/>
                </a:ext>
              </a:extLst>
            </p:cNvPr>
            <p:cNvSpPr/>
            <p:nvPr/>
          </p:nvSpPr>
          <p:spPr>
            <a:xfrm>
              <a:off x="7072312" y="2471737"/>
              <a:ext cx="510825" cy="476250"/>
            </a:xfrm>
            <a:custGeom>
              <a:avLst/>
              <a:gdLst>
                <a:gd name="connsiteX0" fmla="*/ 0 w 510825"/>
                <a:gd name="connsiteY0" fmla="*/ 476250 h 476250"/>
                <a:gd name="connsiteX1" fmla="*/ 0 w 510825"/>
                <a:gd name="connsiteY1" fmla="*/ 0 h 476250"/>
                <a:gd name="connsiteX2" fmla="*/ 510826 w 510825"/>
                <a:gd name="connsiteY2" fmla="*/ 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825" h="476250">
                  <a:moveTo>
                    <a:pt x="0" y="476250"/>
                  </a:moveTo>
                  <a:lnTo>
                    <a:pt x="0" y="0"/>
                  </a:lnTo>
                  <a:lnTo>
                    <a:pt x="510826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3" name="任意多边形: 形状 632">
              <a:extLst>
                <a:ext uri="{FF2B5EF4-FFF2-40B4-BE49-F238E27FC236}">
                  <a16:creationId xmlns:a16="http://schemas.microsoft.com/office/drawing/2014/main" id="{155855E7-6803-EC2F-EB6F-2C46653827A6}"/>
                </a:ext>
              </a:extLst>
            </p:cNvPr>
            <p:cNvSpPr/>
            <p:nvPr/>
          </p:nvSpPr>
          <p:spPr>
            <a:xfrm>
              <a:off x="7566469" y="2438399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34" name="图形 516">
            <a:extLst>
              <a:ext uri="{FF2B5EF4-FFF2-40B4-BE49-F238E27FC236}">
                <a16:creationId xmlns:a16="http://schemas.microsoft.com/office/drawing/2014/main" id="{240A8982-51A2-AC0B-1B7D-E5118F8B1B76}"/>
              </a:ext>
            </a:extLst>
          </p:cNvPr>
          <p:cNvGrpSpPr/>
          <p:nvPr/>
        </p:nvGrpSpPr>
        <p:grpSpPr>
          <a:xfrm>
            <a:off x="7167562" y="3557587"/>
            <a:ext cx="322707" cy="471487"/>
            <a:chOff x="7167562" y="3557587"/>
            <a:chExt cx="322707" cy="471487"/>
          </a:xfrm>
        </p:grpSpPr>
        <p:sp>
          <p:nvSpPr>
            <p:cNvPr id="635" name="任意多边形: 形状 634">
              <a:extLst>
                <a:ext uri="{FF2B5EF4-FFF2-40B4-BE49-F238E27FC236}">
                  <a16:creationId xmlns:a16="http://schemas.microsoft.com/office/drawing/2014/main" id="{122B38BA-440B-079D-0F1F-F0CAAFB118BB}"/>
                </a:ext>
              </a:extLst>
            </p:cNvPr>
            <p:cNvSpPr/>
            <p:nvPr/>
          </p:nvSpPr>
          <p:spPr>
            <a:xfrm>
              <a:off x="7167562" y="3557587"/>
              <a:ext cx="272700" cy="438150"/>
            </a:xfrm>
            <a:custGeom>
              <a:avLst/>
              <a:gdLst>
                <a:gd name="connsiteX0" fmla="*/ 0 w 272700"/>
                <a:gd name="connsiteY0" fmla="*/ 0 h 438150"/>
                <a:gd name="connsiteX1" fmla="*/ 190500 w 272700"/>
                <a:gd name="connsiteY1" fmla="*/ 0 h 438150"/>
                <a:gd name="connsiteX2" fmla="*/ 190500 w 272700"/>
                <a:gd name="connsiteY2" fmla="*/ 438150 h 438150"/>
                <a:gd name="connsiteX3" fmla="*/ 272701 w 272700"/>
                <a:gd name="connsiteY3" fmla="*/ 438150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700" h="438150">
                  <a:moveTo>
                    <a:pt x="0" y="0"/>
                  </a:moveTo>
                  <a:lnTo>
                    <a:pt x="190500" y="0"/>
                  </a:lnTo>
                  <a:lnTo>
                    <a:pt x="190500" y="438150"/>
                  </a:lnTo>
                  <a:lnTo>
                    <a:pt x="272701" y="43815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6" name="任意多边形: 形状 635">
              <a:extLst>
                <a:ext uri="{FF2B5EF4-FFF2-40B4-BE49-F238E27FC236}">
                  <a16:creationId xmlns:a16="http://schemas.microsoft.com/office/drawing/2014/main" id="{70FA626B-16D8-D4EC-5A49-FE5E22812646}"/>
                </a:ext>
              </a:extLst>
            </p:cNvPr>
            <p:cNvSpPr/>
            <p:nvPr/>
          </p:nvSpPr>
          <p:spPr>
            <a:xfrm>
              <a:off x="7423594" y="3962399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37" name="图形 516">
            <a:extLst>
              <a:ext uri="{FF2B5EF4-FFF2-40B4-BE49-F238E27FC236}">
                <a16:creationId xmlns:a16="http://schemas.microsoft.com/office/drawing/2014/main" id="{880A3115-A4CA-AC90-69FD-BDFA27D94AB3}"/>
              </a:ext>
            </a:extLst>
          </p:cNvPr>
          <p:cNvGrpSpPr/>
          <p:nvPr/>
        </p:nvGrpSpPr>
        <p:grpSpPr>
          <a:xfrm>
            <a:off x="6691312" y="1671637"/>
            <a:ext cx="571500" cy="285750"/>
            <a:chOff x="6691312" y="1671637"/>
            <a:chExt cx="571500" cy="285750"/>
          </a:xfrm>
          <a:noFill/>
        </p:grpSpPr>
        <p:sp>
          <p:nvSpPr>
            <p:cNvPr id="638" name="任意多边形: 形状 637">
              <a:extLst>
                <a:ext uri="{FF2B5EF4-FFF2-40B4-BE49-F238E27FC236}">
                  <a16:creationId xmlns:a16="http://schemas.microsoft.com/office/drawing/2014/main" id="{8AEF2F3E-EC41-9F00-647D-F8199F56D579}"/>
                </a:ext>
              </a:extLst>
            </p:cNvPr>
            <p:cNvSpPr/>
            <p:nvPr/>
          </p:nvSpPr>
          <p:spPr>
            <a:xfrm>
              <a:off x="6691312" y="1671637"/>
              <a:ext cx="571500" cy="285750"/>
            </a:xfrm>
            <a:custGeom>
              <a:avLst/>
              <a:gdLst>
                <a:gd name="connsiteX0" fmla="*/ 0 w 571500"/>
                <a:gd name="connsiteY0" fmla="*/ 0 h 285750"/>
                <a:gd name="connsiteX1" fmla="*/ 571500 w 571500"/>
                <a:gd name="connsiteY1" fmla="*/ 0 h 285750"/>
                <a:gd name="connsiteX2" fmla="*/ 571500 w 571500"/>
                <a:gd name="connsiteY2" fmla="*/ 285750 h 285750"/>
                <a:gd name="connsiteX3" fmla="*/ 0 w 571500"/>
                <a:gd name="connsiteY3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0"/>
                  </a:lnTo>
                  <a:lnTo>
                    <a:pt x="571500" y="28575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639" name="图片 638">
              <a:extLst>
                <a:ext uri="{FF2B5EF4-FFF2-40B4-BE49-F238E27FC236}">
                  <a16:creationId xmlns:a16="http://schemas.microsoft.com/office/drawing/2014/main" id="{DDAF04D9-32F2-768F-592A-1D044E49F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96074" y="1747837"/>
              <a:ext cx="552450" cy="161925"/>
            </a:xfrm>
            <a:custGeom>
              <a:avLst/>
              <a:gdLst>
                <a:gd name="connsiteX0" fmla="*/ -1 w 552450"/>
                <a:gd name="connsiteY0" fmla="*/ -1 h 161925"/>
                <a:gd name="connsiteX1" fmla="*/ 552450 w 552450"/>
                <a:gd name="connsiteY1" fmla="*/ -1 h 161925"/>
                <a:gd name="connsiteX2" fmla="*/ 552450 w 552450"/>
                <a:gd name="connsiteY2" fmla="*/ 161925 h 161925"/>
                <a:gd name="connsiteX3" fmla="*/ -1 w 552450"/>
                <a:gd name="connsiteY3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161925">
                  <a:moveTo>
                    <a:pt x="-1" y="-1"/>
                  </a:moveTo>
                  <a:lnTo>
                    <a:pt x="552450" y="-1"/>
                  </a:lnTo>
                  <a:lnTo>
                    <a:pt x="552450" y="161925"/>
                  </a:lnTo>
                  <a:lnTo>
                    <a:pt x="-1" y="161925"/>
                  </a:lnTo>
                  <a:close/>
                </a:path>
              </a:pathLst>
            </a:custGeom>
          </p:spPr>
        </p:pic>
      </p:grpSp>
      <p:grpSp>
        <p:nvGrpSpPr>
          <p:cNvPr id="640" name="图形 516">
            <a:extLst>
              <a:ext uri="{FF2B5EF4-FFF2-40B4-BE49-F238E27FC236}">
                <a16:creationId xmlns:a16="http://schemas.microsoft.com/office/drawing/2014/main" id="{0E781A70-F1CA-9550-4B41-AAC233143C19}"/>
              </a:ext>
            </a:extLst>
          </p:cNvPr>
          <p:cNvGrpSpPr/>
          <p:nvPr/>
        </p:nvGrpSpPr>
        <p:grpSpPr>
          <a:xfrm>
            <a:off x="6691312" y="3729037"/>
            <a:ext cx="571500" cy="285750"/>
            <a:chOff x="6691312" y="3729037"/>
            <a:chExt cx="571500" cy="285750"/>
          </a:xfrm>
          <a:noFill/>
        </p:grpSpPr>
        <p:sp>
          <p:nvSpPr>
            <p:cNvPr id="641" name="任意多边形: 形状 640">
              <a:extLst>
                <a:ext uri="{FF2B5EF4-FFF2-40B4-BE49-F238E27FC236}">
                  <a16:creationId xmlns:a16="http://schemas.microsoft.com/office/drawing/2014/main" id="{3A3867CD-51C3-5142-3CE3-83EF74A157E7}"/>
                </a:ext>
              </a:extLst>
            </p:cNvPr>
            <p:cNvSpPr/>
            <p:nvPr/>
          </p:nvSpPr>
          <p:spPr>
            <a:xfrm>
              <a:off x="6691312" y="3729037"/>
              <a:ext cx="571500" cy="285750"/>
            </a:xfrm>
            <a:custGeom>
              <a:avLst/>
              <a:gdLst>
                <a:gd name="connsiteX0" fmla="*/ 0 w 571500"/>
                <a:gd name="connsiteY0" fmla="*/ 0 h 285750"/>
                <a:gd name="connsiteX1" fmla="*/ 571500 w 571500"/>
                <a:gd name="connsiteY1" fmla="*/ 0 h 285750"/>
                <a:gd name="connsiteX2" fmla="*/ 571500 w 571500"/>
                <a:gd name="connsiteY2" fmla="*/ 285750 h 285750"/>
                <a:gd name="connsiteX3" fmla="*/ 0 w 571500"/>
                <a:gd name="connsiteY3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0"/>
                  </a:lnTo>
                  <a:lnTo>
                    <a:pt x="571500" y="28575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642" name="图片 641">
              <a:extLst>
                <a:ext uri="{FF2B5EF4-FFF2-40B4-BE49-F238E27FC236}">
                  <a16:creationId xmlns:a16="http://schemas.microsoft.com/office/drawing/2014/main" id="{D43BBD40-2393-DC87-A161-D76C3A5A2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96074" y="3805237"/>
              <a:ext cx="552450" cy="161925"/>
            </a:xfrm>
            <a:custGeom>
              <a:avLst/>
              <a:gdLst>
                <a:gd name="connsiteX0" fmla="*/ -1 w 552450"/>
                <a:gd name="connsiteY0" fmla="*/ -1 h 161925"/>
                <a:gd name="connsiteX1" fmla="*/ 552450 w 552450"/>
                <a:gd name="connsiteY1" fmla="*/ -1 h 161925"/>
                <a:gd name="connsiteX2" fmla="*/ 552450 w 552450"/>
                <a:gd name="connsiteY2" fmla="*/ 161925 h 161925"/>
                <a:gd name="connsiteX3" fmla="*/ -1 w 552450"/>
                <a:gd name="connsiteY3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161925">
                  <a:moveTo>
                    <a:pt x="-1" y="-1"/>
                  </a:moveTo>
                  <a:lnTo>
                    <a:pt x="552450" y="-1"/>
                  </a:lnTo>
                  <a:lnTo>
                    <a:pt x="552450" y="161925"/>
                  </a:lnTo>
                  <a:lnTo>
                    <a:pt x="-1" y="161925"/>
                  </a:lnTo>
                  <a:close/>
                </a:path>
              </a:pathLst>
            </a:custGeom>
          </p:spPr>
        </p:pic>
      </p:grpSp>
      <p:sp>
        <p:nvSpPr>
          <p:cNvPr id="643" name="任意多边形: 形状 642">
            <a:extLst>
              <a:ext uri="{FF2B5EF4-FFF2-40B4-BE49-F238E27FC236}">
                <a16:creationId xmlns:a16="http://schemas.microsoft.com/office/drawing/2014/main" id="{8CA5BBFD-00A4-4A4B-25E4-39A6F4F71BB4}"/>
              </a:ext>
            </a:extLst>
          </p:cNvPr>
          <p:cNvSpPr/>
          <p:nvPr/>
        </p:nvSpPr>
        <p:spPr>
          <a:xfrm>
            <a:off x="4248149" y="3414712"/>
            <a:ext cx="4762" cy="381000"/>
          </a:xfrm>
          <a:custGeom>
            <a:avLst/>
            <a:gdLst>
              <a:gd name="connsiteX0" fmla="*/ 0 w 4762"/>
              <a:gd name="connsiteY0" fmla="*/ 381000 h 381000"/>
              <a:gd name="connsiteX1" fmla="*/ 4763 w 4762"/>
              <a:gd name="connsiteY1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62" h="381000">
                <a:moveTo>
                  <a:pt x="0" y="381000"/>
                </a:moveTo>
                <a:lnTo>
                  <a:pt x="4763" y="0"/>
                </a:lnTo>
              </a:path>
            </a:pathLst>
          </a:custGeom>
          <a:noFill/>
          <a:ln w="19050" cap="flat">
            <a:solidFill>
              <a:srgbClr val="000000"/>
            </a:solidFill>
            <a:custDash>
              <a:ds d="1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644" name="图形 516">
            <a:extLst>
              <a:ext uri="{FF2B5EF4-FFF2-40B4-BE49-F238E27FC236}">
                <a16:creationId xmlns:a16="http://schemas.microsoft.com/office/drawing/2014/main" id="{728C519E-90BF-58B3-89B0-2B780E9827BA}"/>
              </a:ext>
            </a:extLst>
          </p:cNvPr>
          <p:cNvGrpSpPr/>
          <p:nvPr/>
        </p:nvGrpSpPr>
        <p:grpSpPr>
          <a:xfrm>
            <a:off x="4281487" y="3509962"/>
            <a:ext cx="571500" cy="285750"/>
            <a:chOff x="4281487" y="3509962"/>
            <a:chExt cx="571500" cy="285750"/>
          </a:xfrm>
          <a:noFill/>
        </p:grpSpPr>
        <p:sp>
          <p:nvSpPr>
            <p:cNvPr id="645" name="任意多边形: 形状 644">
              <a:extLst>
                <a:ext uri="{FF2B5EF4-FFF2-40B4-BE49-F238E27FC236}">
                  <a16:creationId xmlns:a16="http://schemas.microsoft.com/office/drawing/2014/main" id="{92192725-6DCF-320C-EC21-8A6F07AE6607}"/>
                </a:ext>
              </a:extLst>
            </p:cNvPr>
            <p:cNvSpPr/>
            <p:nvPr/>
          </p:nvSpPr>
          <p:spPr>
            <a:xfrm>
              <a:off x="4281487" y="3509962"/>
              <a:ext cx="571500" cy="285750"/>
            </a:xfrm>
            <a:custGeom>
              <a:avLst/>
              <a:gdLst>
                <a:gd name="connsiteX0" fmla="*/ 0 w 571500"/>
                <a:gd name="connsiteY0" fmla="*/ 0 h 285750"/>
                <a:gd name="connsiteX1" fmla="*/ 571500 w 571500"/>
                <a:gd name="connsiteY1" fmla="*/ 0 h 285750"/>
                <a:gd name="connsiteX2" fmla="*/ 571500 w 571500"/>
                <a:gd name="connsiteY2" fmla="*/ 285750 h 285750"/>
                <a:gd name="connsiteX3" fmla="*/ 0 w 571500"/>
                <a:gd name="connsiteY3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0"/>
                  </a:lnTo>
                  <a:lnTo>
                    <a:pt x="571500" y="28575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646" name="图片 645">
              <a:extLst>
                <a:ext uri="{FF2B5EF4-FFF2-40B4-BE49-F238E27FC236}">
                  <a16:creationId xmlns:a16="http://schemas.microsoft.com/office/drawing/2014/main" id="{9448A717-DD69-DA5C-4A07-39DEBB6C9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86249" y="3586162"/>
              <a:ext cx="552450" cy="161925"/>
            </a:xfrm>
            <a:custGeom>
              <a:avLst/>
              <a:gdLst>
                <a:gd name="connsiteX0" fmla="*/ -1 w 552450"/>
                <a:gd name="connsiteY0" fmla="*/ -1 h 161925"/>
                <a:gd name="connsiteX1" fmla="*/ 552450 w 552450"/>
                <a:gd name="connsiteY1" fmla="*/ -1 h 161925"/>
                <a:gd name="connsiteX2" fmla="*/ 552450 w 552450"/>
                <a:gd name="connsiteY2" fmla="*/ 161925 h 161925"/>
                <a:gd name="connsiteX3" fmla="*/ -1 w 552450"/>
                <a:gd name="connsiteY3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161925">
                  <a:moveTo>
                    <a:pt x="-1" y="-1"/>
                  </a:moveTo>
                  <a:lnTo>
                    <a:pt x="552450" y="-1"/>
                  </a:lnTo>
                  <a:lnTo>
                    <a:pt x="552450" y="161925"/>
                  </a:lnTo>
                  <a:lnTo>
                    <a:pt x="-1" y="161925"/>
                  </a:lnTo>
                  <a:close/>
                </a:path>
              </a:pathLst>
            </a:custGeom>
          </p:spPr>
        </p:pic>
      </p:grpSp>
      <p:sp>
        <p:nvSpPr>
          <p:cNvPr id="647" name="任意多边形: 形状 646">
            <a:extLst>
              <a:ext uri="{FF2B5EF4-FFF2-40B4-BE49-F238E27FC236}">
                <a16:creationId xmlns:a16="http://schemas.microsoft.com/office/drawing/2014/main" id="{9B1B26AD-807A-3D86-3DEC-4100A7AEC4C7}"/>
              </a:ext>
            </a:extLst>
          </p:cNvPr>
          <p:cNvSpPr/>
          <p:nvPr/>
        </p:nvSpPr>
        <p:spPr>
          <a:xfrm>
            <a:off x="6162991" y="4810124"/>
            <a:ext cx="55880" cy="1333500"/>
          </a:xfrm>
          <a:custGeom>
            <a:avLst/>
            <a:gdLst>
              <a:gd name="connsiteX0" fmla="*/ 55880 w 55880"/>
              <a:gd name="connsiteY0" fmla="*/ 0 h 1333500"/>
              <a:gd name="connsiteX1" fmla="*/ 40640 w 55880"/>
              <a:gd name="connsiteY1" fmla="*/ 0 h 1333500"/>
              <a:gd name="connsiteX2" fmla="*/ 25400 w 55880"/>
              <a:gd name="connsiteY2" fmla="*/ 95250 h 1333500"/>
              <a:gd name="connsiteX3" fmla="*/ 25400 w 55880"/>
              <a:gd name="connsiteY3" fmla="*/ 571500 h 1333500"/>
              <a:gd name="connsiteX4" fmla="*/ 10160 w 55880"/>
              <a:gd name="connsiteY4" fmla="*/ 666750 h 1333500"/>
              <a:gd name="connsiteX5" fmla="*/ 2540 w 55880"/>
              <a:gd name="connsiteY5" fmla="*/ 666750 h 1333500"/>
              <a:gd name="connsiteX6" fmla="*/ 10160 w 55880"/>
              <a:gd name="connsiteY6" fmla="*/ 666750 h 1333500"/>
              <a:gd name="connsiteX7" fmla="*/ 17780 w 55880"/>
              <a:gd name="connsiteY7" fmla="*/ 666750 h 1333500"/>
              <a:gd name="connsiteX8" fmla="*/ 25400 w 55880"/>
              <a:gd name="connsiteY8" fmla="*/ 762000 h 1333500"/>
              <a:gd name="connsiteX9" fmla="*/ 25400 w 55880"/>
              <a:gd name="connsiteY9" fmla="*/ 1238250 h 1333500"/>
              <a:gd name="connsiteX10" fmla="*/ 40640 w 55880"/>
              <a:gd name="connsiteY10" fmla="*/ 1333500 h 1333500"/>
              <a:gd name="connsiteX11" fmla="*/ 55880 w 55880"/>
              <a:gd name="connsiteY11" fmla="*/ 1333500 h 133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880" h="1333500">
                <a:moveTo>
                  <a:pt x="55880" y="0"/>
                </a:moveTo>
                <a:lnTo>
                  <a:pt x="40640" y="0"/>
                </a:lnTo>
                <a:cubicBezTo>
                  <a:pt x="30480" y="0"/>
                  <a:pt x="25400" y="31750"/>
                  <a:pt x="25400" y="95250"/>
                </a:cubicBezTo>
                <a:lnTo>
                  <a:pt x="25400" y="571500"/>
                </a:lnTo>
                <a:cubicBezTo>
                  <a:pt x="25400" y="635000"/>
                  <a:pt x="20320" y="666750"/>
                  <a:pt x="10160" y="666750"/>
                </a:cubicBezTo>
                <a:lnTo>
                  <a:pt x="2540" y="666750"/>
                </a:lnTo>
                <a:cubicBezTo>
                  <a:pt x="-2540" y="666750"/>
                  <a:pt x="0" y="666750"/>
                  <a:pt x="10160" y="666750"/>
                </a:cubicBezTo>
                <a:lnTo>
                  <a:pt x="17780" y="666750"/>
                </a:lnTo>
                <a:cubicBezTo>
                  <a:pt x="22860" y="666750"/>
                  <a:pt x="25400" y="698500"/>
                  <a:pt x="25400" y="762000"/>
                </a:cubicBezTo>
                <a:lnTo>
                  <a:pt x="25400" y="1238250"/>
                </a:lnTo>
                <a:cubicBezTo>
                  <a:pt x="25400" y="1301750"/>
                  <a:pt x="30480" y="1333500"/>
                  <a:pt x="40640" y="1333500"/>
                </a:cubicBezTo>
                <a:lnTo>
                  <a:pt x="55880" y="133350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48" name="任意多边形: 形状 647">
            <a:extLst>
              <a:ext uri="{FF2B5EF4-FFF2-40B4-BE49-F238E27FC236}">
                <a16:creationId xmlns:a16="http://schemas.microsoft.com/office/drawing/2014/main" id="{0267E89B-9F7F-E940-5C3D-F5C3DBBEED98}"/>
              </a:ext>
            </a:extLst>
          </p:cNvPr>
          <p:cNvSpPr/>
          <p:nvPr/>
        </p:nvSpPr>
        <p:spPr>
          <a:xfrm>
            <a:off x="6500812" y="4876799"/>
            <a:ext cx="381000" cy="381000"/>
          </a:xfrm>
          <a:custGeom>
            <a:avLst/>
            <a:gdLst>
              <a:gd name="connsiteX0" fmla="*/ 323850 w 381000"/>
              <a:gd name="connsiteY0" fmla="*/ 0 h 381000"/>
              <a:gd name="connsiteX1" fmla="*/ 381000 w 381000"/>
              <a:gd name="connsiteY1" fmla="*/ 57150 h 381000"/>
              <a:gd name="connsiteX2" fmla="*/ 381000 w 381000"/>
              <a:gd name="connsiteY2" fmla="*/ 323850 h 381000"/>
              <a:gd name="connsiteX3" fmla="*/ 323850 w 381000"/>
              <a:gd name="connsiteY3" fmla="*/ 381000 h 381000"/>
              <a:gd name="connsiteX4" fmla="*/ 57150 w 381000"/>
              <a:gd name="connsiteY4" fmla="*/ 381000 h 381000"/>
              <a:gd name="connsiteX5" fmla="*/ 0 w 381000"/>
              <a:gd name="connsiteY5" fmla="*/ 323850 h 381000"/>
              <a:gd name="connsiteX6" fmla="*/ 0 w 381000"/>
              <a:gd name="connsiteY6" fmla="*/ 57150 h 381000"/>
              <a:gd name="connsiteX7" fmla="*/ 57150 w 3810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1000" h="381000">
                <a:moveTo>
                  <a:pt x="323850" y="0"/>
                </a:moveTo>
                <a:cubicBezTo>
                  <a:pt x="355413" y="0"/>
                  <a:pt x="381000" y="25587"/>
                  <a:pt x="381000" y="57150"/>
                </a:cubicBezTo>
                <a:lnTo>
                  <a:pt x="381000" y="323850"/>
                </a:lnTo>
                <a:cubicBezTo>
                  <a:pt x="381000" y="355413"/>
                  <a:pt x="355413" y="381000"/>
                  <a:pt x="323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49" name="任意多边形: 形状 648">
            <a:extLst>
              <a:ext uri="{FF2B5EF4-FFF2-40B4-BE49-F238E27FC236}">
                <a16:creationId xmlns:a16="http://schemas.microsoft.com/office/drawing/2014/main" id="{F27D3713-1DED-D40A-6213-CE3863E8453F}"/>
              </a:ext>
            </a:extLst>
          </p:cNvPr>
          <p:cNvSpPr/>
          <p:nvPr/>
        </p:nvSpPr>
        <p:spPr>
          <a:xfrm>
            <a:off x="6691312" y="5972174"/>
            <a:ext cx="1333" cy="190500"/>
          </a:xfrm>
          <a:custGeom>
            <a:avLst/>
            <a:gdLst>
              <a:gd name="connsiteX0" fmla="*/ 1334 w 1333"/>
              <a:gd name="connsiteY0" fmla="*/ 190500 h 190500"/>
              <a:gd name="connsiteX1" fmla="*/ 0 w 133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3" h="190500">
                <a:moveTo>
                  <a:pt x="1334" y="190500"/>
                </a:move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000000"/>
            </a:solidFill>
            <a:custDash>
              <a:ds d="1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650" name="图形 516">
            <a:extLst>
              <a:ext uri="{FF2B5EF4-FFF2-40B4-BE49-F238E27FC236}">
                <a16:creationId xmlns:a16="http://schemas.microsoft.com/office/drawing/2014/main" id="{95E3C258-75CF-699A-A879-982DC275514D}"/>
              </a:ext>
            </a:extLst>
          </p:cNvPr>
          <p:cNvGrpSpPr/>
          <p:nvPr/>
        </p:nvGrpSpPr>
        <p:grpSpPr>
          <a:xfrm>
            <a:off x="6881812" y="5033962"/>
            <a:ext cx="751332" cy="66675"/>
            <a:chOff x="6881812" y="5033962"/>
            <a:chExt cx="751332" cy="66675"/>
          </a:xfrm>
        </p:grpSpPr>
        <p:sp>
          <p:nvSpPr>
            <p:cNvPr id="651" name="任意多边形: 形状 650">
              <a:extLst>
                <a:ext uri="{FF2B5EF4-FFF2-40B4-BE49-F238E27FC236}">
                  <a16:creationId xmlns:a16="http://schemas.microsoft.com/office/drawing/2014/main" id="{2E9559AF-3500-8AD5-2157-FC34B6A5C859}"/>
                </a:ext>
              </a:extLst>
            </p:cNvPr>
            <p:cNvSpPr/>
            <p:nvPr/>
          </p:nvSpPr>
          <p:spPr>
            <a:xfrm>
              <a:off x="6881812" y="5067299"/>
              <a:ext cx="701325" cy="9525"/>
            </a:xfrm>
            <a:custGeom>
              <a:avLst/>
              <a:gdLst>
                <a:gd name="connsiteX0" fmla="*/ 0 w 701325"/>
                <a:gd name="connsiteY0" fmla="*/ 0 h 9525"/>
                <a:gd name="connsiteX1" fmla="*/ 701326 w 701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1325" h="9525">
                  <a:moveTo>
                    <a:pt x="0" y="0"/>
                  </a:moveTo>
                  <a:lnTo>
                    <a:pt x="701326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2" name="任意多边形: 形状 651">
              <a:extLst>
                <a:ext uri="{FF2B5EF4-FFF2-40B4-BE49-F238E27FC236}">
                  <a16:creationId xmlns:a16="http://schemas.microsoft.com/office/drawing/2014/main" id="{63819351-6C2E-239A-3C11-5DEE9F58F119}"/>
                </a:ext>
              </a:extLst>
            </p:cNvPr>
            <p:cNvSpPr/>
            <p:nvPr/>
          </p:nvSpPr>
          <p:spPr>
            <a:xfrm>
              <a:off x="7566469" y="5033962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53" name="图形 516">
            <a:extLst>
              <a:ext uri="{FF2B5EF4-FFF2-40B4-BE49-F238E27FC236}">
                <a16:creationId xmlns:a16="http://schemas.microsoft.com/office/drawing/2014/main" id="{81EDC76B-29B5-8D86-97CE-0400780BB850}"/>
              </a:ext>
            </a:extLst>
          </p:cNvPr>
          <p:cNvGrpSpPr/>
          <p:nvPr/>
        </p:nvGrpSpPr>
        <p:grpSpPr>
          <a:xfrm>
            <a:off x="7167562" y="5652324"/>
            <a:ext cx="322707" cy="66675"/>
            <a:chOff x="7167562" y="5652324"/>
            <a:chExt cx="322707" cy="66675"/>
          </a:xfrm>
        </p:grpSpPr>
        <p:sp>
          <p:nvSpPr>
            <p:cNvPr id="654" name="任意多边形: 形状 653">
              <a:extLst>
                <a:ext uri="{FF2B5EF4-FFF2-40B4-BE49-F238E27FC236}">
                  <a16:creationId xmlns:a16="http://schemas.microsoft.com/office/drawing/2014/main" id="{0DA9975E-94D8-8272-8D90-B6B387812E9B}"/>
                </a:ext>
              </a:extLst>
            </p:cNvPr>
            <p:cNvSpPr/>
            <p:nvPr/>
          </p:nvSpPr>
          <p:spPr>
            <a:xfrm>
              <a:off x="7167562" y="5683185"/>
              <a:ext cx="272700" cy="2667"/>
            </a:xfrm>
            <a:custGeom>
              <a:avLst/>
              <a:gdLst>
                <a:gd name="connsiteX0" fmla="*/ 0 w 272700"/>
                <a:gd name="connsiteY0" fmla="*/ 0 h 2667"/>
                <a:gd name="connsiteX1" fmla="*/ 272701 w 272700"/>
                <a:gd name="connsiteY1" fmla="*/ 2667 h 2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2700" h="2667">
                  <a:moveTo>
                    <a:pt x="0" y="0"/>
                  </a:moveTo>
                  <a:lnTo>
                    <a:pt x="272701" y="2667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5" name="任意多边形: 形状 654">
              <a:extLst>
                <a:ext uri="{FF2B5EF4-FFF2-40B4-BE49-F238E27FC236}">
                  <a16:creationId xmlns:a16="http://schemas.microsoft.com/office/drawing/2014/main" id="{66A03D2E-D312-98CA-72FD-99271D765B57}"/>
                </a:ext>
              </a:extLst>
            </p:cNvPr>
            <p:cNvSpPr/>
            <p:nvPr/>
          </p:nvSpPr>
          <p:spPr>
            <a:xfrm>
              <a:off x="7423308" y="5652324"/>
              <a:ext cx="66961" cy="66675"/>
            </a:xfrm>
            <a:custGeom>
              <a:avLst/>
              <a:gdLst>
                <a:gd name="connsiteX0" fmla="*/ 66961 w 66961"/>
                <a:gd name="connsiteY0" fmla="*/ 34004 h 66675"/>
                <a:gd name="connsiteX1" fmla="*/ 0 w 66961"/>
                <a:gd name="connsiteY1" fmla="*/ 66675 h 66675"/>
                <a:gd name="connsiteX2" fmla="*/ 16955 w 66961"/>
                <a:gd name="connsiteY2" fmla="*/ 33528 h 66675"/>
                <a:gd name="connsiteX3" fmla="*/ 667 w 66961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961" h="66675">
                  <a:moveTo>
                    <a:pt x="66961" y="34004"/>
                  </a:moveTo>
                  <a:lnTo>
                    <a:pt x="0" y="66675"/>
                  </a:lnTo>
                  <a:lnTo>
                    <a:pt x="16955" y="33528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656" name="任意多边形: 形状 655">
            <a:extLst>
              <a:ext uri="{FF2B5EF4-FFF2-40B4-BE49-F238E27FC236}">
                <a16:creationId xmlns:a16="http://schemas.microsoft.com/office/drawing/2014/main" id="{FB3127B7-E71F-6387-C5FF-4E96CFBFEFEE}"/>
              </a:ext>
            </a:extLst>
          </p:cNvPr>
          <p:cNvSpPr/>
          <p:nvPr/>
        </p:nvSpPr>
        <p:spPr>
          <a:xfrm>
            <a:off x="6500812" y="5543549"/>
            <a:ext cx="666750" cy="285750"/>
          </a:xfrm>
          <a:custGeom>
            <a:avLst/>
            <a:gdLst>
              <a:gd name="connsiteX0" fmla="*/ 623888 w 666750"/>
              <a:gd name="connsiteY0" fmla="*/ 0 h 285750"/>
              <a:gd name="connsiteX1" fmla="*/ 666750 w 666750"/>
              <a:gd name="connsiteY1" fmla="*/ 42863 h 285750"/>
              <a:gd name="connsiteX2" fmla="*/ 666750 w 666750"/>
              <a:gd name="connsiteY2" fmla="*/ 242888 h 285750"/>
              <a:gd name="connsiteX3" fmla="*/ 623888 w 666750"/>
              <a:gd name="connsiteY3" fmla="*/ 285750 h 285750"/>
              <a:gd name="connsiteX4" fmla="*/ 42863 w 666750"/>
              <a:gd name="connsiteY4" fmla="*/ 285750 h 285750"/>
              <a:gd name="connsiteX5" fmla="*/ 0 w 666750"/>
              <a:gd name="connsiteY5" fmla="*/ 242888 h 285750"/>
              <a:gd name="connsiteX6" fmla="*/ 0 w 666750"/>
              <a:gd name="connsiteY6" fmla="*/ 42863 h 285750"/>
              <a:gd name="connsiteX7" fmla="*/ 42863 w 66675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" h="285750">
                <a:moveTo>
                  <a:pt x="623888" y="0"/>
                </a:moveTo>
                <a:cubicBezTo>
                  <a:pt x="647560" y="0"/>
                  <a:pt x="666750" y="19190"/>
                  <a:pt x="666750" y="42863"/>
                </a:cubicBezTo>
                <a:lnTo>
                  <a:pt x="666750" y="242888"/>
                </a:lnTo>
                <a:cubicBezTo>
                  <a:pt x="666750" y="266560"/>
                  <a:pt x="647560" y="285750"/>
                  <a:pt x="623888" y="285750"/>
                </a:cubicBezTo>
                <a:lnTo>
                  <a:pt x="42863" y="285750"/>
                </a:lnTo>
                <a:cubicBezTo>
                  <a:pt x="19190" y="285750"/>
                  <a:pt x="0" y="266560"/>
                  <a:pt x="0" y="242888"/>
                </a:cubicBezTo>
                <a:lnTo>
                  <a:pt x="0" y="42863"/>
                </a:lnTo>
                <a:cubicBezTo>
                  <a:pt x="0" y="19190"/>
                  <a:pt x="19190" y="0"/>
                  <a:pt x="42863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57" name="任意多边形: 形状 656">
            <a:extLst>
              <a:ext uri="{FF2B5EF4-FFF2-40B4-BE49-F238E27FC236}">
                <a16:creationId xmlns:a16="http://schemas.microsoft.com/office/drawing/2014/main" id="{5FF19990-7DD4-9D29-2D81-1E4B1104DEE0}"/>
              </a:ext>
            </a:extLst>
          </p:cNvPr>
          <p:cNvSpPr/>
          <p:nvPr/>
        </p:nvSpPr>
        <p:spPr>
          <a:xfrm>
            <a:off x="6688073" y="5876924"/>
            <a:ext cx="1333" cy="285750"/>
          </a:xfrm>
          <a:custGeom>
            <a:avLst/>
            <a:gdLst>
              <a:gd name="connsiteX0" fmla="*/ 1334 w 1333"/>
              <a:gd name="connsiteY0" fmla="*/ 285750 h 285750"/>
              <a:gd name="connsiteX1" fmla="*/ 0 w 1333"/>
              <a:gd name="connsiteY1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3" h="285750">
                <a:moveTo>
                  <a:pt x="1334" y="285750"/>
                </a:move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000000"/>
            </a:solidFill>
            <a:custDash>
              <a:ds d="1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58" name="任意多边形: 形状 657">
            <a:extLst>
              <a:ext uri="{FF2B5EF4-FFF2-40B4-BE49-F238E27FC236}">
                <a16:creationId xmlns:a16="http://schemas.microsoft.com/office/drawing/2014/main" id="{6A966368-A8D0-08FC-140A-F6DC0B5986A2}"/>
              </a:ext>
            </a:extLst>
          </p:cNvPr>
          <p:cNvSpPr/>
          <p:nvPr/>
        </p:nvSpPr>
        <p:spPr>
          <a:xfrm>
            <a:off x="7643812" y="4876799"/>
            <a:ext cx="381000" cy="381000"/>
          </a:xfrm>
          <a:custGeom>
            <a:avLst/>
            <a:gdLst>
              <a:gd name="connsiteX0" fmla="*/ 323850 w 381000"/>
              <a:gd name="connsiteY0" fmla="*/ 0 h 381000"/>
              <a:gd name="connsiteX1" fmla="*/ 381000 w 381000"/>
              <a:gd name="connsiteY1" fmla="*/ 57150 h 381000"/>
              <a:gd name="connsiteX2" fmla="*/ 381000 w 381000"/>
              <a:gd name="connsiteY2" fmla="*/ 323850 h 381000"/>
              <a:gd name="connsiteX3" fmla="*/ 323850 w 381000"/>
              <a:gd name="connsiteY3" fmla="*/ 381000 h 381000"/>
              <a:gd name="connsiteX4" fmla="*/ 57150 w 381000"/>
              <a:gd name="connsiteY4" fmla="*/ 381000 h 381000"/>
              <a:gd name="connsiteX5" fmla="*/ 0 w 381000"/>
              <a:gd name="connsiteY5" fmla="*/ 323850 h 381000"/>
              <a:gd name="connsiteX6" fmla="*/ 0 w 381000"/>
              <a:gd name="connsiteY6" fmla="*/ 57150 h 381000"/>
              <a:gd name="connsiteX7" fmla="*/ 57150 w 3810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1000" h="381000">
                <a:moveTo>
                  <a:pt x="323850" y="0"/>
                </a:moveTo>
                <a:cubicBezTo>
                  <a:pt x="355413" y="0"/>
                  <a:pt x="381000" y="25587"/>
                  <a:pt x="381000" y="57150"/>
                </a:cubicBezTo>
                <a:lnTo>
                  <a:pt x="381000" y="323850"/>
                </a:lnTo>
                <a:cubicBezTo>
                  <a:pt x="381000" y="355413"/>
                  <a:pt x="355413" y="381000"/>
                  <a:pt x="323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59" name="任意多边形: 形状 658">
            <a:extLst>
              <a:ext uri="{FF2B5EF4-FFF2-40B4-BE49-F238E27FC236}">
                <a16:creationId xmlns:a16="http://schemas.microsoft.com/office/drawing/2014/main" id="{2A5C924D-960D-CB38-F49A-42E23F156AA3}"/>
              </a:ext>
            </a:extLst>
          </p:cNvPr>
          <p:cNvSpPr/>
          <p:nvPr/>
        </p:nvSpPr>
        <p:spPr>
          <a:xfrm>
            <a:off x="7643812" y="4410074"/>
            <a:ext cx="381000" cy="381000"/>
          </a:xfrm>
          <a:custGeom>
            <a:avLst/>
            <a:gdLst>
              <a:gd name="connsiteX0" fmla="*/ 323850 w 381000"/>
              <a:gd name="connsiteY0" fmla="*/ 0 h 381000"/>
              <a:gd name="connsiteX1" fmla="*/ 381000 w 381000"/>
              <a:gd name="connsiteY1" fmla="*/ 57150 h 381000"/>
              <a:gd name="connsiteX2" fmla="*/ 381000 w 381000"/>
              <a:gd name="connsiteY2" fmla="*/ 323850 h 381000"/>
              <a:gd name="connsiteX3" fmla="*/ 323850 w 381000"/>
              <a:gd name="connsiteY3" fmla="*/ 381000 h 381000"/>
              <a:gd name="connsiteX4" fmla="*/ 57150 w 381000"/>
              <a:gd name="connsiteY4" fmla="*/ 381000 h 381000"/>
              <a:gd name="connsiteX5" fmla="*/ 0 w 381000"/>
              <a:gd name="connsiteY5" fmla="*/ 323850 h 381000"/>
              <a:gd name="connsiteX6" fmla="*/ 0 w 381000"/>
              <a:gd name="connsiteY6" fmla="*/ 57150 h 381000"/>
              <a:gd name="connsiteX7" fmla="*/ 57150 w 3810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1000" h="381000">
                <a:moveTo>
                  <a:pt x="323850" y="0"/>
                </a:moveTo>
                <a:cubicBezTo>
                  <a:pt x="355413" y="0"/>
                  <a:pt x="381000" y="25587"/>
                  <a:pt x="381000" y="57150"/>
                </a:cubicBezTo>
                <a:lnTo>
                  <a:pt x="381000" y="323850"/>
                </a:lnTo>
                <a:cubicBezTo>
                  <a:pt x="381000" y="355413"/>
                  <a:pt x="355413" y="381000"/>
                  <a:pt x="323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60" name="任意多边形: 形状 659">
            <a:extLst>
              <a:ext uri="{FF2B5EF4-FFF2-40B4-BE49-F238E27FC236}">
                <a16:creationId xmlns:a16="http://schemas.microsoft.com/office/drawing/2014/main" id="{FCD85B48-D5D7-13D0-400D-D655AD111588}"/>
              </a:ext>
            </a:extLst>
          </p:cNvPr>
          <p:cNvSpPr/>
          <p:nvPr/>
        </p:nvSpPr>
        <p:spPr>
          <a:xfrm>
            <a:off x="7500937" y="5543549"/>
            <a:ext cx="666750" cy="285750"/>
          </a:xfrm>
          <a:custGeom>
            <a:avLst/>
            <a:gdLst>
              <a:gd name="connsiteX0" fmla="*/ 623888 w 666750"/>
              <a:gd name="connsiteY0" fmla="*/ 0 h 285750"/>
              <a:gd name="connsiteX1" fmla="*/ 666750 w 666750"/>
              <a:gd name="connsiteY1" fmla="*/ 42863 h 285750"/>
              <a:gd name="connsiteX2" fmla="*/ 666750 w 666750"/>
              <a:gd name="connsiteY2" fmla="*/ 242888 h 285750"/>
              <a:gd name="connsiteX3" fmla="*/ 623888 w 666750"/>
              <a:gd name="connsiteY3" fmla="*/ 285750 h 285750"/>
              <a:gd name="connsiteX4" fmla="*/ 42863 w 666750"/>
              <a:gd name="connsiteY4" fmla="*/ 285750 h 285750"/>
              <a:gd name="connsiteX5" fmla="*/ 0 w 666750"/>
              <a:gd name="connsiteY5" fmla="*/ 242888 h 285750"/>
              <a:gd name="connsiteX6" fmla="*/ 0 w 666750"/>
              <a:gd name="connsiteY6" fmla="*/ 42863 h 285750"/>
              <a:gd name="connsiteX7" fmla="*/ 42863 w 66675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" h="285750">
                <a:moveTo>
                  <a:pt x="623888" y="0"/>
                </a:moveTo>
                <a:cubicBezTo>
                  <a:pt x="647560" y="0"/>
                  <a:pt x="666750" y="19190"/>
                  <a:pt x="666750" y="42863"/>
                </a:cubicBezTo>
                <a:lnTo>
                  <a:pt x="666750" y="242888"/>
                </a:lnTo>
                <a:cubicBezTo>
                  <a:pt x="666750" y="266560"/>
                  <a:pt x="647560" y="285750"/>
                  <a:pt x="623888" y="285750"/>
                </a:cubicBezTo>
                <a:lnTo>
                  <a:pt x="42863" y="285750"/>
                </a:lnTo>
                <a:cubicBezTo>
                  <a:pt x="19190" y="285750"/>
                  <a:pt x="0" y="266560"/>
                  <a:pt x="0" y="242888"/>
                </a:cubicBezTo>
                <a:lnTo>
                  <a:pt x="0" y="42863"/>
                </a:lnTo>
                <a:cubicBezTo>
                  <a:pt x="0" y="19190"/>
                  <a:pt x="19190" y="0"/>
                  <a:pt x="42863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61" name="任意多边形: 形状 660">
            <a:extLst>
              <a:ext uri="{FF2B5EF4-FFF2-40B4-BE49-F238E27FC236}">
                <a16:creationId xmlns:a16="http://schemas.microsoft.com/office/drawing/2014/main" id="{1733A37C-1555-66CB-2209-8DDA42A715AF}"/>
              </a:ext>
            </a:extLst>
          </p:cNvPr>
          <p:cNvSpPr/>
          <p:nvPr/>
        </p:nvSpPr>
        <p:spPr>
          <a:xfrm>
            <a:off x="7500937" y="5981699"/>
            <a:ext cx="666750" cy="285750"/>
          </a:xfrm>
          <a:custGeom>
            <a:avLst/>
            <a:gdLst>
              <a:gd name="connsiteX0" fmla="*/ 623888 w 666750"/>
              <a:gd name="connsiteY0" fmla="*/ 0 h 285750"/>
              <a:gd name="connsiteX1" fmla="*/ 666750 w 666750"/>
              <a:gd name="connsiteY1" fmla="*/ 42863 h 285750"/>
              <a:gd name="connsiteX2" fmla="*/ 666750 w 666750"/>
              <a:gd name="connsiteY2" fmla="*/ 242888 h 285750"/>
              <a:gd name="connsiteX3" fmla="*/ 623888 w 666750"/>
              <a:gd name="connsiteY3" fmla="*/ 285750 h 285750"/>
              <a:gd name="connsiteX4" fmla="*/ 42863 w 666750"/>
              <a:gd name="connsiteY4" fmla="*/ 285750 h 285750"/>
              <a:gd name="connsiteX5" fmla="*/ 0 w 666750"/>
              <a:gd name="connsiteY5" fmla="*/ 242888 h 285750"/>
              <a:gd name="connsiteX6" fmla="*/ 0 w 666750"/>
              <a:gd name="connsiteY6" fmla="*/ 42863 h 285750"/>
              <a:gd name="connsiteX7" fmla="*/ 42863 w 66675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" h="285750">
                <a:moveTo>
                  <a:pt x="623888" y="0"/>
                </a:moveTo>
                <a:cubicBezTo>
                  <a:pt x="647560" y="0"/>
                  <a:pt x="666750" y="19190"/>
                  <a:pt x="666750" y="42863"/>
                </a:cubicBezTo>
                <a:lnTo>
                  <a:pt x="666750" y="242888"/>
                </a:lnTo>
                <a:cubicBezTo>
                  <a:pt x="666750" y="266560"/>
                  <a:pt x="647560" y="285750"/>
                  <a:pt x="623888" y="285750"/>
                </a:cubicBezTo>
                <a:lnTo>
                  <a:pt x="42863" y="285750"/>
                </a:lnTo>
                <a:cubicBezTo>
                  <a:pt x="19190" y="285750"/>
                  <a:pt x="0" y="266560"/>
                  <a:pt x="0" y="242888"/>
                </a:cubicBezTo>
                <a:lnTo>
                  <a:pt x="0" y="42863"/>
                </a:lnTo>
                <a:cubicBezTo>
                  <a:pt x="0" y="19190"/>
                  <a:pt x="19190" y="0"/>
                  <a:pt x="42863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662" name="图形 516">
            <a:extLst>
              <a:ext uri="{FF2B5EF4-FFF2-40B4-BE49-F238E27FC236}">
                <a16:creationId xmlns:a16="http://schemas.microsoft.com/office/drawing/2014/main" id="{F46EBA53-D109-8BE2-BDD9-D607612FCF72}"/>
              </a:ext>
            </a:extLst>
          </p:cNvPr>
          <p:cNvGrpSpPr/>
          <p:nvPr/>
        </p:nvGrpSpPr>
        <p:grpSpPr>
          <a:xfrm>
            <a:off x="7072312" y="4567237"/>
            <a:ext cx="560832" cy="509587"/>
            <a:chOff x="7072312" y="4567237"/>
            <a:chExt cx="560832" cy="509587"/>
          </a:xfrm>
        </p:grpSpPr>
        <p:sp>
          <p:nvSpPr>
            <p:cNvPr id="663" name="任意多边形: 形状 662">
              <a:extLst>
                <a:ext uri="{FF2B5EF4-FFF2-40B4-BE49-F238E27FC236}">
                  <a16:creationId xmlns:a16="http://schemas.microsoft.com/office/drawing/2014/main" id="{49854F71-1A8A-FCF1-AA0F-12B459EFEFDE}"/>
                </a:ext>
              </a:extLst>
            </p:cNvPr>
            <p:cNvSpPr/>
            <p:nvPr/>
          </p:nvSpPr>
          <p:spPr>
            <a:xfrm>
              <a:off x="7072312" y="4600574"/>
              <a:ext cx="510825" cy="476250"/>
            </a:xfrm>
            <a:custGeom>
              <a:avLst/>
              <a:gdLst>
                <a:gd name="connsiteX0" fmla="*/ 0 w 510825"/>
                <a:gd name="connsiteY0" fmla="*/ 476250 h 476250"/>
                <a:gd name="connsiteX1" fmla="*/ 0 w 510825"/>
                <a:gd name="connsiteY1" fmla="*/ 0 h 476250"/>
                <a:gd name="connsiteX2" fmla="*/ 510826 w 510825"/>
                <a:gd name="connsiteY2" fmla="*/ 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825" h="476250">
                  <a:moveTo>
                    <a:pt x="0" y="476250"/>
                  </a:moveTo>
                  <a:lnTo>
                    <a:pt x="0" y="0"/>
                  </a:lnTo>
                  <a:lnTo>
                    <a:pt x="510826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4" name="任意多边形: 形状 663">
              <a:extLst>
                <a:ext uri="{FF2B5EF4-FFF2-40B4-BE49-F238E27FC236}">
                  <a16:creationId xmlns:a16="http://schemas.microsoft.com/office/drawing/2014/main" id="{767EF2FE-3CC6-7465-64CA-A714E635FDF0}"/>
                </a:ext>
              </a:extLst>
            </p:cNvPr>
            <p:cNvSpPr/>
            <p:nvPr/>
          </p:nvSpPr>
          <p:spPr>
            <a:xfrm>
              <a:off x="7566469" y="4567237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65" name="图形 516">
            <a:extLst>
              <a:ext uri="{FF2B5EF4-FFF2-40B4-BE49-F238E27FC236}">
                <a16:creationId xmlns:a16="http://schemas.microsoft.com/office/drawing/2014/main" id="{DCB3F0D0-C7FB-C440-5DCE-7DB74D1A453E}"/>
              </a:ext>
            </a:extLst>
          </p:cNvPr>
          <p:cNvGrpSpPr/>
          <p:nvPr/>
        </p:nvGrpSpPr>
        <p:grpSpPr>
          <a:xfrm>
            <a:off x="7167562" y="5686424"/>
            <a:ext cx="322707" cy="471487"/>
            <a:chOff x="7167562" y="5686424"/>
            <a:chExt cx="322707" cy="471487"/>
          </a:xfrm>
        </p:grpSpPr>
        <p:sp>
          <p:nvSpPr>
            <p:cNvPr id="666" name="任意多边形: 形状 665">
              <a:extLst>
                <a:ext uri="{FF2B5EF4-FFF2-40B4-BE49-F238E27FC236}">
                  <a16:creationId xmlns:a16="http://schemas.microsoft.com/office/drawing/2014/main" id="{91BDF143-AFFE-C191-1215-0E535F8E63C4}"/>
                </a:ext>
              </a:extLst>
            </p:cNvPr>
            <p:cNvSpPr/>
            <p:nvPr/>
          </p:nvSpPr>
          <p:spPr>
            <a:xfrm>
              <a:off x="7167562" y="5686424"/>
              <a:ext cx="272700" cy="438150"/>
            </a:xfrm>
            <a:custGeom>
              <a:avLst/>
              <a:gdLst>
                <a:gd name="connsiteX0" fmla="*/ 0 w 272700"/>
                <a:gd name="connsiteY0" fmla="*/ 0 h 438150"/>
                <a:gd name="connsiteX1" fmla="*/ 190500 w 272700"/>
                <a:gd name="connsiteY1" fmla="*/ 0 h 438150"/>
                <a:gd name="connsiteX2" fmla="*/ 190500 w 272700"/>
                <a:gd name="connsiteY2" fmla="*/ 438150 h 438150"/>
                <a:gd name="connsiteX3" fmla="*/ 272701 w 272700"/>
                <a:gd name="connsiteY3" fmla="*/ 438150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700" h="438150">
                  <a:moveTo>
                    <a:pt x="0" y="0"/>
                  </a:moveTo>
                  <a:lnTo>
                    <a:pt x="190500" y="0"/>
                  </a:lnTo>
                  <a:lnTo>
                    <a:pt x="190500" y="438150"/>
                  </a:lnTo>
                  <a:lnTo>
                    <a:pt x="272701" y="43815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7" name="任意多边形: 形状 666">
              <a:extLst>
                <a:ext uri="{FF2B5EF4-FFF2-40B4-BE49-F238E27FC236}">
                  <a16:creationId xmlns:a16="http://schemas.microsoft.com/office/drawing/2014/main" id="{FB5D69EC-0A59-5E43-BD46-38F0FFDC4E38}"/>
                </a:ext>
              </a:extLst>
            </p:cNvPr>
            <p:cNvSpPr/>
            <p:nvPr/>
          </p:nvSpPr>
          <p:spPr>
            <a:xfrm>
              <a:off x="7423594" y="6091237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68" name="图形 516">
            <a:extLst>
              <a:ext uri="{FF2B5EF4-FFF2-40B4-BE49-F238E27FC236}">
                <a16:creationId xmlns:a16="http://schemas.microsoft.com/office/drawing/2014/main" id="{E0126E45-1600-5C18-5ACC-5E05D262F7A6}"/>
              </a:ext>
            </a:extLst>
          </p:cNvPr>
          <p:cNvGrpSpPr/>
          <p:nvPr/>
        </p:nvGrpSpPr>
        <p:grpSpPr>
          <a:xfrm>
            <a:off x="6691312" y="5857874"/>
            <a:ext cx="571500" cy="285750"/>
            <a:chOff x="6691312" y="5857874"/>
            <a:chExt cx="571500" cy="285750"/>
          </a:xfrm>
          <a:noFill/>
        </p:grpSpPr>
        <p:sp>
          <p:nvSpPr>
            <p:cNvPr id="669" name="任意多边形: 形状 668">
              <a:extLst>
                <a:ext uri="{FF2B5EF4-FFF2-40B4-BE49-F238E27FC236}">
                  <a16:creationId xmlns:a16="http://schemas.microsoft.com/office/drawing/2014/main" id="{20D82457-C279-AD61-F3F6-26369978779E}"/>
                </a:ext>
              </a:extLst>
            </p:cNvPr>
            <p:cNvSpPr/>
            <p:nvPr/>
          </p:nvSpPr>
          <p:spPr>
            <a:xfrm>
              <a:off x="6691312" y="5857874"/>
              <a:ext cx="571500" cy="285750"/>
            </a:xfrm>
            <a:custGeom>
              <a:avLst/>
              <a:gdLst>
                <a:gd name="connsiteX0" fmla="*/ 0 w 571500"/>
                <a:gd name="connsiteY0" fmla="*/ 0 h 285750"/>
                <a:gd name="connsiteX1" fmla="*/ 571500 w 571500"/>
                <a:gd name="connsiteY1" fmla="*/ 0 h 285750"/>
                <a:gd name="connsiteX2" fmla="*/ 571500 w 571500"/>
                <a:gd name="connsiteY2" fmla="*/ 285750 h 285750"/>
                <a:gd name="connsiteX3" fmla="*/ 0 w 571500"/>
                <a:gd name="connsiteY3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0"/>
                  </a:lnTo>
                  <a:lnTo>
                    <a:pt x="571500" y="28575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670" name="图片 669">
              <a:extLst>
                <a:ext uri="{FF2B5EF4-FFF2-40B4-BE49-F238E27FC236}">
                  <a16:creationId xmlns:a16="http://schemas.microsoft.com/office/drawing/2014/main" id="{DF12025B-C225-EC19-57BF-8C8A45E9D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96074" y="5938837"/>
              <a:ext cx="552450" cy="161925"/>
            </a:xfrm>
            <a:custGeom>
              <a:avLst/>
              <a:gdLst>
                <a:gd name="connsiteX0" fmla="*/ -1 w 552450"/>
                <a:gd name="connsiteY0" fmla="*/ -1 h 161925"/>
                <a:gd name="connsiteX1" fmla="*/ 552450 w 552450"/>
                <a:gd name="connsiteY1" fmla="*/ -1 h 161925"/>
                <a:gd name="connsiteX2" fmla="*/ 552450 w 552450"/>
                <a:gd name="connsiteY2" fmla="*/ 161925 h 161925"/>
                <a:gd name="connsiteX3" fmla="*/ -1 w 552450"/>
                <a:gd name="connsiteY3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161925">
                  <a:moveTo>
                    <a:pt x="-1" y="-1"/>
                  </a:moveTo>
                  <a:lnTo>
                    <a:pt x="552450" y="-1"/>
                  </a:lnTo>
                  <a:lnTo>
                    <a:pt x="552450" y="161925"/>
                  </a:lnTo>
                  <a:lnTo>
                    <a:pt x="-1" y="161925"/>
                  </a:lnTo>
                  <a:close/>
                </a:path>
              </a:pathLst>
            </a:custGeom>
          </p:spPr>
        </p:pic>
      </p:grpSp>
      <p:sp>
        <p:nvSpPr>
          <p:cNvPr id="671" name="任意多边形: 形状 670">
            <a:extLst>
              <a:ext uri="{FF2B5EF4-FFF2-40B4-BE49-F238E27FC236}">
                <a16:creationId xmlns:a16="http://schemas.microsoft.com/office/drawing/2014/main" id="{86E5F23E-85CD-5EEE-F21B-58997CB550E6}"/>
              </a:ext>
            </a:extLst>
          </p:cNvPr>
          <p:cNvSpPr/>
          <p:nvPr/>
        </p:nvSpPr>
        <p:spPr>
          <a:xfrm>
            <a:off x="5634037" y="3414712"/>
            <a:ext cx="4762" cy="381000"/>
          </a:xfrm>
          <a:custGeom>
            <a:avLst/>
            <a:gdLst>
              <a:gd name="connsiteX0" fmla="*/ 0 w 4762"/>
              <a:gd name="connsiteY0" fmla="*/ 381000 h 381000"/>
              <a:gd name="connsiteX1" fmla="*/ 4763 w 4762"/>
              <a:gd name="connsiteY1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62" h="381000">
                <a:moveTo>
                  <a:pt x="0" y="381000"/>
                </a:moveTo>
                <a:lnTo>
                  <a:pt x="4763" y="0"/>
                </a:lnTo>
              </a:path>
            </a:pathLst>
          </a:custGeom>
          <a:noFill/>
          <a:ln w="19050" cap="flat">
            <a:solidFill>
              <a:srgbClr val="000000"/>
            </a:solidFill>
            <a:custDash>
              <a:ds d="1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672" name="图形 516">
            <a:extLst>
              <a:ext uri="{FF2B5EF4-FFF2-40B4-BE49-F238E27FC236}">
                <a16:creationId xmlns:a16="http://schemas.microsoft.com/office/drawing/2014/main" id="{D53404AB-7C01-3699-9141-563721DCAFAB}"/>
              </a:ext>
            </a:extLst>
          </p:cNvPr>
          <p:cNvGrpSpPr/>
          <p:nvPr/>
        </p:nvGrpSpPr>
        <p:grpSpPr>
          <a:xfrm>
            <a:off x="5667374" y="3509962"/>
            <a:ext cx="571500" cy="285750"/>
            <a:chOff x="5667374" y="3509962"/>
            <a:chExt cx="571500" cy="285750"/>
          </a:xfrm>
          <a:noFill/>
        </p:grpSpPr>
        <p:sp>
          <p:nvSpPr>
            <p:cNvPr id="673" name="任意多边形: 形状 672">
              <a:extLst>
                <a:ext uri="{FF2B5EF4-FFF2-40B4-BE49-F238E27FC236}">
                  <a16:creationId xmlns:a16="http://schemas.microsoft.com/office/drawing/2014/main" id="{EE02C523-8976-B4AC-35C8-C7A34F18FD08}"/>
                </a:ext>
              </a:extLst>
            </p:cNvPr>
            <p:cNvSpPr/>
            <p:nvPr/>
          </p:nvSpPr>
          <p:spPr>
            <a:xfrm>
              <a:off x="5667374" y="3509962"/>
              <a:ext cx="571500" cy="285750"/>
            </a:xfrm>
            <a:custGeom>
              <a:avLst/>
              <a:gdLst>
                <a:gd name="connsiteX0" fmla="*/ 0 w 571500"/>
                <a:gd name="connsiteY0" fmla="*/ 0 h 285750"/>
                <a:gd name="connsiteX1" fmla="*/ 571500 w 571500"/>
                <a:gd name="connsiteY1" fmla="*/ 0 h 285750"/>
                <a:gd name="connsiteX2" fmla="*/ 571500 w 571500"/>
                <a:gd name="connsiteY2" fmla="*/ 285750 h 285750"/>
                <a:gd name="connsiteX3" fmla="*/ 0 w 571500"/>
                <a:gd name="connsiteY3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0"/>
                  </a:lnTo>
                  <a:lnTo>
                    <a:pt x="571500" y="28575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674" name="图片 673">
              <a:extLst>
                <a:ext uri="{FF2B5EF4-FFF2-40B4-BE49-F238E27FC236}">
                  <a16:creationId xmlns:a16="http://schemas.microsoft.com/office/drawing/2014/main" id="{7BE74DD3-F7E9-6E28-2F04-3BD0A8498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76899" y="3586162"/>
              <a:ext cx="552450" cy="161925"/>
            </a:xfrm>
            <a:custGeom>
              <a:avLst/>
              <a:gdLst>
                <a:gd name="connsiteX0" fmla="*/ -1 w 552450"/>
                <a:gd name="connsiteY0" fmla="*/ -1 h 161925"/>
                <a:gd name="connsiteX1" fmla="*/ 552450 w 552450"/>
                <a:gd name="connsiteY1" fmla="*/ -1 h 161925"/>
                <a:gd name="connsiteX2" fmla="*/ 552450 w 552450"/>
                <a:gd name="connsiteY2" fmla="*/ 161925 h 161925"/>
                <a:gd name="connsiteX3" fmla="*/ -1 w 552450"/>
                <a:gd name="connsiteY3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161925">
                  <a:moveTo>
                    <a:pt x="-1" y="-1"/>
                  </a:moveTo>
                  <a:lnTo>
                    <a:pt x="552450" y="-1"/>
                  </a:lnTo>
                  <a:lnTo>
                    <a:pt x="552450" y="161925"/>
                  </a:lnTo>
                  <a:lnTo>
                    <a:pt x="-1" y="161925"/>
                  </a:lnTo>
                  <a:close/>
                </a:path>
              </a:pathLst>
            </a:custGeom>
          </p:spPr>
        </p:pic>
      </p:grpSp>
      <p:sp>
        <p:nvSpPr>
          <p:cNvPr id="675" name="任意多边形: 形状 674">
            <a:extLst>
              <a:ext uri="{FF2B5EF4-FFF2-40B4-BE49-F238E27FC236}">
                <a16:creationId xmlns:a16="http://schemas.microsoft.com/office/drawing/2014/main" id="{E14A6EF8-7D5B-00D6-2346-3AA43D19A649}"/>
              </a:ext>
            </a:extLst>
          </p:cNvPr>
          <p:cNvSpPr/>
          <p:nvPr/>
        </p:nvSpPr>
        <p:spPr>
          <a:xfrm>
            <a:off x="9167812" y="661987"/>
            <a:ext cx="381000" cy="381000"/>
          </a:xfrm>
          <a:custGeom>
            <a:avLst/>
            <a:gdLst>
              <a:gd name="connsiteX0" fmla="*/ 323850 w 381000"/>
              <a:gd name="connsiteY0" fmla="*/ 0 h 381000"/>
              <a:gd name="connsiteX1" fmla="*/ 381000 w 381000"/>
              <a:gd name="connsiteY1" fmla="*/ 57150 h 381000"/>
              <a:gd name="connsiteX2" fmla="*/ 381000 w 381000"/>
              <a:gd name="connsiteY2" fmla="*/ 323850 h 381000"/>
              <a:gd name="connsiteX3" fmla="*/ 323850 w 381000"/>
              <a:gd name="connsiteY3" fmla="*/ 381000 h 381000"/>
              <a:gd name="connsiteX4" fmla="*/ 57150 w 381000"/>
              <a:gd name="connsiteY4" fmla="*/ 381000 h 381000"/>
              <a:gd name="connsiteX5" fmla="*/ 0 w 381000"/>
              <a:gd name="connsiteY5" fmla="*/ 323850 h 381000"/>
              <a:gd name="connsiteX6" fmla="*/ 0 w 381000"/>
              <a:gd name="connsiteY6" fmla="*/ 57150 h 381000"/>
              <a:gd name="connsiteX7" fmla="*/ 57150 w 3810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1000" h="381000">
                <a:moveTo>
                  <a:pt x="323850" y="0"/>
                </a:moveTo>
                <a:cubicBezTo>
                  <a:pt x="355413" y="0"/>
                  <a:pt x="381000" y="25587"/>
                  <a:pt x="381000" y="57150"/>
                </a:cubicBezTo>
                <a:lnTo>
                  <a:pt x="381000" y="323850"/>
                </a:lnTo>
                <a:cubicBezTo>
                  <a:pt x="381000" y="355413"/>
                  <a:pt x="355413" y="381000"/>
                  <a:pt x="323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10" name="任意多边形: 形状 709">
            <a:extLst>
              <a:ext uri="{FF2B5EF4-FFF2-40B4-BE49-F238E27FC236}">
                <a16:creationId xmlns:a16="http://schemas.microsoft.com/office/drawing/2014/main" id="{30588355-E462-9366-B602-E30736ECCEBB}"/>
              </a:ext>
            </a:extLst>
          </p:cNvPr>
          <p:cNvSpPr/>
          <p:nvPr/>
        </p:nvSpPr>
        <p:spPr>
          <a:xfrm>
            <a:off x="9072562" y="1328737"/>
            <a:ext cx="666750" cy="285750"/>
          </a:xfrm>
          <a:custGeom>
            <a:avLst/>
            <a:gdLst>
              <a:gd name="connsiteX0" fmla="*/ 623888 w 666750"/>
              <a:gd name="connsiteY0" fmla="*/ 0 h 285750"/>
              <a:gd name="connsiteX1" fmla="*/ 666750 w 666750"/>
              <a:gd name="connsiteY1" fmla="*/ 42863 h 285750"/>
              <a:gd name="connsiteX2" fmla="*/ 666750 w 666750"/>
              <a:gd name="connsiteY2" fmla="*/ 242888 h 285750"/>
              <a:gd name="connsiteX3" fmla="*/ 623888 w 666750"/>
              <a:gd name="connsiteY3" fmla="*/ 285750 h 285750"/>
              <a:gd name="connsiteX4" fmla="*/ 42863 w 666750"/>
              <a:gd name="connsiteY4" fmla="*/ 285750 h 285750"/>
              <a:gd name="connsiteX5" fmla="*/ 0 w 666750"/>
              <a:gd name="connsiteY5" fmla="*/ 242888 h 285750"/>
              <a:gd name="connsiteX6" fmla="*/ 0 w 666750"/>
              <a:gd name="connsiteY6" fmla="*/ 42863 h 285750"/>
              <a:gd name="connsiteX7" fmla="*/ 42863 w 66675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" h="285750">
                <a:moveTo>
                  <a:pt x="623888" y="0"/>
                </a:moveTo>
                <a:cubicBezTo>
                  <a:pt x="647560" y="0"/>
                  <a:pt x="666750" y="19190"/>
                  <a:pt x="666750" y="42863"/>
                </a:cubicBezTo>
                <a:lnTo>
                  <a:pt x="666750" y="242888"/>
                </a:lnTo>
                <a:cubicBezTo>
                  <a:pt x="666750" y="266560"/>
                  <a:pt x="647560" y="285750"/>
                  <a:pt x="623888" y="285750"/>
                </a:cubicBezTo>
                <a:lnTo>
                  <a:pt x="42863" y="285750"/>
                </a:lnTo>
                <a:cubicBezTo>
                  <a:pt x="19190" y="285750"/>
                  <a:pt x="0" y="266560"/>
                  <a:pt x="0" y="242888"/>
                </a:cubicBezTo>
                <a:lnTo>
                  <a:pt x="0" y="42863"/>
                </a:lnTo>
                <a:cubicBezTo>
                  <a:pt x="0" y="19190"/>
                  <a:pt x="19190" y="0"/>
                  <a:pt x="42863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11" name="任意多边形: 形状 710">
            <a:extLst>
              <a:ext uri="{FF2B5EF4-FFF2-40B4-BE49-F238E27FC236}">
                <a16:creationId xmlns:a16="http://schemas.microsoft.com/office/drawing/2014/main" id="{CFFF8774-0B70-2D33-2305-BCBEE60BC4CD}"/>
              </a:ext>
            </a:extLst>
          </p:cNvPr>
          <p:cNvSpPr/>
          <p:nvPr/>
        </p:nvSpPr>
        <p:spPr>
          <a:xfrm>
            <a:off x="9358312" y="1671637"/>
            <a:ext cx="1333" cy="285750"/>
          </a:xfrm>
          <a:custGeom>
            <a:avLst/>
            <a:gdLst>
              <a:gd name="connsiteX0" fmla="*/ 1334 w 1333"/>
              <a:gd name="connsiteY0" fmla="*/ 285750 h 285750"/>
              <a:gd name="connsiteX1" fmla="*/ 0 w 1333"/>
              <a:gd name="connsiteY1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3" h="285750">
                <a:moveTo>
                  <a:pt x="1334" y="285750"/>
                </a:move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000000"/>
            </a:solidFill>
            <a:custDash>
              <a:ds d="1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712" name="图形 516">
            <a:extLst>
              <a:ext uri="{FF2B5EF4-FFF2-40B4-BE49-F238E27FC236}">
                <a16:creationId xmlns:a16="http://schemas.microsoft.com/office/drawing/2014/main" id="{C0C1A523-A866-723A-CEF4-22FFC86819A3}"/>
              </a:ext>
            </a:extLst>
          </p:cNvPr>
          <p:cNvGrpSpPr/>
          <p:nvPr/>
        </p:nvGrpSpPr>
        <p:grpSpPr>
          <a:xfrm>
            <a:off x="9361550" y="1681162"/>
            <a:ext cx="571500" cy="285750"/>
            <a:chOff x="9361550" y="1681162"/>
            <a:chExt cx="571500" cy="285750"/>
          </a:xfrm>
          <a:noFill/>
        </p:grpSpPr>
        <p:sp>
          <p:nvSpPr>
            <p:cNvPr id="713" name="任意多边形: 形状 712">
              <a:extLst>
                <a:ext uri="{FF2B5EF4-FFF2-40B4-BE49-F238E27FC236}">
                  <a16:creationId xmlns:a16="http://schemas.microsoft.com/office/drawing/2014/main" id="{CF804C70-C541-DAFE-CDCF-B5109997C05D}"/>
                </a:ext>
              </a:extLst>
            </p:cNvPr>
            <p:cNvSpPr/>
            <p:nvPr/>
          </p:nvSpPr>
          <p:spPr>
            <a:xfrm>
              <a:off x="9361550" y="1681162"/>
              <a:ext cx="571500" cy="285750"/>
            </a:xfrm>
            <a:custGeom>
              <a:avLst/>
              <a:gdLst>
                <a:gd name="connsiteX0" fmla="*/ 0 w 571500"/>
                <a:gd name="connsiteY0" fmla="*/ 0 h 285750"/>
                <a:gd name="connsiteX1" fmla="*/ 571500 w 571500"/>
                <a:gd name="connsiteY1" fmla="*/ 0 h 285750"/>
                <a:gd name="connsiteX2" fmla="*/ 571500 w 571500"/>
                <a:gd name="connsiteY2" fmla="*/ 285750 h 285750"/>
                <a:gd name="connsiteX3" fmla="*/ 0 w 571500"/>
                <a:gd name="connsiteY3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0"/>
                  </a:lnTo>
                  <a:lnTo>
                    <a:pt x="571500" y="28575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714" name="图片 713">
              <a:extLst>
                <a:ext uri="{FF2B5EF4-FFF2-40B4-BE49-F238E27FC236}">
                  <a16:creationId xmlns:a16="http://schemas.microsoft.com/office/drawing/2014/main" id="{ABB31F1B-4C5E-E793-4467-37E51D140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363074" y="1757362"/>
              <a:ext cx="552450" cy="161925"/>
            </a:xfrm>
            <a:custGeom>
              <a:avLst/>
              <a:gdLst>
                <a:gd name="connsiteX0" fmla="*/ -1 w 552450"/>
                <a:gd name="connsiteY0" fmla="*/ -1 h 161925"/>
                <a:gd name="connsiteX1" fmla="*/ 552450 w 552450"/>
                <a:gd name="connsiteY1" fmla="*/ -1 h 161925"/>
                <a:gd name="connsiteX2" fmla="*/ 552450 w 552450"/>
                <a:gd name="connsiteY2" fmla="*/ 161925 h 161925"/>
                <a:gd name="connsiteX3" fmla="*/ -1 w 552450"/>
                <a:gd name="connsiteY3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161925">
                  <a:moveTo>
                    <a:pt x="-1" y="-1"/>
                  </a:moveTo>
                  <a:lnTo>
                    <a:pt x="552450" y="-1"/>
                  </a:lnTo>
                  <a:lnTo>
                    <a:pt x="552450" y="161925"/>
                  </a:lnTo>
                  <a:lnTo>
                    <a:pt x="-1" y="161925"/>
                  </a:lnTo>
                  <a:close/>
                </a:path>
              </a:pathLst>
            </a:custGeom>
          </p:spPr>
        </p:pic>
      </p:grpSp>
      <p:sp>
        <p:nvSpPr>
          <p:cNvPr id="715" name="任意多边形: 形状 714">
            <a:extLst>
              <a:ext uri="{FF2B5EF4-FFF2-40B4-BE49-F238E27FC236}">
                <a16:creationId xmlns:a16="http://schemas.microsoft.com/office/drawing/2014/main" id="{E6D98DF6-6621-3610-1871-346015C5C50E}"/>
              </a:ext>
            </a:extLst>
          </p:cNvPr>
          <p:cNvSpPr/>
          <p:nvPr/>
        </p:nvSpPr>
        <p:spPr>
          <a:xfrm rot="10800000">
            <a:off x="9872090" y="804862"/>
            <a:ext cx="55880" cy="1333500"/>
          </a:xfrm>
          <a:custGeom>
            <a:avLst/>
            <a:gdLst>
              <a:gd name="connsiteX0" fmla="*/ 55880 w 55880"/>
              <a:gd name="connsiteY0" fmla="*/ 0 h 1333500"/>
              <a:gd name="connsiteX1" fmla="*/ 40639 w 55880"/>
              <a:gd name="connsiteY1" fmla="*/ 0 h 1333500"/>
              <a:gd name="connsiteX2" fmla="*/ 25400 w 55880"/>
              <a:gd name="connsiteY2" fmla="*/ 95250 h 1333500"/>
              <a:gd name="connsiteX3" fmla="*/ 25400 w 55880"/>
              <a:gd name="connsiteY3" fmla="*/ 571500 h 1333500"/>
              <a:gd name="connsiteX4" fmla="*/ 10159 w 55880"/>
              <a:gd name="connsiteY4" fmla="*/ 666750 h 1333500"/>
              <a:gd name="connsiteX5" fmla="*/ 2539 w 55880"/>
              <a:gd name="connsiteY5" fmla="*/ 666750 h 1333500"/>
              <a:gd name="connsiteX6" fmla="*/ 10159 w 55880"/>
              <a:gd name="connsiteY6" fmla="*/ 666750 h 1333500"/>
              <a:gd name="connsiteX7" fmla="*/ 17780 w 55880"/>
              <a:gd name="connsiteY7" fmla="*/ 666750 h 1333500"/>
              <a:gd name="connsiteX8" fmla="*/ 25400 w 55880"/>
              <a:gd name="connsiteY8" fmla="*/ 762000 h 1333500"/>
              <a:gd name="connsiteX9" fmla="*/ 25400 w 55880"/>
              <a:gd name="connsiteY9" fmla="*/ 1238250 h 1333500"/>
              <a:gd name="connsiteX10" fmla="*/ 40639 w 55880"/>
              <a:gd name="connsiteY10" fmla="*/ 1333500 h 1333500"/>
              <a:gd name="connsiteX11" fmla="*/ 55880 w 55880"/>
              <a:gd name="connsiteY11" fmla="*/ 1333500 h 133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880" h="1333500">
                <a:moveTo>
                  <a:pt x="55880" y="0"/>
                </a:moveTo>
                <a:lnTo>
                  <a:pt x="40639" y="0"/>
                </a:lnTo>
                <a:cubicBezTo>
                  <a:pt x="30480" y="0"/>
                  <a:pt x="25400" y="31750"/>
                  <a:pt x="25400" y="95250"/>
                </a:cubicBezTo>
                <a:lnTo>
                  <a:pt x="25400" y="571500"/>
                </a:lnTo>
                <a:cubicBezTo>
                  <a:pt x="25400" y="635000"/>
                  <a:pt x="20320" y="666750"/>
                  <a:pt x="10159" y="666750"/>
                </a:cubicBezTo>
                <a:lnTo>
                  <a:pt x="2539" y="666750"/>
                </a:lnTo>
                <a:cubicBezTo>
                  <a:pt x="-2540" y="666750"/>
                  <a:pt x="-1" y="666750"/>
                  <a:pt x="10159" y="666750"/>
                </a:cubicBezTo>
                <a:lnTo>
                  <a:pt x="17780" y="666750"/>
                </a:lnTo>
                <a:cubicBezTo>
                  <a:pt x="22860" y="666750"/>
                  <a:pt x="25400" y="698500"/>
                  <a:pt x="25400" y="762000"/>
                </a:cubicBezTo>
                <a:lnTo>
                  <a:pt x="25400" y="1238250"/>
                </a:lnTo>
                <a:cubicBezTo>
                  <a:pt x="25400" y="1301750"/>
                  <a:pt x="30480" y="1333500"/>
                  <a:pt x="40639" y="1333500"/>
                </a:cubicBezTo>
                <a:lnTo>
                  <a:pt x="55880" y="133350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16" name="任意多边形: 形状 715">
            <a:extLst>
              <a:ext uri="{FF2B5EF4-FFF2-40B4-BE49-F238E27FC236}">
                <a16:creationId xmlns:a16="http://schemas.microsoft.com/office/drawing/2014/main" id="{278F4A92-8D13-456E-CC94-522214E5C18F}"/>
              </a:ext>
            </a:extLst>
          </p:cNvPr>
          <p:cNvSpPr/>
          <p:nvPr/>
        </p:nvSpPr>
        <p:spPr>
          <a:xfrm>
            <a:off x="9167812" y="2747962"/>
            <a:ext cx="381000" cy="381000"/>
          </a:xfrm>
          <a:custGeom>
            <a:avLst/>
            <a:gdLst>
              <a:gd name="connsiteX0" fmla="*/ 323850 w 381000"/>
              <a:gd name="connsiteY0" fmla="*/ 0 h 381000"/>
              <a:gd name="connsiteX1" fmla="*/ 381000 w 381000"/>
              <a:gd name="connsiteY1" fmla="*/ 57150 h 381000"/>
              <a:gd name="connsiteX2" fmla="*/ 381000 w 381000"/>
              <a:gd name="connsiteY2" fmla="*/ 323850 h 381000"/>
              <a:gd name="connsiteX3" fmla="*/ 323850 w 381000"/>
              <a:gd name="connsiteY3" fmla="*/ 381000 h 381000"/>
              <a:gd name="connsiteX4" fmla="*/ 57150 w 381000"/>
              <a:gd name="connsiteY4" fmla="*/ 381000 h 381000"/>
              <a:gd name="connsiteX5" fmla="*/ 0 w 381000"/>
              <a:gd name="connsiteY5" fmla="*/ 323850 h 381000"/>
              <a:gd name="connsiteX6" fmla="*/ 0 w 381000"/>
              <a:gd name="connsiteY6" fmla="*/ 57150 h 381000"/>
              <a:gd name="connsiteX7" fmla="*/ 57150 w 3810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1000" h="381000">
                <a:moveTo>
                  <a:pt x="323850" y="0"/>
                </a:moveTo>
                <a:cubicBezTo>
                  <a:pt x="355413" y="0"/>
                  <a:pt x="381000" y="25587"/>
                  <a:pt x="381000" y="57150"/>
                </a:cubicBezTo>
                <a:lnTo>
                  <a:pt x="381000" y="323850"/>
                </a:lnTo>
                <a:cubicBezTo>
                  <a:pt x="381000" y="355413"/>
                  <a:pt x="355413" y="381000"/>
                  <a:pt x="323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27" name="任意多边形: 形状 726">
            <a:extLst>
              <a:ext uri="{FF2B5EF4-FFF2-40B4-BE49-F238E27FC236}">
                <a16:creationId xmlns:a16="http://schemas.microsoft.com/office/drawing/2014/main" id="{D4D8D6C5-F015-8558-BD18-30E60B9CDF53}"/>
              </a:ext>
            </a:extLst>
          </p:cNvPr>
          <p:cNvSpPr/>
          <p:nvPr/>
        </p:nvSpPr>
        <p:spPr>
          <a:xfrm>
            <a:off x="9072562" y="3414712"/>
            <a:ext cx="666750" cy="285750"/>
          </a:xfrm>
          <a:custGeom>
            <a:avLst/>
            <a:gdLst>
              <a:gd name="connsiteX0" fmla="*/ 623888 w 666750"/>
              <a:gd name="connsiteY0" fmla="*/ 0 h 285750"/>
              <a:gd name="connsiteX1" fmla="*/ 666750 w 666750"/>
              <a:gd name="connsiteY1" fmla="*/ 42863 h 285750"/>
              <a:gd name="connsiteX2" fmla="*/ 666750 w 666750"/>
              <a:gd name="connsiteY2" fmla="*/ 242888 h 285750"/>
              <a:gd name="connsiteX3" fmla="*/ 623888 w 666750"/>
              <a:gd name="connsiteY3" fmla="*/ 285750 h 285750"/>
              <a:gd name="connsiteX4" fmla="*/ 42863 w 666750"/>
              <a:gd name="connsiteY4" fmla="*/ 285750 h 285750"/>
              <a:gd name="connsiteX5" fmla="*/ 0 w 666750"/>
              <a:gd name="connsiteY5" fmla="*/ 242888 h 285750"/>
              <a:gd name="connsiteX6" fmla="*/ 0 w 666750"/>
              <a:gd name="connsiteY6" fmla="*/ 42863 h 285750"/>
              <a:gd name="connsiteX7" fmla="*/ 42863 w 66675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" h="285750">
                <a:moveTo>
                  <a:pt x="623888" y="0"/>
                </a:moveTo>
                <a:cubicBezTo>
                  <a:pt x="647560" y="0"/>
                  <a:pt x="666750" y="19190"/>
                  <a:pt x="666750" y="42863"/>
                </a:cubicBezTo>
                <a:lnTo>
                  <a:pt x="666750" y="242888"/>
                </a:lnTo>
                <a:cubicBezTo>
                  <a:pt x="666750" y="266560"/>
                  <a:pt x="647560" y="285750"/>
                  <a:pt x="623888" y="285750"/>
                </a:cubicBezTo>
                <a:lnTo>
                  <a:pt x="42863" y="285750"/>
                </a:lnTo>
                <a:cubicBezTo>
                  <a:pt x="19190" y="285750"/>
                  <a:pt x="0" y="266560"/>
                  <a:pt x="0" y="242888"/>
                </a:cubicBezTo>
                <a:lnTo>
                  <a:pt x="0" y="42863"/>
                </a:lnTo>
                <a:cubicBezTo>
                  <a:pt x="0" y="19190"/>
                  <a:pt x="19190" y="0"/>
                  <a:pt x="42863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28" name="任意多边形: 形状 727">
            <a:extLst>
              <a:ext uri="{FF2B5EF4-FFF2-40B4-BE49-F238E27FC236}">
                <a16:creationId xmlns:a16="http://schemas.microsoft.com/office/drawing/2014/main" id="{4EAA74DD-B88D-E8AF-CF26-1D50E2B15191}"/>
              </a:ext>
            </a:extLst>
          </p:cNvPr>
          <p:cNvSpPr/>
          <p:nvPr/>
        </p:nvSpPr>
        <p:spPr>
          <a:xfrm>
            <a:off x="9358312" y="3757612"/>
            <a:ext cx="1333" cy="285750"/>
          </a:xfrm>
          <a:custGeom>
            <a:avLst/>
            <a:gdLst>
              <a:gd name="connsiteX0" fmla="*/ 1334 w 1333"/>
              <a:gd name="connsiteY0" fmla="*/ 285750 h 285750"/>
              <a:gd name="connsiteX1" fmla="*/ 0 w 1333"/>
              <a:gd name="connsiteY1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3" h="285750">
                <a:moveTo>
                  <a:pt x="1334" y="285750"/>
                </a:move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000000"/>
            </a:solidFill>
            <a:custDash>
              <a:ds d="1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729" name="图形 516">
            <a:extLst>
              <a:ext uri="{FF2B5EF4-FFF2-40B4-BE49-F238E27FC236}">
                <a16:creationId xmlns:a16="http://schemas.microsoft.com/office/drawing/2014/main" id="{C9DD5F3E-E370-1393-F664-9DFDB5031A9F}"/>
              </a:ext>
            </a:extLst>
          </p:cNvPr>
          <p:cNvGrpSpPr/>
          <p:nvPr/>
        </p:nvGrpSpPr>
        <p:grpSpPr>
          <a:xfrm>
            <a:off x="9361550" y="3767137"/>
            <a:ext cx="571500" cy="285750"/>
            <a:chOff x="9361550" y="3767137"/>
            <a:chExt cx="571500" cy="285750"/>
          </a:xfrm>
          <a:noFill/>
        </p:grpSpPr>
        <p:sp>
          <p:nvSpPr>
            <p:cNvPr id="730" name="任意多边形: 形状 729">
              <a:extLst>
                <a:ext uri="{FF2B5EF4-FFF2-40B4-BE49-F238E27FC236}">
                  <a16:creationId xmlns:a16="http://schemas.microsoft.com/office/drawing/2014/main" id="{0707E2A3-79D2-4FF3-214C-9C25EE0B0A69}"/>
                </a:ext>
              </a:extLst>
            </p:cNvPr>
            <p:cNvSpPr/>
            <p:nvPr/>
          </p:nvSpPr>
          <p:spPr>
            <a:xfrm>
              <a:off x="9361550" y="3767137"/>
              <a:ext cx="571500" cy="285750"/>
            </a:xfrm>
            <a:custGeom>
              <a:avLst/>
              <a:gdLst>
                <a:gd name="connsiteX0" fmla="*/ 0 w 571500"/>
                <a:gd name="connsiteY0" fmla="*/ 0 h 285750"/>
                <a:gd name="connsiteX1" fmla="*/ 571500 w 571500"/>
                <a:gd name="connsiteY1" fmla="*/ 0 h 285750"/>
                <a:gd name="connsiteX2" fmla="*/ 571500 w 571500"/>
                <a:gd name="connsiteY2" fmla="*/ 285750 h 285750"/>
                <a:gd name="connsiteX3" fmla="*/ 0 w 571500"/>
                <a:gd name="connsiteY3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0"/>
                  </a:lnTo>
                  <a:lnTo>
                    <a:pt x="571500" y="28575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731" name="图片 730">
              <a:extLst>
                <a:ext uri="{FF2B5EF4-FFF2-40B4-BE49-F238E27FC236}">
                  <a16:creationId xmlns:a16="http://schemas.microsoft.com/office/drawing/2014/main" id="{4F0E0841-E528-5475-D79F-C618D8693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363074" y="3843337"/>
              <a:ext cx="552450" cy="161925"/>
            </a:xfrm>
            <a:custGeom>
              <a:avLst/>
              <a:gdLst>
                <a:gd name="connsiteX0" fmla="*/ -1 w 552450"/>
                <a:gd name="connsiteY0" fmla="*/ -1 h 161925"/>
                <a:gd name="connsiteX1" fmla="*/ 552450 w 552450"/>
                <a:gd name="connsiteY1" fmla="*/ -1 h 161925"/>
                <a:gd name="connsiteX2" fmla="*/ 552450 w 552450"/>
                <a:gd name="connsiteY2" fmla="*/ 161925 h 161925"/>
                <a:gd name="connsiteX3" fmla="*/ -1 w 552450"/>
                <a:gd name="connsiteY3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161925">
                  <a:moveTo>
                    <a:pt x="-1" y="-1"/>
                  </a:moveTo>
                  <a:lnTo>
                    <a:pt x="552450" y="-1"/>
                  </a:lnTo>
                  <a:lnTo>
                    <a:pt x="552450" y="161925"/>
                  </a:lnTo>
                  <a:lnTo>
                    <a:pt x="-1" y="161925"/>
                  </a:lnTo>
                  <a:close/>
                </a:path>
              </a:pathLst>
            </a:custGeom>
          </p:spPr>
        </p:pic>
      </p:grpSp>
      <p:sp>
        <p:nvSpPr>
          <p:cNvPr id="732" name="任意多边形: 形状 731">
            <a:extLst>
              <a:ext uri="{FF2B5EF4-FFF2-40B4-BE49-F238E27FC236}">
                <a16:creationId xmlns:a16="http://schemas.microsoft.com/office/drawing/2014/main" id="{6EB3BC1B-F167-AFF0-CE8E-756B52300B5B}"/>
              </a:ext>
            </a:extLst>
          </p:cNvPr>
          <p:cNvSpPr/>
          <p:nvPr/>
        </p:nvSpPr>
        <p:spPr>
          <a:xfrm rot="10800000">
            <a:off x="9872090" y="2890837"/>
            <a:ext cx="55880" cy="1333500"/>
          </a:xfrm>
          <a:custGeom>
            <a:avLst/>
            <a:gdLst>
              <a:gd name="connsiteX0" fmla="*/ 55880 w 55880"/>
              <a:gd name="connsiteY0" fmla="*/ 0 h 1333500"/>
              <a:gd name="connsiteX1" fmla="*/ 40639 w 55880"/>
              <a:gd name="connsiteY1" fmla="*/ 0 h 1333500"/>
              <a:gd name="connsiteX2" fmla="*/ 25400 w 55880"/>
              <a:gd name="connsiteY2" fmla="*/ 95250 h 1333500"/>
              <a:gd name="connsiteX3" fmla="*/ 25400 w 55880"/>
              <a:gd name="connsiteY3" fmla="*/ 571500 h 1333500"/>
              <a:gd name="connsiteX4" fmla="*/ 10159 w 55880"/>
              <a:gd name="connsiteY4" fmla="*/ 666750 h 1333500"/>
              <a:gd name="connsiteX5" fmla="*/ 2539 w 55880"/>
              <a:gd name="connsiteY5" fmla="*/ 666750 h 1333500"/>
              <a:gd name="connsiteX6" fmla="*/ 10159 w 55880"/>
              <a:gd name="connsiteY6" fmla="*/ 666750 h 1333500"/>
              <a:gd name="connsiteX7" fmla="*/ 17780 w 55880"/>
              <a:gd name="connsiteY7" fmla="*/ 666750 h 1333500"/>
              <a:gd name="connsiteX8" fmla="*/ 25400 w 55880"/>
              <a:gd name="connsiteY8" fmla="*/ 762000 h 1333500"/>
              <a:gd name="connsiteX9" fmla="*/ 25400 w 55880"/>
              <a:gd name="connsiteY9" fmla="*/ 1238250 h 1333500"/>
              <a:gd name="connsiteX10" fmla="*/ 40639 w 55880"/>
              <a:gd name="connsiteY10" fmla="*/ 1333500 h 1333500"/>
              <a:gd name="connsiteX11" fmla="*/ 55880 w 55880"/>
              <a:gd name="connsiteY11" fmla="*/ 1333500 h 133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880" h="1333500">
                <a:moveTo>
                  <a:pt x="55880" y="0"/>
                </a:moveTo>
                <a:lnTo>
                  <a:pt x="40639" y="0"/>
                </a:lnTo>
                <a:cubicBezTo>
                  <a:pt x="30480" y="0"/>
                  <a:pt x="25400" y="31750"/>
                  <a:pt x="25400" y="95250"/>
                </a:cubicBezTo>
                <a:lnTo>
                  <a:pt x="25400" y="571500"/>
                </a:lnTo>
                <a:cubicBezTo>
                  <a:pt x="25400" y="635000"/>
                  <a:pt x="20320" y="666750"/>
                  <a:pt x="10159" y="666750"/>
                </a:cubicBezTo>
                <a:lnTo>
                  <a:pt x="2539" y="666750"/>
                </a:lnTo>
                <a:cubicBezTo>
                  <a:pt x="-2540" y="666750"/>
                  <a:pt x="-1" y="666750"/>
                  <a:pt x="10159" y="666750"/>
                </a:cubicBezTo>
                <a:lnTo>
                  <a:pt x="17780" y="666750"/>
                </a:lnTo>
                <a:cubicBezTo>
                  <a:pt x="22860" y="666750"/>
                  <a:pt x="25400" y="698500"/>
                  <a:pt x="25400" y="762000"/>
                </a:cubicBezTo>
                <a:lnTo>
                  <a:pt x="25400" y="1238250"/>
                </a:lnTo>
                <a:cubicBezTo>
                  <a:pt x="25400" y="1301750"/>
                  <a:pt x="30480" y="1333500"/>
                  <a:pt x="40639" y="1333500"/>
                </a:cubicBezTo>
                <a:lnTo>
                  <a:pt x="55880" y="133350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33" name="任意多边形: 形状 732">
            <a:extLst>
              <a:ext uri="{FF2B5EF4-FFF2-40B4-BE49-F238E27FC236}">
                <a16:creationId xmlns:a16="http://schemas.microsoft.com/office/drawing/2014/main" id="{6966CE08-8DA8-BDFD-489D-F2E479740EBD}"/>
              </a:ext>
            </a:extLst>
          </p:cNvPr>
          <p:cNvSpPr/>
          <p:nvPr/>
        </p:nvSpPr>
        <p:spPr>
          <a:xfrm>
            <a:off x="9167812" y="4876799"/>
            <a:ext cx="381000" cy="381000"/>
          </a:xfrm>
          <a:custGeom>
            <a:avLst/>
            <a:gdLst>
              <a:gd name="connsiteX0" fmla="*/ 323850 w 381000"/>
              <a:gd name="connsiteY0" fmla="*/ 0 h 381000"/>
              <a:gd name="connsiteX1" fmla="*/ 381000 w 381000"/>
              <a:gd name="connsiteY1" fmla="*/ 57150 h 381000"/>
              <a:gd name="connsiteX2" fmla="*/ 381000 w 381000"/>
              <a:gd name="connsiteY2" fmla="*/ 323850 h 381000"/>
              <a:gd name="connsiteX3" fmla="*/ 323850 w 381000"/>
              <a:gd name="connsiteY3" fmla="*/ 381000 h 381000"/>
              <a:gd name="connsiteX4" fmla="*/ 57150 w 381000"/>
              <a:gd name="connsiteY4" fmla="*/ 381000 h 381000"/>
              <a:gd name="connsiteX5" fmla="*/ 0 w 381000"/>
              <a:gd name="connsiteY5" fmla="*/ 323850 h 381000"/>
              <a:gd name="connsiteX6" fmla="*/ 0 w 381000"/>
              <a:gd name="connsiteY6" fmla="*/ 57150 h 381000"/>
              <a:gd name="connsiteX7" fmla="*/ 57150 w 3810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1000" h="381000">
                <a:moveTo>
                  <a:pt x="323850" y="0"/>
                </a:moveTo>
                <a:cubicBezTo>
                  <a:pt x="355413" y="0"/>
                  <a:pt x="381000" y="25587"/>
                  <a:pt x="381000" y="57150"/>
                </a:cubicBezTo>
                <a:lnTo>
                  <a:pt x="381000" y="323850"/>
                </a:lnTo>
                <a:cubicBezTo>
                  <a:pt x="381000" y="355413"/>
                  <a:pt x="355413" y="381000"/>
                  <a:pt x="323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44" name="任意多边形: 形状 743">
            <a:extLst>
              <a:ext uri="{FF2B5EF4-FFF2-40B4-BE49-F238E27FC236}">
                <a16:creationId xmlns:a16="http://schemas.microsoft.com/office/drawing/2014/main" id="{8711A3C4-4710-927C-3CBA-00569C2D3FAB}"/>
              </a:ext>
            </a:extLst>
          </p:cNvPr>
          <p:cNvSpPr/>
          <p:nvPr/>
        </p:nvSpPr>
        <p:spPr>
          <a:xfrm>
            <a:off x="9072562" y="5543549"/>
            <a:ext cx="666750" cy="285750"/>
          </a:xfrm>
          <a:custGeom>
            <a:avLst/>
            <a:gdLst>
              <a:gd name="connsiteX0" fmla="*/ 623888 w 666750"/>
              <a:gd name="connsiteY0" fmla="*/ 0 h 285750"/>
              <a:gd name="connsiteX1" fmla="*/ 666750 w 666750"/>
              <a:gd name="connsiteY1" fmla="*/ 42863 h 285750"/>
              <a:gd name="connsiteX2" fmla="*/ 666750 w 666750"/>
              <a:gd name="connsiteY2" fmla="*/ 242888 h 285750"/>
              <a:gd name="connsiteX3" fmla="*/ 623888 w 666750"/>
              <a:gd name="connsiteY3" fmla="*/ 285750 h 285750"/>
              <a:gd name="connsiteX4" fmla="*/ 42863 w 666750"/>
              <a:gd name="connsiteY4" fmla="*/ 285750 h 285750"/>
              <a:gd name="connsiteX5" fmla="*/ 0 w 666750"/>
              <a:gd name="connsiteY5" fmla="*/ 242888 h 285750"/>
              <a:gd name="connsiteX6" fmla="*/ 0 w 666750"/>
              <a:gd name="connsiteY6" fmla="*/ 42863 h 285750"/>
              <a:gd name="connsiteX7" fmla="*/ 42863 w 666750"/>
              <a:gd name="connsiteY7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6750" h="285750">
                <a:moveTo>
                  <a:pt x="623888" y="0"/>
                </a:moveTo>
                <a:cubicBezTo>
                  <a:pt x="647560" y="0"/>
                  <a:pt x="666750" y="19190"/>
                  <a:pt x="666750" y="42863"/>
                </a:cubicBezTo>
                <a:lnTo>
                  <a:pt x="666750" y="242888"/>
                </a:lnTo>
                <a:cubicBezTo>
                  <a:pt x="666750" y="266560"/>
                  <a:pt x="647560" y="285750"/>
                  <a:pt x="623888" y="285750"/>
                </a:cubicBezTo>
                <a:lnTo>
                  <a:pt x="42863" y="285750"/>
                </a:lnTo>
                <a:cubicBezTo>
                  <a:pt x="19190" y="285750"/>
                  <a:pt x="0" y="266560"/>
                  <a:pt x="0" y="242888"/>
                </a:cubicBezTo>
                <a:lnTo>
                  <a:pt x="0" y="42863"/>
                </a:lnTo>
                <a:cubicBezTo>
                  <a:pt x="0" y="19190"/>
                  <a:pt x="19190" y="0"/>
                  <a:pt x="42863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45" name="任意多边形: 形状 744">
            <a:extLst>
              <a:ext uri="{FF2B5EF4-FFF2-40B4-BE49-F238E27FC236}">
                <a16:creationId xmlns:a16="http://schemas.microsoft.com/office/drawing/2014/main" id="{49115CA1-C359-7004-A6E4-9C5589509ABB}"/>
              </a:ext>
            </a:extLst>
          </p:cNvPr>
          <p:cNvSpPr/>
          <p:nvPr/>
        </p:nvSpPr>
        <p:spPr>
          <a:xfrm>
            <a:off x="9358312" y="5886449"/>
            <a:ext cx="1333" cy="285750"/>
          </a:xfrm>
          <a:custGeom>
            <a:avLst/>
            <a:gdLst>
              <a:gd name="connsiteX0" fmla="*/ 1334 w 1333"/>
              <a:gd name="connsiteY0" fmla="*/ 285750 h 285750"/>
              <a:gd name="connsiteX1" fmla="*/ 0 w 1333"/>
              <a:gd name="connsiteY1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3" h="285750">
                <a:moveTo>
                  <a:pt x="1334" y="285750"/>
                </a:move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000000"/>
            </a:solidFill>
            <a:custDash>
              <a:ds d="1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746" name="图形 516">
            <a:extLst>
              <a:ext uri="{FF2B5EF4-FFF2-40B4-BE49-F238E27FC236}">
                <a16:creationId xmlns:a16="http://schemas.microsoft.com/office/drawing/2014/main" id="{269955B6-B531-4648-3B60-0CCD8616634B}"/>
              </a:ext>
            </a:extLst>
          </p:cNvPr>
          <p:cNvGrpSpPr/>
          <p:nvPr/>
        </p:nvGrpSpPr>
        <p:grpSpPr>
          <a:xfrm>
            <a:off x="9361550" y="5895974"/>
            <a:ext cx="571500" cy="285750"/>
            <a:chOff x="9361550" y="5895974"/>
            <a:chExt cx="571500" cy="285750"/>
          </a:xfrm>
          <a:noFill/>
        </p:grpSpPr>
        <p:sp>
          <p:nvSpPr>
            <p:cNvPr id="747" name="任意多边形: 形状 746">
              <a:extLst>
                <a:ext uri="{FF2B5EF4-FFF2-40B4-BE49-F238E27FC236}">
                  <a16:creationId xmlns:a16="http://schemas.microsoft.com/office/drawing/2014/main" id="{3708DC6F-F1AF-2D44-7B48-A3E157BDD309}"/>
                </a:ext>
              </a:extLst>
            </p:cNvPr>
            <p:cNvSpPr/>
            <p:nvPr/>
          </p:nvSpPr>
          <p:spPr>
            <a:xfrm>
              <a:off x="9361550" y="5895974"/>
              <a:ext cx="571500" cy="285750"/>
            </a:xfrm>
            <a:custGeom>
              <a:avLst/>
              <a:gdLst>
                <a:gd name="connsiteX0" fmla="*/ 0 w 571500"/>
                <a:gd name="connsiteY0" fmla="*/ 0 h 285750"/>
                <a:gd name="connsiteX1" fmla="*/ 571500 w 571500"/>
                <a:gd name="connsiteY1" fmla="*/ 0 h 285750"/>
                <a:gd name="connsiteX2" fmla="*/ 571500 w 571500"/>
                <a:gd name="connsiteY2" fmla="*/ 285750 h 285750"/>
                <a:gd name="connsiteX3" fmla="*/ 0 w 571500"/>
                <a:gd name="connsiteY3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0"/>
                  </a:lnTo>
                  <a:lnTo>
                    <a:pt x="571500" y="28575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748" name="图片 747">
              <a:extLst>
                <a:ext uri="{FF2B5EF4-FFF2-40B4-BE49-F238E27FC236}">
                  <a16:creationId xmlns:a16="http://schemas.microsoft.com/office/drawing/2014/main" id="{68D0E418-F1C4-FEDF-7007-0AF570B4B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363074" y="5976937"/>
              <a:ext cx="552450" cy="161925"/>
            </a:xfrm>
            <a:custGeom>
              <a:avLst/>
              <a:gdLst>
                <a:gd name="connsiteX0" fmla="*/ -1 w 552450"/>
                <a:gd name="connsiteY0" fmla="*/ -1 h 161925"/>
                <a:gd name="connsiteX1" fmla="*/ 552450 w 552450"/>
                <a:gd name="connsiteY1" fmla="*/ -1 h 161925"/>
                <a:gd name="connsiteX2" fmla="*/ 552450 w 552450"/>
                <a:gd name="connsiteY2" fmla="*/ 161925 h 161925"/>
                <a:gd name="connsiteX3" fmla="*/ -1 w 552450"/>
                <a:gd name="connsiteY3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161925">
                  <a:moveTo>
                    <a:pt x="-1" y="-1"/>
                  </a:moveTo>
                  <a:lnTo>
                    <a:pt x="552450" y="-1"/>
                  </a:lnTo>
                  <a:lnTo>
                    <a:pt x="552450" y="161925"/>
                  </a:lnTo>
                  <a:lnTo>
                    <a:pt x="-1" y="161925"/>
                  </a:lnTo>
                  <a:close/>
                </a:path>
              </a:pathLst>
            </a:custGeom>
          </p:spPr>
        </p:pic>
      </p:grpSp>
      <p:sp>
        <p:nvSpPr>
          <p:cNvPr id="749" name="任意多边形: 形状 748">
            <a:extLst>
              <a:ext uri="{FF2B5EF4-FFF2-40B4-BE49-F238E27FC236}">
                <a16:creationId xmlns:a16="http://schemas.microsoft.com/office/drawing/2014/main" id="{E0B1CC70-D694-9C72-E8A1-E727C994F887}"/>
              </a:ext>
            </a:extLst>
          </p:cNvPr>
          <p:cNvSpPr/>
          <p:nvPr/>
        </p:nvSpPr>
        <p:spPr>
          <a:xfrm rot="10800000">
            <a:off x="9872090" y="5019674"/>
            <a:ext cx="55880" cy="1333500"/>
          </a:xfrm>
          <a:custGeom>
            <a:avLst/>
            <a:gdLst>
              <a:gd name="connsiteX0" fmla="*/ 55880 w 55880"/>
              <a:gd name="connsiteY0" fmla="*/ 0 h 1333500"/>
              <a:gd name="connsiteX1" fmla="*/ 40639 w 55880"/>
              <a:gd name="connsiteY1" fmla="*/ 0 h 1333500"/>
              <a:gd name="connsiteX2" fmla="*/ 25400 w 55880"/>
              <a:gd name="connsiteY2" fmla="*/ 95250 h 1333500"/>
              <a:gd name="connsiteX3" fmla="*/ 25400 w 55880"/>
              <a:gd name="connsiteY3" fmla="*/ 571500 h 1333500"/>
              <a:gd name="connsiteX4" fmla="*/ 10159 w 55880"/>
              <a:gd name="connsiteY4" fmla="*/ 666750 h 1333500"/>
              <a:gd name="connsiteX5" fmla="*/ 2539 w 55880"/>
              <a:gd name="connsiteY5" fmla="*/ 666750 h 1333500"/>
              <a:gd name="connsiteX6" fmla="*/ 10159 w 55880"/>
              <a:gd name="connsiteY6" fmla="*/ 666750 h 1333500"/>
              <a:gd name="connsiteX7" fmla="*/ 17780 w 55880"/>
              <a:gd name="connsiteY7" fmla="*/ 666750 h 1333500"/>
              <a:gd name="connsiteX8" fmla="*/ 25400 w 55880"/>
              <a:gd name="connsiteY8" fmla="*/ 762000 h 1333500"/>
              <a:gd name="connsiteX9" fmla="*/ 25400 w 55880"/>
              <a:gd name="connsiteY9" fmla="*/ 1238250 h 1333500"/>
              <a:gd name="connsiteX10" fmla="*/ 40639 w 55880"/>
              <a:gd name="connsiteY10" fmla="*/ 1333500 h 1333500"/>
              <a:gd name="connsiteX11" fmla="*/ 55880 w 55880"/>
              <a:gd name="connsiteY11" fmla="*/ 1333500 h 133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880" h="1333500">
                <a:moveTo>
                  <a:pt x="55880" y="0"/>
                </a:moveTo>
                <a:lnTo>
                  <a:pt x="40639" y="0"/>
                </a:lnTo>
                <a:cubicBezTo>
                  <a:pt x="30480" y="0"/>
                  <a:pt x="25400" y="31750"/>
                  <a:pt x="25400" y="95250"/>
                </a:cubicBezTo>
                <a:lnTo>
                  <a:pt x="25400" y="571500"/>
                </a:lnTo>
                <a:cubicBezTo>
                  <a:pt x="25400" y="635000"/>
                  <a:pt x="20320" y="666750"/>
                  <a:pt x="10159" y="666750"/>
                </a:cubicBezTo>
                <a:lnTo>
                  <a:pt x="2539" y="666750"/>
                </a:lnTo>
                <a:cubicBezTo>
                  <a:pt x="-2540" y="666750"/>
                  <a:pt x="-1" y="666750"/>
                  <a:pt x="10159" y="666750"/>
                </a:cubicBezTo>
                <a:lnTo>
                  <a:pt x="17780" y="666750"/>
                </a:lnTo>
                <a:cubicBezTo>
                  <a:pt x="22860" y="666750"/>
                  <a:pt x="25400" y="698500"/>
                  <a:pt x="25400" y="762000"/>
                </a:cubicBezTo>
                <a:lnTo>
                  <a:pt x="25400" y="1238250"/>
                </a:lnTo>
                <a:cubicBezTo>
                  <a:pt x="25400" y="1301750"/>
                  <a:pt x="30480" y="1333500"/>
                  <a:pt x="40639" y="1333500"/>
                </a:cubicBezTo>
                <a:lnTo>
                  <a:pt x="55880" y="133350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0" name="任意多边形: 形状 749">
            <a:extLst>
              <a:ext uri="{FF2B5EF4-FFF2-40B4-BE49-F238E27FC236}">
                <a16:creationId xmlns:a16="http://schemas.microsoft.com/office/drawing/2014/main" id="{ACED8F61-D24C-3949-A637-26CC45AB9909}"/>
              </a:ext>
            </a:extLst>
          </p:cNvPr>
          <p:cNvSpPr/>
          <p:nvPr/>
        </p:nvSpPr>
        <p:spPr>
          <a:xfrm>
            <a:off x="10777537" y="1128712"/>
            <a:ext cx="571500" cy="952500"/>
          </a:xfrm>
          <a:custGeom>
            <a:avLst/>
            <a:gdLst>
              <a:gd name="connsiteX0" fmla="*/ 0 w 571500"/>
              <a:gd name="connsiteY0" fmla="*/ 0 h 952500"/>
              <a:gd name="connsiteX1" fmla="*/ 571500 w 571500"/>
              <a:gd name="connsiteY1" fmla="*/ 0 h 952500"/>
              <a:gd name="connsiteX2" fmla="*/ 571500 w 571500"/>
              <a:gd name="connsiteY2" fmla="*/ 952500 h 952500"/>
              <a:gd name="connsiteX3" fmla="*/ 0 w 571500"/>
              <a:gd name="connsiteY3" fmla="*/ 9525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952500">
                <a:moveTo>
                  <a:pt x="0" y="0"/>
                </a:moveTo>
                <a:lnTo>
                  <a:pt x="571500" y="0"/>
                </a:lnTo>
                <a:lnTo>
                  <a:pt x="571500" y="952500"/>
                </a:lnTo>
                <a:lnTo>
                  <a:pt x="0" y="952500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1" name="任意多边形: 形状 750">
            <a:extLst>
              <a:ext uri="{FF2B5EF4-FFF2-40B4-BE49-F238E27FC236}">
                <a16:creationId xmlns:a16="http://schemas.microsoft.com/office/drawing/2014/main" id="{6295E32F-8F7C-43A0-A70B-EF7AD1D6DDB1}"/>
              </a:ext>
            </a:extLst>
          </p:cNvPr>
          <p:cNvSpPr/>
          <p:nvPr/>
        </p:nvSpPr>
        <p:spPr>
          <a:xfrm>
            <a:off x="10777537" y="3319462"/>
            <a:ext cx="571500" cy="476250"/>
          </a:xfrm>
          <a:custGeom>
            <a:avLst/>
            <a:gdLst>
              <a:gd name="connsiteX0" fmla="*/ 0 w 571500"/>
              <a:gd name="connsiteY0" fmla="*/ 0 h 476250"/>
              <a:gd name="connsiteX1" fmla="*/ 571500 w 571500"/>
              <a:gd name="connsiteY1" fmla="*/ 0 h 476250"/>
              <a:gd name="connsiteX2" fmla="*/ 571500 w 571500"/>
              <a:gd name="connsiteY2" fmla="*/ 476250 h 476250"/>
              <a:gd name="connsiteX3" fmla="*/ 0 w 571500"/>
              <a:gd name="connsiteY3" fmla="*/ 476250 h 47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476250">
                <a:moveTo>
                  <a:pt x="0" y="0"/>
                </a:moveTo>
                <a:lnTo>
                  <a:pt x="571500" y="0"/>
                </a:lnTo>
                <a:lnTo>
                  <a:pt x="571500" y="476250"/>
                </a:lnTo>
                <a:lnTo>
                  <a:pt x="0" y="476250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2" name="任意多边形: 形状 751">
            <a:extLst>
              <a:ext uri="{FF2B5EF4-FFF2-40B4-BE49-F238E27FC236}">
                <a16:creationId xmlns:a16="http://schemas.microsoft.com/office/drawing/2014/main" id="{C9B07B1E-5BF3-6046-C9E7-835BBB53A161}"/>
              </a:ext>
            </a:extLst>
          </p:cNvPr>
          <p:cNvSpPr/>
          <p:nvPr/>
        </p:nvSpPr>
        <p:spPr>
          <a:xfrm>
            <a:off x="10777537" y="5567362"/>
            <a:ext cx="571500" cy="238125"/>
          </a:xfrm>
          <a:custGeom>
            <a:avLst/>
            <a:gdLst>
              <a:gd name="connsiteX0" fmla="*/ 0 w 571500"/>
              <a:gd name="connsiteY0" fmla="*/ 0 h 238125"/>
              <a:gd name="connsiteX1" fmla="*/ 571500 w 571500"/>
              <a:gd name="connsiteY1" fmla="*/ 0 h 238125"/>
              <a:gd name="connsiteX2" fmla="*/ 571500 w 571500"/>
              <a:gd name="connsiteY2" fmla="*/ 238125 h 238125"/>
              <a:gd name="connsiteX3" fmla="*/ 0 w 571500"/>
              <a:gd name="connsiteY3" fmla="*/ 238125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238125">
                <a:moveTo>
                  <a:pt x="0" y="0"/>
                </a:moveTo>
                <a:lnTo>
                  <a:pt x="571500" y="0"/>
                </a:lnTo>
                <a:lnTo>
                  <a:pt x="571500" y="238125"/>
                </a:lnTo>
                <a:lnTo>
                  <a:pt x="0" y="238125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3" name="任意多边形: 形状 752">
            <a:extLst>
              <a:ext uri="{FF2B5EF4-FFF2-40B4-BE49-F238E27FC236}">
                <a16:creationId xmlns:a16="http://schemas.microsoft.com/office/drawing/2014/main" id="{616E25B7-DE40-7312-E9C2-C0153591CD33}"/>
              </a:ext>
            </a:extLst>
          </p:cNvPr>
          <p:cNvSpPr/>
          <p:nvPr/>
        </p:nvSpPr>
        <p:spPr>
          <a:xfrm>
            <a:off x="10972799" y="4429124"/>
            <a:ext cx="4762" cy="381000"/>
          </a:xfrm>
          <a:custGeom>
            <a:avLst/>
            <a:gdLst>
              <a:gd name="connsiteX0" fmla="*/ 0 w 4762"/>
              <a:gd name="connsiteY0" fmla="*/ 381000 h 381000"/>
              <a:gd name="connsiteX1" fmla="*/ 4763 w 4762"/>
              <a:gd name="connsiteY1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62" h="381000">
                <a:moveTo>
                  <a:pt x="0" y="381000"/>
                </a:moveTo>
                <a:lnTo>
                  <a:pt x="4763" y="0"/>
                </a:lnTo>
              </a:path>
            </a:pathLst>
          </a:custGeom>
          <a:noFill/>
          <a:ln w="19050" cap="flat">
            <a:solidFill>
              <a:srgbClr val="000000"/>
            </a:solidFill>
            <a:custDash>
              <a:ds d="1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754" name="图形 516">
            <a:extLst>
              <a:ext uri="{FF2B5EF4-FFF2-40B4-BE49-F238E27FC236}">
                <a16:creationId xmlns:a16="http://schemas.microsoft.com/office/drawing/2014/main" id="{ACE98749-B91C-C931-E9E0-70DD9C4B2D83}"/>
              </a:ext>
            </a:extLst>
          </p:cNvPr>
          <p:cNvGrpSpPr/>
          <p:nvPr/>
        </p:nvGrpSpPr>
        <p:grpSpPr>
          <a:xfrm>
            <a:off x="11072812" y="4538662"/>
            <a:ext cx="571500" cy="285750"/>
            <a:chOff x="11072812" y="4538662"/>
            <a:chExt cx="571500" cy="285750"/>
          </a:xfrm>
          <a:noFill/>
        </p:grpSpPr>
        <p:sp>
          <p:nvSpPr>
            <p:cNvPr id="755" name="任意多边形: 形状 754">
              <a:extLst>
                <a:ext uri="{FF2B5EF4-FFF2-40B4-BE49-F238E27FC236}">
                  <a16:creationId xmlns:a16="http://schemas.microsoft.com/office/drawing/2014/main" id="{AA81E048-E2AB-7101-244C-4F07C7FFFF44}"/>
                </a:ext>
              </a:extLst>
            </p:cNvPr>
            <p:cNvSpPr/>
            <p:nvPr/>
          </p:nvSpPr>
          <p:spPr>
            <a:xfrm>
              <a:off x="11072812" y="4538662"/>
              <a:ext cx="571500" cy="285750"/>
            </a:xfrm>
            <a:custGeom>
              <a:avLst/>
              <a:gdLst>
                <a:gd name="connsiteX0" fmla="*/ 0 w 571500"/>
                <a:gd name="connsiteY0" fmla="*/ 0 h 285750"/>
                <a:gd name="connsiteX1" fmla="*/ 571500 w 571500"/>
                <a:gd name="connsiteY1" fmla="*/ 0 h 285750"/>
                <a:gd name="connsiteX2" fmla="*/ 571500 w 571500"/>
                <a:gd name="connsiteY2" fmla="*/ 285750 h 285750"/>
                <a:gd name="connsiteX3" fmla="*/ 0 w 571500"/>
                <a:gd name="connsiteY3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0"/>
                  </a:lnTo>
                  <a:lnTo>
                    <a:pt x="571500" y="28575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756" name="图片 755">
              <a:extLst>
                <a:ext uri="{FF2B5EF4-FFF2-40B4-BE49-F238E27FC236}">
                  <a16:creationId xmlns:a16="http://schemas.microsoft.com/office/drawing/2014/main" id="{A9993899-BCF7-1584-917A-655775A40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077574" y="4614862"/>
              <a:ext cx="552450" cy="161925"/>
            </a:xfrm>
            <a:custGeom>
              <a:avLst/>
              <a:gdLst>
                <a:gd name="connsiteX0" fmla="*/ -1 w 552450"/>
                <a:gd name="connsiteY0" fmla="*/ -1 h 161925"/>
                <a:gd name="connsiteX1" fmla="*/ 552450 w 552450"/>
                <a:gd name="connsiteY1" fmla="*/ -1 h 161925"/>
                <a:gd name="connsiteX2" fmla="*/ 552450 w 552450"/>
                <a:gd name="connsiteY2" fmla="*/ 161925 h 161925"/>
                <a:gd name="connsiteX3" fmla="*/ -1 w 552450"/>
                <a:gd name="connsiteY3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2450" h="161925">
                  <a:moveTo>
                    <a:pt x="-1" y="-1"/>
                  </a:moveTo>
                  <a:lnTo>
                    <a:pt x="552450" y="-1"/>
                  </a:lnTo>
                  <a:lnTo>
                    <a:pt x="552450" y="161925"/>
                  </a:lnTo>
                  <a:lnTo>
                    <a:pt x="-1" y="161925"/>
                  </a:lnTo>
                  <a:close/>
                </a:path>
              </a:pathLst>
            </a:custGeom>
          </p:spPr>
        </p:pic>
      </p:grpSp>
      <p:grpSp>
        <p:nvGrpSpPr>
          <p:cNvPr id="757" name="图形 516">
            <a:extLst>
              <a:ext uri="{FF2B5EF4-FFF2-40B4-BE49-F238E27FC236}">
                <a16:creationId xmlns:a16="http://schemas.microsoft.com/office/drawing/2014/main" id="{6DD58DBE-10E7-1CDC-A788-D68491E0ED23}"/>
              </a:ext>
            </a:extLst>
          </p:cNvPr>
          <p:cNvGrpSpPr/>
          <p:nvPr/>
        </p:nvGrpSpPr>
        <p:grpSpPr>
          <a:xfrm>
            <a:off x="10120312" y="1147762"/>
            <a:ext cx="285750" cy="5143500"/>
            <a:chOff x="10120312" y="1147762"/>
            <a:chExt cx="285750" cy="5143500"/>
          </a:xfrm>
          <a:solidFill>
            <a:srgbClr val="FFFFFF"/>
          </a:solidFill>
        </p:grpSpPr>
        <p:sp>
          <p:nvSpPr>
            <p:cNvPr id="758" name="任意多边形: 形状 757">
              <a:extLst>
                <a:ext uri="{FF2B5EF4-FFF2-40B4-BE49-F238E27FC236}">
                  <a16:creationId xmlns:a16="http://schemas.microsoft.com/office/drawing/2014/main" id="{0087FB8B-9E1A-1CAB-DE48-5B8DF12F08CA}"/>
                </a:ext>
              </a:extLst>
            </p:cNvPr>
            <p:cNvSpPr/>
            <p:nvPr/>
          </p:nvSpPr>
          <p:spPr>
            <a:xfrm>
              <a:off x="10120312" y="1147762"/>
              <a:ext cx="285750" cy="5143500"/>
            </a:xfrm>
            <a:custGeom>
              <a:avLst/>
              <a:gdLst>
                <a:gd name="connsiteX0" fmla="*/ 242888 w 285750"/>
                <a:gd name="connsiteY0" fmla="*/ 0 h 5143500"/>
                <a:gd name="connsiteX1" fmla="*/ 285750 w 285750"/>
                <a:gd name="connsiteY1" fmla="*/ 42863 h 5143500"/>
                <a:gd name="connsiteX2" fmla="*/ 285750 w 285750"/>
                <a:gd name="connsiteY2" fmla="*/ 5100638 h 5143500"/>
                <a:gd name="connsiteX3" fmla="*/ 242888 w 285750"/>
                <a:gd name="connsiteY3" fmla="*/ 5143500 h 5143500"/>
                <a:gd name="connsiteX4" fmla="*/ 42863 w 285750"/>
                <a:gd name="connsiteY4" fmla="*/ 5143500 h 5143500"/>
                <a:gd name="connsiteX5" fmla="*/ 0 w 285750"/>
                <a:gd name="connsiteY5" fmla="*/ 5100638 h 5143500"/>
                <a:gd name="connsiteX6" fmla="*/ 0 w 285750"/>
                <a:gd name="connsiteY6" fmla="*/ 42863 h 5143500"/>
                <a:gd name="connsiteX7" fmla="*/ 42863 w 285750"/>
                <a:gd name="connsiteY7" fmla="*/ 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750" h="5143500">
                  <a:moveTo>
                    <a:pt x="242888" y="0"/>
                  </a:moveTo>
                  <a:cubicBezTo>
                    <a:pt x="266559" y="0"/>
                    <a:pt x="285750" y="19190"/>
                    <a:pt x="285750" y="42863"/>
                  </a:cubicBezTo>
                  <a:lnTo>
                    <a:pt x="285750" y="5100638"/>
                  </a:lnTo>
                  <a:cubicBezTo>
                    <a:pt x="285750" y="5124310"/>
                    <a:pt x="266559" y="5143500"/>
                    <a:pt x="242888" y="5143500"/>
                  </a:cubicBezTo>
                  <a:lnTo>
                    <a:pt x="42863" y="5143500"/>
                  </a:lnTo>
                  <a:cubicBezTo>
                    <a:pt x="19190" y="5143500"/>
                    <a:pt x="0" y="5124310"/>
                    <a:pt x="0" y="5100638"/>
                  </a:cubicBezTo>
                  <a:lnTo>
                    <a:pt x="0" y="42863"/>
                  </a:lnTo>
                  <a:cubicBezTo>
                    <a:pt x="0" y="19190"/>
                    <a:pt x="19190" y="0"/>
                    <a:pt x="4286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759" name="图片 758">
              <a:extLst>
                <a:ext uri="{FF2B5EF4-FFF2-40B4-BE49-F238E27FC236}">
                  <a16:creationId xmlns:a16="http://schemas.microsoft.com/office/drawing/2014/main" id="{0FD4C219-7235-152C-6C58-0FB6CC800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125074" y="3652837"/>
              <a:ext cx="266700" cy="161925"/>
            </a:xfrm>
            <a:custGeom>
              <a:avLst/>
              <a:gdLst>
                <a:gd name="connsiteX0" fmla="*/ -1 w 266700"/>
                <a:gd name="connsiteY0" fmla="*/ -1 h 161925"/>
                <a:gd name="connsiteX1" fmla="*/ 266700 w 266700"/>
                <a:gd name="connsiteY1" fmla="*/ -1 h 161925"/>
                <a:gd name="connsiteX2" fmla="*/ 266700 w 266700"/>
                <a:gd name="connsiteY2" fmla="*/ 161925 h 161925"/>
                <a:gd name="connsiteX3" fmla="*/ -1 w 266700"/>
                <a:gd name="connsiteY3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700" h="161925">
                  <a:moveTo>
                    <a:pt x="-1" y="-1"/>
                  </a:moveTo>
                  <a:lnTo>
                    <a:pt x="266700" y="-1"/>
                  </a:lnTo>
                  <a:lnTo>
                    <a:pt x="266700" y="161925"/>
                  </a:lnTo>
                  <a:lnTo>
                    <a:pt x="-1" y="161925"/>
                  </a:lnTo>
                  <a:close/>
                </a:path>
              </a:pathLst>
            </a:custGeom>
          </p:spPr>
        </p:pic>
      </p:grpSp>
      <p:grpSp>
        <p:nvGrpSpPr>
          <p:cNvPr id="760" name="图形 516">
            <a:extLst>
              <a:ext uri="{FF2B5EF4-FFF2-40B4-BE49-F238E27FC236}">
                <a16:creationId xmlns:a16="http://schemas.microsoft.com/office/drawing/2014/main" id="{F6953105-EBCE-9D61-4F6F-AB7427E78E49}"/>
              </a:ext>
            </a:extLst>
          </p:cNvPr>
          <p:cNvGrpSpPr/>
          <p:nvPr/>
        </p:nvGrpSpPr>
        <p:grpSpPr>
          <a:xfrm>
            <a:off x="10406062" y="1571624"/>
            <a:ext cx="360807" cy="66675"/>
            <a:chOff x="10406062" y="1571624"/>
            <a:chExt cx="360807" cy="66675"/>
          </a:xfrm>
        </p:grpSpPr>
        <p:sp>
          <p:nvSpPr>
            <p:cNvPr id="761" name="任意多边形: 形状 760">
              <a:extLst>
                <a:ext uri="{FF2B5EF4-FFF2-40B4-BE49-F238E27FC236}">
                  <a16:creationId xmlns:a16="http://schemas.microsoft.com/office/drawing/2014/main" id="{86337184-3702-636C-4DD9-63475DE41938}"/>
                </a:ext>
              </a:extLst>
            </p:cNvPr>
            <p:cNvSpPr/>
            <p:nvPr/>
          </p:nvSpPr>
          <p:spPr>
            <a:xfrm>
              <a:off x="10406062" y="1604962"/>
              <a:ext cx="310800" cy="9525"/>
            </a:xfrm>
            <a:custGeom>
              <a:avLst/>
              <a:gdLst>
                <a:gd name="connsiteX0" fmla="*/ 0 w 310800"/>
                <a:gd name="connsiteY0" fmla="*/ 0 h 9525"/>
                <a:gd name="connsiteX1" fmla="*/ 310801 w 3108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0800" h="9525">
                  <a:moveTo>
                    <a:pt x="0" y="0"/>
                  </a:moveTo>
                  <a:lnTo>
                    <a:pt x="310801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2" name="任意多边形: 形状 761">
              <a:extLst>
                <a:ext uri="{FF2B5EF4-FFF2-40B4-BE49-F238E27FC236}">
                  <a16:creationId xmlns:a16="http://schemas.microsoft.com/office/drawing/2014/main" id="{61A922CE-047B-D1E1-4FEF-274060A8F1D2}"/>
                </a:ext>
              </a:extLst>
            </p:cNvPr>
            <p:cNvSpPr/>
            <p:nvPr/>
          </p:nvSpPr>
          <p:spPr>
            <a:xfrm>
              <a:off x="10700194" y="1571624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763" name="图形 516">
            <a:extLst>
              <a:ext uri="{FF2B5EF4-FFF2-40B4-BE49-F238E27FC236}">
                <a16:creationId xmlns:a16="http://schemas.microsoft.com/office/drawing/2014/main" id="{79583066-EFDB-656F-AB4C-2DA5BB7590CF}"/>
              </a:ext>
            </a:extLst>
          </p:cNvPr>
          <p:cNvGrpSpPr/>
          <p:nvPr/>
        </p:nvGrpSpPr>
        <p:grpSpPr>
          <a:xfrm>
            <a:off x="10406062" y="3521011"/>
            <a:ext cx="360807" cy="66675"/>
            <a:chOff x="10406062" y="3521011"/>
            <a:chExt cx="360807" cy="66675"/>
          </a:xfrm>
        </p:grpSpPr>
        <p:sp>
          <p:nvSpPr>
            <p:cNvPr id="764" name="任意多边形: 形状 763">
              <a:extLst>
                <a:ext uri="{FF2B5EF4-FFF2-40B4-BE49-F238E27FC236}">
                  <a16:creationId xmlns:a16="http://schemas.microsoft.com/office/drawing/2014/main" id="{40B28C81-01A2-77BF-A48F-D3C7A17C8C78}"/>
                </a:ext>
              </a:extLst>
            </p:cNvPr>
            <p:cNvSpPr/>
            <p:nvPr/>
          </p:nvSpPr>
          <p:spPr>
            <a:xfrm>
              <a:off x="10406062" y="3554348"/>
              <a:ext cx="310800" cy="9525"/>
            </a:xfrm>
            <a:custGeom>
              <a:avLst/>
              <a:gdLst>
                <a:gd name="connsiteX0" fmla="*/ 0 w 310800"/>
                <a:gd name="connsiteY0" fmla="*/ 0 h 9525"/>
                <a:gd name="connsiteX1" fmla="*/ 310801 w 3108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0800" h="9525">
                  <a:moveTo>
                    <a:pt x="0" y="0"/>
                  </a:moveTo>
                  <a:lnTo>
                    <a:pt x="310801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5" name="任意多边形: 形状 764">
              <a:extLst>
                <a:ext uri="{FF2B5EF4-FFF2-40B4-BE49-F238E27FC236}">
                  <a16:creationId xmlns:a16="http://schemas.microsoft.com/office/drawing/2014/main" id="{ECCD18D4-27DA-CC7A-89AA-3CBC6DA8F636}"/>
                </a:ext>
              </a:extLst>
            </p:cNvPr>
            <p:cNvSpPr/>
            <p:nvPr/>
          </p:nvSpPr>
          <p:spPr>
            <a:xfrm>
              <a:off x="10700194" y="3521011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766" name="图形 516">
            <a:extLst>
              <a:ext uri="{FF2B5EF4-FFF2-40B4-BE49-F238E27FC236}">
                <a16:creationId xmlns:a16="http://schemas.microsoft.com/office/drawing/2014/main" id="{4D447F54-B576-0D75-DC59-03C5EAD7EB1B}"/>
              </a:ext>
            </a:extLst>
          </p:cNvPr>
          <p:cNvGrpSpPr/>
          <p:nvPr/>
        </p:nvGrpSpPr>
        <p:grpSpPr>
          <a:xfrm>
            <a:off x="10406062" y="5649848"/>
            <a:ext cx="360807" cy="66675"/>
            <a:chOff x="10406062" y="5649848"/>
            <a:chExt cx="360807" cy="66675"/>
          </a:xfrm>
        </p:grpSpPr>
        <p:sp>
          <p:nvSpPr>
            <p:cNvPr id="767" name="任意多边形: 形状 766">
              <a:extLst>
                <a:ext uri="{FF2B5EF4-FFF2-40B4-BE49-F238E27FC236}">
                  <a16:creationId xmlns:a16="http://schemas.microsoft.com/office/drawing/2014/main" id="{4A92DA6A-5631-DBA2-FB72-2C6E3FD3DB97}"/>
                </a:ext>
              </a:extLst>
            </p:cNvPr>
            <p:cNvSpPr/>
            <p:nvPr/>
          </p:nvSpPr>
          <p:spPr>
            <a:xfrm>
              <a:off x="10406062" y="5683185"/>
              <a:ext cx="310800" cy="9525"/>
            </a:xfrm>
            <a:custGeom>
              <a:avLst/>
              <a:gdLst>
                <a:gd name="connsiteX0" fmla="*/ 0 w 310800"/>
                <a:gd name="connsiteY0" fmla="*/ 0 h 9525"/>
                <a:gd name="connsiteX1" fmla="*/ 310801 w 3108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0800" h="9525">
                  <a:moveTo>
                    <a:pt x="0" y="0"/>
                  </a:moveTo>
                  <a:lnTo>
                    <a:pt x="310801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8" name="任意多边形: 形状 767">
              <a:extLst>
                <a:ext uri="{FF2B5EF4-FFF2-40B4-BE49-F238E27FC236}">
                  <a16:creationId xmlns:a16="http://schemas.microsoft.com/office/drawing/2014/main" id="{8E5B3E65-FCCD-AC0A-7281-D831D78F85C8}"/>
                </a:ext>
              </a:extLst>
            </p:cNvPr>
            <p:cNvSpPr/>
            <p:nvPr/>
          </p:nvSpPr>
          <p:spPr>
            <a:xfrm>
              <a:off x="10700194" y="5649848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769" name="图形 516">
            <a:extLst>
              <a:ext uri="{FF2B5EF4-FFF2-40B4-BE49-F238E27FC236}">
                <a16:creationId xmlns:a16="http://schemas.microsoft.com/office/drawing/2014/main" id="{1BF4A8E9-4DC0-E2C3-75A9-76D1135E1690}"/>
              </a:ext>
            </a:extLst>
          </p:cNvPr>
          <p:cNvGrpSpPr/>
          <p:nvPr/>
        </p:nvGrpSpPr>
        <p:grpSpPr>
          <a:xfrm>
            <a:off x="4252912" y="5910262"/>
            <a:ext cx="6041040" cy="666750"/>
            <a:chOff x="4252912" y="5910262"/>
            <a:chExt cx="6041040" cy="666750"/>
          </a:xfrm>
        </p:grpSpPr>
        <p:sp>
          <p:nvSpPr>
            <p:cNvPr id="770" name="任意多边形: 形状 769">
              <a:extLst>
                <a:ext uri="{FF2B5EF4-FFF2-40B4-BE49-F238E27FC236}">
                  <a16:creationId xmlns:a16="http://schemas.microsoft.com/office/drawing/2014/main" id="{E821257D-CEEE-99DC-34AE-AE7B78BDD107}"/>
                </a:ext>
              </a:extLst>
            </p:cNvPr>
            <p:cNvSpPr/>
            <p:nvPr/>
          </p:nvSpPr>
          <p:spPr>
            <a:xfrm>
              <a:off x="4252912" y="5910262"/>
              <a:ext cx="6008274" cy="666750"/>
            </a:xfrm>
            <a:custGeom>
              <a:avLst/>
              <a:gdLst>
                <a:gd name="connsiteX0" fmla="*/ 0 w 6008274"/>
                <a:gd name="connsiteY0" fmla="*/ 0 h 666750"/>
                <a:gd name="connsiteX1" fmla="*/ 0 w 6008274"/>
                <a:gd name="connsiteY1" fmla="*/ 666750 h 666750"/>
                <a:gd name="connsiteX2" fmla="*/ 285750 w 6008274"/>
                <a:gd name="connsiteY2" fmla="*/ 666750 h 666750"/>
                <a:gd name="connsiteX3" fmla="*/ 2952750 w 6008274"/>
                <a:gd name="connsiteY3" fmla="*/ 666750 h 666750"/>
                <a:gd name="connsiteX4" fmla="*/ 6000750 w 6008274"/>
                <a:gd name="connsiteY4" fmla="*/ 666750 h 666750"/>
                <a:gd name="connsiteX5" fmla="*/ 6008275 w 6008274"/>
                <a:gd name="connsiteY5" fmla="*/ 441579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08274" h="666750">
                  <a:moveTo>
                    <a:pt x="0" y="0"/>
                  </a:moveTo>
                  <a:lnTo>
                    <a:pt x="0" y="666750"/>
                  </a:lnTo>
                  <a:lnTo>
                    <a:pt x="285750" y="666750"/>
                  </a:lnTo>
                  <a:lnTo>
                    <a:pt x="2952750" y="666750"/>
                  </a:lnTo>
                  <a:lnTo>
                    <a:pt x="6000750" y="666750"/>
                  </a:lnTo>
                  <a:lnTo>
                    <a:pt x="6008275" y="441579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1" name="任意多边形: 形状 770">
              <a:extLst>
                <a:ext uri="{FF2B5EF4-FFF2-40B4-BE49-F238E27FC236}">
                  <a16:creationId xmlns:a16="http://schemas.microsoft.com/office/drawing/2014/main" id="{8D512D9A-5102-46E6-B705-033FABDB7350}"/>
                </a:ext>
              </a:extLst>
            </p:cNvPr>
            <p:cNvSpPr/>
            <p:nvPr/>
          </p:nvSpPr>
          <p:spPr>
            <a:xfrm>
              <a:off x="10227277" y="6301929"/>
              <a:ext cx="66675" cy="67722"/>
            </a:xfrm>
            <a:custGeom>
              <a:avLst/>
              <a:gdLst>
                <a:gd name="connsiteX0" fmla="*/ 35529 w 66675"/>
                <a:gd name="connsiteY0" fmla="*/ 0 h 67722"/>
                <a:gd name="connsiteX1" fmla="*/ 66675 w 66675"/>
                <a:gd name="connsiteY1" fmla="*/ 67723 h 67722"/>
                <a:gd name="connsiteX2" fmla="*/ 33909 w 66675"/>
                <a:gd name="connsiteY2" fmla="*/ 49911 h 67722"/>
                <a:gd name="connsiteX3" fmla="*/ 0 w 66675"/>
                <a:gd name="connsiteY3" fmla="*/ 65532 h 67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7722">
                  <a:moveTo>
                    <a:pt x="35529" y="0"/>
                  </a:moveTo>
                  <a:lnTo>
                    <a:pt x="66675" y="67723"/>
                  </a:lnTo>
                  <a:lnTo>
                    <a:pt x="33909" y="49911"/>
                  </a:lnTo>
                  <a:lnTo>
                    <a:pt x="0" y="6553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4" name="文本框 773">
                <a:extLst>
                  <a:ext uri="{FF2B5EF4-FFF2-40B4-BE49-F238E27FC236}">
                    <a16:creationId xmlns:a16="http://schemas.microsoft.com/office/drawing/2014/main" id="{2D390FAD-5D00-DF72-5EF6-5FEB3E8A1435}"/>
                  </a:ext>
                </a:extLst>
              </p:cNvPr>
              <p:cNvSpPr txBox="1"/>
              <p:nvPr/>
            </p:nvSpPr>
            <p:spPr>
              <a:xfrm>
                <a:off x="299157" y="2819395"/>
                <a:ext cx="16107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74" name="文本框 773">
                <a:extLst>
                  <a:ext uri="{FF2B5EF4-FFF2-40B4-BE49-F238E27FC236}">
                    <a16:creationId xmlns:a16="http://schemas.microsoft.com/office/drawing/2014/main" id="{2D390FAD-5D00-DF72-5EF6-5FEB3E8A1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57" y="2819395"/>
                <a:ext cx="161070" cy="215444"/>
              </a:xfrm>
              <a:prstGeom prst="rect">
                <a:avLst/>
              </a:prstGeom>
              <a:blipFill>
                <a:blip r:embed="rId10"/>
                <a:stretch>
                  <a:fillRect l="-23077" r="-19231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5" name="文本框 774">
                <a:extLst>
                  <a:ext uri="{FF2B5EF4-FFF2-40B4-BE49-F238E27FC236}">
                    <a16:creationId xmlns:a16="http://schemas.microsoft.com/office/drawing/2014/main" id="{20FC3CB4-251B-74CB-C452-B7B35D552316}"/>
                  </a:ext>
                </a:extLst>
              </p:cNvPr>
              <p:cNvSpPr txBox="1"/>
              <p:nvPr/>
            </p:nvSpPr>
            <p:spPr>
              <a:xfrm>
                <a:off x="667805" y="2265002"/>
                <a:ext cx="16498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75" name="文本框 774">
                <a:extLst>
                  <a:ext uri="{FF2B5EF4-FFF2-40B4-BE49-F238E27FC236}">
                    <a16:creationId xmlns:a16="http://schemas.microsoft.com/office/drawing/2014/main" id="{20FC3CB4-251B-74CB-C452-B7B35D552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05" y="2265002"/>
                <a:ext cx="164981" cy="215444"/>
              </a:xfrm>
              <a:prstGeom prst="rect">
                <a:avLst/>
              </a:prstGeom>
              <a:blipFill>
                <a:blip r:embed="rId11"/>
                <a:stretch>
                  <a:fillRect l="-22222" r="-14815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6" name="文本框 775">
                <a:extLst>
                  <a:ext uri="{FF2B5EF4-FFF2-40B4-BE49-F238E27FC236}">
                    <a16:creationId xmlns:a16="http://schemas.microsoft.com/office/drawing/2014/main" id="{A41D64FB-DF51-C0D2-4CE1-89217F688FB9}"/>
                  </a:ext>
                </a:extLst>
              </p:cNvPr>
              <p:cNvSpPr txBox="1"/>
              <p:nvPr/>
            </p:nvSpPr>
            <p:spPr>
              <a:xfrm>
                <a:off x="1298970" y="1524116"/>
                <a:ext cx="369717" cy="479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76" name="文本框 775">
                <a:extLst>
                  <a:ext uri="{FF2B5EF4-FFF2-40B4-BE49-F238E27FC236}">
                    <a16:creationId xmlns:a16="http://schemas.microsoft.com/office/drawing/2014/main" id="{A41D64FB-DF51-C0D2-4CE1-89217F688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970" y="1524116"/>
                <a:ext cx="369717" cy="47936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7" name="文本框 776">
                <a:extLst>
                  <a:ext uri="{FF2B5EF4-FFF2-40B4-BE49-F238E27FC236}">
                    <a16:creationId xmlns:a16="http://schemas.microsoft.com/office/drawing/2014/main" id="{FD288001-AF24-82C2-23FA-3B73D6883119}"/>
                  </a:ext>
                </a:extLst>
              </p:cNvPr>
              <p:cNvSpPr txBox="1"/>
              <p:nvPr/>
            </p:nvSpPr>
            <p:spPr>
              <a:xfrm>
                <a:off x="1796469" y="1138620"/>
                <a:ext cx="16498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77" name="文本框 776">
                <a:extLst>
                  <a:ext uri="{FF2B5EF4-FFF2-40B4-BE49-F238E27FC236}">
                    <a16:creationId xmlns:a16="http://schemas.microsoft.com/office/drawing/2014/main" id="{FD288001-AF24-82C2-23FA-3B73D6883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469" y="1138620"/>
                <a:ext cx="164981" cy="215444"/>
              </a:xfrm>
              <a:prstGeom prst="rect">
                <a:avLst/>
              </a:prstGeom>
              <a:blipFill>
                <a:blip r:embed="rId11"/>
                <a:stretch>
                  <a:fillRect l="-22222" r="-14815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D717DC5-EA87-8450-CD2E-A949E94ED792}"/>
                  </a:ext>
                </a:extLst>
              </p:cNvPr>
              <p:cNvSpPr txBox="1"/>
              <p:nvPr/>
            </p:nvSpPr>
            <p:spPr>
              <a:xfrm>
                <a:off x="1798253" y="2624520"/>
                <a:ext cx="16498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DD717DC5-EA87-8450-CD2E-A949E94ED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253" y="2624520"/>
                <a:ext cx="164981" cy="215444"/>
              </a:xfrm>
              <a:prstGeom prst="rect">
                <a:avLst/>
              </a:prstGeom>
              <a:blipFill>
                <a:blip r:embed="rId11"/>
                <a:stretch>
                  <a:fillRect l="-22222" r="-14815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9" name="文本框 778">
                <a:extLst>
                  <a:ext uri="{FF2B5EF4-FFF2-40B4-BE49-F238E27FC236}">
                    <a16:creationId xmlns:a16="http://schemas.microsoft.com/office/drawing/2014/main" id="{ABBA7936-8C0D-B18D-3CCC-41160053522E}"/>
                  </a:ext>
                </a:extLst>
              </p:cNvPr>
              <p:cNvSpPr txBox="1"/>
              <p:nvPr/>
            </p:nvSpPr>
            <p:spPr>
              <a:xfrm>
                <a:off x="1798253" y="3828301"/>
                <a:ext cx="16498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79" name="文本框 778">
                <a:extLst>
                  <a:ext uri="{FF2B5EF4-FFF2-40B4-BE49-F238E27FC236}">
                    <a16:creationId xmlns:a16="http://schemas.microsoft.com/office/drawing/2014/main" id="{ABBA7936-8C0D-B18D-3CCC-411600535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253" y="3828301"/>
                <a:ext cx="164981" cy="215444"/>
              </a:xfrm>
              <a:prstGeom prst="rect">
                <a:avLst/>
              </a:prstGeom>
              <a:blipFill>
                <a:blip r:embed="rId11"/>
                <a:stretch>
                  <a:fillRect l="-22222" r="-14815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0" name="文本框 779">
                <a:extLst>
                  <a:ext uri="{FF2B5EF4-FFF2-40B4-BE49-F238E27FC236}">
                    <a16:creationId xmlns:a16="http://schemas.microsoft.com/office/drawing/2014/main" id="{F5C4E846-17C3-6A7A-AC2C-CB6E8B20152D}"/>
                  </a:ext>
                </a:extLst>
              </p:cNvPr>
              <p:cNvSpPr txBox="1"/>
              <p:nvPr/>
            </p:nvSpPr>
            <p:spPr>
              <a:xfrm>
                <a:off x="4213014" y="1138620"/>
                <a:ext cx="15959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80" name="文本框 779">
                <a:extLst>
                  <a:ext uri="{FF2B5EF4-FFF2-40B4-BE49-F238E27FC236}">
                    <a16:creationId xmlns:a16="http://schemas.microsoft.com/office/drawing/2014/main" id="{F5C4E846-17C3-6A7A-AC2C-CB6E8B201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014" y="1138620"/>
                <a:ext cx="159594" cy="215444"/>
              </a:xfrm>
              <a:prstGeom prst="rect">
                <a:avLst/>
              </a:prstGeom>
              <a:blipFill>
                <a:blip r:embed="rId13"/>
                <a:stretch>
                  <a:fillRect l="-23077" r="-23077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1" name="文本框 780">
                <a:extLst>
                  <a:ext uri="{FF2B5EF4-FFF2-40B4-BE49-F238E27FC236}">
                    <a16:creationId xmlns:a16="http://schemas.microsoft.com/office/drawing/2014/main" id="{AE053E55-B56C-AC1E-048D-858DB89B4E2D}"/>
                  </a:ext>
                </a:extLst>
              </p:cNvPr>
              <p:cNvSpPr txBox="1"/>
              <p:nvPr/>
            </p:nvSpPr>
            <p:spPr>
              <a:xfrm>
                <a:off x="4213014" y="2603951"/>
                <a:ext cx="15959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81" name="文本框 780">
                <a:extLst>
                  <a:ext uri="{FF2B5EF4-FFF2-40B4-BE49-F238E27FC236}">
                    <a16:creationId xmlns:a16="http://schemas.microsoft.com/office/drawing/2014/main" id="{AE053E55-B56C-AC1E-048D-858DB89B4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014" y="2603951"/>
                <a:ext cx="159594" cy="215444"/>
              </a:xfrm>
              <a:prstGeom prst="rect">
                <a:avLst/>
              </a:prstGeom>
              <a:blipFill>
                <a:blip r:embed="rId14"/>
                <a:stretch>
                  <a:fillRect l="-23077" r="-23077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2" name="文本框 781">
                <a:extLst>
                  <a:ext uri="{FF2B5EF4-FFF2-40B4-BE49-F238E27FC236}">
                    <a16:creationId xmlns:a16="http://schemas.microsoft.com/office/drawing/2014/main" id="{AB7B2AB9-E51B-CEE4-2052-9F1588985FA5}"/>
                  </a:ext>
                </a:extLst>
              </p:cNvPr>
              <p:cNvSpPr txBox="1"/>
              <p:nvPr/>
            </p:nvSpPr>
            <p:spPr>
              <a:xfrm>
                <a:off x="4181887" y="3828301"/>
                <a:ext cx="15959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82" name="文本框 781">
                <a:extLst>
                  <a:ext uri="{FF2B5EF4-FFF2-40B4-BE49-F238E27FC236}">
                    <a16:creationId xmlns:a16="http://schemas.microsoft.com/office/drawing/2014/main" id="{AB7B2AB9-E51B-CEE4-2052-9F1588985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887" y="3828301"/>
                <a:ext cx="159594" cy="215444"/>
              </a:xfrm>
              <a:prstGeom prst="rect">
                <a:avLst/>
              </a:prstGeom>
              <a:blipFill>
                <a:blip r:embed="rId14"/>
                <a:stretch>
                  <a:fillRect l="-23077" r="-23077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3" name="文本框 782">
                <a:extLst>
                  <a:ext uri="{FF2B5EF4-FFF2-40B4-BE49-F238E27FC236}">
                    <a16:creationId xmlns:a16="http://schemas.microsoft.com/office/drawing/2014/main" id="{2BEAF8E7-A3CD-A3F7-302F-FAB1BAE772D9}"/>
                  </a:ext>
                </a:extLst>
              </p:cNvPr>
              <p:cNvSpPr txBox="1"/>
              <p:nvPr/>
            </p:nvSpPr>
            <p:spPr>
              <a:xfrm>
                <a:off x="3771653" y="5135944"/>
                <a:ext cx="1063112" cy="1837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sub>
                      </m:sSub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783" name="文本框 782">
                <a:extLst>
                  <a:ext uri="{FF2B5EF4-FFF2-40B4-BE49-F238E27FC236}">
                    <a16:creationId xmlns:a16="http://schemas.microsoft.com/office/drawing/2014/main" id="{2BEAF8E7-A3CD-A3F7-302F-FAB1BAE77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653" y="5135944"/>
                <a:ext cx="1063112" cy="183768"/>
              </a:xfrm>
              <a:prstGeom prst="rect">
                <a:avLst/>
              </a:prstGeom>
              <a:blipFill>
                <a:blip r:embed="rId15"/>
                <a:stretch>
                  <a:fillRect l="-2299" r="-459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4" name="文本框 783">
                <a:extLst>
                  <a:ext uri="{FF2B5EF4-FFF2-40B4-BE49-F238E27FC236}">
                    <a16:creationId xmlns:a16="http://schemas.microsoft.com/office/drawing/2014/main" id="{A1E78668-811A-193D-4013-599B5F272888}"/>
                  </a:ext>
                </a:extLst>
              </p:cNvPr>
              <p:cNvSpPr txBox="1"/>
              <p:nvPr/>
            </p:nvSpPr>
            <p:spPr>
              <a:xfrm>
                <a:off x="3967747" y="5328927"/>
                <a:ext cx="635879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84" name="文本框 783">
                <a:extLst>
                  <a:ext uri="{FF2B5EF4-FFF2-40B4-BE49-F238E27FC236}">
                    <a16:creationId xmlns:a16="http://schemas.microsoft.com/office/drawing/2014/main" id="{A1E78668-811A-193D-4013-599B5F272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747" y="5328927"/>
                <a:ext cx="635879" cy="169277"/>
              </a:xfrm>
              <a:prstGeom prst="rect">
                <a:avLst/>
              </a:prstGeom>
              <a:blipFill>
                <a:blip r:embed="rId16"/>
                <a:stretch>
                  <a:fillRect l="-6731" t="-3571" r="-7692" b="-32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5" name="文本框 784">
                <a:extLst>
                  <a:ext uri="{FF2B5EF4-FFF2-40B4-BE49-F238E27FC236}">
                    <a16:creationId xmlns:a16="http://schemas.microsoft.com/office/drawing/2014/main" id="{599A819B-FBEE-269F-0DA6-8C48F11E4770}"/>
                  </a:ext>
                </a:extLst>
              </p:cNvPr>
              <p:cNvSpPr txBox="1"/>
              <p:nvPr/>
            </p:nvSpPr>
            <p:spPr>
              <a:xfrm>
                <a:off x="3974871" y="5553457"/>
                <a:ext cx="674224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85" name="文本框 784">
                <a:extLst>
                  <a:ext uri="{FF2B5EF4-FFF2-40B4-BE49-F238E27FC236}">
                    <a16:creationId xmlns:a16="http://schemas.microsoft.com/office/drawing/2014/main" id="{599A819B-FBEE-269F-0DA6-8C48F11E4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871" y="5553457"/>
                <a:ext cx="674224" cy="169277"/>
              </a:xfrm>
              <a:prstGeom prst="rect">
                <a:avLst/>
              </a:prstGeom>
              <a:blipFill>
                <a:blip r:embed="rId17"/>
                <a:stretch>
                  <a:fillRect l="-6306" t="-3571" r="-7207" b="-32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6" name="文本框 785">
                <a:extLst>
                  <a:ext uri="{FF2B5EF4-FFF2-40B4-BE49-F238E27FC236}">
                    <a16:creationId xmlns:a16="http://schemas.microsoft.com/office/drawing/2014/main" id="{7EB2DC58-9F33-E61E-7F6F-4EB4E5E4233A}"/>
                  </a:ext>
                </a:extLst>
              </p:cNvPr>
              <p:cNvSpPr txBox="1"/>
              <p:nvPr/>
            </p:nvSpPr>
            <p:spPr>
              <a:xfrm>
                <a:off x="3896599" y="106495"/>
                <a:ext cx="1428020" cy="880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86" name="文本框 785">
                <a:extLst>
                  <a:ext uri="{FF2B5EF4-FFF2-40B4-BE49-F238E27FC236}">
                    <a16:creationId xmlns:a16="http://schemas.microsoft.com/office/drawing/2014/main" id="{7EB2DC58-9F33-E61E-7F6F-4EB4E5E42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599" y="106495"/>
                <a:ext cx="1428020" cy="88024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7" name="文本框 786">
                <a:extLst>
                  <a:ext uri="{FF2B5EF4-FFF2-40B4-BE49-F238E27FC236}">
                    <a16:creationId xmlns:a16="http://schemas.microsoft.com/office/drawing/2014/main" id="{07297698-8176-0377-4C13-E6D31C91B0EB}"/>
                  </a:ext>
                </a:extLst>
              </p:cNvPr>
              <p:cNvSpPr txBox="1"/>
              <p:nvPr/>
            </p:nvSpPr>
            <p:spPr>
              <a:xfrm>
                <a:off x="1305322" y="2811908"/>
                <a:ext cx="365869" cy="479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87" name="文本框 786">
                <a:extLst>
                  <a:ext uri="{FF2B5EF4-FFF2-40B4-BE49-F238E27FC236}">
                    <a16:creationId xmlns:a16="http://schemas.microsoft.com/office/drawing/2014/main" id="{07297698-8176-0377-4C13-E6D31C91B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322" y="2811908"/>
                <a:ext cx="365869" cy="47936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8" name="文本框 787">
                <a:extLst>
                  <a:ext uri="{FF2B5EF4-FFF2-40B4-BE49-F238E27FC236}">
                    <a16:creationId xmlns:a16="http://schemas.microsoft.com/office/drawing/2014/main" id="{F882E1E7-6747-446A-31CD-BB1B1BB3CEB4}"/>
                  </a:ext>
                </a:extLst>
              </p:cNvPr>
              <p:cNvSpPr txBox="1"/>
              <p:nvPr/>
            </p:nvSpPr>
            <p:spPr>
              <a:xfrm>
                <a:off x="1286347" y="3854895"/>
                <a:ext cx="414601" cy="479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88" name="文本框 787">
                <a:extLst>
                  <a:ext uri="{FF2B5EF4-FFF2-40B4-BE49-F238E27FC236}">
                    <a16:creationId xmlns:a16="http://schemas.microsoft.com/office/drawing/2014/main" id="{F882E1E7-6747-446A-31CD-BB1B1BB3C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347" y="3854895"/>
                <a:ext cx="414601" cy="47936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9" name="文本框 788">
                <a:extLst>
                  <a:ext uri="{FF2B5EF4-FFF2-40B4-BE49-F238E27FC236}">
                    <a16:creationId xmlns:a16="http://schemas.microsoft.com/office/drawing/2014/main" id="{B30C2AA4-609F-DF7B-1C92-BBEF4AF4D31D}"/>
                  </a:ext>
                </a:extLst>
              </p:cNvPr>
              <p:cNvSpPr txBox="1"/>
              <p:nvPr/>
            </p:nvSpPr>
            <p:spPr>
              <a:xfrm>
                <a:off x="3610417" y="1553853"/>
                <a:ext cx="369717" cy="479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89" name="文本框 788">
                <a:extLst>
                  <a:ext uri="{FF2B5EF4-FFF2-40B4-BE49-F238E27FC236}">
                    <a16:creationId xmlns:a16="http://schemas.microsoft.com/office/drawing/2014/main" id="{B30C2AA4-609F-DF7B-1C92-BBEF4AF4D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417" y="1553853"/>
                <a:ext cx="369717" cy="47936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0" name="文本框 789">
                <a:extLst>
                  <a:ext uri="{FF2B5EF4-FFF2-40B4-BE49-F238E27FC236}">
                    <a16:creationId xmlns:a16="http://schemas.microsoft.com/office/drawing/2014/main" id="{0FFB5A7D-E509-CBBB-E6C7-6778CE86AC6A}"/>
                  </a:ext>
                </a:extLst>
              </p:cNvPr>
              <p:cNvSpPr txBox="1"/>
              <p:nvPr/>
            </p:nvSpPr>
            <p:spPr>
              <a:xfrm>
                <a:off x="3616769" y="2841645"/>
                <a:ext cx="365869" cy="479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90" name="文本框 789">
                <a:extLst>
                  <a:ext uri="{FF2B5EF4-FFF2-40B4-BE49-F238E27FC236}">
                    <a16:creationId xmlns:a16="http://schemas.microsoft.com/office/drawing/2014/main" id="{0FFB5A7D-E509-CBBB-E6C7-6778CE86A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769" y="2841645"/>
                <a:ext cx="365869" cy="47936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1" name="文本框 790">
                <a:extLst>
                  <a:ext uri="{FF2B5EF4-FFF2-40B4-BE49-F238E27FC236}">
                    <a16:creationId xmlns:a16="http://schemas.microsoft.com/office/drawing/2014/main" id="{8676BAD6-A784-4BEA-4C2D-D64280DB2CC1}"/>
                  </a:ext>
                </a:extLst>
              </p:cNvPr>
              <p:cNvSpPr txBox="1"/>
              <p:nvPr/>
            </p:nvSpPr>
            <p:spPr>
              <a:xfrm>
                <a:off x="3597794" y="3884632"/>
                <a:ext cx="414601" cy="479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91" name="文本框 790">
                <a:extLst>
                  <a:ext uri="{FF2B5EF4-FFF2-40B4-BE49-F238E27FC236}">
                    <a16:creationId xmlns:a16="http://schemas.microsoft.com/office/drawing/2014/main" id="{8676BAD6-A784-4BEA-4C2D-D64280DB2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794" y="3884632"/>
                <a:ext cx="414601" cy="47936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2" name="文本框 791">
                <a:extLst>
                  <a:ext uri="{FF2B5EF4-FFF2-40B4-BE49-F238E27FC236}">
                    <a16:creationId xmlns:a16="http://schemas.microsoft.com/office/drawing/2014/main" id="{8B0912BE-7F5E-4275-FC7D-F4BFD8C63A82}"/>
                  </a:ext>
                </a:extLst>
              </p:cNvPr>
              <p:cNvSpPr txBox="1"/>
              <p:nvPr/>
            </p:nvSpPr>
            <p:spPr>
              <a:xfrm>
                <a:off x="6267492" y="753929"/>
                <a:ext cx="19191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92" name="文本框 791">
                <a:extLst>
                  <a:ext uri="{FF2B5EF4-FFF2-40B4-BE49-F238E27FC236}">
                    <a16:creationId xmlns:a16="http://schemas.microsoft.com/office/drawing/2014/main" id="{8B0912BE-7F5E-4275-FC7D-F4BFD8C63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492" y="753929"/>
                <a:ext cx="191912" cy="184666"/>
              </a:xfrm>
              <a:prstGeom prst="rect">
                <a:avLst/>
              </a:prstGeom>
              <a:blipFill>
                <a:blip r:embed="rId24"/>
                <a:stretch>
                  <a:fillRect l="-18750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3" name="文本框 792">
                <a:extLst>
                  <a:ext uri="{FF2B5EF4-FFF2-40B4-BE49-F238E27FC236}">
                    <a16:creationId xmlns:a16="http://schemas.microsoft.com/office/drawing/2014/main" id="{7B4C5A29-51D7-EDBD-D430-D21F949711AD}"/>
                  </a:ext>
                </a:extLst>
              </p:cNvPr>
              <p:cNvSpPr txBox="1"/>
              <p:nvPr/>
            </p:nvSpPr>
            <p:spPr>
              <a:xfrm>
                <a:off x="6265373" y="1378703"/>
                <a:ext cx="1955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93" name="文本框 792">
                <a:extLst>
                  <a:ext uri="{FF2B5EF4-FFF2-40B4-BE49-F238E27FC236}">
                    <a16:creationId xmlns:a16="http://schemas.microsoft.com/office/drawing/2014/main" id="{7B4C5A29-51D7-EDBD-D430-D21F94971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373" y="1378703"/>
                <a:ext cx="195502" cy="184666"/>
              </a:xfrm>
              <a:prstGeom prst="rect">
                <a:avLst/>
              </a:prstGeom>
              <a:blipFill>
                <a:blip r:embed="rId25"/>
                <a:stretch>
                  <a:fillRect l="-15625" r="-3125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4" name="文本框 793">
                <a:extLst>
                  <a:ext uri="{FF2B5EF4-FFF2-40B4-BE49-F238E27FC236}">
                    <a16:creationId xmlns:a16="http://schemas.microsoft.com/office/drawing/2014/main" id="{AF3E0A01-5488-2676-ECAF-C5A7DFE1319C}"/>
                  </a:ext>
                </a:extLst>
              </p:cNvPr>
              <p:cNvSpPr txBox="1"/>
              <p:nvPr/>
            </p:nvSpPr>
            <p:spPr>
              <a:xfrm>
                <a:off x="6258611" y="2799846"/>
                <a:ext cx="19191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94" name="文本框 793">
                <a:extLst>
                  <a:ext uri="{FF2B5EF4-FFF2-40B4-BE49-F238E27FC236}">
                    <a16:creationId xmlns:a16="http://schemas.microsoft.com/office/drawing/2014/main" id="{AF3E0A01-5488-2676-ECAF-C5A7DFE13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611" y="2799846"/>
                <a:ext cx="191912" cy="184666"/>
              </a:xfrm>
              <a:prstGeom prst="rect">
                <a:avLst/>
              </a:prstGeom>
              <a:blipFill>
                <a:blip r:embed="rId24"/>
                <a:stretch>
                  <a:fillRect l="-19355" r="-3226" b="-19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345DA7BC-4A57-5376-B142-4056680C0D83}"/>
                  </a:ext>
                </a:extLst>
              </p:cNvPr>
              <p:cNvSpPr txBox="1"/>
              <p:nvPr/>
            </p:nvSpPr>
            <p:spPr>
              <a:xfrm>
                <a:off x="6256492" y="3424620"/>
                <a:ext cx="1955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345DA7BC-4A57-5376-B142-4056680C0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492" y="3424620"/>
                <a:ext cx="195502" cy="184666"/>
              </a:xfrm>
              <a:prstGeom prst="rect">
                <a:avLst/>
              </a:prstGeom>
              <a:blipFill>
                <a:blip r:embed="rId25"/>
                <a:stretch>
                  <a:fillRect l="-15625" r="-3125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FBDCFD9C-6E33-5B83-F098-EF50B734FD71}"/>
                  </a:ext>
                </a:extLst>
              </p:cNvPr>
              <p:cNvSpPr txBox="1"/>
              <p:nvPr/>
            </p:nvSpPr>
            <p:spPr>
              <a:xfrm>
                <a:off x="6274946" y="4952496"/>
                <a:ext cx="19191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FBDCFD9C-6E33-5B83-F098-EF50B734F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46" y="4952496"/>
                <a:ext cx="191912" cy="184666"/>
              </a:xfrm>
              <a:prstGeom prst="rect">
                <a:avLst/>
              </a:prstGeom>
              <a:blipFill>
                <a:blip r:embed="rId24"/>
                <a:stretch>
                  <a:fillRect l="-18750" b="-19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7" name="文本框 796">
                <a:extLst>
                  <a:ext uri="{FF2B5EF4-FFF2-40B4-BE49-F238E27FC236}">
                    <a16:creationId xmlns:a16="http://schemas.microsoft.com/office/drawing/2014/main" id="{F78C3689-3425-D333-0F01-63340551B23C}"/>
                  </a:ext>
                </a:extLst>
              </p:cNvPr>
              <p:cNvSpPr txBox="1"/>
              <p:nvPr/>
            </p:nvSpPr>
            <p:spPr>
              <a:xfrm>
                <a:off x="6272827" y="5577270"/>
                <a:ext cx="1955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97" name="文本框 796">
                <a:extLst>
                  <a:ext uri="{FF2B5EF4-FFF2-40B4-BE49-F238E27FC236}">
                    <a16:creationId xmlns:a16="http://schemas.microsoft.com/office/drawing/2014/main" id="{F78C3689-3425-D333-0F01-63340551B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827" y="5577270"/>
                <a:ext cx="195502" cy="184666"/>
              </a:xfrm>
              <a:prstGeom prst="rect">
                <a:avLst/>
              </a:prstGeom>
              <a:blipFill>
                <a:blip r:embed="rId25"/>
                <a:stretch>
                  <a:fillRect l="-15625" r="-3125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8" name="文本框 797">
                <a:extLst>
                  <a:ext uri="{FF2B5EF4-FFF2-40B4-BE49-F238E27FC236}">
                    <a16:creationId xmlns:a16="http://schemas.microsoft.com/office/drawing/2014/main" id="{9AED54C7-8C51-F4B7-3416-734D66014973}"/>
                  </a:ext>
                </a:extLst>
              </p:cNvPr>
              <p:cNvSpPr txBox="1"/>
              <p:nvPr/>
            </p:nvSpPr>
            <p:spPr>
              <a:xfrm>
                <a:off x="6423454" y="394528"/>
                <a:ext cx="482960" cy="268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sub>
                      </m:sSub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798" name="文本框 797">
                <a:extLst>
                  <a:ext uri="{FF2B5EF4-FFF2-40B4-BE49-F238E27FC236}">
                    <a16:creationId xmlns:a16="http://schemas.microsoft.com/office/drawing/2014/main" id="{9AED54C7-8C51-F4B7-3416-734D66014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454" y="394528"/>
                <a:ext cx="482960" cy="268984"/>
              </a:xfrm>
              <a:prstGeom prst="rect">
                <a:avLst/>
              </a:prstGeom>
              <a:blipFill>
                <a:blip r:embed="rId26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9" name="文本框 798">
                <a:extLst>
                  <a:ext uri="{FF2B5EF4-FFF2-40B4-BE49-F238E27FC236}">
                    <a16:creationId xmlns:a16="http://schemas.microsoft.com/office/drawing/2014/main" id="{EC297076-3B48-9C9C-2CC6-DB7A7A5987BA}"/>
                  </a:ext>
                </a:extLst>
              </p:cNvPr>
              <p:cNvSpPr txBox="1"/>
              <p:nvPr/>
            </p:nvSpPr>
            <p:spPr>
              <a:xfrm>
                <a:off x="6563398" y="1098236"/>
                <a:ext cx="482960" cy="268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0,2</m:t>
                          </m:r>
                        </m:sub>
                      </m:sSub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799" name="文本框 798">
                <a:extLst>
                  <a:ext uri="{FF2B5EF4-FFF2-40B4-BE49-F238E27FC236}">
                    <a16:creationId xmlns:a16="http://schemas.microsoft.com/office/drawing/2014/main" id="{EC297076-3B48-9C9C-2CC6-DB7A7A598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398" y="1098236"/>
                <a:ext cx="482960" cy="268984"/>
              </a:xfrm>
              <a:prstGeom prst="rect">
                <a:avLst/>
              </a:prstGeom>
              <a:blipFill>
                <a:blip r:embed="rId27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0" name="文本框 799">
                <a:extLst>
                  <a:ext uri="{FF2B5EF4-FFF2-40B4-BE49-F238E27FC236}">
                    <a16:creationId xmlns:a16="http://schemas.microsoft.com/office/drawing/2014/main" id="{74A93DC2-2C57-2D49-6D2D-0CADBCC48583}"/>
                  </a:ext>
                </a:extLst>
              </p:cNvPr>
              <p:cNvSpPr txBox="1"/>
              <p:nvPr/>
            </p:nvSpPr>
            <p:spPr>
              <a:xfrm>
                <a:off x="6444640" y="2481074"/>
                <a:ext cx="482960" cy="268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800" name="文本框 799">
                <a:extLst>
                  <a:ext uri="{FF2B5EF4-FFF2-40B4-BE49-F238E27FC236}">
                    <a16:creationId xmlns:a16="http://schemas.microsoft.com/office/drawing/2014/main" id="{74A93DC2-2C57-2D49-6D2D-0CADBCC48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640" y="2481074"/>
                <a:ext cx="482960" cy="268984"/>
              </a:xfrm>
              <a:prstGeom prst="rect">
                <a:avLst/>
              </a:prstGeom>
              <a:blipFill>
                <a:blip r:embed="rId28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1" name="文本框 800">
                <a:extLst>
                  <a:ext uri="{FF2B5EF4-FFF2-40B4-BE49-F238E27FC236}">
                    <a16:creationId xmlns:a16="http://schemas.microsoft.com/office/drawing/2014/main" id="{7B6BDE73-D56E-39F3-CEAE-5065B0B0EB7E}"/>
                  </a:ext>
                </a:extLst>
              </p:cNvPr>
              <p:cNvSpPr txBox="1"/>
              <p:nvPr/>
            </p:nvSpPr>
            <p:spPr>
              <a:xfrm>
                <a:off x="6584584" y="3184782"/>
                <a:ext cx="482960" cy="268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801" name="文本框 800">
                <a:extLst>
                  <a:ext uri="{FF2B5EF4-FFF2-40B4-BE49-F238E27FC236}">
                    <a16:creationId xmlns:a16="http://schemas.microsoft.com/office/drawing/2014/main" id="{7B6BDE73-D56E-39F3-CEAE-5065B0B0E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584" y="3184782"/>
                <a:ext cx="482960" cy="268984"/>
              </a:xfrm>
              <a:prstGeom prst="rect">
                <a:avLst/>
              </a:prstGeom>
              <a:blipFill>
                <a:blip r:embed="rId29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2" name="文本框 801">
                <a:extLst>
                  <a:ext uri="{FF2B5EF4-FFF2-40B4-BE49-F238E27FC236}">
                    <a16:creationId xmlns:a16="http://schemas.microsoft.com/office/drawing/2014/main" id="{18480FB8-8720-F310-5A8F-A878E3C4ED82}"/>
                  </a:ext>
                </a:extLst>
              </p:cNvPr>
              <p:cNvSpPr txBox="1"/>
              <p:nvPr/>
            </p:nvSpPr>
            <p:spPr>
              <a:xfrm>
                <a:off x="6445500" y="4605719"/>
                <a:ext cx="482960" cy="268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802" name="文本框 801">
                <a:extLst>
                  <a:ext uri="{FF2B5EF4-FFF2-40B4-BE49-F238E27FC236}">
                    <a16:creationId xmlns:a16="http://schemas.microsoft.com/office/drawing/2014/main" id="{18480FB8-8720-F310-5A8F-A878E3C4E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500" y="4605719"/>
                <a:ext cx="482960" cy="268984"/>
              </a:xfrm>
              <a:prstGeom prst="rect">
                <a:avLst/>
              </a:prstGeom>
              <a:blipFill>
                <a:blip r:embed="rId30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3" name="文本框 802">
                <a:extLst>
                  <a:ext uri="{FF2B5EF4-FFF2-40B4-BE49-F238E27FC236}">
                    <a16:creationId xmlns:a16="http://schemas.microsoft.com/office/drawing/2014/main" id="{BC05C556-0F6C-2FB6-4B78-F4F9737C73C2}"/>
                  </a:ext>
                </a:extLst>
              </p:cNvPr>
              <p:cNvSpPr txBox="1"/>
              <p:nvPr/>
            </p:nvSpPr>
            <p:spPr>
              <a:xfrm>
                <a:off x="6585444" y="5309427"/>
                <a:ext cx="482960" cy="268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803" name="文本框 802">
                <a:extLst>
                  <a:ext uri="{FF2B5EF4-FFF2-40B4-BE49-F238E27FC236}">
                    <a16:creationId xmlns:a16="http://schemas.microsoft.com/office/drawing/2014/main" id="{BC05C556-0F6C-2FB6-4B78-F4F9737C7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444" y="5309427"/>
                <a:ext cx="482960" cy="268984"/>
              </a:xfrm>
              <a:prstGeom prst="rect">
                <a:avLst/>
              </a:prstGeom>
              <a:blipFill>
                <a:blip r:embed="rId31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4" name="文本框 803">
                <a:extLst>
                  <a:ext uri="{FF2B5EF4-FFF2-40B4-BE49-F238E27FC236}">
                    <a16:creationId xmlns:a16="http://schemas.microsoft.com/office/drawing/2014/main" id="{63B4CE80-E13D-5B5C-69FE-90623CB9B4E8}"/>
                  </a:ext>
                </a:extLst>
              </p:cNvPr>
              <p:cNvSpPr txBox="1"/>
              <p:nvPr/>
            </p:nvSpPr>
            <p:spPr>
              <a:xfrm>
                <a:off x="7663361" y="254292"/>
                <a:ext cx="283283" cy="28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04" name="文本框 803">
                <a:extLst>
                  <a:ext uri="{FF2B5EF4-FFF2-40B4-BE49-F238E27FC236}">
                    <a16:creationId xmlns:a16="http://schemas.microsoft.com/office/drawing/2014/main" id="{63B4CE80-E13D-5B5C-69FE-90623CB9B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3361" y="254292"/>
                <a:ext cx="283283" cy="281872"/>
              </a:xfrm>
              <a:prstGeom prst="rect">
                <a:avLst/>
              </a:prstGeom>
              <a:blipFill>
                <a:blip r:embed="rId32"/>
                <a:stretch>
                  <a:fillRect l="-10638" t="-2174" r="-6383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5" name="文本框 804">
                <a:extLst>
                  <a:ext uri="{FF2B5EF4-FFF2-40B4-BE49-F238E27FC236}">
                    <a16:creationId xmlns:a16="http://schemas.microsoft.com/office/drawing/2014/main" id="{213B4A8C-6D7B-2EA7-306C-E8838040ABFB}"/>
                  </a:ext>
                </a:extLst>
              </p:cNvPr>
              <p:cNvSpPr txBox="1"/>
              <p:nvPr/>
            </p:nvSpPr>
            <p:spPr>
              <a:xfrm>
                <a:off x="7663361" y="716696"/>
                <a:ext cx="269241" cy="28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05" name="文本框 804">
                <a:extLst>
                  <a:ext uri="{FF2B5EF4-FFF2-40B4-BE49-F238E27FC236}">
                    <a16:creationId xmlns:a16="http://schemas.microsoft.com/office/drawing/2014/main" id="{213B4A8C-6D7B-2EA7-306C-E8838040A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3361" y="716696"/>
                <a:ext cx="269241" cy="281872"/>
              </a:xfrm>
              <a:prstGeom prst="rect">
                <a:avLst/>
              </a:prstGeom>
              <a:blipFill>
                <a:blip r:embed="rId33"/>
                <a:stretch>
                  <a:fillRect l="-15909" t="-2174" r="-6818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6" name="文本框 805">
                <a:extLst>
                  <a:ext uri="{FF2B5EF4-FFF2-40B4-BE49-F238E27FC236}">
                    <a16:creationId xmlns:a16="http://schemas.microsoft.com/office/drawing/2014/main" id="{DED386D8-ED26-D36C-893C-FB567FDF7E79}"/>
                  </a:ext>
                </a:extLst>
              </p:cNvPr>
              <p:cNvSpPr txBox="1"/>
              <p:nvPr/>
            </p:nvSpPr>
            <p:spPr>
              <a:xfrm>
                <a:off x="7687144" y="1763797"/>
                <a:ext cx="274178" cy="282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06" name="文本框 805">
                <a:extLst>
                  <a:ext uri="{FF2B5EF4-FFF2-40B4-BE49-F238E27FC236}">
                    <a16:creationId xmlns:a16="http://schemas.microsoft.com/office/drawing/2014/main" id="{DED386D8-ED26-D36C-893C-FB567FDF7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144" y="1763797"/>
                <a:ext cx="274178" cy="282450"/>
              </a:xfrm>
              <a:prstGeom prst="rect">
                <a:avLst/>
              </a:prstGeom>
              <a:blipFill>
                <a:blip r:embed="rId34"/>
                <a:stretch>
                  <a:fillRect l="-15556" t="-2128" r="-6667"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7" name="文本框 806">
                <a:extLst>
                  <a:ext uri="{FF2B5EF4-FFF2-40B4-BE49-F238E27FC236}">
                    <a16:creationId xmlns:a16="http://schemas.microsoft.com/office/drawing/2014/main" id="{C1227245-1C5D-D87E-2B3A-522AF1071FBB}"/>
                  </a:ext>
                </a:extLst>
              </p:cNvPr>
              <p:cNvSpPr txBox="1"/>
              <p:nvPr/>
            </p:nvSpPr>
            <p:spPr>
              <a:xfrm>
                <a:off x="7663361" y="1324357"/>
                <a:ext cx="288220" cy="282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07" name="文本框 806">
                <a:extLst>
                  <a:ext uri="{FF2B5EF4-FFF2-40B4-BE49-F238E27FC236}">
                    <a16:creationId xmlns:a16="http://schemas.microsoft.com/office/drawing/2014/main" id="{C1227245-1C5D-D87E-2B3A-522AF1071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3361" y="1324357"/>
                <a:ext cx="288220" cy="282450"/>
              </a:xfrm>
              <a:prstGeom prst="rect">
                <a:avLst/>
              </a:prstGeom>
              <a:blipFill>
                <a:blip r:embed="rId35"/>
                <a:stretch>
                  <a:fillRect l="-10638" t="-2128" r="-8511"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8" name="文本框 807">
                <a:extLst>
                  <a:ext uri="{FF2B5EF4-FFF2-40B4-BE49-F238E27FC236}">
                    <a16:creationId xmlns:a16="http://schemas.microsoft.com/office/drawing/2014/main" id="{D673C8D4-5660-C8EA-247E-EF2866AEAC85}"/>
                  </a:ext>
                </a:extLst>
              </p:cNvPr>
              <p:cNvSpPr txBox="1"/>
              <p:nvPr/>
            </p:nvSpPr>
            <p:spPr>
              <a:xfrm>
                <a:off x="7680581" y="2336093"/>
                <a:ext cx="283283" cy="279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08" name="文本框 807">
                <a:extLst>
                  <a:ext uri="{FF2B5EF4-FFF2-40B4-BE49-F238E27FC236}">
                    <a16:creationId xmlns:a16="http://schemas.microsoft.com/office/drawing/2014/main" id="{D673C8D4-5660-C8EA-247E-EF2866AEA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581" y="2336093"/>
                <a:ext cx="283283" cy="279628"/>
              </a:xfrm>
              <a:prstGeom prst="rect">
                <a:avLst/>
              </a:prstGeom>
              <a:blipFill>
                <a:blip r:embed="rId36"/>
                <a:stretch>
                  <a:fillRect l="-10870" t="-2174" r="-6522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" name="文本框 808">
                <a:extLst>
                  <a:ext uri="{FF2B5EF4-FFF2-40B4-BE49-F238E27FC236}">
                    <a16:creationId xmlns:a16="http://schemas.microsoft.com/office/drawing/2014/main" id="{4C8F55E5-93C5-9379-08AB-16AA9EC52C83}"/>
                  </a:ext>
                </a:extLst>
              </p:cNvPr>
              <p:cNvSpPr txBox="1"/>
              <p:nvPr/>
            </p:nvSpPr>
            <p:spPr>
              <a:xfrm>
                <a:off x="7680581" y="2798497"/>
                <a:ext cx="269240" cy="279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09" name="文本框 808">
                <a:extLst>
                  <a:ext uri="{FF2B5EF4-FFF2-40B4-BE49-F238E27FC236}">
                    <a16:creationId xmlns:a16="http://schemas.microsoft.com/office/drawing/2014/main" id="{4C8F55E5-93C5-9379-08AB-16AA9EC52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581" y="2798497"/>
                <a:ext cx="269240" cy="279628"/>
              </a:xfrm>
              <a:prstGeom prst="rect">
                <a:avLst/>
              </a:prstGeom>
              <a:blipFill>
                <a:blip r:embed="rId37"/>
                <a:stretch>
                  <a:fillRect l="-18182" t="-2174" r="-4545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0" name="文本框 809">
                <a:extLst>
                  <a:ext uri="{FF2B5EF4-FFF2-40B4-BE49-F238E27FC236}">
                    <a16:creationId xmlns:a16="http://schemas.microsoft.com/office/drawing/2014/main" id="{6A88D234-741D-F58E-D12E-D4FA64B1155E}"/>
                  </a:ext>
                </a:extLst>
              </p:cNvPr>
              <p:cNvSpPr txBox="1"/>
              <p:nvPr/>
            </p:nvSpPr>
            <p:spPr>
              <a:xfrm>
                <a:off x="7704364" y="3845598"/>
                <a:ext cx="274178" cy="280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0" name="文本框 809">
                <a:extLst>
                  <a:ext uri="{FF2B5EF4-FFF2-40B4-BE49-F238E27FC236}">
                    <a16:creationId xmlns:a16="http://schemas.microsoft.com/office/drawing/2014/main" id="{6A88D234-741D-F58E-D12E-D4FA64B11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364" y="3845598"/>
                <a:ext cx="274178" cy="280205"/>
              </a:xfrm>
              <a:prstGeom prst="rect">
                <a:avLst/>
              </a:prstGeom>
              <a:blipFill>
                <a:blip r:embed="rId38"/>
                <a:stretch>
                  <a:fillRect l="-17778" t="-2174" r="-4444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1" name="文本框 810">
                <a:extLst>
                  <a:ext uri="{FF2B5EF4-FFF2-40B4-BE49-F238E27FC236}">
                    <a16:creationId xmlns:a16="http://schemas.microsoft.com/office/drawing/2014/main" id="{D8AFC4AE-0650-8421-589C-B8E9383E6915}"/>
                  </a:ext>
                </a:extLst>
              </p:cNvPr>
              <p:cNvSpPr txBox="1"/>
              <p:nvPr/>
            </p:nvSpPr>
            <p:spPr>
              <a:xfrm>
                <a:off x="7680581" y="3406158"/>
                <a:ext cx="288219" cy="280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1" name="文本框 810">
                <a:extLst>
                  <a:ext uri="{FF2B5EF4-FFF2-40B4-BE49-F238E27FC236}">
                    <a16:creationId xmlns:a16="http://schemas.microsoft.com/office/drawing/2014/main" id="{D8AFC4AE-0650-8421-589C-B8E9383E6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581" y="3406158"/>
                <a:ext cx="288219" cy="280205"/>
              </a:xfrm>
              <a:prstGeom prst="rect">
                <a:avLst/>
              </a:prstGeom>
              <a:blipFill>
                <a:blip r:embed="rId39"/>
                <a:stretch>
                  <a:fillRect l="-10638" t="-2174" r="-6383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2" name="文本框 811">
                <a:extLst>
                  <a:ext uri="{FF2B5EF4-FFF2-40B4-BE49-F238E27FC236}">
                    <a16:creationId xmlns:a16="http://schemas.microsoft.com/office/drawing/2014/main" id="{8D2414C3-D0A5-50FB-C9BB-2C8D03A2AE54}"/>
                  </a:ext>
                </a:extLst>
              </p:cNvPr>
              <p:cNvSpPr txBox="1"/>
              <p:nvPr/>
            </p:nvSpPr>
            <p:spPr>
              <a:xfrm>
                <a:off x="7678287" y="4463846"/>
                <a:ext cx="3293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2" name="文本框 811">
                <a:extLst>
                  <a:ext uri="{FF2B5EF4-FFF2-40B4-BE49-F238E27FC236}">
                    <a16:creationId xmlns:a16="http://schemas.microsoft.com/office/drawing/2014/main" id="{8D2414C3-D0A5-50FB-C9BB-2C8D03A2A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287" y="4463846"/>
                <a:ext cx="329321" cy="276999"/>
              </a:xfrm>
              <a:prstGeom prst="rect">
                <a:avLst/>
              </a:prstGeom>
              <a:blipFill>
                <a:blip r:embed="rId40"/>
                <a:stretch>
                  <a:fillRect l="-9259" t="-4348" b="-10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3" name="文本框 812">
                <a:extLst>
                  <a:ext uri="{FF2B5EF4-FFF2-40B4-BE49-F238E27FC236}">
                    <a16:creationId xmlns:a16="http://schemas.microsoft.com/office/drawing/2014/main" id="{F6407400-B25C-85D0-271E-F6E85E4C2E1E}"/>
                  </a:ext>
                </a:extLst>
              </p:cNvPr>
              <p:cNvSpPr txBox="1"/>
              <p:nvPr/>
            </p:nvSpPr>
            <p:spPr>
              <a:xfrm>
                <a:off x="7678287" y="4926250"/>
                <a:ext cx="320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3" name="文本框 812">
                <a:extLst>
                  <a:ext uri="{FF2B5EF4-FFF2-40B4-BE49-F238E27FC236}">
                    <a16:creationId xmlns:a16="http://schemas.microsoft.com/office/drawing/2014/main" id="{F6407400-B25C-85D0-271E-F6E85E4C2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287" y="4926250"/>
                <a:ext cx="320023" cy="276999"/>
              </a:xfrm>
              <a:prstGeom prst="rect">
                <a:avLst/>
              </a:prstGeom>
              <a:blipFill>
                <a:blip r:embed="rId41"/>
                <a:stretch>
                  <a:fillRect l="-15385" t="-4348" b="-10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4" name="文本框 813">
                <a:extLst>
                  <a:ext uri="{FF2B5EF4-FFF2-40B4-BE49-F238E27FC236}">
                    <a16:creationId xmlns:a16="http://schemas.microsoft.com/office/drawing/2014/main" id="{A109666C-E775-7250-4A2F-9866E7C0365E}"/>
                  </a:ext>
                </a:extLst>
              </p:cNvPr>
              <p:cNvSpPr txBox="1"/>
              <p:nvPr/>
            </p:nvSpPr>
            <p:spPr>
              <a:xfrm>
                <a:off x="7702070" y="5973351"/>
                <a:ext cx="320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4" name="文本框 813">
                <a:extLst>
                  <a:ext uri="{FF2B5EF4-FFF2-40B4-BE49-F238E27FC236}">
                    <a16:creationId xmlns:a16="http://schemas.microsoft.com/office/drawing/2014/main" id="{A109666C-E775-7250-4A2F-9866E7C03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070" y="5973351"/>
                <a:ext cx="320023" cy="276999"/>
              </a:xfrm>
              <a:prstGeom prst="rect">
                <a:avLst/>
              </a:prstGeom>
              <a:blipFill>
                <a:blip r:embed="rId42"/>
                <a:stretch>
                  <a:fillRect l="-13208" t="-4444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5" name="文本框 814">
                <a:extLst>
                  <a:ext uri="{FF2B5EF4-FFF2-40B4-BE49-F238E27FC236}">
                    <a16:creationId xmlns:a16="http://schemas.microsoft.com/office/drawing/2014/main" id="{D7D5E684-1B36-08A1-5E3E-271D52DD2267}"/>
                  </a:ext>
                </a:extLst>
              </p:cNvPr>
              <p:cNvSpPr txBox="1"/>
              <p:nvPr/>
            </p:nvSpPr>
            <p:spPr>
              <a:xfrm>
                <a:off x="7678287" y="5533911"/>
                <a:ext cx="3293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5" name="文本框 814">
                <a:extLst>
                  <a:ext uri="{FF2B5EF4-FFF2-40B4-BE49-F238E27FC236}">
                    <a16:creationId xmlns:a16="http://schemas.microsoft.com/office/drawing/2014/main" id="{D7D5E684-1B36-08A1-5E3E-271D52DD2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287" y="5533911"/>
                <a:ext cx="329321" cy="276999"/>
              </a:xfrm>
              <a:prstGeom prst="rect">
                <a:avLst/>
              </a:prstGeom>
              <a:blipFill>
                <a:blip r:embed="rId43"/>
                <a:stretch>
                  <a:fillRect l="-9259" t="-4444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6" name="文本框 815">
                <a:extLst>
                  <a:ext uri="{FF2B5EF4-FFF2-40B4-BE49-F238E27FC236}">
                    <a16:creationId xmlns:a16="http://schemas.microsoft.com/office/drawing/2014/main" id="{C7F384A3-C590-D4D2-2797-5A451C31489E}"/>
                  </a:ext>
                </a:extLst>
              </p:cNvPr>
              <p:cNvSpPr txBox="1"/>
              <p:nvPr/>
            </p:nvSpPr>
            <p:spPr>
              <a:xfrm>
                <a:off x="1733438" y="1625297"/>
                <a:ext cx="291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6" name="文本框 815">
                <a:extLst>
                  <a:ext uri="{FF2B5EF4-FFF2-40B4-BE49-F238E27FC236}">
                    <a16:creationId xmlns:a16="http://schemas.microsoft.com/office/drawing/2014/main" id="{C7F384A3-C590-D4D2-2797-5A451C314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438" y="1625297"/>
                <a:ext cx="291042" cy="276999"/>
              </a:xfrm>
              <a:prstGeom prst="rect">
                <a:avLst/>
              </a:prstGeom>
              <a:blipFill>
                <a:blip r:embed="rId44"/>
                <a:stretch>
                  <a:fillRect l="-10417" r="-625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7" name="文本框 816">
                <a:extLst>
                  <a:ext uri="{FF2B5EF4-FFF2-40B4-BE49-F238E27FC236}">
                    <a16:creationId xmlns:a16="http://schemas.microsoft.com/office/drawing/2014/main" id="{97CE047C-8DFB-AD28-0CFC-08B230AB635A}"/>
                  </a:ext>
                </a:extLst>
              </p:cNvPr>
              <p:cNvSpPr txBox="1"/>
              <p:nvPr/>
            </p:nvSpPr>
            <p:spPr>
              <a:xfrm>
                <a:off x="1739869" y="2884378"/>
                <a:ext cx="2857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7" name="文本框 816">
                <a:extLst>
                  <a:ext uri="{FF2B5EF4-FFF2-40B4-BE49-F238E27FC236}">
                    <a16:creationId xmlns:a16="http://schemas.microsoft.com/office/drawing/2014/main" id="{97CE047C-8DFB-AD28-0CFC-08B230AB6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869" y="2884378"/>
                <a:ext cx="285719" cy="276999"/>
              </a:xfrm>
              <a:prstGeom prst="rect">
                <a:avLst/>
              </a:prstGeom>
              <a:blipFill>
                <a:blip r:embed="rId45"/>
                <a:stretch>
                  <a:fillRect l="-10638" r="-6383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8" name="文本框 817">
                <a:extLst>
                  <a:ext uri="{FF2B5EF4-FFF2-40B4-BE49-F238E27FC236}">
                    <a16:creationId xmlns:a16="http://schemas.microsoft.com/office/drawing/2014/main" id="{20B23F17-FFA7-B5D0-6C23-069470EC7874}"/>
                  </a:ext>
                </a:extLst>
              </p:cNvPr>
              <p:cNvSpPr txBox="1"/>
              <p:nvPr/>
            </p:nvSpPr>
            <p:spPr>
              <a:xfrm>
                <a:off x="1742509" y="3985700"/>
                <a:ext cx="3509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8" name="文本框 817">
                <a:extLst>
                  <a:ext uri="{FF2B5EF4-FFF2-40B4-BE49-F238E27FC236}">
                    <a16:creationId xmlns:a16="http://schemas.microsoft.com/office/drawing/2014/main" id="{20B23F17-FFA7-B5D0-6C23-069470EC7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509" y="3985700"/>
                <a:ext cx="350994" cy="276999"/>
              </a:xfrm>
              <a:prstGeom prst="rect">
                <a:avLst/>
              </a:prstGeom>
              <a:blipFill>
                <a:blip r:embed="rId46"/>
                <a:stretch>
                  <a:fillRect l="-8772" r="-1754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" name="文本框 818">
                <a:extLst>
                  <a:ext uri="{FF2B5EF4-FFF2-40B4-BE49-F238E27FC236}">
                    <a16:creationId xmlns:a16="http://schemas.microsoft.com/office/drawing/2014/main" id="{23E41B0D-031A-9DBD-9AA2-3D313BF165F2}"/>
                  </a:ext>
                </a:extLst>
              </p:cNvPr>
              <p:cNvSpPr txBox="1"/>
              <p:nvPr/>
            </p:nvSpPr>
            <p:spPr>
              <a:xfrm>
                <a:off x="4117921" y="1608058"/>
                <a:ext cx="291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9" name="文本框 818">
                <a:extLst>
                  <a:ext uri="{FF2B5EF4-FFF2-40B4-BE49-F238E27FC236}">
                    <a16:creationId xmlns:a16="http://schemas.microsoft.com/office/drawing/2014/main" id="{23E41B0D-031A-9DBD-9AA2-3D313BF16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921" y="1608058"/>
                <a:ext cx="291042" cy="276999"/>
              </a:xfrm>
              <a:prstGeom prst="rect">
                <a:avLst/>
              </a:prstGeom>
              <a:blipFill>
                <a:blip r:embed="rId47"/>
                <a:stretch>
                  <a:fillRect l="-10638" r="-6383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" name="文本框 819">
                <a:extLst>
                  <a:ext uri="{FF2B5EF4-FFF2-40B4-BE49-F238E27FC236}">
                    <a16:creationId xmlns:a16="http://schemas.microsoft.com/office/drawing/2014/main" id="{B72E43EF-3507-DCCE-C02F-5A62C3419DED}"/>
                  </a:ext>
                </a:extLst>
              </p:cNvPr>
              <p:cNvSpPr txBox="1"/>
              <p:nvPr/>
            </p:nvSpPr>
            <p:spPr>
              <a:xfrm>
                <a:off x="4124352" y="2867139"/>
                <a:ext cx="2857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20" name="文本框 819">
                <a:extLst>
                  <a:ext uri="{FF2B5EF4-FFF2-40B4-BE49-F238E27FC236}">
                    <a16:creationId xmlns:a16="http://schemas.microsoft.com/office/drawing/2014/main" id="{B72E43EF-3507-DCCE-C02F-5A62C3419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352" y="2867139"/>
                <a:ext cx="285719" cy="276999"/>
              </a:xfrm>
              <a:prstGeom prst="rect">
                <a:avLst/>
              </a:prstGeom>
              <a:blipFill>
                <a:blip r:embed="rId48"/>
                <a:stretch>
                  <a:fillRect l="-10870" r="-652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1" name="文本框 820">
                <a:extLst>
                  <a:ext uri="{FF2B5EF4-FFF2-40B4-BE49-F238E27FC236}">
                    <a16:creationId xmlns:a16="http://schemas.microsoft.com/office/drawing/2014/main" id="{B62827FE-4724-9441-2FF3-CD5ABDBB1374}"/>
                  </a:ext>
                </a:extLst>
              </p:cNvPr>
              <p:cNvSpPr txBox="1"/>
              <p:nvPr/>
            </p:nvSpPr>
            <p:spPr>
              <a:xfrm>
                <a:off x="4126992" y="3968461"/>
                <a:ext cx="3509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21" name="文本框 820">
                <a:extLst>
                  <a:ext uri="{FF2B5EF4-FFF2-40B4-BE49-F238E27FC236}">
                    <a16:creationId xmlns:a16="http://schemas.microsoft.com/office/drawing/2014/main" id="{B62827FE-4724-9441-2FF3-CD5ABDBB1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92" y="3968461"/>
                <a:ext cx="350994" cy="276999"/>
              </a:xfrm>
              <a:prstGeom prst="rect">
                <a:avLst/>
              </a:prstGeom>
              <a:blipFill>
                <a:blip r:embed="rId49"/>
                <a:stretch>
                  <a:fillRect l="-8621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2" name="文本框 821">
                <a:extLst>
                  <a:ext uri="{FF2B5EF4-FFF2-40B4-BE49-F238E27FC236}">
                    <a16:creationId xmlns:a16="http://schemas.microsoft.com/office/drawing/2014/main" id="{F6B08D1F-CAC3-0C69-0575-AFC8394BF98E}"/>
                  </a:ext>
                </a:extLst>
              </p:cNvPr>
              <p:cNvSpPr txBox="1"/>
              <p:nvPr/>
            </p:nvSpPr>
            <p:spPr>
              <a:xfrm>
                <a:off x="6563398" y="716696"/>
                <a:ext cx="288412" cy="28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22" name="文本框 821">
                <a:extLst>
                  <a:ext uri="{FF2B5EF4-FFF2-40B4-BE49-F238E27FC236}">
                    <a16:creationId xmlns:a16="http://schemas.microsoft.com/office/drawing/2014/main" id="{F6B08D1F-CAC3-0C69-0575-AFC8394BF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398" y="716696"/>
                <a:ext cx="288412" cy="281872"/>
              </a:xfrm>
              <a:prstGeom prst="rect">
                <a:avLst/>
              </a:prstGeom>
              <a:blipFill>
                <a:blip r:embed="rId50"/>
                <a:stretch>
                  <a:fillRect l="-10638" t="-2174" r="-4255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3" name="文本框 822">
                <a:extLst>
                  <a:ext uri="{FF2B5EF4-FFF2-40B4-BE49-F238E27FC236}">
                    <a16:creationId xmlns:a16="http://schemas.microsoft.com/office/drawing/2014/main" id="{4D341880-F33D-4B06-74C2-BC0E05F06FBD}"/>
                  </a:ext>
                </a:extLst>
              </p:cNvPr>
              <p:cNvSpPr txBox="1"/>
              <p:nvPr/>
            </p:nvSpPr>
            <p:spPr>
              <a:xfrm>
                <a:off x="6672708" y="1317013"/>
                <a:ext cx="293350" cy="282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23" name="文本框 822">
                <a:extLst>
                  <a:ext uri="{FF2B5EF4-FFF2-40B4-BE49-F238E27FC236}">
                    <a16:creationId xmlns:a16="http://schemas.microsoft.com/office/drawing/2014/main" id="{4D341880-F33D-4B06-74C2-BC0E05F06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708" y="1317013"/>
                <a:ext cx="293350" cy="282450"/>
              </a:xfrm>
              <a:prstGeom prst="rect">
                <a:avLst/>
              </a:prstGeom>
              <a:blipFill>
                <a:blip r:embed="rId51"/>
                <a:stretch>
                  <a:fillRect l="-10417" t="-2174" r="-4167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4" name="文本框 823">
                <a:extLst>
                  <a:ext uri="{FF2B5EF4-FFF2-40B4-BE49-F238E27FC236}">
                    <a16:creationId xmlns:a16="http://schemas.microsoft.com/office/drawing/2014/main" id="{67D4FCDD-1B2A-1701-257B-77BBA1F85E4B}"/>
                  </a:ext>
                </a:extLst>
              </p:cNvPr>
              <p:cNvSpPr txBox="1"/>
              <p:nvPr/>
            </p:nvSpPr>
            <p:spPr>
              <a:xfrm>
                <a:off x="9225468" y="716696"/>
                <a:ext cx="288412" cy="28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24" name="文本框 823">
                <a:extLst>
                  <a:ext uri="{FF2B5EF4-FFF2-40B4-BE49-F238E27FC236}">
                    <a16:creationId xmlns:a16="http://schemas.microsoft.com/office/drawing/2014/main" id="{67D4FCDD-1B2A-1701-257B-77BBA1F85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5468" y="716696"/>
                <a:ext cx="288412" cy="281872"/>
              </a:xfrm>
              <a:prstGeom prst="rect">
                <a:avLst/>
              </a:prstGeom>
              <a:blipFill>
                <a:blip r:embed="rId52"/>
                <a:stretch>
                  <a:fillRect l="-10417" t="-2174" r="-4167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5" name="文本框 824">
                <a:extLst>
                  <a:ext uri="{FF2B5EF4-FFF2-40B4-BE49-F238E27FC236}">
                    <a16:creationId xmlns:a16="http://schemas.microsoft.com/office/drawing/2014/main" id="{FB2987D0-7807-872A-F1A0-1781D59C4B22}"/>
                  </a:ext>
                </a:extLst>
              </p:cNvPr>
              <p:cNvSpPr txBox="1"/>
              <p:nvPr/>
            </p:nvSpPr>
            <p:spPr>
              <a:xfrm>
                <a:off x="9237148" y="1313363"/>
                <a:ext cx="293350" cy="282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25" name="文本框 824">
                <a:extLst>
                  <a:ext uri="{FF2B5EF4-FFF2-40B4-BE49-F238E27FC236}">
                    <a16:creationId xmlns:a16="http://schemas.microsoft.com/office/drawing/2014/main" id="{FB2987D0-7807-872A-F1A0-1781D59C4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7148" y="1313363"/>
                <a:ext cx="293350" cy="282450"/>
              </a:xfrm>
              <a:prstGeom prst="rect">
                <a:avLst/>
              </a:prstGeom>
              <a:blipFill>
                <a:blip r:embed="rId53"/>
                <a:stretch>
                  <a:fillRect l="-10417" t="-2128" r="-6250"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6" name="文本框 825">
                <a:extLst>
                  <a:ext uri="{FF2B5EF4-FFF2-40B4-BE49-F238E27FC236}">
                    <a16:creationId xmlns:a16="http://schemas.microsoft.com/office/drawing/2014/main" id="{E7B79107-DAC8-CD7D-13FA-8262695DFCE5}"/>
                  </a:ext>
                </a:extLst>
              </p:cNvPr>
              <p:cNvSpPr txBox="1"/>
              <p:nvPr/>
            </p:nvSpPr>
            <p:spPr>
              <a:xfrm>
                <a:off x="6570722" y="2800212"/>
                <a:ext cx="288412" cy="279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26" name="文本框 825">
                <a:extLst>
                  <a:ext uri="{FF2B5EF4-FFF2-40B4-BE49-F238E27FC236}">
                    <a16:creationId xmlns:a16="http://schemas.microsoft.com/office/drawing/2014/main" id="{E7B79107-DAC8-CD7D-13FA-8262695DF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722" y="2800212"/>
                <a:ext cx="288412" cy="279628"/>
              </a:xfrm>
              <a:prstGeom prst="rect">
                <a:avLst/>
              </a:prstGeom>
              <a:blipFill>
                <a:blip r:embed="rId54"/>
                <a:stretch>
                  <a:fillRect l="-10638" t="-2174" r="-4255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7" name="文本框 826">
                <a:extLst>
                  <a:ext uri="{FF2B5EF4-FFF2-40B4-BE49-F238E27FC236}">
                    <a16:creationId xmlns:a16="http://schemas.microsoft.com/office/drawing/2014/main" id="{3AD8C840-C6E6-68B7-BC3F-9B6245DE0594}"/>
                  </a:ext>
                </a:extLst>
              </p:cNvPr>
              <p:cNvSpPr txBox="1"/>
              <p:nvPr/>
            </p:nvSpPr>
            <p:spPr>
              <a:xfrm>
                <a:off x="6680032" y="3400529"/>
                <a:ext cx="293349" cy="280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27" name="文本框 826">
                <a:extLst>
                  <a:ext uri="{FF2B5EF4-FFF2-40B4-BE49-F238E27FC236}">
                    <a16:creationId xmlns:a16="http://schemas.microsoft.com/office/drawing/2014/main" id="{3AD8C840-C6E6-68B7-BC3F-9B6245DE0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032" y="3400529"/>
                <a:ext cx="293349" cy="280205"/>
              </a:xfrm>
              <a:prstGeom prst="rect">
                <a:avLst/>
              </a:prstGeom>
              <a:blipFill>
                <a:blip r:embed="rId55"/>
                <a:stretch>
                  <a:fillRect l="-10417" t="-2174" r="-4167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8" name="文本框 827">
                <a:extLst>
                  <a:ext uri="{FF2B5EF4-FFF2-40B4-BE49-F238E27FC236}">
                    <a16:creationId xmlns:a16="http://schemas.microsoft.com/office/drawing/2014/main" id="{C56DF8E2-F917-ADC0-15D5-BBDCF56DA404}"/>
                  </a:ext>
                </a:extLst>
              </p:cNvPr>
              <p:cNvSpPr txBox="1"/>
              <p:nvPr/>
            </p:nvSpPr>
            <p:spPr>
              <a:xfrm>
                <a:off x="9232792" y="2800212"/>
                <a:ext cx="288412" cy="279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28" name="文本框 827">
                <a:extLst>
                  <a:ext uri="{FF2B5EF4-FFF2-40B4-BE49-F238E27FC236}">
                    <a16:creationId xmlns:a16="http://schemas.microsoft.com/office/drawing/2014/main" id="{C56DF8E2-F917-ADC0-15D5-BBDCF56DA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792" y="2800212"/>
                <a:ext cx="288412" cy="279628"/>
              </a:xfrm>
              <a:prstGeom prst="rect">
                <a:avLst/>
              </a:prstGeom>
              <a:blipFill>
                <a:blip r:embed="rId56"/>
                <a:stretch>
                  <a:fillRect l="-10638" t="-2174" r="-4255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9" name="文本框 828">
                <a:extLst>
                  <a:ext uri="{FF2B5EF4-FFF2-40B4-BE49-F238E27FC236}">
                    <a16:creationId xmlns:a16="http://schemas.microsoft.com/office/drawing/2014/main" id="{67052305-C935-6B51-F357-0448AF16B0D8}"/>
                  </a:ext>
                </a:extLst>
              </p:cNvPr>
              <p:cNvSpPr txBox="1"/>
              <p:nvPr/>
            </p:nvSpPr>
            <p:spPr>
              <a:xfrm>
                <a:off x="9244472" y="3396879"/>
                <a:ext cx="293349" cy="280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29" name="文本框 828">
                <a:extLst>
                  <a:ext uri="{FF2B5EF4-FFF2-40B4-BE49-F238E27FC236}">
                    <a16:creationId xmlns:a16="http://schemas.microsoft.com/office/drawing/2014/main" id="{67052305-C935-6B51-F357-0448AF16B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4472" y="3396879"/>
                <a:ext cx="293349" cy="280205"/>
              </a:xfrm>
              <a:prstGeom prst="rect">
                <a:avLst/>
              </a:prstGeom>
              <a:blipFill>
                <a:blip r:embed="rId57"/>
                <a:stretch>
                  <a:fillRect l="-10204" t="-2174" r="-4082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0" name="文本框 829">
                <a:extLst>
                  <a:ext uri="{FF2B5EF4-FFF2-40B4-BE49-F238E27FC236}">
                    <a16:creationId xmlns:a16="http://schemas.microsoft.com/office/drawing/2014/main" id="{B3F1FC64-A499-DD6F-BF33-C650A8CEBF1B}"/>
                  </a:ext>
                </a:extLst>
              </p:cNvPr>
              <p:cNvSpPr txBox="1"/>
              <p:nvPr/>
            </p:nvSpPr>
            <p:spPr>
              <a:xfrm>
                <a:off x="6552693" y="4882989"/>
                <a:ext cx="3386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30" name="文本框 829">
                <a:extLst>
                  <a:ext uri="{FF2B5EF4-FFF2-40B4-BE49-F238E27FC236}">
                    <a16:creationId xmlns:a16="http://schemas.microsoft.com/office/drawing/2014/main" id="{B3F1FC64-A499-DD6F-BF33-C650A8CEB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693" y="4882989"/>
                <a:ext cx="338619" cy="276999"/>
              </a:xfrm>
              <a:prstGeom prst="rect">
                <a:avLst/>
              </a:prstGeom>
              <a:blipFill>
                <a:blip r:embed="rId58"/>
                <a:stretch>
                  <a:fillRect l="-9091" t="-4444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1" name="文本框 830">
                <a:extLst>
                  <a:ext uri="{FF2B5EF4-FFF2-40B4-BE49-F238E27FC236}">
                    <a16:creationId xmlns:a16="http://schemas.microsoft.com/office/drawing/2014/main" id="{EA9BF38E-5F40-1AA3-1B75-B3009155B4B8}"/>
                  </a:ext>
                </a:extLst>
              </p:cNvPr>
              <p:cNvSpPr txBox="1"/>
              <p:nvPr/>
            </p:nvSpPr>
            <p:spPr>
              <a:xfrm>
                <a:off x="6662003" y="5554426"/>
                <a:ext cx="3386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31" name="文本框 830">
                <a:extLst>
                  <a:ext uri="{FF2B5EF4-FFF2-40B4-BE49-F238E27FC236}">
                    <a16:creationId xmlns:a16="http://schemas.microsoft.com/office/drawing/2014/main" id="{EA9BF38E-5F40-1AA3-1B75-B3009155B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003" y="5554426"/>
                <a:ext cx="338619" cy="276999"/>
              </a:xfrm>
              <a:prstGeom prst="rect">
                <a:avLst/>
              </a:prstGeom>
              <a:blipFill>
                <a:blip r:embed="rId59"/>
                <a:stretch>
                  <a:fillRect l="-9091" t="-4348" b="-10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2" name="文本框 831">
                <a:extLst>
                  <a:ext uri="{FF2B5EF4-FFF2-40B4-BE49-F238E27FC236}">
                    <a16:creationId xmlns:a16="http://schemas.microsoft.com/office/drawing/2014/main" id="{8CC57F9C-8920-67D7-991A-299C88C0A28A}"/>
                  </a:ext>
                </a:extLst>
              </p:cNvPr>
              <p:cNvSpPr txBox="1"/>
              <p:nvPr/>
            </p:nvSpPr>
            <p:spPr>
              <a:xfrm>
                <a:off x="9214763" y="4882989"/>
                <a:ext cx="3386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32" name="文本框 831">
                <a:extLst>
                  <a:ext uri="{FF2B5EF4-FFF2-40B4-BE49-F238E27FC236}">
                    <a16:creationId xmlns:a16="http://schemas.microsoft.com/office/drawing/2014/main" id="{8CC57F9C-8920-67D7-991A-299C88C0A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4763" y="4882989"/>
                <a:ext cx="338619" cy="276999"/>
              </a:xfrm>
              <a:prstGeom prst="rect">
                <a:avLst/>
              </a:prstGeom>
              <a:blipFill>
                <a:blip r:embed="rId60"/>
                <a:stretch>
                  <a:fillRect l="-9091" t="-4444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3" name="文本框 832">
                <a:extLst>
                  <a:ext uri="{FF2B5EF4-FFF2-40B4-BE49-F238E27FC236}">
                    <a16:creationId xmlns:a16="http://schemas.microsoft.com/office/drawing/2014/main" id="{C765463C-E2AE-729F-8D3A-0BE1F7D88D5D}"/>
                  </a:ext>
                </a:extLst>
              </p:cNvPr>
              <p:cNvSpPr txBox="1"/>
              <p:nvPr/>
            </p:nvSpPr>
            <p:spPr>
              <a:xfrm>
                <a:off x="9226443" y="5550776"/>
                <a:ext cx="3386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33" name="文本框 832">
                <a:extLst>
                  <a:ext uri="{FF2B5EF4-FFF2-40B4-BE49-F238E27FC236}">
                    <a16:creationId xmlns:a16="http://schemas.microsoft.com/office/drawing/2014/main" id="{C765463C-E2AE-729F-8D3A-0BE1F7D88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6443" y="5550776"/>
                <a:ext cx="338619" cy="276999"/>
              </a:xfrm>
              <a:prstGeom prst="rect">
                <a:avLst/>
              </a:prstGeom>
              <a:blipFill>
                <a:blip r:embed="rId61"/>
                <a:stretch>
                  <a:fillRect l="-9091" t="-4444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4" name="文本框 833">
                <a:extLst>
                  <a:ext uri="{FF2B5EF4-FFF2-40B4-BE49-F238E27FC236}">
                    <a16:creationId xmlns:a16="http://schemas.microsoft.com/office/drawing/2014/main" id="{011D6FBE-7274-F63B-1A11-A4260C8F6F3B}"/>
                  </a:ext>
                </a:extLst>
              </p:cNvPr>
              <p:cNvSpPr txBox="1"/>
              <p:nvPr/>
            </p:nvSpPr>
            <p:spPr>
              <a:xfrm>
                <a:off x="10923399" y="1467898"/>
                <a:ext cx="291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34" name="文本框 833">
                <a:extLst>
                  <a:ext uri="{FF2B5EF4-FFF2-40B4-BE49-F238E27FC236}">
                    <a16:creationId xmlns:a16="http://schemas.microsoft.com/office/drawing/2014/main" id="{011D6FBE-7274-F63B-1A11-A4260C8F6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3399" y="1467898"/>
                <a:ext cx="291042" cy="276999"/>
              </a:xfrm>
              <a:prstGeom prst="rect">
                <a:avLst/>
              </a:prstGeom>
              <a:blipFill>
                <a:blip r:embed="rId62"/>
                <a:stretch>
                  <a:fillRect l="-10417" r="-4167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5" name="文本框 834">
                <a:extLst>
                  <a:ext uri="{FF2B5EF4-FFF2-40B4-BE49-F238E27FC236}">
                    <a16:creationId xmlns:a16="http://schemas.microsoft.com/office/drawing/2014/main" id="{8CC95B84-7BD6-60BB-5CE8-66B010F2B851}"/>
                  </a:ext>
                </a:extLst>
              </p:cNvPr>
              <p:cNvSpPr txBox="1"/>
              <p:nvPr/>
            </p:nvSpPr>
            <p:spPr>
              <a:xfrm>
                <a:off x="10962370" y="3419358"/>
                <a:ext cx="2857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35" name="文本框 834">
                <a:extLst>
                  <a:ext uri="{FF2B5EF4-FFF2-40B4-BE49-F238E27FC236}">
                    <a16:creationId xmlns:a16="http://schemas.microsoft.com/office/drawing/2014/main" id="{8CC95B84-7BD6-60BB-5CE8-66B010F2B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2370" y="3419358"/>
                <a:ext cx="285719" cy="276999"/>
              </a:xfrm>
              <a:prstGeom prst="rect">
                <a:avLst/>
              </a:prstGeom>
              <a:blipFill>
                <a:blip r:embed="rId63"/>
                <a:stretch>
                  <a:fillRect l="-10638" r="-6383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6" name="文本框 835">
                <a:extLst>
                  <a:ext uri="{FF2B5EF4-FFF2-40B4-BE49-F238E27FC236}">
                    <a16:creationId xmlns:a16="http://schemas.microsoft.com/office/drawing/2014/main" id="{82318572-BCD0-ED05-C36F-E90B380BA044}"/>
                  </a:ext>
                </a:extLst>
              </p:cNvPr>
              <p:cNvSpPr txBox="1"/>
              <p:nvPr/>
            </p:nvSpPr>
            <p:spPr>
              <a:xfrm>
                <a:off x="10923399" y="5523558"/>
                <a:ext cx="3509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36" name="文本框 835">
                <a:extLst>
                  <a:ext uri="{FF2B5EF4-FFF2-40B4-BE49-F238E27FC236}">
                    <a16:creationId xmlns:a16="http://schemas.microsoft.com/office/drawing/2014/main" id="{82318572-BCD0-ED05-C36F-E90B380BA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3399" y="5523558"/>
                <a:ext cx="350994" cy="276999"/>
              </a:xfrm>
              <a:prstGeom prst="rect">
                <a:avLst/>
              </a:prstGeom>
              <a:blipFill>
                <a:blip r:embed="rId64"/>
                <a:stretch>
                  <a:fillRect l="-8772" r="-1754" b="-10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8" name="组合 837">
            <a:extLst>
              <a:ext uri="{FF2B5EF4-FFF2-40B4-BE49-F238E27FC236}">
                <a16:creationId xmlns:a16="http://schemas.microsoft.com/office/drawing/2014/main" id="{8B867CB1-1A7B-DF36-4660-D9A68242A759}"/>
              </a:ext>
            </a:extLst>
          </p:cNvPr>
          <p:cNvGrpSpPr/>
          <p:nvPr/>
        </p:nvGrpSpPr>
        <p:grpSpPr>
          <a:xfrm>
            <a:off x="8034338" y="404812"/>
            <a:ext cx="1132332" cy="5738812"/>
            <a:chOff x="8062023" y="533400"/>
            <a:chExt cx="1132332" cy="5738812"/>
          </a:xfrm>
        </p:grpSpPr>
        <p:sp>
          <p:nvSpPr>
            <p:cNvPr id="839" name="任意多边形: 形状 838">
              <a:extLst>
                <a:ext uri="{FF2B5EF4-FFF2-40B4-BE49-F238E27FC236}">
                  <a16:creationId xmlns:a16="http://schemas.microsoft.com/office/drawing/2014/main" id="{9C7F0439-F8D5-9E71-4F88-34DEF4F53BAD}"/>
                </a:ext>
              </a:extLst>
            </p:cNvPr>
            <p:cNvSpPr/>
            <p:nvPr/>
          </p:nvSpPr>
          <p:spPr>
            <a:xfrm>
              <a:off x="8062023" y="533400"/>
              <a:ext cx="571500" cy="476250"/>
            </a:xfrm>
            <a:custGeom>
              <a:avLst/>
              <a:gdLst>
                <a:gd name="connsiteX0" fmla="*/ 0 w 571500"/>
                <a:gd name="connsiteY0" fmla="*/ 0 h 476250"/>
                <a:gd name="connsiteX1" fmla="*/ 571500 w 571500"/>
                <a:gd name="connsiteY1" fmla="*/ 0 h 476250"/>
                <a:gd name="connsiteX2" fmla="*/ 571500 w 571500"/>
                <a:gd name="connsiteY2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00" h="476250">
                  <a:moveTo>
                    <a:pt x="0" y="0"/>
                  </a:moveTo>
                  <a:lnTo>
                    <a:pt x="571500" y="0"/>
                  </a:lnTo>
                  <a:lnTo>
                    <a:pt x="571500" y="47625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840" name="图形 259">
              <a:extLst>
                <a:ext uri="{FF2B5EF4-FFF2-40B4-BE49-F238E27FC236}">
                  <a16:creationId xmlns:a16="http://schemas.microsoft.com/office/drawing/2014/main" id="{B7835117-B894-FA78-3850-DA5A7E59D84F}"/>
                </a:ext>
              </a:extLst>
            </p:cNvPr>
            <p:cNvGrpSpPr/>
            <p:nvPr/>
          </p:nvGrpSpPr>
          <p:grpSpPr>
            <a:xfrm>
              <a:off x="8062023" y="967454"/>
              <a:ext cx="1132332" cy="66675"/>
              <a:chOff x="7948612" y="967454"/>
              <a:chExt cx="1132332" cy="66675"/>
            </a:xfrm>
          </p:grpSpPr>
          <p:sp>
            <p:nvSpPr>
              <p:cNvPr id="867" name="任意多边形: 形状 866">
                <a:extLst>
                  <a:ext uri="{FF2B5EF4-FFF2-40B4-BE49-F238E27FC236}">
                    <a16:creationId xmlns:a16="http://schemas.microsoft.com/office/drawing/2014/main" id="{F2F5E44F-4383-B540-C4BC-681E4CC83C18}"/>
                  </a:ext>
                </a:extLst>
              </p:cNvPr>
              <p:cNvSpPr/>
              <p:nvPr/>
            </p:nvSpPr>
            <p:spPr>
              <a:xfrm>
                <a:off x="7948612" y="1000601"/>
                <a:ext cx="1082325" cy="9048"/>
              </a:xfrm>
              <a:custGeom>
                <a:avLst/>
                <a:gdLst>
                  <a:gd name="connsiteX0" fmla="*/ 0 w 1082325"/>
                  <a:gd name="connsiteY0" fmla="*/ 9049 h 9048"/>
                  <a:gd name="connsiteX1" fmla="*/ 1082326 w 1082325"/>
                  <a:gd name="connsiteY1" fmla="*/ 0 h 9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2325" h="9048">
                    <a:moveTo>
                      <a:pt x="0" y="9049"/>
                    </a:moveTo>
                    <a:lnTo>
                      <a:pt x="1082326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8" name="任意多边形: 形状 867">
                <a:extLst>
                  <a:ext uri="{FF2B5EF4-FFF2-40B4-BE49-F238E27FC236}">
                    <a16:creationId xmlns:a16="http://schemas.microsoft.com/office/drawing/2014/main" id="{D5A1FA7F-767D-B319-ECC7-0DB18F21E734}"/>
                  </a:ext>
                </a:extLst>
              </p:cNvPr>
              <p:cNvSpPr/>
              <p:nvPr/>
            </p:nvSpPr>
            <p:spPr>
              <a:xfrm>
                <a:off x="9013983" y="967454"/>
                <a:ext cx="66961" cy="66675"/>
              </a:xfrm>
              <a:custGeom>
                <a:avLst/>
                <a:gdLst>
                  <a:gd name="connsiteX0" fmla="*/ 66961 w 66961"/>
                  <a:gd name="connsiteY0" fmla="*/ 32766 h 66675"/>
                  <a:gd name="connsiteX1" fmla="*/ 571 w 66961"/>
                  <a:gd name="connsiteY1" fmla="*/ 66675 h 66675"/>
                  <a:gd name="connsiteX2" fmla="*/ 16955 w 66961"/>
                  <a:gd name="connsiteY2" fmla="*/ 33147 h 66675"/>
                  <a:gd name="connsiteX3" fmla="*/ 0 w 66961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961" h="66675">
                    <a:moveTo>
                      <a:pt x="66961" y="32766"/>
                    </a:moveTo>
                    <a:lnTo>
                      <a:pt x="571" y="66675"/>
                    </a:lnTo>
                    <a:lnTo>
                      <a:pt x="16955" y="331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41" name="图形 259">
              <a:extLst>
                <a:ext uri="{FF2B5EF4-FFF2-40B4-BE49-F238E27FC236}">
                  <a16:creationId xmlns:a16="http://schemas.microsoft.com/office/drawing/2014/main" id="{E475944B-3848-19C7-C29C-1FECCB8EF6DC}"/>
                </a:ext>
              </a:extLst>
            </p:cNvPr>
            <p:cNvGrpSpPr/>
            <p:nvPr/>
          </p:nvGrpSpPr>
          <p:grpSpPr>
            <a:xfrm>
              <a:off x="8204898" y="1585721"/>
              <a:ext cx="894207" cy="66675"/>
              <a:chOff x="8091487" y="1585721"/>
              <a:chExt cx="894207" cy="66675"/>
            </a:xfrm>
          </p:grpSpPr>
          <p:sp>
            <p:nvSpPr>
              <p:cNvPr id="865" name="任意多边形: 形状 864">
                <a:extLst>
                  <a:ext uri="{FF2B5EF4-FFF2-40B4-BE49-F238E27FC236}">
                    <a16:creationId xmlns:a16="http://schemas.microsoft.com/office/drawing/2014/main" id="{05528498-76C4-33E3-9D0E-9B6B2435EC3D}"/>
                  </a:ext>
                </a:extLst>
              </p:cNvPr>
              <p:cNvSpPr/>
              <p:nvPr/>
            </p:nvSpPr>
            <p:spPr>
              <a:xfrm>
                <a:off x="8091487" y="1617345"/>
                <a:ext cx="844200" cy="1809"/>
              </a:xfrm>
              <a:custGeom>
                <a:avLst/>
                <a:gdLst>
                  <a:gd name="connsiteX0" fmla="*/ 0 w 844200"/>
                  <a:gd name="connsiteY0" fmla="*/ 0 h 1809"/>
                  <a:gd name="connsiteX1" fmla="*/ 844201 w 844200"/>
                  <a:gd name="connsiteY1" fmla="*/ 1810 h 1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44200" h="1809">
                    <a:moveTo>
                      <a:pt x="0" y="0"/>
                    </a:moveTo>
                    <a:lnTo>
                      <a:pt x="844201" y="181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6" name="任意多边形: 形状 865">
                <a:extLst>
                  <a:ext uri="{FF2B5EF4-FFF2-40B4-BE49-F238E27FC236}">
                    <a16:creationId xmlns:a16="http://schemas.microsoft.com/office/drawing/2014/main" id="{AA42581A-8249-836B-CD1F-BF4D655FEC6B}"/>
                  </a:ext>
                </a:extLst>
              </p:cNvPr>
              <p:cNvSpPr/>
              <p:nvPr/>
            </p:nvSpPr>
            <p:spPr>
              <a:xfrm>
                <a:off x="8918923" y="1585721"/>
                <a:ext cx="66770" cy="66675"/>
              </a:xfrm>
              <a:custGeom>
                <a:avLst/>
                <a:gdLst>
                  <a:gd name="connsiteX0" fmla="*/ 66770 w 66770"/>
                  <a:gd name="connsiteY0" fmla="*/ 33528 h 66675"/>
                  <a:gd name="connsiteX1" fmla="*/ 0 w 66770"/>
                  <a:gd name="connsiteY1" fmla="*/ 66675 h 66675"/>
                  <a:gd name="connsiteX2" fmla="*/ 16764 w 66770"/>
                  <a:gd name="connsiteY2" fmla="*/ 33433 h 66675"/>
                  <a:gd name="connsiteX3" fmla="*/ 191 w 66770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770" h="66675">
                    <a:moveTo>
                      <a:pt x="66770" y="33528"/>
                    </a:moveTo>
                    <a:lnTo>
                      <a:pt x="0" y="66675"/>
                    </a:lnTo>
                    <a:lnTo>
                      <a:pt x="16764" y="3343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42" name="图形 259">
              <a:extLst>
                <a:ext uri="{FF2B5EF4-FFF2-40B4-BE49-F238E27FC236}">
                  <a16:creationId xmlns:a16="http://schemas.microsoft.com/office/drawing/2014/main" id="{EACEB418-6BA6-CDD2-4BBA-41CD57F8C1E2}"/>
                </a:ext>
              </a:extLst>
            </p:cNvPr>
            <p:cNvGrpSpPr/>
            <p:nvPr/>
          </p:nvGrpSpPr>
          <p:grpSpPr>
            <a:xfrm>
              <a:off x="8204898" y="1585912"/>
              <a:ext cx="894207" cy="471487"/>
              <a:chOff x="8091487" y="1585912"/>
              <a:chExt cx="894207" cy="471487"/>
            </a:xfrm>
          </p:grpSpPr>
          <p:sp>
            <p:nvSpPr>
              <p:cNvPr id="863" name="任意多边形: 形状 862">
                <a:extLst>
                  <a:ext uri="{FF2B5EF4-FFF2-40B4-BE49-F238E27FC236}">
                    <a16:creationId xmlns:a16="http://schemas.microsoft.com/office/drawing/2014/main" id="{F7C6B60C-9AEA-060F-32D1-4AA65CCC89E6}"/>
                  </a:ext>
                </a:extLst>
              </p:cNvPr>
              <p:cNvSpPr/>
              <p:nvPr/>
            </p:nvSpPr>
            <p:spPr>
              <a:xfrm>
                <a:off x="8091487" y="1619250"/>
                <a:ext cx="844200" cy="438150"/>
              </a:xfrm>
              <a:custGeom>
                <a:avLst/>
                <a:gdLst>
                  <a:gd name="connsiteX0" fmla="*/ 0 w 844200"/>
                  <a:gd name="connsiteY0" fmla="*/ 438150 h 438150"/>
                  <a:gd name="connsiteX1" fmla="*/ 142875 w 844200"/>
                  <a:gd name="connsiteY1" fmla="*/ 438150 h 438150"/>
                  <a:gd name="connsiteX2" fmla="*/ 142875 w 844200"/>
                  <a:gd name="connsiteY2" fmla="*/ 0 h 438150"/>
                  <a:gd name="connsiteX3" fmla="*/ 844201 w 844200"/>
                  <a:gd name="connsiteY3" fmla="*/ 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4200" h="438150">
                    <a:moveTo>
                      <a:pt x="0" y="438150"/>
                    </a:moveTo>
                    <a:lnTo>
                      <a:pt x="142875" y="438150"/>
                    </a:lnTo>
                    <a:lnTo>
                      <a:pt x="142875" y="0"/>
                    </a:lnTo>
                    <a:lnTo>
                      <a:pt x="844201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4" name="任意多边形: 形状 863">
                <a:extLst>
                  <a:ext uri="{FF2B5EF4-FFF2-40B4-BE49-F238E27FC236}">
                    <a16:creationId xmlns:a16="http://schemas.microsoft.com/office/drawing/2014/main" id="{0030D157-AF8C-BC25-10A7-5A8B4D781431}"/>
                  </a:ext>
                </a:extLst>
              </p:cNvPr>
              <p:cNvSpPr/>
              <p:nvPr/>
            </p:nvSpPr>
            <p:spPr>
              <a:xfrm>
                <a:off x="8919019" y="1585912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843" name="任意多边形: 形状 842">
              <a:extLst>
                <a:ext uri="{FF2B5EF4-FFF2-40B4-BE49-F238E27FC236}">
                  <a16:creationId xmlns:a16="http://schemas.microsoft.com/office/drawing/2014/main" id="{05805F9A-B3FF-3E59-8FF0-2170B62A3A8D}"/>
                </a:ext>
              </a:extLst>
            </p:cNvPr>
            <p:cNvSpPr/>
            <p:nvPr/>
          </p:nvSpPr>
          <p:spPr>
            <a:xfrm>
              <a:off x="8062023" y="2619375"/>
              <a:ext cx="571500" cy="476250"/>
            </a:xfrm>
            <a:custGeom>
              <a:avLst/>
              <a:gdLst>
                <a:gd name="connsiteX0" fmla="*/ 0 w 571500"/>
                <a:gd name="connsiteY0" fmla="*/ 0 h 476250"/>
                <a:gd name="connsiteX1" fmla="*/ 571500 w 571500"/>
                <a:gd name="connsiteY1" fmla="*/ 0 h 476250"/>
                <a:gd name="connsiteX2" fmla="*/ 571500 w 571500"/>
                <a:gd name="connsiteY2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00" h="476250">
                  <a:moveTo>
                    <a:pt x="0" y="0"/>
                  </a:moveTo>
                  <a:lnTo>
                    <a:pt x="571500" y="0"/>
                  </a:lnTo>
                  <a:lnTo>
                    <a:pt x="571500" y="47625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844" name="图形 259">
              <a:extLst>
                <a:ext uri="{FF2B5EF4-FFF2-40B4-BE49-F238E27FC236}">
                  <a16:creationId xmlns:a16="http://schemas.microsoft.com/office/drawing/2014/main" id="{0BE4E8B9-2BD7-4B0C-1447-A22D0D892DCC}"/>
                </a:ext>
              </a:extLst>
            </p:cNvPr>
            <p:cNvGrpSpPr/>
            <p:nvPr/>
          </p:nvGrpSpPr>
          <p:grpSpPr>
            <a:xfrm>
              <a:off x="8062023" y="3053429"/>
              <a:ext cx="1132332" cy="66675"/>
              <a:chOff x="7948612" y="3053429"/>
              <a:chExt cx="1132332" cy="66675"/>
            </a:xfrm>
          </p:grpSpPr>
          <p:sp>
            <p:nvSpPr>
              <p:cNvPr id="861" name="任意多边形: 形状 860">
                <a:extLst>
                  <a:ext uri="{FF2B5EF4-FFF2-40B4-BE49-F238E27FC236}">
                    <a16:creationId xmlns:a16="http://schemas.microsoft.com/office/drawing/2014/main" id="{A2C175EB-7E06-674B-AABB-58B5EB8D752D}"/>
                  </a:ext>
                </a:extLst>
              </p:cNvPr>
              <p:cNvSpPr/>
              <p:nvPr/>
            </p:nvSpPr>
            <p:spPr>
              <a:xfrm>
                <a:off x="7948612" y="3086576"/>
                <a:ext cx="1082325" cy="9048"/>
              </a:xfrm>
              <a:custGeom>
                <a:avLst/>
                <a:gdLst>
                  <a:gd name="connsiteX0" fmla="*/ 0 w 1082325"/>
                  <a:gd name="connsiteY0" fmla="*/ 9049 h 9048"/>
                  <a:gd name="connsiteX1" fmla="*/ 1082326 w 1082325"/>
                  <a:gd name="connsiteY1" fmla="*/ 0 h 9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2325" h="9048">
                    <a:moveTo>
                      <a:pt x="0" y="9049"/>
                    </a:moveTo>
                    <a:lnTo>
                      <a:pt x="1082326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2" name="任意多边形: 形状 861">
                <a:extLst>
                  <a:ext uri="{FF2B5EF4-FFF2-40B4-BE49-F238E27FC236}">
                    <a16:creationId xmlns:a16="http://schemas.microsoft.com/office/drawing/2014/main" id="{3177A9D4-8BB9-5C2E-D37C-E1D64B915EA3}"/>
                  </a:ext>
                </a:extLst>
              </p:cNvPr>
              <p:cNvSpPr/>
              <p:nvPr/>
            </p:nvSpPr>
            <p:spPr>
              <a:xfrm>
                <a:off x="9013983" y="3053429"/>
                <a:ext cx="66961" cy="66675"/>
              </a:xfrm>
              <a:custGeom>
                <a:avLst/>
                <a:gdLst>
                  <a:gd name="connsiteX0" fmla="*/ 66961 w 66961"/>
                  <a:gd name="connsiteY0" fmla="*/ 32766 h 66675"/>
                  <a:gd name="connsiteX1" fmla="*/ 571 w 66961"/>
                  <a:gd name="connsiteY1" fmla="*/ 66675 h 66675"/>
                  <a:gd name="connsiteX2" fmla="*/ 16955 w 66961"/>
                  <a:gd name="connsiteY2" fmla="*/ 33147 h 66675"/>
                  <a:gd name="connsiteX3" fmla="*/ 0 w 66961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961" h="66675">
                    <a:moveTo>
                      <a:pt x="66961" y="32766"/>
                    </a:moveTo>
                    <a:lnTo>
                      <a:pt x="571" y="66675"/>
                    </a:lnTo>
                    <a:lnTo>
                      <a:pt x="16955" y="331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45" name="图形 259">
              <a:extLst>
                <a:ext uri="{FF2B5EF4-FFF2-40B4-BE49-F238E27FC236}">
                  <a16:creationId xmlns:a16="http://schemas.microsoft.com/office/drawing/2014/main" id="{46BFDC2A-18BF-D4BE-473E-DBB9256E3BE0}"/>
                </a:ext>
              </a:extLst>
            </p:cNvPr>
            <p:cNvGrpSpPr/>
            <p:nvPr/>
          </p:nvGrpSpPr>
          <p:grpSpPr>
            <a:xfrm>
              <a:off x="8204898" y="3671697"/>
              <a:ext cx="894207" cy="66675"/>
              <a:chOff x="8091487" y="3671697"/>
              <a:chExt cx="894207" cy="66675"/>
            </a:xfrm>
          </p:grpSpPr>
          <p:sp>
            <p:nvSpPr>
              <p:cNvPr id="859" name="任意多边形: 形状 858">
                <a:extLst>
                  <a:ext uri="{FF2B5EF4-FFF2-40B4-BE49-F238E27FC236}">
                    <a16:creationId xmlns:a16="http://schemas.microsoft.com/office/drawing/2014/main" id="{FF330358-B7D7-D93C-7DA0-DD6D314EAC95}"/>
                  </a:ext>
                </a:extLst>
              </p:cNvPr>
              <p:cNvSpPr/>
              <p:nvPr/>
            </p:nvSpPr>
            <p:spPr>
              <a:xfrm>
                <a:off x="8091487" y="3703319"/>
                <a:ext cx="844200" cy="1809"/>
              </a:xfrm>
              <a:custGeom>
                <a:avLst/>
                <a:gdLst>
                  <a:gd name="connsiteX0" fmla="*/ 0 w 844200"/>
                  <a:gd name="connsiteY0" fmla="*/ 0 h 1809"/>
                  <a:gd name="connsiteX1" fmla="*/ 844201 w 844200"/>
                  <a:gd name="connsiteY1" fmla="*/ 1810 h 1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44200" h="1809">
                    <a:moveTo>
                      <a:pt x="0" y="0"/>
                    </a:moveTo>
                    <a:lnTo>
                      <a:pt x="844201" y="181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0" name="任意多边形: 形状 859">
                <a:extLst>
                  <a:ext uri="{FF2B5EF4-FFF2-40B4-BE49-F238E27FC236}">
                    <a16:creationId xmlns:a16="http://schemas.microsoft.com/office/drawing/2014/main" id="{1383F163-7FAE-2DFD-11D9-C7A0274A883D}"/>
                  </a:ext>
                </a:extLst>
              </p:cNvPr>
              <p:cNvSpPr/>
              <p:nvPr/>
            </p:nvSpPr>
            <p:spPr>
              <a:xfrm>
                <a:off x="8918923" y="3671697"/>
                <a:ext cx="66770" cy="66675"/>
              </a:xfrm>
              <a:custGeom>
                <a:avLst/>
                <a:gdLst>
                  <a:gd name="connsiteX0" fmla="*/ 66770 w 66770"/>
                  <a:gd name="connsiteY0" fmla="*/ 33528 h 66675"/>
                  <a:gd name="connsiteX1" fmla="*/ 0 w 66770"/>
                  <a:gd name="connsiteY1" fmla="*/ 66675 h 66675"/>
                  <a:gd name="connsiteX2" fmla="*/ 16764 w 66770"/>
                  <a:gd name="connsiteY2" fmla="*/ 33433 h 66675"/>
                  <a:gd name="connsiteX3" fmla="*/ 191 w 66770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770" h="66675">
                    <a:moveTo>
                      <a:pt x="66770" y="33528"/>
                    </a:moveTo>
                    <a:lnTo>
                      <a:pt x="0" y="66675"/>
                    </a:lnTo>
                    <a:lnTo>
                      <a:pt x="16764" y="3343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46" name="图形 259">
              <a:extLst>
                <a:ext uri="{FF2B5EF4-FFF2-40B4-BE49-F238E27FC236}">
                  <a16:creationId xmlns:a16="http://schemas.microsoft.com/office/drawing/2014/main" id="{FD36FAE6-974F-7B40-B1A4-CD31402BD403}"/>
                </a:ext>
              </a:extLst>
            </p:cNvPr>
            <p:cNvGrpSpPr/>
            <p:nvPr/>
          </p:nvGrpSpPr>
          <p:grpSpPr>
            <a:xfrm>
              <a:off x="8204898" y="3671887"/>
              <a:ext cx="894207" cy="471487"/>
              <a:chOff x="8091487" y="3671887"/>
              <a:chExt cx="894207" cy="471487"/>
            </a:xfrm>
          </p:grpSpPr>
          <p:sp>
            <p:nvSpPr>
              <p:cNvPr id="857" name="任意多边形: 形状 856">
                <a:extLst>
                  <a:ext uri="{FF2B5EF4-FFF2-40B4-BE49-F238E27FC236}">
                    <a16:creationId xmlns:a16="http://schemas.microsoft.com/office/drawing/2014/main" id="{A718D047-91C2-7C76-BAA0-C695A9D63132}"/>
                  </a:ext>
                </a:extLst>
              </p:cNvPr>
              <p:cNvSpPr/>
              <p:nvPr/>
            </p:nvSpPr>
            <p:spPr>
              <a:xfrm>
                <a:off x="8091487" y="3705225"/>
                <a:ext cx="844200" cy="438150"/>
              </a:xfrm>
              <a:custGeom>
                <a:avLst/>
                <a:gdLst>
                  <a:gd name="connsiteX0" fmla="*/ 0 w 844200"/>
                  <a:gd name="connsiteY0" fmla="*/ 438150 h 438150"/>
                  <a:gd name="connsiteX1" fmla="*/ 142875 w 844200"/>
                  <a:gd name="connsiteY1" fmla="*/ 438150 h 438150"/>
                  <a:gd name="connsiteX2" fmla="*/ 142875 w 844200"/>
                  <a:gd name="connsiteY2" fmla="*/ 0 h 438150"/>
                  <a:gd name="connsiteX3" fmla="*/ 844201 w 844200"/>
                  <a:gd name="connsiteY3" fmla="*/ 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4200" h="438150">
                    <a:moveTo>
                      <a:pt x="0" y="438150"/>
                    </a:moveTo>
                    <a:lnTo>
                      <a:pt x="142875" y="438150"/>
                    </a:lnTo>
                    <a:lnTo>
                      <a:pt x="142875" y="0"/>
                    </a:lnTo>
                    <a:lnTo>
                      <a:pt x="844201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8" name="任意多边形: 形状 857">
                <a:extLst>
                  <a:ext uri="{FF2B5EF4-FFF2-40B4-BE49-F238E27FC236}">
                    <a16:creationId xmlns:a16="http://schemas.microsoft.com/office/drawing/2014/main" id="{528D1DE5-9E55-1BEF-D106-41B889946574}"/>
                  </a:ext>
                </a:extLst>
              </p:cNvPr>
              <p:cNvSpPr/>
              <p:nvPr/>
            </p:nvSpPr>
            <p:spPr>
              <a:xfrm>
                <a:off x="8919019" y="3671887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847" name="任意多边形: 形状 846">
              <a:extLst>
                <a:ext uri="{FF2B5EF4-FFF2-40B4-BE49-F238E27FC236}">
                  <a16:creationId xmlns:a16="http://schemas.microsoft.com/office/drawing/2014/main" id="{6DD67FD8-8BBE-B32A-99AB-A50A437BD613}"/>
                </a:ext>
              </a:extLst>
            </p:cNvPr>
            <p:cNvSpPr/>
            <p:nvPr/>
          </p:nvSpPr>
          <p:spPr>
            <a:xfrm>
              <a:off x="8062023" y="4748212"/>
              <a:ext cx="571500" cy="476250"/>
            </a:xfrm>
            <a:custGeom>
              <a:avLst/>
              <a:gdLst>
                <a:gd name="connsiteX0" fmla="*/ 0 w 571500"/>
                <a:gd name="connsiteY0" fmla="*/ 0 h 476250"/>
                <a:gd name="connsiteX1" fmla="*/ 571500 w 571500"/>
                <a:gd name="connsiteY1" fmla="*/ 0 h 476250"/>
                <a:gd name="connsiteX2" fmla="*/ 571500 w 571500"/>
                <a:gd name="connsiteY2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00" h="476250">
                  <a:moveTo>
                    <a:pt x="0" y="0"/>
                  </a:moveTo>
                  <a:lnTo>
                    <a:pt x="571500" y="0"/>
                  </a:lnTo>
                  <a:lnTo>
                    <a:pt x="571500" y="47625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848" name="图形 259">
              <a:extLst>
                <a:ext uri="{FF2B5EF4-FFF2-40B4-BE49-F238E27FC236}">
                  <a16:creationId xmlns:a16="http://schemas.microsoft.com/office/drawing/2014/main" id="{3D27465F-1150-A879-0A41-5B4E46FA9A14}"/>
                </a:ext>
              </a:extLst>
            </p:cNvPr>
            <p:cNvGrpSpPr/>
            <p:nvPr/>
          </p:nvGrpSpPr>
          <p:grpSpPr>
            <a:xfrm>
              <a:off x="8062023" y="5182266"/>
              <a:ext cx="1132332" cy="66675"/>
              <a:chOff x="7948612" y="5182266"/>
              <a:chExt cx="1132332" cy="66675"/>
            </a:xfrm>
          </p:grpSpPr>
          <p:sp>
            <p:nvSpPr>
              <p:cNvPr id="855" name="任意多边形: 形状 854">
                <a:extLst>
                  <a:ext uri="{FF2B5EF4-FFF2-40B4-BE49-F238E27FC236}">
                    <a16:creationId xmlns:a16="http://schemas.microsoft.com/office/drawing/2014/main" id="{73404AD0-B6F9-DD67-BDF0-86EC1B7E56DD}"/>
                  </a:ext>
                </a:extLst>
              </p:cNvPr>
              <p:cNvSpPr/>
              <p:nvPr/>
            </p:nvSpPr>
            <p:spPr>
              <a:xfrm>
                <a:off x="7948612" y="5215413"/>
                <a:ext cx="1082325" cy="9048"/>
              </a:xfrm>
              <a:custGeom>
                <a:avLst/>
                <a:gdLst>
                  <a:gd name="connsiteX0" fmla="*/ 0 w 1082325"/>
                  <a:gd name="connsiteY0" fmla="*/ 9049 h 9048"/>
                  <a:gd name="connsiteX1" fmla="*/ 1082326 w 1082325"/>
                  <a:gd name="connsiteY1" fmla="*/ 0 h 9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2325" h="9048">
                    <a:moveTo>
                      <a:pt x="0" y="9049"/>
                    </a:moveTo>
                    <a:lnTo>
                      <a:pt x="1082326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6" name="任意多边形: 形状 855">
                <a:extLst>
                  <a:ext uri="{FF2B5EF4-FFF2-40B4-BE49-F238E27FC236}">
                    <a16:creationId xmlns:a16="http://schemas.microsoft.com/office/drawing/2014/main" id="{3B229B1C-617B-D157-91F4-BA19BB8B53D4}"/>
                  </a:ext>
                </a:extLst>
              </p:cNvPr>
              <p:cNvSpPr/>
              <p:nvPr/>
            </p:nvSpPr>
            <p:spPr>
              <a:xfrm>
                <a:off x="9013983" y="5182266"/>
                <a:ext cx="66961" cy="66675"/>
              </a:xfrm>
              <a:custGeom>
                <a:avLst/>
                <a:gdLst>
                  <a:gd name="connsiteX0" fmla="*/ 66961 w 66961"/>
                  <a:gd name="connsiteY0" fmla="*/ 32766 h 66675"/>
                  <a:gd name="connsiteX1" fmla="*/ 571 w 66961"/>
                  <a:gd name="connsiteY1" fmla="*/ 66675 h 66675"/>
                  <a:gd name="connsiteX2" fmla="*/ 16955 w 66961"/>
                  <a:gd name="connsiteY2" fmla="*/ 33147 h 66675"/>
                  <a:gd name="connsiteX3" fmla="*/ 0 w 66961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961" h="66675">
                    <a:moveTo>
                      <a:pt x="66961" y="32766"/>
                    </a:moveTo>
                    <a:lnTo>
                      <a:pt x="571" y="66675"/>
                    </a:lnTo>
                    <a:lnTo>
                      <a:pt x="16955" y="331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49" name="图形 259">
              <a:extLst>
                <a:ext uri="{FF2B5EF4-FFF2-40B4-BE49-F238E27FC236}">
                  <a16:creationId xmlns:a16="http://schemas.microsoft.com/office/drawing/2014/main" id="{2D98B271-E7D2-3258-5590-63FC8B4ADE56}"/>
                </a:ext>
              </a:extLst>
            </p:cNvPr>
            <p:cNvGrpSpPr/>
            <p:nvPr/>
          </p:nvGrpSpPr>
          <p:grpSpPr>
            <a:xfrm>
              <a:off x="8204898" y="5800534"/>
              <a:ext cx="894207" cy="66675"/>
              <a:chOff x="8091487" y="5800534"/>
              <a:chExt cx="894207" cy="66675"/>
            </a:xfrm>
          </p:grpSpPr>
          <p:sp>
            <p:nvSpPr>
              <p:cNvPr id="853" name="任意多边形: 形状 852">
                <a:extLst>
                  <a:ext uri="{FF2B5EF4-FFF2-40B4-BE49-F238E27FC236}">
                    <a16:creationId xmlns:a16="http://schemas.microsoft.com/office/drawing/2014/main" id="{11013A0E-4B63-AE9C-63F6-9ADC2390D739}"/>
                  </a:ext>
                </a:extLst>
              </p:cNvPr>
              <p:cNvSpPr/>
              <p:nvPr/>
            </p:nvSpPr>
            <p:spPr>
              <a:xfrm>
                <a:off x="8091487" y="5832157"/>
                <a:ext cx="844200" cy="1809"/>
              </a:xfrm>
              <a:custGeom>
                <a:avLst/>
                <a:gdLst>
                  <a:gd name="connsiteX0" fmla="*/ 0 w 844200"/>
                  <a:gd name="connsiteY0" fmla="*/ 0 h 1809"/>
                  <a:gd name="connsiteX1" fmla="*/ 844201 w 844200"/>
                  <a:gd name="connsiteY1" fmla="*/ 1810 h 1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44200" h="1809">
                    <a:moveTo>
                      <a:pt x="0" y="0"/>
                    </a:moveTo>
                    <a:lnTo>
                      <a:pt x="844201" y="181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4" name="任意多边形: 形状 853">
                <a:extLst>
                  <a:ext uri="{FF2B5EF4-FFF2-40B4-BE49-F238E27FC236}">
                    <a16:creationId xmlns:a16="http://schemas.microsoft.com/office/drawing/2014/main" id="{104560E3-2398-37CB-93DC-1E47E024F98B}"/>
                  </a:ext>
                </a:extLst>
              </p:cNvPr>
              <p:cNvSpPr/>
              <p:nvPr/>
            </p:nvSpPr>
            <p:spPr>
              <a:xfrm>
                <a:off x="8918923" y="5800534"/>
                <a:ext cx="66770" cy="66675"/>
              </a:xfrm>
              <a:custGeom>
                <a:avLst/>
                <a:gdLst>
                  <a:gd name="connsiteX0" fmla="*/ 66770 w 66770"/>
                  <a:gd name="connsiteY0" fmla="*/ 33528 h 66675"/>
                  <a:gd name="connsiteX1" fmla="*/ 0 w 66770"/>
                  <a:gd name="connsiteY1" fmla="*/ 66675 h 66675"/>
                  <a:gd name="connsiteX2" fmla="*/ 16764 w 66770"/>
                  <a:gd name="connsiteY2" fmla="*/ 33433 h 66675"/>
                  <a:gd name="connsiteX3" fmla="*/ 191 w 66770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770" h="66675">
                    <a:moveTo>
                      <a:pt x="66770" y="33528"/>
                    </a:moveTo>
                    <a:lnTo>
                      <a:pt x="0" y="66675"/>
                    </a:lnTo>
                    <a:lnTo>
                      <a:pt x="16764" y="3343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50" name="图形 259">
              <a:extLst>
                <a:ext uri="{FF2B5EF4-FFF2-40B4-BE49-F238E27FC236}">
                  <a16:creationId xmlns:a16="http://schemas.microsoft.com/office/drawing/2014/main" id="{0B2CB9C5-BD77-E8C8-D45D-F7154613185B}"/>
                </a:ext>
              </a:extLst>
            </p:cNvPr>
            <p:cNvGrpSpPr/>
            <p:nvPr/>
          </p:nvGrpSpPr>
          <p:grpSpPr>
            <a:xfrm>
              <a:off x="8204898" y="5800725"/>
              <a:ext cx="894207" cy="471487"/>
              <a:chOff x="8091487" y="5800725"/>
              <a:chExt cx="894207" cy="471487"/>
            </a:xfrm>
          </p:grpSpPr>
          <p:sp>
            <p:nvSpPr>
              <p:cNvPr id="851" name="任意多边形: 形状 850">
                <a:extLst>
                  <a:ext uri="{FF2B5EF4-FFF2-40B4-BE49-F238E27FC236}">
                    <a16:creationId xmlns:a16="http://schemas.microsoft.com/office/drawing/2014/main" id="{D9D79BBB-321C-F108-65F7-FF9D664CA2AA}"/>
                  </a:ext>
                </a:extLst>
              </p:cNvPr>
              <p:cNvSpPr/>
              <p:nvPr/>
            </p:nvSpPr>
            <p:spPr>
              <a:xfrm>
                <a:off x="8091487" y="5834062"/>
                <a:ext cx="844200" cy="438150"/>
              </a:xfrm>
              <a:custGeom>
                <a:avLst/>
                <a:gdLst>
                  <a:gd name="connsiteX0" fmla="*/ 0 w 844200"/>
                  <a:gd name="connsiteY0" fmla="*/ 438150 h 438150"/>
                  <a:gd name="connsiteX1" fmla="*/ 142875 w 844200"/>
                  <a:gd name="connsiteY1" fmla="*/ 438150 h 438150"/>
                  <a:gd name="connsiteX2" fmla="*/ 142875 w 844200"/>
                  <a:gd name="connsiteY2" fmla="*/ 0 h 438150"/>
                  <a:gd name="connsiteX3" fmla="*/ 844201 w 844200"/>
                  <a:gd name="connsiteY3" fmla="*/ 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4200" h="438150">
                    <a:moveTo>
                      <a:pt x="0" y="438150"/>
                    </a:moveTo>
                    <a:lnTo>
                      <a:pt x="142875" y="438150"/>
                    </a:lnTo>
                    <a:lnTo>
                      <a:pt x="142875" y="0"/>
                    </a:lnTo>
                    <a:lnTo>
                      <a:pt x="844201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2" name="任意多边形: 形状 851">
                <a:extLst>
                  <a:ext uri="{FF2B5EF4-FFF2-40B4-BE49-F238E27FC236}">
                    <a16:creationId xmlns:a16="http://schemas.microsoft.com/office/drawing/2014/main" id="{84947C94-D4EA-5B6F-54BC-0629E16F50B8}"/>
                  </a:ext>
                </a:extLst>
              </p:cNvPr>
              <p:cNvSpPr/>
              <p:nvPr/>
            </p:nvSpPr>
            <p:spPr>
              <a:xfrm>
                <a:off x="8919019" y="5800725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889" name="图片 888">
            <a:extLst>
              <a:ext uri="{FF2B5EF4-FFF2-40B4-BE49-F238E27FC236}">
                <a16:creationId xmlns:a16="http://schemas.microsoft.com/office/drawing/2014/main" id="{78511DBA-5B23-9818-3CDD-0A6B86C18CD3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536708" y="2786087"/>
            <a:ext cx="5582513" cy="70486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90" name="图片 889">
            <a:extLst>
              <a:ext uri="{FF2B5EF4-FFF2-40B4-BE49-F238E27FC236}">
                <a16:creationId xmlns:a16="http://schemas.microsoft.com/office/drawing/2014/main" id="{30EFD897-CE02-2284-7080-78EE0357FD09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365102" y="2865865"/>
            <a:ext cx="6661415" cy="59607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91" name="图片 890">
            <a:extLst>
              <a:ext uri="{FF2B5EF4-FFF2-40B4-BE49-F238E27FC236}">
                <a16:creationId xmlns:a16="http://schemas.microsoft.com/office/drawing/2014/main" id="{4E60256F-4069-549A-2FD5-231C296A8E01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178920" y="2846310"/>
            <a:ext cx="5638527" cy="686268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892" name="组合 891">
            <a:extLst>
              <a:ext uri="{FF2B5EF4-FFF2-40B4-BE49-F238E27FC236}">
                <a16:creationId xmlns:a16="http://schemas.microsoft.com/office/drawing/2014/main" id="{1C9D4CEA-A10D-595E-B222-F80D587BA60A}"/>
              </a:ext>
            </a:extLst>
          </p:cNvPr>
          <p:cNvGrpSpPr/>
          <p:nvPr/>
        </p:nvGrpSpPr>
        <p:grpSpPr>
          <a:xfrm>
            <a:off x="8034338" y="752474"/>
            <a:ext cx="952500" cy="5438775"/>
            <a:chOff x="8062023" y="881062"/>
            <a:chExt cx="952500" cy="5438775"/>
          </a:xfrm>
        </p:grpSpPr>
        <p:grpSp>
          <p:nvGrpSpPr>
            <p:cNvPr id="893" name="图形 259">
              <a:extLst>
                <a:ext uri="{FF2B5EF4-FFF2-40B4-BE49-F238E27FC236}">
                  <a16:creationId xmlns:a16="http://schemas.microsoft.com/office/drawing/2014/main" id="{3907F5CB-6F76-4317-E4DE-B90F91D3087A}"/>
                </a:ext>
              </a:extLst>
            </p:cNvPr>
            <p:cNvGrpSpPr/>
            <p:nvPr/>
          </p:nvGrpSpPr>
          <p:grpSpPr>
            <a:xfrm>
              <a:off x="8062023" y="881062"/>
              <a:ext cx="762000" cy="2128837"/>
              <a:chOff x="7948612" y="881062"/>
              <a:chExt cx="762000" cy="2128837"/>
            </a:xfrm>
          </p:grpSpPr>
          <p:sp>
            <p:nvSpPr>
              <p:cNvPr id="903" name="任意多边形: 形状 902">
                <a:extLst>
                  <a:ext uri="{FF2B5EF4-FFF2-40B4-BE49-F238E27FC236}">
                    <a16:creationId xmlns:a16="http://schemas.microsoft.com/office/drawing/2014/main" id="{25E11CEF-A0AD-7797-08B6-753A20B34367}"/>
                  </a:ext>
                </a:extLst>
              </p:cNvPr>
              <p:cNvSpPr/>
              <p:nvPr/>
            </p:nvSpPr>
            <p:spPr>
              <a:xfrm>
                <a:off x="7948612" y="914400"/>
                <a:ext cx="762000" cy="2095500"/>
              </a:xfrm>
              <a:custGeom>
                <a:avLst/>
                <a:gdLst>
                  <a:gd name="connsiteX0" fmla="*/ 0 w 762000"/>
                  <a:gd name="connsiteY0" fmla="*/ 2095500 h 2095500"/>
                  <a:gd name="connsiteX1" fmla="*/ 762000 w 762000"/>
                  <a:gd name="connsiteY1" fmla="*/ 2095500 h 2095500"/>
                  <a:gd name="connsiteX2" fmla="*/ 762000 w 762000"/>
                  <a:gd name="connsiteY2" fmla="*/ 0 h 2095500"/>
                  <a:gd name="connsiteX3" fmla="*/ 60674 w 762000"/>
                  <a:gd name="connsiteY3" fmla="*/ 0 h 2095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0" h="2095500">
                    <a:moveTo>
                      <a:pt x="0" y="2095500"/>
                    </a:moveTo>
                    <a:lnTo>
                      <a:pt x="762000" y="2095500"/>
                    </a:lnTo>
                    <a:lnTo>
                      <a:pt x="762000" y="0"/>
                    </a:lnTo>
                    <a:lnTo>
                      <a:pt x="60674" y="0"/>
                    </a:lnTo>
                  </a:path>
                </a:pathLst>
              </a:custGeom>
              <a:noFill/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04" name="任意多边形: 形状 903">
                <a:extLst>
                  <a:ext uri="{FF2B5EF4-FFF2-40B4-BE49-F238E27FC236}">
                    <a16:creationId xmlns:a16="http://schemas.microsoft.com/office/drawing/2014/main" id="{6F36FB0E-8E8B-1EFD-3A5D-B68644DCCCCC}"/>
                  </a:ext>
                </a:extLst>
              </p:cNvPr>
              <p:cNvSpPr/>
              <p:nvPr/>
            </p:nvSpPr>
            <p:spPr>
              <a:xfrm>
                <a:off x="7959279" y="881062"/>
                <a:ext cx="66675" cy="66675"/>
              </a:xfrm>
              <a:custGeom>
                <a:avLst/>
                <a:gdLst>
                  <a:gd name="connsiteX0" fmla="*/ 0 w 66675"/>
                  <a:gd name="connsiteY0" fmla="*/ 33338 h 66675"/>
                  <a:gd name="connsiteX1" fmla="*/ 66675 w 66675"/>
                  <a:gd name="connsiteY1" fmla="*/ 0 h 66675"/>
                  <a:gd name="connsiteX2" fmla="*/ 50006 w 66675"/>
                  <a:gd name="connsiteY2" fmla="*/ 33338 h 66675"/>
                  <a:gd name="connsiteX3" fmla="*/ 66675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66675" y="0"/>
                    </a:lnTo>
                    <a:lnTo>
                      <a:pt x="50006" y="33338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00FF00"/>
              </a:solidFill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94" name="图形 259">
              <a:extLst>
                <a:ext uri="{FF2B5EF4-FFF2-40B4-BE49-F238E27FC236}">
                  <a16:creationId xmlns:a16="http://schemas.microsoft.com/office/drawing/2014/main" id="{EB249012-41CE-0226-15EF-47484B69D8D8}"/>
                </a:ext>
              </a:extLst>
            </p:cNvPr>
            <p:cNvGrpSpPr/>
            <p:nvPr/>
          </p:nvGrpSpPr>
          <p:grpSpPr>
            <a:xfrm>
              <a:off x="8204898" y="2118741"/>
              <a:ext cx="809625" cy="1957958"/>
              <a:chOff x="8091487" y="2118741"/>
              <a:chExt cx="809625" cy="1957958"/>
            </a:xfrm>
          </p:grpSpPr>
          <p:sp>
            <p:nvSpPr>
              <p:cNvPr id="901" name="任意多边形: 形状 900">
                <a:extLst>
                  <a:ext uri="{FF2B5EF4-FFF2-40B4-BE49-F238E27FC236}">
                    <a16:creationId xmlns:a16="http://schemas.microsoft.com/office/drawing/2014/main" id="{6141715B-36CD-55AA-AA0A-F2997122C8B0}"/>
                  </a:ext>
                </a:extLst>
              </p:cNvPr>
              <p:cNvSpPr/>
              <p:nvPr/>
            </p:nvSpPr>
            <p:spPr>
              <a:xfrm>
                <a:off x="8091487" y="2152078"/>
                <a:ext cx="809625" cy="1924621"/>
              </a:xfrm>
              <a:custGeom>
                <a:avLst/>
                <a:gdLst>
                  <a:gd name="connsiteX0" fmla="*/ 0 w 809625"/>
                  <a:gd name="connsiteY0" fmla="*/ 1919859 h 1924621"/>
                  <a:gd name="connsiteX1" fmla="*/ 809625 w 809625"/>
                  <a:gd name="connsiteY1" fmla="*/ 1924622 h 1924621"/>
                  <a:gd name="connsiteX2" fmla="*/ 809625 w 809625"/>
                  <a:gd name="connsiteY2" fmla="*/ 876872 h 1924621"/>
                  <a:gd name="connsiteX3" fmla="*/ 809625 w 809625"/>
                  <a:gd name="connsiteY3" fmla="*/ 571 h 1924621"/>
                  <a:gd name="connsiteX4" fmla="*/ 56007 w 809625"/>
                  <a:gd name="connsiteY4" fmla="*/ 0 h 1924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9625" h="1924621">
                    <a:moveTo>
                      <a:pt x="0" y="1919859"/>
                    </a:moveTo>
                    <a:lnTo>
                      <a:pt x="809625" y="1924622"/>
                    </a:lnTo>
                    <a:lnTo>
                      <a:pt x="809625" y="876872"/>
                    </a:lnTo>
                    <a:lnTo>
                      <a:pt x="809625" y="571"/>
                    </a:lnTo>
                    <a:lnTo>
                      <a:pt x="56007" y="0"/>
                    </a:lnTo>
                  </a:path>
                </a:pathLst>
              </a:custGeom>
              <a:noFill/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02" name="任意多边形: 形状 901">
                <a:extLst>
                  <a:ext uri="{FF2B5EF4-FFF2-40B4-BE49-F238E27FC236}">
                    <a16:creationId xmlns:a16="http://schemas.microsoft.com/office/drawing/2014/main" id="{022031A3-C089-863A-E3B1-A1F0A60ACDF8}"/>
                  </a:ext>
                </a:extLst>
              </p:cNvPr>
              <p:cNvSpPr/>
              <p:nvPr/>
            </p:nvSpPr>
            <p:spPr>
              <a:xfrm>
                <a:off x="8097487" y="2118741"/>
                <a:ext cx="66675" cy="66675"/>
              </a:xfrm>
              <a:custGeom>
                <a:avLst/>
                <a:gdLst>
                  <a:gd name="connsiteX0" fmla="*/ 0 w 66675"/>
                  <a:gd name="connsiteY0" fmla="*/ 33242 h 66675"/>
                  <a:gd name="connsiteX1" fmla="*/ 66675 w 66675"/>
                  <a:gd name="connsiteY1" fmla="*/ 0 h 66675"/>
                  <a:gd name="connsiteX2" fmla="*/ 50006 w 66675"/>
                  <a:gd name="connsiteY2" fmla="*/ 33338 h 66675"/>
                  <a:gd name="connsiteX3" fmla="*/ 66675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0" y="33242"/>
                    </a:moveTo>
                    <a:lnTo>
                      <a:pt x="66675" y="0"/>
                    </a:lnTo>
                    <a:lnTo>
                      <a:pt x="50006" y="33338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00FF00"/>
              </a:solidFill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95" name="图形 259">
              <a:extLst>
                <a:ext uri="{FF2B5EF4-FFF2-40B4-BE49-F238E27FC236}">
                  <a16:creationId xmlns:a16="http://schemas.microsoft.com/office/drawing/2014/main" id="{2F551B12-894F-BB56-4EFD-E404851B798D}"/>
                </a:ext>
              </a:extLst>
            </p:cNvPr>
            <p:cNvGrpSpPr/>
            <p:nvPr/>
          </p:nvGrpSpPr>
          <p:grpSpPr>
            <a:xfrm>
              <a:off x="8062023" y="3167062"/>
              <a:ext cx="762000" cy="2128837"/>
              <a:chOff x="7948612" y="3167062"/>
              <a:chExt cx="762000" cy="2128837"/>
            </a:xfrm>
          </p:grpSpPr>
          <p:sp>
            <p:nvSpPr>
              <p:cNvPr id="899" name="任意多边形: 形状 898">
                <a:extLst>
                  <a:ext uri="{FF2B5EF4-FFF2-40B4-BE49-F238E27FC236}">
                    <a16:creationId xmlns:a16="http://schemas.microsoft.com/office/drawing/2014/main" id="{55963F36-491D-5FCE-37CE-12535D354761}"/>
                  </a:ext>
                </a:extLst>
              </p:cNvPr>
              <p:cNvSpPr/>
              <p:nvPr/>
            </p:nvSpPr>
            <p:spPr>
              <a:xfrm>
                <a:off x="7948612" y="3200400"/>
                <a:ext cx="762000" cy="2095500"/>
              </a:xfrm>
              <a:custGeom>
                <a:avLst/>
                <a:gdLst>
                  <a:gd name="connsiteX0" fmla="*/ 0 w 762000"/>
                  <a:gd name="connsiteY0" fmla="*/ 2095500 h 2095500"/>
                  <a:gd name="connsiteX1" fmla="*/ 762000 w 762000"/>
                  <a:gd name="connsiteY1" fmla="*/ 2095500 h 2095500"/>
                  <a:gd name="connsiteX2" fmla="*/ 762000 w 762000"/>
                  <a:gd name="connsiteY2" fmla="*/ 0 h 2095500"/>
                  <a:gd name="connsiteX3" fmla="*/ 60674 w 762000"/>
                  <a:gd name="connsiteY3" fmla="*/ 0 h 2095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0" h="2095500">
                    <a:moveTo>
                      <a:pt x="0" y="2095500"/>
                    </a:moveTo>
                    <a:lnTo>
                      <a:pt x="762000" y="2095500"/>
                    </a:lnTo>
                    <a:lnTo>
                      <a:pt x="762000" y="0"/>
                    </a:lnTo>
                    <a:lnTo>
                      <a:pt x="60674" y="0"/>
                    </a:lnTo>
                  </a:path>
                </a:pathLst>
              </a:custGeom>
              <a:noFill/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00" name="任意多边形: 形状 899">
                <a:extLst>
                  <a:ext uri="{FF2B5EF4-FFF2-40B4-BE49-F238E27FC236}">
                    <a16:creationId xmlns:a16="http://schemas.microsoft.com/office/drawing/2014/main" id="{2FD0D5FF-2387-BCE1-04F6-3D86533EEAA4}"/>
                  </a:ext>
                </a:extLst>
              </p:cNvPr>
              <p:cNvSpPr/>
              <p:nvPr/>
            </p:nvSpPr>
            <p:spPr>
              <a:xfrm>
                <a:off x="7959279" y="3167062"/>
                <a:ext cx="66675" cy="66675"/>
              </a:xfrm>
              <a:custGeom>
                <a:avLst/>
                <a:gdLst>
                  <a:gd name="connsiteX0" fmla="*/ 0 w 66675"/>
                  <a:gd name="connsiteY0" fmla="*/ 33338 h 66675"/>
                  <a:gd name="connsiteX1" fmla="*/ 66675 w 66675"/>
                  <a:gd name="connsiteY1" fmla="*/ 0 h 66675"/>
                  <a:gd name="connsiteX2" fmla="*/ 50006 w 66675"/>
                  <a:gd name="connsiteY2" fmla="*/ 33338 h 66675"/>
                  <a:gd name="connsiteX3" fmla="*/ 66675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66675" y="0"/>
                    </a:lnTo>
                    <a:lnTo>
                      <a:pt x="50006" y="33338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00FF00"/>
              </a:solidFill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96" name="图形 259">
              <a:extLst>
                <a:ext uri="{FF2B5EF4-FFF2-40B4-BE49-F238E27FC236}">
                  <a16:creationId xmlns:a16="http://schemas.microsoft.com/office/drawing/2014/main" id="{7FDBF266-D87B-2B58-01DC-9503C843D040}"/>
                </a:ext>
              </a:extLst>
            </p:cNvPr>
            <p:cNvGrpSpPr/>
            <p:nvPr/>
          </p:nvGrpSpPr>
          <p:grpSpPr>
            <a:xfrm>
              <a:off x="8204898" y="4195286"/>
              <a:ext cx="809625" cy="2124551"/>
              <a:chOff x="8091487" y="4195286"/>
              <a:chExt cx="809625" cy="2124551"/>
            </a:xfrm>
          </p:grpSpPr>
          <p:sp>
            <p:nvSpPr>
              <p:cNvPr id="897" name="任意多边形: 形状 896">
                <a:extLst>
                  <a:ext uri="{FF2B5EF4-FFF2-40B4-BE49-F238E27FC236}">
                    <a16:creationId xmlns:a16="http://schemas.microsoft.com/office/drawing/2014/main" id="{3D4B7A07-A522-0ADE-ACB5-AA7825DCC577}"/>
                  </a:ext>
                </a:extLst>
              </p:cNvPr>
              <p:cNvSpPr/>
              <p:nvPr/>
            </p:nvSpPr>
            <p:spPr>
              <a:xfrm>
                <a:off x="8091487" y="4224337"/>
                <a:ext cx="809625" cy="2095500"/>
              </a:xfrm>
              <a:custGeom>
                <a:avLst/>
                <a:gdLst>
                  <a:gd name="connsiteX0" fmla="*/ 0 w 809625"/>
                  <a:gd name="connsiteY0" fmla="*/ 2090738 h 2095500"/>
                  <a:gd name="connsiteX1" fmla="*/ 809625 w 809625"/>
                  <a:gd name="connsiteY1" fmla="*/ 2095500 h 2095500"/>
                  <a:gd name="connsiteX2" fmla="*/ 809625 w 809625"/>
                  <a:gd name="connsiteY2" fmla="*/ 1047750 h 2095500"/>
                  <a:gd name="connsiteX3" fmla="*/ 809625 w 809625"/>
                  <a:gd name="connsiteY3" fmla="*/ 0 h 2095500"/>
                  <a:gd name="connsiteX4" fmla="*/ 60674 w 809625"/>
                  <a:gd name="connsiteY4" fmla="*/ 4381 h 2095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9625" h="2095500">
                    <a:moveTo>
                      <a:pt x="0" y="2090738"/>
                    </a:moveTo>
                    <a:lnTo>
                      <a:pt x="809625" y="2095500"/>
                    </a:lnTo>
                    <a:lnTo>
                      <a:pt x="809625" y="1047750"/>
                    </a:lnTo>
                    <a:lnTo>
                      <a:pt x="809625" y="0"/>
                    </a:lnTo>
                    <a:lnTo>
                      <a:pt x="60674" y="4381"/>
                    </a:lnTo>
                  </a:path>
                </a:pathLst>
              </a:custGeom>
              <a:noFill/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98" name="任意多边形: 形状 897">
                <a:extLst>
                  <a:ext uri="{FF2B5EF4-FFF2-40B4-BE49-F238E27FC236}">
                    <a16:creationId xmlns:a16="http://schemas.microsoft.com/office/drawing/2014/main" id="{36D42238-AA45-62F6-0EE8-1ED20170EB59}"/>
                  </a:ext>
                </a:extLst>
              </p:cNvPr>
              <p:cNvSpPr/>
              <p:nvPr/>
            </p:nvSpPr>
            <p:spPr>
              <a:xfrm>
                <a:off x="8102154" y="4195286"/>
                <a:ext cx="66865" cy="66675"/>
              </a:xfrm>
              <a:custGeom>
                <a:avLst/>
                <a:gdLst>
                  <a:gd name="connsiteX0" fmla="*/ 0 w 66865"/>
                  <a:gd name="connsiteY0" fmla="*/ 33718 h 66675"/>
                  <a:gd name="connsiteX1" fmla="*/ 66484 w 66865"/>
                  <a:gd name="connsiteY1" fmla="*/ 0 h 66675"/>
                  <a:gd name="connsiteX2" fmla="*/ 50006 w 66865"/>
                  <a:gd name="connsiteY2" fmla="*/ 33433 h 66675"/>
                  <a:gd name="connsiteX3" fmla="*/ 66866 w 6686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865" h="66675">
                    <a:moveTo>
                      <a:pt x="0" y="33718"/>
                    </a:moveTo>
                    <a:lnTo>
                      <a:pt x="66484" y="0"/>
                    </a:lnTo>
                    <a:lnTo>
                      <a:pt x="50006" y="33433"/>
                    </a:lnTo>
                    <a:lnTo>
                      <a:pt x="66866" y="66675"/>
                    </a:lnTo>
                    <a:close/>
                  </a:path>
                </a:pathLst>
              </a:custGeom>
              <a:solidFill>
                <a:srgbClr val="00FF00"/>
              </a:solidFill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905" name="组合 904">
            <a:extLst>
              <a:ext uri="{FF2B5EF4-FFF2-40B4-BE49-F238E27FC236}">
                <a16:creationId xmlns:a16="http://schemas.microsoft.com/office/drawing/2014/main" id="{F86F832E-A309-9AD4-9837-E15F97B99345}"/>
              </a:ext>
            </a:extLst>
          </p:cNvPr>
          <p:cNvGrpSpPr/>
          <p:nvPr/>
        </p:nvGrpSpPr>
        <p:grpSpPr>
          <a:xfrm>
            <a:off x="8034338" y="309562"/>
            <a:ext cx="857250" cy="5536119"/>
            <a:chOff x="8062023" y="438150"/>
            <a:chExt cx="857250" cy="5536119"/>
          </a:xfrm>
        </p:grpSpPr>
        <p:grpSp>
          <p:nvGrpSpPr>
            <p:cNvPr id="906" name="图形 259">
              <a:extLst>
                <a:ext uri="{FF2B5EF4-FFF2-40B4-BE49-F238E27FC236}">
                  <a16:creationId xmlns:a16="http://schemas.microsoft.com/office/drawing/2014/main" id="{7D27A9F9-D747-77F0-EDE9-D3AC7DEC1AD9}"/>
                </a:ext>
              </a:extLst>
            </p:cNvPr>
            <p:cNvGrpSpPr/>
            <p:nvPr/>
          </p:nvGrpSpPr>
          <p:grpSpPr>
            <a:xfrm>
              <a:off x="8062023" y="438150"/>
              <a:ext cx="666750" cy="2128837"/>
              <a:chOff x="7948612" y="438150"/>
              <a:chExt cx="666750" cy="2128837"/>
            </a:xfrm>
          </p:grpSpPr>
          <p:sp>
            <p:nvSpPr>
              <p:cNvPr id="916" name="任意多边形: 形状 915">
                <a:extLst>
                  <a:ext uri="{FF2B5EF4-FFF2-40B4-BE49-F238E27FC236}">
                    <a16:creationId xmlns:a16="http://schemas.microsoft.com/office/drawing/2014/main" id="{3EA2F1C7-9CB2-C0CD-E75F-5E72FC1B476B}"/>
                  </a:ext>
                </a:extLst>
              </p:cNvPr>
              <p:cNvSpPr/>
              <p:nvPr/>
            </p:nvSpPr>
            <p:spPr>
              <a:xfrm>
                <a:off x="7948612" y="438150"/>
                <a:ext cx="666750" cy="2095500"/>
              </a:xfrm>
              <a:custGeom>
                <a:avLst/>
                <a:gdLst>
                  <a:gd name="connsiteX0" fmla="*/ 0 w 666750"/>
                  <a:gd name="connsiteY0" fmla="*/ 0 h 2095500"/>
                  <a:gd name="connsiteX1" fmla="*/ 666750 w 666750"/>
                  <a:gd name="connsiteY1" fmla="*/ 0 h 2095500"/>
                  <a:gd name="connsiteX2" fmla="*/ 666750 w 666750"/>
                  <a:gd name="connsiteY2" fmla="*/ 2095500 h 2095500"/>
                  <a:gd name="connsiteX3" fmla="*/ 60674 w 666750"/>
                  <a:gd name="connsiteY3" fmla="*/ 2095500 h 2095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0" h="2095500">
                    <a:moveTo>
                      <a:pt x="0" y="0"/>
                    </a:moveTo>
                    <a:lnTo>
                      <a:pt x="666750" y="0"/>
                    </a:lnTo>
                    <a:lnTo>
                      <a:pt x="666750" y="2095500"/>
                    </a:lnTo>
                    <a:lnTo>
                      <a:pt x="60674" y="2095500"/>
                    </a:lnTo>
                  </a:path>
                </a:pathLst>
              </a:custGeom>
              <a:noFill/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17" name="任意多边形: 形状 916">
                <a:extLst>
                  <a:ext uri="{FF2B5EF4-FFF2-40B4-BE49-F238E27FC236}">
                    <a16:creationId xmlns:a16="http://schemas.microsoft.com/office/drawing/2014/main" id="{4094A4CF-758F-49EF-B8B0-61B6364244FA}"/>
                  </a:ext>
                </a:extLst>
              </p:cNvPr>
              <p:cNvSpPr/>
              <p:nvPr/>
            </p:nvSpPr>
            <p:spPr>
              <a:xfrm>
                <a:off x="7959279" y="2500312"/>
                <a:ext cx="66675" cy="66675"/>
              </a:xfrm>
              <a:custGeom>
                <a:avLst/>
                <a:gdLst>
                  <a:gd name="connsiteX0" fmla="*/ 0 w 66675"/>
                  <a:gd name="connsiteY0" fmla="*/ 33338 h 66675"/>
                  <a:gd name="connsiteX1" fmla="*/ 66675 w 66675"/>
                  <a:gd name="connsiteY1" fmla="*/ 0 h 66675"/>
                  <a:gd name="connsiteX2" fmla="*/ 50006 w 66675"/>
                  <a:gd name="connsiteY2" fmla="*/ 33338 h 66675"/>
                  <a:gd name="connsiteX3" fmla="*/ 66675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66675" y="0"/>
                    </a:lnTo>
                    <a:lnTo>
                      <a:pt x="50006" y="33338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B85450"/>
              </a:solidFill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07" name="图形 259">
              <a:extLst>
                <a:ext uri="{FF2B5EF4-FFF2-40B4-BE49-F238E27FC236}">
                  <a16:creationId xmlns:a16="http://schemas.microsoft.com/office/drawing/2014/main" id="{0BC3AF49-080C-BE05-B700-06EDA031C27F}"/>
                </a:ext>
              </a:extLst>
            </p:cNvPr>
            <p:cNvGrpSpPr/>
            <p:nvPr/>
          </p:nvGrpSpPr>
          <p:grpSpPr>
            <a:xfrm>
              <a:off x="8204898" y="1552575"/>
              <a:ext cx="714375" cy="2119312"/>
              <a:chOff x="8091487" y="1552575"/>
              <a:chExt cx="714375" cy="2119312"/>
            </a:xfrm>
          </p:grpSpPr>
          <p:sp>
            <p:nvSpPr>
              <p:cNvPr id="914" name="任意多边形: 形状 913">
                <a:extLst>
                  <a:ext uri="{FF2B5EF4-FFF2-40B4-BE49-F238E27FC236}">
                    <a16:creationId xmlns:a16="http://schemas.microsoft.com/office/drawing/2014/main" id="{E23A7E0C-7FDA-DA55-058B-E7804AC5FA1B}"/>
                  </a:ext>
                </a:extLst>
              </p:cNvPr>
              <p:cNvSpPr/>
              <p:nvPr/>
            </p:nvSpPr>
            <p:spPr>
              <a:xfrm>
                <a:off x="8091487" y="1552575"/>
                <a:ext cx="714375" cy="2085975"/>
              </a:xfrm>
              <a:custGeom>
                <a:avLst/>
                <a:gdLst>
                  <a:gd name="connsiteX0" fmla="*/ 0 w 714375"/>
                  <a:gd name="connsiteY0" fmla="*/ 0 h 2085975"/>
                  <a:gd name="connsiteX1" fmla="*/ 714375 w 714375"/>
                  <a:gd name="connsiteY1" fmla="*/ 0 h 2085975"/>
                  <a:gd name="connsiteX2" fmla="*/ 714375 w 714375"/>
                  <a:gd name="connsiteY2" fmla="*/ 2085975 h 2085975"/>
                  <a:gd name="connsiteX3" fmla="*/ 60674 w 714375"/>
                  <a:gd name="connsiteY3" fmla="*/ 2085975 h 2085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4375" h="2085975">
                    <a:moveTo>
                      <a:pt x="0" y="0"/>
                    </a:moveTo>
                    <a:lnTo>
                      <a:pt x="714375" y="0"/>
                    </a:lnTo>
                    <a:lnTo>
                      <a:pt x="714375" y="2085975"/>
                    </a:lnTo>
                    <a:lnTo>
                      <a:pt x="60674" y="2085975"/>
                    </a:lnTo>
                  </a:path>
                </a:pathLst>
              </a:custGeom>
              <a:noFill/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15" name="任意多边形: 形状 914">
                <a:extLst>
                  <a:ext uri="{FF2B5EF4-FFF2-40B4-BE49-F238E27FC236}">
                    <a16:creationId xmlns:a16="http://schemas.microsoft.com/office/drawing/2014/main" id="{63201C32-A2BC-6222-A82C-03C85C46EC1E}"/>
                  </a:ext>
                </a:extLst>
              </p:cNvPr>
              <p:cNvSpPr/>
              <p:nvPr/>
            </p:nvSpPr>
            <p:spPr>
              <a:xfrm>
                <a:off x="8102154" y="3605212"/>
                <a:ext cx="66675" cy="66675"/>
              </a:xfrm>
              <a:custGeom>
                <a:avLst/>
                <a:gdLst>
                  <a:gd name="connsiteX0" fmla="*/ 0 w 66675"/>
                  <a:gd name="connsiteY0" fmla="*/ 33338 h 66675"/>
                  <a:gd name="connsiteX1" fmla="*/ 66675 w 66675"/>
                  <a:gd name="connsiteY1" fmla="*/ 0 h 66675"/>
                  <a:gd name="connsiteX2" fmla="*/ 50006 w 66675"/>
                  <a:gd name="connsiteY2" fmla="*/ 33338 h 66675"/>
                  <a:gd name="connsiteX3" fmla="*/ 66675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66675" y="0"/>
                    </a:lnTo>
                    <a:lnTo>
                      <a:pt x="50006" y="33338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B85450"/>
              </a:solidFill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08" name="图形 259">
              <a:extLst>
                <a:ext uri="{FF2B5EF4-FFF2-40B4-BE49-F238E27FC236}">
                  <a16:creationId xmlns:a16="http://schemas.microsoft.com/office/drawing/2014/main" id="{346BAED5-DDFA-41C6-084D-28B23E334224}"/>
                </a:ext>
              </a:extLst>
            </p:cNvPr>
            <p:cNvGrpSpPr/>
            <p:nvPr/>
          </p:nvGrpSpPr>
          <p:grpSpPr>
            <a:xfrm>
              <a:off x="8062023" y="2752725"/>
              <a:ext cx="666750" cy="2128837"/>
              <a:chOff x="7948612" y="2752725"/>
              <a:chExt cx="666750" cy="2128837"/>
            </a:xfrm>
          </p:grpSpPr>
          <p:sp>
            <p:nvSpPr>
              <p:cNvPr id="912" name="任意多边形: 形状 911">
                <a:extLst>
                  <a:ext uri="{FF2B5EF4-FFF2-40B4-BE49-F238E27FC236}">
                    <a16:creationId xmlns:a16="http://schemas.microsoft.com/office/drawing/2014/main" id="{D58C7B92-8ACB-304D-975E-4F916FFA3DEC}"/>
                  </a:ext>
                </a:extLst>
              </p:cNvPr>
              <p:cNvSpPr/>
              <p:nvPr/>
            </p:nvSpPr>
            <p:spPr>
              <a:xfrm>
                <a:off x="7948612" y="2752725"/>
                <a:ext cx="666750" cy="2095500"/>
              </a:xfrm>
              <a:custGeom>
                <a:avLst/>
                <a:gdLst>
                  <a:gd name="connsiteX0" fmla="*/ 0 w 666750"/>
                  <a:gd name="connsiteY0" fmla="*/ 0 h 2095500"/>
                  <a:gd name="connsiteX1" fmla="*/ 666750 w 666750"/>
                  <a:gd name="connsiteY1" fmla="*/ 0 h 2095500"/>
                  <a:gd name="connsiteX2" fmla="*/ 666750 w 666750"/>
                  <a:gd name="connsiteY2" fmla="*/ 2095500 h 2095500"/>
                  <a:gd name="connsiteX3" fmla="*/ 60674 w 666750"/>
                  <a:gd name="connsiteY3" fmla="*/ 2095500 h 2095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0" h="2095500">
                    <a:moveTo>
                      <a:pt x="0" y="0"/>
                    </a:moveTo>
                    <a:lnTo>
                      <a:pt x="666750" y="0"/>
                    </a:lnTo>
                    <a:lnTo>
                      <a:pt x="666750" y="2095500"/>
                    </a:lnTo>
                    <a:lnTo>
                      <a:pt x="60674" y="2095500"/>
                    </a:lnTo>
                  </a:path>
                </a:pathLst>
              </a:custGeom>
              <a:noFill/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13" name="任意多边形: 形状 912">
                <a:extLst>
                  <a:ext uri="{FF2B5EF4-FFF2-40B4-BE49-F238E27FC236}">
                    <a16:creationId xmlns:a16="http://schemas.microsoft.com/office/drawing/2014/main" id="{A3190295-558E-0FFC-A644-C226F6C046EE}"/>
                  </a:ext>
                </a:extLst>
              </p:cNvPr>
              <p:cNvSpPr/>
              <p:nvPr/>
            </p:nvSpPr>
            <p:spPr>
              <a:xfrm>
                <a:off x="7959279" y="4814887"/>
                <a:ext cx="66675" cy="66675"/>
              </a:xfrm>
              <a:custGeom>
                <a:avLst/>
                <a:gdLst>
                  <a:gd name="connsiteX0" fmla="*/ 0 w 66675"/>
                  <a:gd name="connsiteY0" fmla="*/ 33338 h 66675"/>
                  <a:gd name="connsiteX1" fmla="*/ 66675 w 66675"/>
                  <a:gd name="connsiteY1" fmla="*/ 0 h 66675"/>
                  <a:gd name="connsiteX2" fmla="*/ 50006 w 66675"/>
                  <a:gd name="connsiteY2" fmla="*/ 33338 h 66675"/>
                  <a:gd name="connsiteX3" fmla="*/ 66675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66675" y="0"/>
                    </a:lnTo>
                    <a:lnTo>
                      <a:pt x="50006" y="33338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B85450"/>
              </a:solidFill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09" name="图形 259">
              <a:extLst>
                <a:ext uri="{FF2B5EF4-FFF2-40B4-BE49-F238E27FC236}">
                  <a16:creationId xmlns:a16="http://schemas.microsoft.com/office/drawing/2014/main" id="{264C09DE-2980-FAA4-F7BF-7BF3A8462245}"/>
                </a:ext>
              </a:extLst>
            </p:cNvPr>
            <p:cNvGrpSpPr/>
            <p:nvPr/>
          </p:nvGrpSpPr>
          <p:grpSpPr>
            <a:xfrm>
              <a:off x="8204898" y="3757612"/>
              <a:ext cx="714375" cy="2216657"/>
              <a:chOff x="8091487" y="3757612"/>
              <a:chExt cx="714375" cy="2216657"/>
            </a:xfrm>
          </p:grpSpPr>
          <p:sp>
            <p:nvSpPr>
              <p:cNvPr id="910" name="任意多边形: 形状 909">
                <a:extLst>
                  <a:ext uri="{FF2B5EF4-FFF2-40B4-BE49-F238E27FC236}">
                    <a16:creationId xmlns:a16="http://schemas.microsoft.com/office/drawing/2014/main" id="{70A2B94C-BB12-A27A-FB94-784B511841E6}"/>
                  </a:ext>
                </a:extLst>
              </p:cNvPr>
              <p:cNvSpPr/>
              <p:nvPr/>
            </p:nvSpPr>
            <p:spPr>
              <a:xfrm>
                <a:off x="8091487" y="3757612"/>
                <a:ext cx="714375" cy="2183510"/>
              </a:xfrm>
              <a:custGeom>
                <a:avLst/>
                <a:gdLst>
                  <a:gd name="connsiteX0" fmla="*/ 0 w 714375"/>
                  <a:gd name="connsiteY0" fmla="*/ 0 h 2183510"/>
                  <a:gd name="connsiteX1" fmla="*/ 714375 w 714375"/>
                  <a:gd name="connsiteY1" fmla="*/ 0 h 2183510"/>
                  <a:gd name="connsiteX2" fmla="*/ 714375 w 714375"/>
                  <a:gd name="connsiteY2" fmla="*/ 2176463 h 2183510"/>
                  <a:gd name="connsiteX3" fmla="*/ 59341 w 714375"/>
                  <a:gd name="connsiteY3" fmla="*/ 2183511 h 2183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4375" h="2183510">
                    <a:moveTo>
                      <a:pt x="0" y="0"/>
                    </a:moveTo>
                    <a:lnTo>
                      <a:pt x="714375" y="0"/>
                    </a:lnTo>
                    <a:lnTo>
                      <a:pt x="714375" y="2176463"/>
                    </a:lnTo>
                    <a:lnTo>
                      <a:pt x="59341" y="2183511"/>
                    </a:lnTo>
                  </a:path>
                </a:pathLst>
              </a:custGeom>
              <a:noFill/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11" name="任意多边形: 形状 910">
                <a:extLst>
                  <a:ext uri="{FF2B5EF4-FFF2-40B4-BE49-F238E27FC236}">
                    <a16:creationId xmlns:a16="http://schemas.microsoft.com/office/drawing/2014/main" id="{A07A5C4A-3F97-DC7E-C17C-D2308C463113}"/>
                  </a:ext>
                </a:extLst>
              </p:cNvPr>
              <p:cNvSpPr/>
              <p:nvPr/>
            </p:nvSpPr>
            <p:spPr>
              <a:xfrm>
                <a:off x="8100821" y="5907595"/>
                <a:ext cx="67056" cy="66675"/>
              </a:xfrm>
              <a:custGeom>
                <a:avLst/>
                <a:gdLst>
                  <a:gd name="connsiteX0" fmla="*/ 0 w 67056"/>
                  <a:gd name="connsiteY0" fmla="*/ 34100 h 66675"/>
                  <a:gd name="connsiteX1" fmla="*/ 66294 w 67056"/>
                  <a:gd name="connsiteY1" fmla="*/ 0 h 66675"/>
                  <a:gd name="connsiteX2" fmla="*/ 50006 w 67056"/>
                  <a:gd name="connsiteY2" fmla="*/ 33528 h 66675"/>
                  <a:gd name="connsiteX3" fmla="*/ 67056 w 67056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056" h="66675">
                    <a:moveTo>
                      <a:pt x="0" y="34100"/>
                    </a:moveTo>
                    <a:lnTo>
                      <a:pt x="66294" y="0"/>
                    </a:lnTo>
                    <a:lnTo>
                      <a:pt x="50006" y="33528"/>
                    </a:lnTo>
                    <a:lnTo>
                      <a:pt x="67056" y="66675"/>
                    </a:lnTo>
                    <a:close/>
                  </a:path>
                </a:pathLst>
              </a:custGeom>
              <a:solidFill>
                <a:srgbClr val="B85450"/>
              </a:solidFill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918" name="图片 917">
            <a:extLst>
              <a:ext uri="{FF2B5EF4-FFF2-40B4-BE49-F238E27FC236}">
                <a16:creationId xmlns:a16="http://schemas.microsoft.com/office/drawing/2014/main" id="{0D3AB276-8C08-FF2D-D288-936F53C372F4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506535" y="2726081"/>
            <a:ext cx="6858574" cy="80576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87698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176CB63-3C69-1107-7BDB-963F085E8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198" y="458342"/>
            <a:ext cx="9201362" cy="55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919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组合 592">
            <a:extLst>
              <a:ext uri="{FF2B5EF4-FFF2-40B4-BE49-F238E27FC236}">
                <a16:creationId xmlns:a16="http://schemas.microsoft.com/office/drawing/2014/main" id="{F8F2FEF2-6AF5-F282-FB71-29043701A9C6}"/>
              </a:ext>
            </a:extLst>
          </p:cNvPr>
          <p:cNvGrpSpPr/>
          <p:nvPr/>
        </p:nvGrpSpPr>
        <p:grpSpPr>
          <a:xfrm>
            <a:off x="8062023" y="533400"/>
            <a:ext cx="1132332" cy="5738812"/>
            <a:chOff x="8062023" y="533400"/>
            <a:chExt cx="1132332" cy="5738812"/>
          </a:xfrm>
        </p:grpSpPr>
        <p:sp>
          <p:nvSpPr>
            <p:cNvPr id="443" name="任意多边形: 形状 442">
              <a:extLst>
                <a:ext uri="{FF2B5EF4-FFF2-40B4-BE49-F238E27FC236}">
                  <a16:creationId xmlns:a16="http://schemas.microsoft.com/office/drawing/2014/main" id="{1BCCFA82-DFDA-4A0C-53FD-A2C3C5D224C1}"/>
                </a:ext>
              </a:extLst>
            </p:cNvPr>
            <p:cNvSpPr/>
            <p:nvPr/>
          </p:nvSpPr>
          <p:spPr>
            <a:xfrm>
              <a:off x="8062023" y="533400"/>
              <a:ext cx="571500" cy="476250"/>
            </a:xfrm>
            <a:custGeom>
              <a:avLst/>
              <a:gdLst>
                <a:gd name="connsiteX0" fmla="*/ 0 w 571500"/>
                <a:gd name="connsiteY0" fmla="*/ 0 h 476250"/>
                <a:gd name="connsiteX1" fmla="*/ 571500 w 571500"/>
                <a:gd name="connsiteY1" fmla="*/ 0 h 476250"/>
                <a:gd name="connsiteX2" fmla="*/ 571500 w 571500"/>
                <a:gd name="connsiteY2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00" h="476250">
                  <a:moveTo>
                    <a:pt x="0" y="0"/>
                  </a:moveTo>
                  <a:lnTo>
                    <a:pt x="571500" y="0"/>
                  </a:lnTo>
                  <a:lnTo>
                    <a:pt x="571500" y="47625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44" name="图形 259">
              <a:extLst>
                <a:ext uri="{FF2B5EF4-FFF2-40B4-BE49-F238E27FC236}">
                  <a16:creationId xmlns:a16="http://schemas.microsoft.com/office/drawing/2014/main" id="{F14F5897-2C8C-2FD5-97E2-ED0F46D9DE1B}"/>
                </a:ext>
              </a:extLst>
            </p:cNvPr>
            <p:cNvGrpSpPr/>
            <p:nvPr/>
          </p:nvGrpSpPr>
          <p:grpSpPr>
            <a:xfrm>
              <a:off x="8062023" y="967454"/>
              <a:ext cx="1132332" cy="66675"/>
              <a:chOff x="7948612" y="967454"/>
              <a:chExt cx="1132332" cy="66675"/>
            </a:xfrm>
          </p:grpSpPr>
          <p:sp>
            <p:nvSpPr>
              <p:cNvPr id="445" name="任意多边形: 形状 444">
                <a:extLst>
                  <a:ext uri="{FF2B5EF4-FFF2-40B4-BE49-F238E27FC236}">
                    <a16:creationId xmlns:a16="http://schemas.microsoft.com/office/drawing/2014/main" id="{E1FF8784-FEB1-F20B-FBA3-EB4A77612953}"/>
                  </a:ext>
                </a:extLst>
              </p:cNvPr>
              <p:cNvSpPr/>
              <p:nvPr/>
            </p:nvSpPr>
            <p:spPr>
              <a:xfrm>
                <a:off x="7948612" y="1000601"/>
                <a:ext cx="1082325" cy="9048"/>
              </a:xfrm>
              <a:custGeom>
                <a:avLst/>
                <a:gdLst>
                  <a:gd name="connsiteX0" fmla="*/ 0 w 1082325"/>
                  <a:gd name="connsiteY0" fmla="*/ 9049 h 9048"/>
                  <a:gd name="connsiteX1" fmla="*/ 1082326 w 1082325"/>
                  <a:gd name="connsiteY1" fmla="*/ 0 h 9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2325" h="9048">
                    <a:moveTo>
                      <a:pt x="0" y="9049"/>
                    </a:moveTo>
                    <a:lnTo>
                      <a:pt x="1082326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6" name="任意多边形: 形状 445">
                <a:extLst>
                  <a:ext uri="{FF2B5EF4-FFF2-40B4-BE49-F238E27FC236}">
                    <a16:creationId xmlns:a16="http://schemas.microsoft.com/office/drawing/2014/main" id="{D786BCED-E572-FBC9-3403-BB40E1F065D6}"/>
                  </a:ext>
                </a:extLst>
              </p:cNvPr>
              <p:cNvSpPr/>
              <p:nvPr/>
            </p:nvSpPr>
            <p:spPr>
              <a:xfrm>
                <a:off x="9013983" y="967454"/>
                <a:ext cx="66961" cy="66675"/>
              </a:xfrm>
              <a:custGeom>
                <a:avLst/>
                <a:gdLst>
                  <a:gd name="connsiteX0" fmla="*/ 66961 w 66961"/>
                  <a:gd name="connsiteY0" fmla="*/ 32766 h 66675"/>
                  <a:gd name="connsiteX1" fmla="*/ 571 w 66961"/>
                  <a:gd name="connsiteY1" fmla="*/ 66675 h 66675"/>
                  <a:gd name="connsiteX2" fmla="*/ 16955 w 66961"/>
                  <a:gd name="connsiteY2" fmla="*/ 33147 h 66675"/>
                  <a:gd name="connsiteX3" fmla="*/ 0 w 66961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961" h="66675">
                    <a:moveTo>
                      <a:pt x="66961" y="32766"/>
                    </a:moveTo>
                    <a:lnTo>
                      <a:pt x="571" y="66675"/>
                    </a:lnTo>
                    <a:lnTo>
                      <a:pt x="16955" y="331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47" name="图形 259">
              <a:extLst>
                <a:ext uri="{FF2B5EF4-FFF2-40B4-BE49-F238E27FC236}">
                  <a16:creationId xmlns:a16="http://schemas.microsoft.com/office/drawing/2014/main" id="{6ABD0365-A8C5-E457-B01F-7F84E04936CB}"/>
                </a:ext>
              </a:extLst>
            </p:cNvPr>
            <p:cNvGrpSpPr/>
            <p:nvPr/>
          </p:nvGrpSpPr>
          <p:grpSpPr>
            <a:xfrm>
              <a:off x="8204898" y="1585721"/>
              <a:ext cx="894207" cy="66675"/>
              <a:chOff x="8091487" y="1585721"/>
              <a:chExt cx="894207" cy="66675"/>
            </a:xfrm>
          </p:grpSpPr>
          <p:sp>
            <p:nvSpPr>
              <p:cNvPr id="448" name="任意多边形: 形状 447">
                <a:extLst>
                  <a:ext uri="{FF2B5EF4-FFF2-40B4-BE49-F238E27FC236}">
                    <a16:creationId xmlns:a16="http://schemas.microsoft.com/office/drawing/2014/main" id="{72DA5FEC-C81E-2B03-9400-ED0F39BE2071}"/>
                  </a:ext>
                </a:extLst>
              </p:cNvPr>
              <p:cNvSpPr/>
              <p:nvPr/>
            </p:nvSpPr>
            <p:spPr>
              <a:xfrm>
                <a:off x="8091487" y="1617345"/>
                <a:ext cx="844200" cy="1809"/>
              </a:xfrm>
              <a:custGeom>
                <a:avLst/>
                <a:gdLst>
                  <a:gd name="connsiteX0" fmla="*/ 0 w 844200"/>
                  <a:gd name="connsiteY0" fmla="*/ 0 h 1809"/>
                  <a:gd name="connsiteX1" fmla="*/ 844201 w 844200"/>
                  <a:gd name="connsiteY1" fmla="*/ 1810 h 1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44200" h="1809">
                    <a:moveTo>
                      <a:pt x="0" y="0"/>
                    </a:moveTo>
                    <a:lnTo>
                      <a:pt x="844201" y="181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9" name="任意多边形: 形状 448">
                <a:extLst>
                  <a:ext uri="{FF2B5EF4-FFF2-40B4-BE49-F238E27FC236}">
                    <a16:creationId xmlns:a16="http://schemas.microsoft.com/office/drawing/2014/main" id="{21FFD755-2E31-D4B8-3184-B310FB6B8BFD}"/>
                  </a:ext>
                </a:extLst>
              </p:cNvPr>
              <p:cNvSpPr/>
              <p:nvPr/>
            </p:nvSpPr>
            <p:spPr>
              <a:xfrm>
                <a:off x="8918923" y="1585721"/>
                <a:ext cx="66770" cy="66675"/>
              </a:xfrm>
              <a:custGeom>
                <a:avLst/>
                <a:gdLst>
                  <a:gd name="connsiteX0" fmla="*/ 66770 w 66770"/>
                  <a:gd name="connsiteY0" fmla="*/ 33528 h 66675"/>
                  <a:gd name="connsiteX1" fmla="*/ 0 w 66770"/>
                  <a:gd name="connsiteY1" fmla="*/ 66675 h 66675"/>
                  <a:gd name="connsiteX2" fmla="*/ 16764 w 66770"/>
                  <a:gd name="connsiteY2" fmla="*/ 33433 h 66675"/>
                  <a:gd name="connsiteX3" fmla="*/ 191 w 66770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770" h="66675">
                    <a:moveTo>
                      <a:pt x="66770" y="33528"/>
                    </a:moveTo>
                    <a:lnTo>
                      <a:pt x="0" y="66675"/>
                    </a:lnTo>
                    <a:lnTo>
                      <a:pt x="16764" y="3343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50" name="图形 259">
              <a:extLst>
                <a:ext uri="{FF2B5EF4-FFF2-40B4-BE49-F238E27FC236}">
                  <a16:creationId xmlns:a16="http://schemas.microsoft.com/office/drawing/2014/main" id="{DADA22E5-1E92-0A11-F982-1C9D4BE0C59A}"/>
                </a:ext>
              </a:extLst>
            </p:cNvPr>
            <p:cNvGrpSpPr/>
            <p:nvPr/>
          </p:nvGrpSpPr>
          <p:grpSpPr>
            <a:xfrm>
              <a:off x="8204898" y="1585912"/>
              <a:ext cx="894207" cy="471487"/>
              <a:chOff x="8091487" y="1585912"/>
              <a:chExt cx="894207" cy="471487"/>
            </a:xfrm>
          </p:grpSpPr>
          <p:sp>
            <p:nvSpPr>
              <p:cNvPr id="451" name="任意多边形: 形状 450">
                <a:extLst>
                  <a:ext uri="{FF2B5EF4-FFF2-40B4-BE49-F238E27FC236}">
                    <a16:creationId xmlns:a16="http://schemas.microsoft.com/office/drawing/2014/main" id="{E8DEB8F2-E867-5442-F3F0-3EFED18963CE}"/>
                  </a:ext>
                </a:extLst>
              </p:cNvPr>
              <p:cNvSpPr/>
              <p:nvPr/>
            </p:nvSpPr>
            <p:spPr>
              <a:xfrm>
                <a:off x="8091487" y="1619250"/>
                <a:ext cx="844200" cy="438150"/>
              </a:xfrm>
              <a:custGeom>
                <a:avLst/>
                <a:gdLst>
                  <a:gd name="connsiteX0" fmla="*/ 0 w 844200"/>
                  <a:gd name="connsiteY0" fmla="*/ 438150 h 438150"/>
                  <a:gd name="connsiteX1" fmla="*/ 142875 w 844200"/>
                  <a:gd name="connsiteY1" fmla="*/ 438150 h 438150"/>
                  <a:gd name="connsiteX2" fmla="*/ 142875 w 844200"/>
                  <a:gd name="connsiteY2" fmla="*/ 0 h 438150"/>
                  <a:gd name="connsiteX3" fmla="*/ 844201 w 844200"/>
                  <a:gd name="connsiteY3" fmla="*/ 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4200" h="438150">
                    <a:moveTo>
                      <a:pt x="0" y="438150"/>
                    </a:moveTo>
                    <a:lnTo>
                      <a:pt x="142875" y="438150"/>
                    </a:lnTo>
                    <a:lnTo>
                      <a:pt x="142875" y="0"/>
                    </a:lnTo>
                    <a:lnTo>
                      <a:pt x="844201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2" name="任意多边形: 形状 451">
                <a:extLst>
                  <a:ext uri="{FF2B5EF4-FFF2-40B4-BE49-F238E27FC236}">
                    <a16:creationId xmlns:a16="http://schemas.microsoft.com/office/drawing/2014/main" id="{2FF1199C-C9CC-D32E-E53B-94DEFDBAAEDD}"/>
                  </a:ext>
                </a:extLst>
              </p:cNvPr>
              <p:cNvSpPr/>
              <p:nvPr/>
            </p:nvSpPr>
            <p:spPr>
              <a:xfrm>
                <a:off x="8919019" y="1585912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60" name="任意多边形: 形状 459">
              <a:extLst>
                <a:ext uri="{FF2B5EF4-FFF2-40B4-BE49-F238E27FC236}">
                  <a16:creationId xmlns:a16="http://schemas.microsoft.com/office/drawing/2014/main" id="{93DFDC49-B7BC-02EB-0F7B-AD2EDFC80C04}"/>
                </a:ext>
              </a:extLst>
            </p:cNvPr>
            <p:cNvSpPr/>
            <p:nvPr/>
          </p:nvSpPr>
          <p:spPr>
            <a:xfrm>
              <a:off x="8062023" y="2619375"/>
              <a:ext cx="571500" cy="476250"/>
            </a:xfrm>
            <a:custGeom>
              <a:avLst/>
              <a:gdLst>
                <a:gd name="connsiteX0" fmla="*/ 0 w 571500"/>
                <a:gd name="connsiteY0" fmla="*/ 0 h 476250"/>
                <a:gd name="connsiteX1" fmla="*/ 571500 w 571500"/>
                <a:gd name="connsiteY1" fmla="*/ 0 h 476250"/>
                <a:gd name="connsiteX2" fmla="*/ 571500 w 571500"/>
                <a:gd name="connsiteY2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00" h="476250">
                  <a:moveTo>
                    <a:pt x="0" y="0"/>
                  </a:moveTo>
                  <a:lnTo>
                    <a:pt x="571500" y="0"/>
                  </a:lnTo>
                  <a:lnTo>
                    <a:pt x="571500" y="47625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61" name="图形 259">
              <a:extLst>
                <a:ext uri="{FF2B5EF4-FFF2-40B4-BE49-F238E27FC236}">
                  <a16:creationId xmlns:a16="http://schemas.microsoft.com/office/drawing/2014/main" id="{E2E526B8-CB08-37E5-27EB-249C3260C8CC}"/>
                </a:ext>
              </a:extLst>
            </p:cNvPr>
            <p:cNvGrpSpPr/>
            <p:nvPr/>
          </p:nvGrpSpPr>
          <p:grpSpPr>
            <a:xfrm>
              <a:off x="8062023" y="3053429"/>
              <a:ext cx="1132332" cy="66675"/>
              <a:chOff x="7948612" y="3053429"/>
              <a:chExt cx="1132332" cy="66675"/>
            </a:xfrm>
          </p:grpSpPr>
          <p:sp>
            <p:nvSpPr>
              <p:cNvPr id="462" name="任意多边形: 形状 461">
                <a:extLst>
                  <a:ext uri="{FF2B5EF4-FFF2-40B4-BE49-F238E27FC236}">
                    <a16:creationId xmlns:a16="http://schemas.microsoft.com/office/drawing/2014/main" id="{06B47AB2-7AC1-98E7-B06A-3C195FEA78E0}"/>
                  </a:ext>
                </a:extLst>
              </p:cNvPr>
              <p:cNvSpPr/>
              <p:nvPr/>
            </p:nvSpPr>
            <p:spPr>
              <a:xfrm>
                <a:off x="7948612" y="3086576"/>
                <a:ext cx="1082325" cy="9048"/>
              </a:xfrm>
              <a:custGeom>
                <a:avLst/>
                <a:gdLst>
                  <a:gd name="connsiteX0" fmla="*/ 0 w 1082325"/>
                  <a:gd name="connsiteY0" fmla="*/ 9049 h 9048"/>
                  <a:gd name="connsiteX1" fmla="*/ 1082326 w 1082325"/>
                  <a:gd name="connsiteY1" fmla="*/ 0 h 9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2325" h="9048">
                    <a:moveTo>
                      <a:pt x="0" y="9049"/>
                    </a:moveTo>
                    <a:lnTo>
                      <a:pt x="1082326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3" name="任意多边形: 形状 462">
                <a:extLst>
                  <a:ext uri="{FF2B5EF4-FFF2-40B4-BE49-F238E27FC236}">
                    <a16:creationId xmlns:a16="http://schemas.microsoft.com/office/drawing/2014/main" id="{9C736273-3A07-CF3C-BC9E-79E11FA7EC2C}"/>
                  </a:ext>
                </a:extLst>
              </p:cNvPr>
              <p:cNvSpPr/>
              <p:nvPr/>
            </p:nvSpPr>
            <p:spPr>
              <a:xfrm>
                <a:off x="9013983" y="3053429"/>
                <a:ext cx="66961" cy="66675"/>
              </a:xfrm>
              <a:custGeom>
                <a:avLst/>
                <a:gdLst>
                  <a:gd name="connsiteX0" fmla="*/ 66961 w 66961"/>
                  <a:gd name="connsiteY0" fmla="*/ 32766 h 66675"/>
                  <a:gd name="connsiteX1" fmla="*/ 571 w 66961"/>
                  <a:gd name="connsiteY1" fmla="*/ 66675 h 66675"/>
                  <a:gd name="connsiteX2" fmla="*/ 16955 w 66961"/>
                  <a:gd name="connsiteY2" fmla="*/ 33147 h 66675"/>
                  <a:gd name="connsiteX3" fmla="*/ 0 w 66961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961" h="66675">
                    <a:moveTo>
                      <a:pt x="66961" y="32766"/>
                    </a:moveTo>
                    <a:lnTo>
                      <a:pt x="571" y="66675"/>
                    </a:lnTo>
                    <a:lnTo>
                      <a:pt x="16955" y="331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4" name="图形 259">
              <a:extLst>
                <a:ext uri="{FF2B5EF4-FFF2-40B4-BE49-F238E27FC236}">
                  <a16:creationId xmlns:a16="http://schemas.microsoft.com/office/drawing/2014/main" id="{5C8B7AE9-7446-E1A2-5C79-F4C710185468}"/>
                </a:ext>
              </a:extLst>
            </p:cNvPr>
            <p:cNvGrpSpPr/>
            <p:nvPr/>
          </p:nvGrpSpPr>
          <p:grpSpPr>
            <a:xfrm>
              <a:off x="8204898" y="3671697"/>
              <a:ext cx="894207" cy="66675"/>
              <a:chOff x="8091487" y="3671697"/>
              <a:chExt cx="894207" cy="66675"/>
            </a:xfrm>
          </p:grpSpPr>
          <p:sp>
            <p:nvSpPr>
              <p:cNvPr id="465" name="任意多边形: 形状 464">
                <a:extLst>
                  <a:ext uri="{FF2B5EF4-FFF2-40B4-BE49-F238E27FC236}">
                    <a16:creationId xmlns:a16="http://schemas.microsoft.com/office/drawing/2014/main" id="{33A260D8-C133-EE7D-2B72-7DD9CEFB1A70}"/>
                  </a:ext>
                </a:extLst>
              </p:cNvPr>
              <p:cNvSpPr/>
              <p:nvPr/>
            </p:nvSpPr>
            <p:spPr>
              <a:xfrm>
                <a:off x="8091487" y="3703319"/>
                <a:ext cx="844200" cy="1809"/>
              </a:xfrm>
              <a:custGeom>
                <a:avLst/>
                <a:gdLst>
                  <a:gd name="connsiteX0" fmla="*/ 0 w 844200"/>
                  <a:gd name="connsiteY0" fmla="*/ 0 h 1809"/>
                  <a:gd name="connsiteX1" fmla="*/ 844201 w 844200"/>
                  <a:gd name="connsiteY1" fmla="*/ 1810 h 1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44200" h="1809">
                    <a:moveTo>
                      <a:pt x="0" y="0"/>
                    </a:moveTo>
                    <a:lnTo>
                      <a:pt x="844201" y="181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6" name="任意多边形: 形状 465">
                <a:extLst>
                  <a:ext uri="{FF2B5EF4-FFF2-40B4-BE49-F238E27FC236}">
                    <a16:creationId xmlns:a16="http://schemas.microsoft.com/office/drawing/2014/main" id="{D6207A5F-BD0D-D3AB-5D9A-BAFA9D1B8416}"/>
                  </a:ext>
                </a:extLst>
              </p:cNvPr>
              <p:cNvSpPr/>
              <p:nvPr/>
            </p:nvSpPr>
            <p:spPr>
              <a:xfrm>
                <a:off x="8918923" y="3671697"/>
                <a:ext cx="66770" cy="66675"/>
              </a:xfrm>
              <a:custGeom>
                <a:avLst/>
                <a:gdLst>
                  <a:gd name="connsiteX0" fmla="*/ 66770 w 66770"/>
                  <a:gd name="connsiteY0" fmla="*/ 33528 h 66675"/>
                  <a:gd name="connsiteX1" fmla="*/ 0 w 66770"/>
                  <a:gd name="connsiteY1" fmla="*/ 66675 h 66675"/>
                  <a:gd name="connsiteX2" fmla="*/ 16764 w 66770"/>
                  <a:gd name="connsiteY2" fmla="*/ 33433 h 66675"/>
                  <a:gd name="connsiteX3" fmla="*/ 191 w 66770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770" h="66675">
                    <a:moveTo>
                      <a:pt x="66770" y="33528"/>
                    </a:moveTo>
                    <a:lnTo>
                      <a:pt x="0" y="66675"/>
                    </a:lnTo>
                    <a:lnTo>
                      <a:pt x="16764" y="3343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7" name="图形 259">
              <a:extLst>
                <a:ext uri="{FF2B5EF4-FFF2-40B4-BE49-F238E27FC236}">
                  <a16:creationId xmlns:a16="http://schemas.microsoft.com/office/drawing/2014/main" id="{4D3951C0-F5C8-D9BF-1C77-748A57C5E7C6}"/>
                </a:ext>
              </a:extLst>
            </p:cNvPr>
            <p:cNvGrpSpPr/>
            <p:nvPr/>
          </p:nvGrpSpPr>
          <p:grpSpPr>
            <a:xfrm>
              <a:off x="8204898" y="3671887"/>
              <a:ext cx="894207" cy="471487"/>
              <a:chOff x="8091487" y="3671887"/>
              <a:chExt cx="894207" cy="471487"/>
            </a:xfrm>
          </p:grpSpPr>
          <p:sp>
            <p:nvSpPr>
              <p:cNvPr id="468" name="任意多边形: 形状 467">
                <a:extLst>
                  <a:ext uri="{FF2B5EF4-FFF2-40B4-BE49-F238E27FC236}">
                    <a16:creationId xmlns:a16="http://schemas.microsoft.com/office/drawing/2014/main" id="{FFF9882A-A2BC-A884-8FA7-0C00192AC357}"/>
                  </a:ext>
                </a:extLst>
              </p:cNvPr>
              <p:cNvSpPr/>
              <p:nvPr/>
            </p:nvSpPr>
            <p:spPr>
              <a:xfrm>
                <a:off x="8091487" y="3705225"/>
                <a:ext cx="844200" cy="438150"/>
              </a:xfrm>
              <a:custGeom>
                <a:avLst/>
                <a:gdLst>
                  <a:gd name="connsiteX0" fmla="*/ 0 w 844200"/>
                  <a:gd name="connsiteY0" fmla="*/ 438150 h 438150"/>
                  <a:gd name="connsiteX1" fmla="*/ 142875 w 844200"/>
                  <a:gd name="connsiteY1" fmla="*/ 438150 h 438150"/>
                  <a:gd name="connsiteX2" fmla="*/ 142875 w 844200"/>
                  <a:gd name="connsiteY2" fmla="*/ 0 h 438150"/>
                  <a:gd name="connsiteX3" fmla="*/ 844201 w 844200"/>
                  <a:gd name="connsiteY3" fmla="*/ 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4200" h="438150">
                    <a:moveTo>
                      <a:pt x="0" y="438150"/>
                    </a:moveTo>
                    <a:lnTo>
                      <a:pt x="142875" y="438150"/>
                    </a:lnTo>
                    <a:lnTo>
                      <a:pt x="142875" y="0"/>
                    </a:lnTo>
                    <a:lnTo>
                      <a:pt x="844201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9" name="任意多边形: 形状 468">
                <a:extLst>
                  <a:ext uri="{FF2B5EF4-FFF2-40B4-BE49-F238E27FC236}">
                    <a16:creationId xmlns:a16="http://schemas.microsoft.com/office/drawing/2014/main" id="{ECD21E87-09F2-0915-D905-0CE73FBA9185}"/>
                  </a:ext>
                </a:extLst>
              </p:cNvPr>
              <p:cNvSpPr/>
              <p:nvPr/>
            </p:nvSpPr>
            <p:spPr>
              <a:xfrm>
                <a:off x="8919019" y="3671887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77" name="任意多边形: 形状 476">
              <a:extLst>
                <a:ext uri="{FF2B5EF4-FFF2-40B4-BE49-F238E27FC236}">
                  <a16:creationId xmlns:a16="http://schemas.microsoft.com/office/drawing/2014/main" id="{C4654703-E27E-8D23-C2CA-2F532E0C9028}"/>
                </a:ext>
              </a:extLst>
            </p:cNvPr>
            <p:cNvSpPr/>
            <p:nvPr/>
          </p:nvSpPr>
          <p:spPr>
            <a:xfrm>
              <a:off x="8062023" y="4748212"/>
              <a:ext cx="571500" cy="476250"/>
            </a:xfrm>
            <a:custGeom>
              <a:avLst/>
              <a:gdLst>
                <a:gd name="connsiteX0" fmla="*/ 0 w 571500"/>
                <a:gd name="connsiteY0" fmla="*/ 0 h 476250"/>
                <a:gd name="connsiteX1" fmla="*/ 571500 w 571500"/>
                <a:gd name="connsiteY1" fmla="*/ 0 h 476250"/>
                <a:gd name="connsiteX2" fmla="*/ 571500 w 571500"/>
                <a:gd name="connsiteY2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00" h="476250">
                  <a:moveTo>
                    <a:pt x="0" y="0"/>
                  </a:moveTo>
                  <a:lnTo>
                    <a:pt x="571500" y="0"/>
                  </a:lnTo>
                  <a:lnTo>
                    <a:pt x="571500" y="47625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78" name="图形 259">
              <a:extLst>
                <a:ext uri="{FF2B5EF4-FFF2-40B4-BE49-F238E27FC236}">
                  <a16:creationId xmlns:a16="http://schemas.microsoft.com/office/drawing/2014/main" id="{622080C2-5544-17A5-909C-FF84B978CB00}"/>
                </a:ext>
              </a:extLst>
            </p:cNvPr>
            <p:cNvGrpSpPr/>
            <p:nvPr/>
          </p:nvGrpSpPr>
          <p:grpSpPr>
            <a:xfrm>
              <a:off x="8062023" y="5182266"/>
              <a:ext cx="1132332" cy="66675"/>
              <a:chOff x="7948612" y="5182266"/>
              <a:chExt cx="1132332" cy="66675"/>
            </a:xfrm>
          </p:grpSpPr>
          <p:sp>
            <p:nvSpPr>
              <p:cNvPr id="479" name="任意多边形: 形状 478">
                <a:extLst>
                  <a:ext uri="{FF2B5EF4-FFF2-40B4-BE49-F238E27FC236}">
                    <a16:creationId xmlns:a16="http://schemas.microsoft.com/office/drawing/2014/main" id="{9058ACF9-B9A1-678B-DF59-58DD5460E5AD}"/>
                  </a:ext>
                </a:extLst>
              </p:cNvPr>
              <p:cNvSpPr/>
              <p:nvPr/>
            </p:nvSpPr>
            <p:spPr>
              <a:xfrm>
                <a:off x="7948612" y="5215413"/>
                <a:ext cx="1082325" cy="9048"/>
              </a:xfrm>
              <a:custGeom>
                <a:avLst/>
                <a:gdLst>
                  <a:gd name="connsiteX0" fmla="*/ 0 w 1082325"/>
                  <a:gd name="connsiteY0" fmla="*/ 9049 h 9048"/>
                  <a:gd name="connsiteX1" fmla="*/ 1082326 w 1082325"/>
                  <a:gd name="connsiteY1" fmla="*/ 0 h 9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2325" h="9048">
                    <a:moveTo>
                      <a:pt x="0" y="9049"/>
                    </a:moveTo>
                    <a:lnTo>
                      <a:pt x="1082326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0" name="任意多边形: 形状 479">
                <a:extLst>
                  <a:ext uri="{FF2B5EF4-FFF2-40B4-BE49-F238E27FC236}">
                    <a16:creationId xmlns:a16="http://schemas.microsoft.com/office/drawing/2014/main" id="{7848B55F-290D-BACE-A893-F000D4196B6E}"/>
                  </a:ext>
                </a:extLst>
              </p:cNvPr>
              <p:cNvSpPr/>
              <p:nvPr/>
            </p:nvSpPr>
            <p:spPr>
              <a:xfrm>
                <a:off x="9013983" y="5182266"/>
                <a:ext cx="66961" cy="66675"/>
              </a:xfrm>
              <a:custGeom>
                <a:avLst/>
                <a:gdLst>
                  <a:gd name="connsiteX0" fmla="*/ 66961 w 66961"/>
                  <a:gd name="connsiteY0" fmla="*/ 32766 h 66675"/>
                  <a:gd name="connsiteX1" fmla="*/ 571 w 66961"/>
                  <a:gd name="connsiteY1" fmla="*/ 66675 h 66675"/>
                  <a:gd name="connsiteX2" fmla="*/ 16955 w 66961"/>
                  <a:gd name="connsiteY2" fmla="*/ 33147 h 66675"/>
                  <a:gd name="connsiteX3" fmla="*/ 0 w 66961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961" h="66675">
                    <a:moveTo>
                      <a:pt x="66961" y="32766"/>
                    </a:moveTo>
                    <a:lnTo>
                      <a:pt x="571" y="66675"/>
                    </a:lnTo>
                    <a:lnTo>
                      <a:pt x="16955" y="331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81" name="图形 259">
              <a:extLst>
                <a:ext uri="{FF2B5EF4-FFF2-40B4-BE49-F238E27FC236}">
                  <a16:creationId xmlns:a16="http://schemas.microsoft.com/office/drawing/2014/main" id="{70211580-35B3-EDFC-9330-2E2861E202EB}"/>
                </a:ext>
              </a:extLst>
            </p:cNvPr>
            <p:cNvGrpSpPr/>
            <p:nvPr/>
          </p:nvGrpSpPr>
          <p:grpSpPr>
            <a:xfrm>
              <a:off x="8204898" y="5800534"/>
              <a:ext cx="894207" cy="66675"/>
              <a:chOff x="8091487" y="5800534"/>
              <a:chExt cx="894207" cy="66675"/>
            </a:xfrm>
          </p:grpSpPr>
          <p:sp>
            <p:nvSpPr>
              <p:cNvPr id="482" name="任意多边形: 形状 481">
                <a:extLst>
                  <a:ext uri="{FF2B5EF4-FFF2-40B4-BE49-F238E27FC236}">
                    <a16:creationId xmlns:a16="http://schemas.microsoft.com/office/drawing/2014/main" id="{88B463B2-9856-F68F-0AAD-DE5DFB28C21D}"/>
                  </a:ext>
                </a:extLst>
              </p:cNvPr>
              <p:cNvSpPr/>
              <p:nvPr/>
            </p:nvSpPr>
            <p:spPr>
              <a:xfrm>
                <a:off x="8091487" y="5832157"/>
                <a:ext cx="844200" cy="1809"/>
              </a:xfrm>
              <a:custGeom>
                <a:avLst/>
                <a:gdLst>
                  <a:gd name="connsiteX0" fmla="*/ 0 w 844200"/>
                  <a:gd name="connsiteY0" fmla="*/ 0 h 1809"/>
                  <a:gd name="connsiteX1" fmla="*/ 844201 w 844200"/>
                  <a:gd name="connsiteY1" fmla="*/ 1810 h 1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44200" h="1809">
                    <a:moveTo>
                      <a:pt x="0" y="0"/>
                    </a:moveTo>
                    <a:lnTo>
                      <a:pt x="844201" y="181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3" name="任意多边形: 形状 482">
                <a:extLst>
                  <a:ext uri="{FF2B5EF4-FFF2-40B4-BE49-F238E27FC236}">
                    <a16:creationId xmlns:a16="http://schemas.microsoft.com/office/drawing/2014/main" id="{2AD58130-0880-E1BD-FD25-78A58C6559D2}"/>
                  </a:ext>
                </a:extLst>
              </p:cNvPr>
              <p:cNvSpPr/>
              <p:nvPr/>
            </p:nvSpPr>
            <p:spPr>
              <a:xfrm>
                <a:off x="8918923" y="5800534"/>
                <a:ext cx="66770" cy="66675"/>
              </a:xfrm>
              <a:custGeom>
                <a:avLst/>
                <a:gdLst>
                  <a:gd name="connsiteX0" fmla="*/ 66770 w 66770"/>
                  <a:gd name="connsiteY0" fmla="*/ 33528 h 66675"/>
                  <a:gd name="connsiteX1" fmla="*/ 0 w 66770"/>
                  <a:gd name="connsiteY1" fmla="*/ 66675 h 66675"/>
                  <a:gd name="connsiteX2" fmla="*/ 16764 w 66770"/>
                  <a:gd name="connsiteY2" fmla="*/ 33433 h 66675"/>
                  <a:gd name="connsiteX3" fmla="*/ 191 w 66770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770" h="66675">
                    <a:moveTo>
                      <a:pt x="66770" y="33528"/>
                    </a:moveTo>
                    <a:lnTo>
                      <a:pt x="0" y="66675"/>
                    </a:lnTo>
                    <a:lnTo>
                      <a:pt x="16764" y="3343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84" name="图形 259">
              <a:extLst>
                <a:ext uri="{FF2B5EF4-FFF2-40B4-BE49-F238E27FC236}">
                  <a16:creationId xmlns:a16="http://schemas.microsoft.com/office/drawing/2014/main" id="{D518F53F-A14E-E53E-DFC7-4E9EDB56FBE2}"/>
                </a:ext>
              </a:extLst>
            </p:cNvPr>
            <p:cNvGrpSpPr/>
            <p:nvPr/>
          </p:nvGrpSpPr>
          <p:grpSpPr>
            <a:xfrm>
              <a:off x="8204898" y="5800725"/>
              <a:ext cx="894207" cy="471487"/>
              <a:chOff x="8091487" y="5800725"/>
              <a:chExt cx="894207" cy="471487"/>
            </a:xfrm>
          </p:grpSpPr>
          <p:sp>
            <p:nvSpPr>
              <p:cNvPr id="485" name="任意多边形: 形状 484">
                <a:extLst>
                  <a:ext uri="{FF2B5EF4-FFF2-40B4-BE49-F238E27FC236}">
                    <a16:creationId xmlns:a16="http://schemas.microsoft.com/office/drawing/2014/main" id="{6D712198-0E2B-9965-0604-F11DA38051FC}"/>
                  </a:ext>
                </a:extLst>
              </p:cNvPr>
              <p:cNvSpPr/>
              <p:nvPr/>
            </p:nvSpPr>
            <p:spPr>
              <a:xfrm>
                <a:off x="8091487" y="5834062"/>
                <a:ext cx="844200" cy="438150"/>
              </a:xfrm>
              <a:custGeom>
                <a:avLst/>
                <a:gdLst>
                  <a:gd name="connsiteX0" fmla="*/ 0 w 844200"/>
                  <a:gd name="connsiteY0" fmla="*/ 438150 h 438150"/>
                  <a:gd name="connsiteX1" fmla="*/ 142875 w 844200"/>
                  <a:gd name="connsiteY1" fmla="*/ 438150 h 438150"/>
                  <a:gd name="connsiteX2" fmla="*/ 142875 w 844200"/>
                  <a:gd name="connsiteY2" fmla="*/ 0 h 438150"/>
                  <a:gd name="connsiteX3" fmla="*/ 844201 w 844200"/>
                  <a:gd name="connsiteY3" fmla="*/ 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4200" h="438150">
                    <a:moveTo>
                      <a:pt x="0" y="438150"/>
                    </a:moveTo>
                    <a:lnTo>
                      <a:pt x="142875" y="438150"/>
                    </a:lnTo>
                    <a:lnTo>
                      <a:pt x="142875" y="0"/>
                    </a:lnTo>
                    <a:lnTo>
                      <a:pt x="844201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6" name="任意多边形: 形状 485">
                <a:extLst>
                  <a:ext uri="{FF2B5EF4-FFF2-40B4-BE49-F238E27FC236}">
                    <a16:creationId xmlns:a16="http://schemas.microsoft.com/office/drawing/2014/main" id="{3EECC507-7EFB-8BA7-937B-37342A9A4DBB}"/>
                  </a:ext>
                </a:extLst>
              </p:cNvPr>
              <p:cNvSpPr/>
              <p:nvPr/>
            </p:nvSpPr>
            <p:spPr>
              <a:xfrm>
                <a:off x="8919019" y="5800725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B523742F-1871-36C1-3461-985AE956F46D}"/>
              </a:ext>
            </a:extLst>
          </p:cNvPr>
          <p:cNvGrpSpPr/>
          <p:nvPr/>
        </p:nvGrpSpPr>
        <p:grpSpPr>
          <a:xfrm>
            <a:off x="10157523" y="1276350"/>
            <a:ext cx="1524000" cy="5162550"/>
            <a:chOff x="10157523" y="1276350"/>
            <a:chExt cx="1524000" cy="5162550"/>
          </a:xfrm>
        </p:grpSpPr>
        <p:sp>
          <p:nvSpPr>
            <p:cNvPr id="493" name="任意多边形: 形状 492">
              <a:extLst>
                <a:ext uri="{FF2B5EF4-FFF2-40B4-BE49-F238E27FC236}">
                  <a16:creationId xmlns:a16="http://schemas.microsoft.com/office/drawing/2014/main" id="{885C30FC-04EF-A5DD-415E-EC6B9EE8ED54}"/>
                </a:ext>
              </a:extLst>
            </p:cNvPr>
            <p:cNvSpPr/>
            <p:nvPr/>
          </p:nvSpPr>
          <p:spPr>
            <a:xfrm>
              <a:off x="10814748" y="1276350"/>
              <a:ext cx="571500" cy="952500"/>
            </a:xfrm>
            <a:custGeom>
              <a:avLst/>
              <a:gdLst>
                <a:gd name="connsiteX0" fmla="*/ 0 w 571500"/>
                <a:gd name="connsiteY0" fmla="*/ 0 h 952500"/>
                <a:gd name="connsiteX1" fmla="*/ 571500 w 571500"/>
                <a:gd name="connsiteY1" fmla="*/ 0 h 952500"/>
                <a:gd name="connsiteX2" fmla="*/ 571500 w 571500"/>
                <a:gd name="connsiteY2" fmla="*/ 952500 h 952500"/>
                <a:gd name="connsiteX3" fmla="*/ 0 w 571500"/>
                <a:gd name="connsiteY3" fmla="*/ 95250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952500">
                  <a:moveTo>
                    <a:pt x="0" y="0"/>
                  </a:moveTo>
                  <a:lnTo>
                    <a:pt x="571500" y="0"/>
                  </a:lnTo>
                  <a:lnTo>
                    <a:pt x="571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4" name="任意多边形: 形状 493">
              <a:extLst>
                <a:ext uri="{FF2B5EF4-FFF2-40B4-BE49-F238E27FC236}">
                  <a16:creationId xmlns:a16="http://schemas.microsoft.com/office/drawing/2014/main" id="{40263254-0880-C52B-4E0A-717F259F2B39}"/>
                </a:ext>
              </a:extLst>
            </p:cNvPr>
            <p:cNvSpPr/>
            <p:nvPr/>
          </p:nvSpPr>
          <p:spPr>
            <a:xfrm>
              <a:off x="10814748" y="3467100"/>
              <a:ext cx="571500" cy="476250"/>
            </a:xfrm>
            <a:custGeom>
              <a:avLst/>
              <a:gdLst>
                <a:gd name="connsiteX0" fmla="*/ 0 w 571500"/>
                <a:gd name="connsiteY0" fmla="*/ 0 h 476250"/>
                <a:gd name="connsiteX1" fmla="*/ 571500 w 571500"/>
                <a:gd name="connsiteY1" fmla="*/ 0 h 476250"/>
                <a:gd name="connsiteX2" fmla="*/ 571500 w 571500"/>
                <a:gd name="connsiteY2" fmla="*/ 476250 h 476250"/>
                <a:gd name="connsiteX3" fmla="*/ 0 w 571500"/>
                <a:gd name="connsiteY3" fmla="*/ 47625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476250">
                  <a:moveTo>
                    <a:pt x="0" y="0"/>
                  </a:moveTo>
                  <a:lnTo>
                    <a:pt x="571500" y="0"/>
                  </a:lnTo>
                  <a:lnTo>
                    <a:pt x="5715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5" name="任意多边形: 形状 494">
              <a:extLst>
                <a:ext uri="{FF2B5EF4-FFF2-40B4-BE49-F238E27FC236}">
                  <a16:creationId xmlns:a16="http://schemas.microsoft.com/office/drawing/2014/main" id="{D29EA4AE-A5B1-F396-88F7-868F7FC0094E}"/>
                </a:ext>
              </a:extLst>
            </p:cNvPr>
            <p:cNvSpPr/>
            <p:nvPr/>
          </p:nvSpPr>
          <p:spPr>
            <a:xfrm>
              <a:off x="10814748" y="5715000"/>
              <a:ext cx="571500" cy="238125"/>
            </a:xfrm>
            <a:custGeom>
              <a:avLst/>
              <a:gdLst>
                <a:gd name="connsiteX0" fmla="*/ 0 w 571500"/>
                <a:gd name="connsiteY0" fmla="*/ 0 h 238125"/>
                <a:gd name="connsiteX1" fmla="*/ 571500 w 571500"/>
                <a:gd name="connsiteY1" fmla="*/ 0 h 238125"/>
                <a:gd name="connsiteX2" fmla="*/ 571500 w 571500"/>
                <a:gd name="connsiteY2" fmla="*/ 238125 h 238125"/>
                <a:gd name="connsiteX3" fmla="*/ 0 w 571500"/>
                <a:gd name="connsiteY3" fmla="*/ 238125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38125">
                  <a:moveTo>
                    <a:pt x="0" y="0"/>
                  </a:moveTo>
                  <a:lnTo>
                    <a:pt x="571500" y="0"/>
                  </a:lnTo>
                  <a:lnTo>
                    <a:pt x="571500" y="238125"/>
                  </a:lnTo>
                  <a:lnTo>
                    <a:pt x="0" y="23812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6" name="任意多边形: 形状 495">
              <a:extLst>
                <a:ext uri="{FF2B5EF4-FFF2-40B4-BE49-F238E27FC236}">
                  <a16:creationId xmlns:a16="http://schemas.microsoft.com/office/drawing/2014/main" id="{271B0725-78F0-DE78-AFB0-9652364983C6}"/>
                </a:ext>
              </a:extLst>
            </p:cNvPr>
            <p:cNvSpPr/>
            <p:nvPr/>
          </p:nvSpPr>
          <p:spPr>
            <a:xfrm>
              <a:off x="11010010" y="4576762"/>
              <a:ext cx="4762" cy="381000"/>
            </a:xfrm>
            <a:custGeom>
              <a:avLst/>
              <a:gdLst>
                <a:gd name="connsiteX0" fmla="*/ 0 w 4762"/>
                <a:gd name="connsiteY0" fmla="*/ 381000 h 381000"/>
                <a:gd name="connsiteX1" fmla="*/ 4763 w 4762"/>
                <a:gd name="connsiteY1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62" h="381000">
                  <a:moveTo>
                    <a:pt x="0" y="381000"/>
                  </a:moveTo>
                  <a:lnTo>
                    <a:pt x="4763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custDash>
                <a:ds d="150000" sp="450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97" name="图形 259">
              <a:extLst>
                <a:ext uri="{FF2B5EF4-FFF2-40B4-BE49-F238E27FC236}">
                  <a16:creationId xmlns:a16="http://schemas.microsoft.com/office/drawing/2014/main" id="{FBEC54B2-45D0-44C7-D16C-FD59A3D7E431}"/>
                </a:ext>
              </a:extLst>
            </p:cNvPr>
            <p:cNvGrpSpPr/>
            <p:nvPr/>
          </p:nvGrpSpPr>
          <p:grpSpPr>
            <a:xfrm>
              <a:off x="11110023" y="4686300"/>
              <a:ext cx="571500" cy="285750"/>
              <a:chOff x="10996612" y="4686300"/>
              <a:chExt cx="571500" cy="285750"/>
            </a:xfrm>
            <a:noFill/>
          </p:grpSpPr>
          <p:sp>
            <p:nvSpPr>
              <p:cNvPr id="498" name="任意多边形: 形状 497">
                <a:extLst>
                  <a:ext uri="{FF2B5EF4-FFF2-40B4-BE49-F238E27FC236}">
                    <a16:creationId xmlns:a16="http://schemas.microsoft.com/office/drawing/2014/main" id="{E56695DC-DACF-B8BC-269D-9FD859F97E0E}"/>
                  </a:ext>
                </a:extLst>
              </p:cNvPr>
              <p:cNvSpPr/>
              <p:nvPr/>
            </p:nvSpPr>
            <p:spPr>
              <a:xfrm>
                <a:off x="10996612" y="4686300"/>
                <a:ext cx="571500" cy="285750"/>
              </a:xfrm>
              <a:custGeom>
                <a:avLst/>
                <a:gdLst>
                  <a:gd name="connsiteX0" fmla="*/ 0 w 571500"/>
                  <a:gd name="connsiteY0" fmla="*/ 0 h 285750"/>
                  <a:gd name="connsiteX1" fmla="*/ 571500 w 571500"/>
                  <a:gd name="connsiteY1" fmla="*/ 0 h 285750"/>
                  <a:gd name="connsiteX2" fmla="*/ 571500 w 571500"/>
                  <a:gd name="connsiteY2" fmla="*/ 285750 h 285750"/>
                  <a:gd name="connsiteX3" fmla="*/ 0 w 57150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00" h="28575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99" name="图片 498">
                <a:extLst>
                  <a:ext uri="{FF2B5EF4-FFF2-40B4-BE49-F238E27FC236}">
                    <a16:creationId xmlns:a16="http://schemas.microsoft.com/office/drawing/2014/main" id="{5B082752-E3B7-2382-4ECC-D34FE359C7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001374" y="4762500"/>
                <a:ext cx="552450" cy="161925"/>
              </a:xfrm>
              <a:custGeom>
                <a:avLst/>
                <a:gdLst>
                  <a:gd name="connsiteX0" fmla="*/ -1 w 552450"/>
                  <a:gd name="connsiteY0" fmla="*/ -1 h 161925"/>
                  <a:gd name="connsiteX1" fmla="*/ 552450 w 552450"/>
                  <a:gd name="connsiteY1" fmla="*/ -1 h 161925"/>
                  <a:gd name="connsiteX2" fmla="*/ 552450 w 552450"/>
                  <a:gd name="connsiteY2" fmla="*/ 161925 h 161925"/>
                  <a:gd name="connsiteX3" fmla="*/ -1 w 552450"/>
                  <a:gd name="connsiteY3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161925">
                    <a:moveTo>
                      <a:pt x="-1" y="-1"/>
                    </a:moveTo>
                    <a:lnTo>
                      <a:pt x="552450" y="-1"/>
                    </a:lnTo>
                    <a:lnTo>
                      <a:pt x="552450" y="161925"/>
                    </a:lnTo>
                    <a:lnTo>
                      <a:pt x="-1" y="161925"/>
                    </a:lnTo>
                    <a:close/>
                  </a:path>
                </a:pathLst>
              </a:custGeom>
            </p:spPr>
          </p:pic>
        </p:grpSp>
        <p:grpSp>
          <p:nvGrpSpPr>
            <p:cNvPr id="500" name="图形 259">
              <a:extLst>
                <a:ext uri="{FF2B5EF4-FFF2-40B4-BE49-F238E27FC236}">
                  <a16:creationId xmlns:a16="http://schemas.microsoft.com/office/drawing/2014/main" id="{45BE8071-1DC4-9C3F-A010-CC30C9C3128A}"/>
                </a:ext>
              </a:extLst>
            </p:cNvPr>
            <p:cNvGrpSpPr/>
            <p:nvPr/>
          </p:nvGrpSpPr>
          <p:grpSpPr>
            <a:xfrm>
              <a:off x="10157523" y="1295400"/>
              <a:ext cx="285750" cy="5143500"/>
              <a:chOff x="10044112" y="1295400"/>
              <a:chExt cx="285750" cy="5143500"/>
            </a:xfrm>
            <a:solidFill>
              <a:srgbClr val="FFFFFF"/>
            </a:solidFill>
          </p:grpSpPr>
          <p:sp>
            <p:nvSpPr>
              <p:cNvPr id="501" name="任意多边形: 形状 500">
                <a:extLst>
                  <a:ext uri="{FF2B5EF4-FFF2-40B4-BE49-F238E27FC236}">
                    <a16:creationId xmlns:a16="http://schemas.microsoft.com/office/drawing/2014/main" id="{23D30308-662D-16A2-E90A-6A910EE41A16}"/>
                  </a:ext>
                </a:extLst>
              </p:cNvPr>
              <p:cNvSpPr/>
              <p:nvPr/>
            </p:nvSpPr>
            <p:spPr>
              <a:xfrm>
                <a:off x="10044112" y="1295400"/>
                <a:ext cx="285750" cy="5143500"/>
              </a:xfrm>
              <a:custGeom>
                <a:avLst/>
                <a:gdLst>
                  <a:gd name="connsiteX0" fmla="*/ 242888 w 285750"/>
                  <a:gd name="connsiteY0" fmla="*/ 0 h 5143500"/>
                  <a:gd name="connsiteX1" fmla="*/ 285750 w 285750"/>
                  <a:gd name="connsiteY1" fmla="*/ 42863 h 5143500"/>
                  <a:gd name="connsiteX2" fmla="*/ 285750 w 285750"/>
                  <a:gd name="connsiteY2" fmla="*/ 5100638 h 5143500"/>
                  <a:gd name="connsiteX3" fmla="*/ 242888 w 285750"/>
                  <a:gd name="connsiteY3" fmla="*/ 5143500 h 5143500"/>
                  <a:gd name="connsiteX4" fmla="*/ 42863 w 285750"/>
                  <a:gd name="connsiteY4" fmla="*/ 5143500 h 5143500"/>
                  <a:gd name="connsiteX5" fmla="*/ 0 w 285750"/>
                  <a:gd name="connsiteY5" fmla="*/ 5100638 h 5143500"/>
                  <a:gd name="connsiteX6" fmla="*/ 0 w 285750"/>
                  <a:gd name="connsiteY6" fmla="*/ 42863 h 5143500"/>
                  <a:gd name="connsiteX7" fmla="*/ 42863 w 285750"/>
                  <a:gd name="connsiteY7" fmla="*/ 0 h 5143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5750" h="5143500">
                    <a:moveTo>
                      <a:pt x="242888" y="0"/>
                    </a:moveTo>
                    <a:cubicBezTo>
                      <a:pt x="266560" y="0"/>
                      <a:pt x="285750" y="19190"/>
                      <a:pt x="285750" y="42863"/>
                    </a:cubicBezTo>
                    <a:lnTo>
                      <a:pt x="285750" y="5100638"/>
                    </a:lnTo>
                    <a:cubicBezTo>
                      <a:pt x="285750" y="5124310"/>
                      <a:pt x="266560" y="5143500"/>
                      <a:pt x="242888" y="5143500"/>
                    </a:cubicBezTo>
                    <a:lnTo>
                      <a:pt x="42863" y="5143500"/>
                    </a:lnTo>
                    <a:cubicBezTo>
                      <a:pt x="19190" y="5143500"/>
                      <a:pt x="0" y="5124310"/>
                      <a:pt x="0" y="5100638"/>
                    </a:cubicBezTo>
                    <a:lnTo>
                      <a:pt x="0" y="42863"/>
                    </a:lnTo>
                    <a:cubicBezTo>
                      <a:pt x="0" y="19190"/>
                      <a:pt x="19190" y="0"/>
                      <a:pt x="428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02" name="图片 501">
                <a:extLst>
                  <a:ext uri="{FF2B5EF4-FFF2-40B4-BE49-F238E27FC236}">
                    <a16:creationId xmlns:a16="http://schemas.microsoft.com/office/drawing/2014/main" id="{3FF181F3-BD33-7F26-83C8-6B815E8EDA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48874" y="3800475"/>
                <a:ext cx="266700" cy="161925"/>
              </a:xfrm>
              <a:custGeom>
                <a:avLst/>
                <a:gdLst>
                  <a:gd name="connsiteX0" fmla="*/ -1 w 266700"/>
                  <a:gd name="connsiteY0" fmla="*/ -1 h 161925"/>
                  <a:gd name="connsiteX1" fmla="*/ 266700 w 266700"/>
                  <a:gd name="connsiteY1" fmla="*/ -1 h 161925"/>
                  <a:gd name="connsiteX2" fmla="*/ 266700 w 266700"/>
                  <a:gd name="connsiteY2" fmla="*/ 161925 h 161925"/>
                  <a:gd name="connsiteX3" fmla="*/ -1 w 266700"/>
                  <a:gd name="connsiteY3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700" h="161925">
                    <a:moveTo>
                      <a:pt x="-1" y="-1"/>
                    </a:moveTo>
                    <a:lnTo>
                      <a:pt x="266700" y="-1"/>
                    </a:lnTo>
                    <a:lnTo>
                      <a:pt x="266700" y="161925"/>
                    </a:lnTo>
                    <a:lnTo>
                      <a:pt x="-1" y="161925"/>
                    </a:lnTo>
                    <a:close/>
                  </a:path>
                </a:pathLst>
              </a:custGeom>
            </p:spPr>
          </p:pic>
        </p:grpSp>
        <p:grpSp>
          <p:nvGrpSpPr>
            <p:cNvPr id="503" name="图形 259">
              <a:extLst>
                <a:ext uri="{FF2B5EF4-FFF2-40B4-BE49-F238E27FC236}">
                  <a16:creationId xmlns:a16="http://schemas.microsoft.com/office/drawing/2014/main" id="{F10CBF71-4DC1-FE1F-0F12-291C8BE57D9D}"/>
                </a:ext>
              </a:extLst>
            </p:cNvPr>
            <p:cNvGrpSpPr/>
            <p:nvPr/>
          </p:nvGrpSpPr>
          <p:grpSpPr>
            <a:xfrm>
              <a:off x="10443273" y="1719262"/>
              <a:ext cx="360807" cy="66675"/>
              <a:chOff x="10329862" y="1719262"/>
              <a:chExt cx="360807" cy="66675"/>
            </a:xfrm>
          </p:grpSpPr>
          <p:sp>
            <p:nvSpPr>
              <p:cNvPr id="504" name="任意多边形: 形状 503">
                <a:extLst>
                  <a:ext uri="{FF2B5EF4-FFF2-40B4-BE49-F238E27FC236}">
                    <a16:creationId xmlns:a16="http://schemas.microsoft.com/office/drawing/2014/main" id="{59AD0FDD-DFEA-4125-BC3D-CD2CF5D18E56}"/>
                  </a:ext>
                </a:extLst>
              </p:cNvPr>
              <p:cNvSpPr/>
              <p:nvPr/>
            </p:nvSpPr>
            <p:spPr>
              <a:xfrm>
                <a:off x="10329862" y="1752600"/>
                <a:ext cx="310800" cy="9525"/>
              </a:xfrm>
              <a:custGeom>
                <a:avLst/>
                <a:gdLst>
                  <a:gd name="connsiteX0" fmla="*/ 0 w 310800"/>
                  <a:gd name="connsiteY0" fmla="*/ 0 h 9525"/>
                  <a:gd name="connsiteX1" fmla="*/ 310801 w 310800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800" h="9525">
                    <a:moveTo>
                      <a:pt x="0" y="0"/>
                    </a:moveTo>
                    <a:lnTo>
                      <a:pt x="310801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5" name="任意多边形: 形状 504">
                <a:extLst>
                  <a:ext uri="{FF2B5EF4-FFF2-40B4-BE49-F238E27FC236}">
                    <a16:creationId xmlns:a16="http://schemas.microsoft.com/office/drawing/2014/main" id="{E9F5C3C4-6D5E-84AB-0F22-C478F419EBA3}"/>
                  </a:ext>
                </a:extLst>
              </p:cNvPr>
              <p:cNvSpPr/>
              <p:nvPr/>
            </p:nvSpPr>
            <p:spPr>
              <a:xfrm>
                <a:off x="10623994" y="1719262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06" name="图形 259">
              <a:extLst>
                <a:ext uri="{FF2B5EF4-FFF2-40B4-BE49-F238E27FC236}">
                  <a16:creationId xmlns:a16="http://schemas.microsoft.com/office/drawing/2014/main" id="{E31D5A1E-96C3-C631-DC5D-3B2DF6DB1782}"/>
                </a:ext>
              </a:extLst>
            </p:cNvPr>
            <p:cNvGrpSpPr/>
            <p:nvPr/>
          </p:nvGrpSpPr>
          <p:grpSpPr>
            <a:xfrm>
              <a:off x="10443273" y="3668649"/>
              <a:ext cx="360807" cy="66675"/>
              <a:chOff x="10329862" y="3668649"/>
              <a:chExt cx="360807" cy="66675"/>
            </a:xfrm>
          </p:grpSpPr>
          <p:sp>
            <p:nvSpPr>
              <p:cNvPr id="507" name="任意多边形: 形状 506">
                <a:extLst>
                  <a:ext uri="{FF2B5EF4-FFF2-40B4-BE49-F238E27FC236}">
                    <a16:creationId xmlns:a16="http://schemas.microsoft.com/office/drawing/2014/main" id="{5AE136D9-7FC2-3B12-7BBB-29F3784A7E77}"/>
                  </a:ext>
                </a:extLst>
              </p:cNvPr>
              <p:cNvSpPr/>
              <p:nvPr/>
            </p:nvSpPr>
            <p:spPr>
              <a:xfrm>
                <a:off x="10329862" y="3701986"/>
                <a:ext cx="310800" cy="9525"/>
              </a:xfrm>
              <a:custGeom>
                <a:avLst/>
                <a:gdLst>
                  <a:gd name="connsiteX0" fmla="*/ 0 w 310800"/>
                  <a:gd name="connsiteY0" fmla="*/ 0 h 9525"/>
                  <a:gd name="connsiteX1" fmla="*/ 310801 w 310800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800" h="9525">
                    <a:moveTo>
                      <a:pt x="0" y="0"/>
                    </a:moveTo>
                    <a:lnTo>
                      <a:pt x="310801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8" name="任意多边形: 形状 507">
                <a:extLst>
                  <a:ext uri="{FF2B5EF4-FFF2-40B4-BE49-F238E27FC236}">
                    <a16:creationId xmlns:a16="http://schemas.microsoft.com/office/drawing/2014/main" id="{08725F29-12B7-8C55-E129-EF3C56612B0B}"/>
                  </a:ext>
                </a:extLst>
              </p:cNvPr>
              <p:cNvSpPr/>
              <p:nvPr/>
            </p:nvSpPr>
            <p:spPr>
              <a:xfrm>
                <a:off x="10623994" y="3668649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09" name="图形 259">
              <a:extLst>
                <a:ext uri="{FF2B5EF4-FFF2-40B4-BE49-F238E27FC236}">
                  <a16:creationId xmlns:a16="http://schemas.microsoft.com/office/drawing/2014/main" id="{9C2AF1BB-DDAD-1E02-DF04-3B81B4D0A9A2}"/>
                </a:ext>
              </a:extLst>
            </p:cNvPr>
            <p:cNvGrpSpPr/>
            <p:nvPr/>
          </p:nvGrpSpPr>
          <p:grpSpPr>
            <a:xfrm>
              <a:off x="10443273" y="5797486"/>
              <a:ext cx="360807" cy="66675"/>
              <a:chOff x="10329862" y="5797486"/>
              <a:chExt cx="360807" cy="66675"/>
            </a:xfrm>
          </p:grpSpPr>
          <p:sp>
            <p:nvSpPr>
              <p:cNvPr id="510" name="任意多边形: 形状 509">
                <a:extLst>
                  <a:ext uri="{FF2B5EF4-FFF2-40B4-BE49-F238E27FC236}">
                    <a16:creationId xmlns:a16="http://schemas.microsoft.com/office/drawing/2014/main" id="{52807B26-813F-FCA5-0348-71A2BEE172E8}"/>
                  </a:ext>
                </a:extLst>
              </p:cNvPr>
              <p:cNvSpPr/>
              <p:nvPr/>
            </p:nvSpPr>
            <p:spPr>
              <a:xfrm>
                <a:off x="10329862" y="5830823"/>
                <a:ext cx="310800" cy="9525"/>
              </a:xfrm>
              <a:custGeom>
                <a:avLst/>
                <a:gdLst>
                  <a:gd name="connsiteX0" fmla="*/ 0 w 310800"/>
                  <a:gd name="connsiteY0" fmla="*/ 0 h 9525"/>
                  <a:gd name="connsiteX1" fmla="*/ 310801 w 310800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800" h="9525">
                    <a:moveTo>
                      <a:pt x="0" y="0"/>
                    </a:moveTo>
                    <a:lnTo>
                      <a:pt x="310801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1" name="任意多边形: 形状 510">
                <a:extLst>
                  <a:ext uri="{FF2B5EF4-FFF2-40B4-BE49-F238E27FC236}">
                    <a16:creationId xmlns:a16="http://schemas.microsoft.com/office/drawing/2014/main" id="{C29AC9A0-8A22-69F1-ABBC-AB0F1BA4D030}"/>
                  </a:ext>
                </a:extLst>
              </p:cNvPr>
              <p:cNvSpPr/>
              <p:nvPr/>
            </p:nvSpPr>
            <p:spPr>
              <a:xfrm>
                <a:off x="10623994" y="5797486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643" name="图片 642">
            <a:extLst>
              <a:ext uri="{FF2B5EF4-FFF2-40B4-BE49-F238E27FC236}">
                <a16:creationId xmlns:a16="http://schemas.microsoft.com/office/drawing/2014/main" id="{6EFC7105-FE80-CE04-95CD-358D3D30B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393" y="2914675"/>
            <a:ext cx="5582513" cy="70486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45" name="图片 644">
            <a:extLst>
              <a:ext uri="{FF2B5EF4-FFF2-40B4-BE49-F238E27FC236}">
                <a16:creationId xmlns:a16="http://schemas.microsoft.com/office/drawing/2014/main" id="{D6DCA93D-5054-030A-E883-6EA4148C0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396" y="543587"/>
            <a:ext cx="6661415" cy="59607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47" name="图片 646">
            <a:extLst>
              <a:ext uri="{FF2B5EF4-FFF2-40B4-BE49-F238E27FC236}">
                <a16:creationId xmlns:a16="http://schemas.microsoft.com/office/drawing/2014/main" id="{165BAACB-D53C-FFC2-B111-B946E5F27B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5635" y="2385396"/>
            <a:ext cx="5638527" cy="686268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594" name="组合 593">
            <a:extLst>
              <a:ext uri="{FF2B5EF4-FFF2-40B4-BE49-F238E27FC236}">
                <a16:creationId xmlns:a16="http://schemas.microsoft.com/office/drawing/2014/main" id="{B7CE406F-BAE6-9D19-19AC-F684E0EF36AC}"/>
              </a:ext>
            </a:extLst>
          </p:cNvPr>
          <p:cNvGrpSpPr/>
          <p:nvPr/>
        </p:nvGrpSpPr>
        <p:grpSpPr>
          <a:xfrm>
            <a:off x="8062023" y="881062"/>
            <a:ext cx="952500" cy="5438775"/>
            <a:chOff x="8062023" y="881062"/>
            <a:chExt cx="952500" cy="5438775"/>
          </a:xfrm>
        </p:grpSpPr>
        <p:grpSp>
          <p:nvGrpSpPr>
            <p:cNvPr id="595" name="图形 259">
              <a:extLst>
                <a:ext uri="{FF2B5EF4-FFF2-40B4-BE49-F238E27FC236}">
                  <a16:creationId xmlns:a16="http://schemas.microsoft.com/office/drawing/2014/main" id="{6260B2C4-F8B8-EA0F-C3F9-939786356FC3}"/>
                </a:ext>
              </a:extLst>
            </p:cNvPr>
            <p:cNvGrpSpPr/>
            <p:nvPr/>
          </p:nvGrpSpPr>
          <p:grpSpPr>
            <a:xfrm>
              <a:off x="8062023" y="881062"/>
              <a:ext cx="762000" cy="2128837"/>
              <a:chOff x="7948612" y="881062"/>
              <a:chExt cx="762000" cy="2128837"/>
            </a:xfrm>
          </p:grpSpPr>
          <p:sp>
            <p:nvSpPr>
              <p:cNvPr id="605" name="任意多边形: 形状 604">
                <a:extLst>
                  <a:ext uri="{FF2B5EF4-FFF2-40B4-BE49-F238E27FC236}">
                    <a16:creationId xmlns:a16="http://schemas.microsoft.com/office/drawing/2014/main" id="{E9E75538-A728-492C-9803-053F2A6F8C87}"/>
                  </a:ext>
                </a:extLst>
              </p:cNvPr>
              <p:cNvSpPr/>
              <p:nvPr/>
            </p:nvSpPr>
            <p:spPr>
              <a:xfrm>
                <a:off x="7948612" y="914400"/>
                <a:ext cx="762000" cy="2095500"/>
              </a:xfrm>
              <a:custGeom>
                <a:avLst/>
                <a:gdLst>
                  <a:gd name="connsiteX0" fmla="*/ 0 w 762000"/>
                  <a:gd name="connsiteY0" fmla="*/ 2095500 h 2095500"/>
                  <a:gd name="connsiteX1" fmla="*/ 762000 w 762000"/>
                  <a:gd name="connsiteY1" fmla="*/ 2095500 h 2095500"/>
                  <a:gd name="connsiteX2" fmla="*/ 762000 w 762000"/>
                  <a:gd name="connsiteY2" fmla="*/ 0 h 2095500"/>
                  <a:gd name="connsiteX3" fmla="*/ 60674 w 762000"/>
                  <a:gd name="connsiteY3" fmla="*/ 0 h 2095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0" h="2095500">
                    <a:moveTo>
                      <a:pt x="0" y="2095500"/>
                    </a:moveTo>
                    <a:lnTo>
                      <a:pt x="762000" y="2095500"/>
                    </a:lnTo>
                    <a:lnTo>
                      <a:pt x="762000" y="0"/>
                    </a:lnTo>
                    <a:lnTo>
                      <a:pt x="60674" y="0"/>
                    </a:lnTo>
                  </a:path>
                </a:pathLst>
              </a:custGeom>
              <a:noFill/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6" name="任意多边形: 形状 605">
                <a:extLst>
                  <a:ext uri="{FF2B5EF4-FFF2-40B4-BE49-F238E27FC236}">
                    <a16:creationId xmlns:a16="http://schemas.microsoft.com/office/drawing/2014/main" id="{B8052EED-BFD4-A972-D044-3778F0FB218E}"/>
                  </a:ext>
                </a:extLst>
              </p:cNvPr>
              <p:cNvSpPr/>
              <p:nvPr/>
            </p:nvSpPr>
            <p:spPr>
              <a:xfrm>
                <a:off x="7959279" y="881062"/>
                <a:ext cx="66675" cy="66675"/>
              </a:xfrm>
              <a:custGeom>
                <a:avLst/>
                <a:gdLst>
                  <a:gd name="connsiteX0" fmla="*/ 0 w 66675"/>
                  <a:gd name="connsiteY0" fmla="*/ 33338 h 66675"/>
                  <a:gd name="connsiteX1" fmla="*/ 66675 w 66675"/>
                  <a:gd name="connsiteY1" fmla="*/ 0 h 66675"/>
                  <a:gd name="connsiteX2" fmla="*/ 50006 w 66675"/>
                  <a:gd name="connsiteY2" fmla="*/ 33338 h 66675"/>
                  <a:gd name="connsiteX3" fmla="*/ 66675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66675" y="0"/>
                    </a:lnTo>
                    <a:lnTo>
                      <a:pt x="50006" y="33338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00FF00"/>
              </a:solidFill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96" name="图形 259">
              <a:extLst>
                <a:ext uri="{FF2B5EF4-FFF2-40B4-BE49-F238E27FC236}">
                  <a16:creationId xmlns:a16="http://schemas.microsoft.com/office/drawing/2014/main" id="{F6D3835F-253D-7C95-0FF0-BBEC0B3A28D6}"/>
                </a:ext>
              </a:extLst>
            </p:cNvPr>
            <p:cNvGrpSpPr/>
            <p:nvPr/>
          </p:nvGrpSpPr>
          <p:grpSpPr>
            <a:xfrm>
              <a:off x="8204898" y="2118741"/>
              <a:ext cx="809625" cy="1957958"/>
              <a:chOff x="8091487" y="2118741"/>
              <a:chExt cx="809625" cy="1957958"/>
            </a:xfrm>
          </p:grpSpPr>
          <p:sp>
            <p:nvSpPr>
              <p:cNvPr id="603" name="任意多边形: 形状 602">
                <a:extLst>
                  <a:ext uri="{FF2B5EF4-FFF2-40B4-BE49-F238E27FC236}">
                    <a16:creationId xmlns:a16="http://schemas.microsoft.com/office/drawing/2014/main" id="{20FF6299-C068-33A3-F498-DC8394E6D087}"/>
                  </a:ext>
                </a:extLst>
              </p:cNvPr>
              <p:cNvSpPr/>
              <p:nvPr/>
            </p:nvSpPr>
            <p:spPr>
              <a:xfrm>
                <a:off x="8091487" y="2152078"/>
                <a:ext cx="809625" cy="1924621"/>
              </a:xfrm>
              <a:custGeom>
                <a:avLst/>
                <a:gdLst>
                  <a:gd name="connsiteX0" fmla="*/ 0 w 809625"/>
                  <a:gd name="connsiteY0" fmla="*/ 1919859 h 1924621"/>
                  <a:gd name="connsiteX1" fmla="*/ 809625 w 809625"/>
                  <a:gd name="connsiteY1" fmla="*/ 1924622 h 1924621"/>
                  <a:gd name="connsiteX2" fmla="*/ 809625 w 809625"/>
                  <a:gd name="connsiteY2" fmla="*/ 876872 h 1924621"/>
                  <a:gd name="connsiteX3" fmla="*/ 809625 w 809625"/>
                  <a:gd name="connsiteY3" fmla="*/ 571 h 1924621"/>
                  <a:gd name="connsiteX4" fmla="*/ 56007 w 809625"/>
                  <a:gd name="connsiteY4" fmla="*/ 0 h 1924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9625" h="1924621">
                    <a:moveTo>
                      <a:pt x="0" y="1919859"/>
                    </a:moveTo>
                    <a:lnTo>
                      <a:pt x="809625" y="1924622"/>
                    </a:lnTo>
                    <a:lnTo>
                      <a:pt x="809625" y="876872"/>
                    </a:lnTo>
                    <a:lnTo>
                      <a:pt x="809625" y="571"/>
                    </a:lnTo>
                    <a:lnTo>
                      <a:pt x="56007" y="0"/>
                    </a:lnTo>
                  </a:path>
                </a:pathLst>
              </a:custGeom>
              <a:noFill/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4" name="任意多边形: 形状 603">
                <a:extLst>
                  <a:ext uri="{FF2B5EF4-FFF2-40B4-BE49-F238E27FC236}">
                    <a16:creationId xmlns:a16="http://schemas.microsoft.com/office/drawing/2014/main" id="{C0704B6D-CC57-038E-8016-8630D9467186}"/>
                  </a:ext>
                </a:extLst>
              </p:cNvPr>
              <p:cNvSpPr/>
              <p:nvPr/>
            </p:nvSpPr>
            <p:spPr>
              <a:xfrm>
                <a:off x="8097487" y="2118741"/>
                <a:ext cx="66675" cy="66675"/>
              </a:xfrm>
              <a:custGeom>
                <a:avLst/>
                <a:gdLst>
                  <a:gd name="connsiteX0" fmla="*/ 0 w 66675"/>
                  <a:gd name="connsiteY0" fmla="*/ 33242 h 66675"/>
                  <a:gd name="connsiteX1" fmla="*/ 66675 w 66675"/>
                  <a:gd name="connsiteY1" fmla="*/ 0 h 66675"/>
                  <a:gd name="connsiteX2" fmla="*/ 50006 w 66675"/>
                  <a:gd name="connsiteY2" fmla="*/ 33338 h 66675"/>
                  <a:gd name="connsiteX3" fmla="*/ 66675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0" y="33242"/>
                    </a:moveTo>
                    <a:lnTo>
                      <a:pt x="66675" y="0"/>
                    </a:lnTo>
                    <a:lnTo>
                      <a:pt x="50006" y="33338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00FF00"/>
              </a:solidFill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97" name="图形 259">
              <a:extLst>
                <a:ext uri="{FF2B5EF4-FFF2-40B4-BE49-F238E27FC236}">
                  <a16:creationId xmlns:a16="http://schemas.microsoft.com/office/drawing/2014/main" id="{869EF849-87A8-6473-3E05-BC1477E92008}"/>
                </a:ext>
              </a:extLst>
            </p:cNvPr>
            <p:cNvGrpSpPr/>
            <p:nvPr/>
          </p:nvGrpSpPr>
          <p:grpSpPr>
            <a:xfrm>
              <a:off x="8062023" y="3167062"/>
              <a:ext cx="762000" cy="2128837"/>
              <a:chOff x="7948612" y="3167062"/>
              <a:chExt cx="762000" cy="2128837"/>
            </a:xfrm>
          </p:grpSpPr>
          <p:sp>
            <p:nvSpPr>
              <p:cNvPr id="601" name="任意多边形: 形状 600">
                <a:extLst>
                  <a:ext uri="{FF2B5EF4-FFF2-40B4-BE49-F238E27FC236}">
                    <a16:creationId xmlns:a16="http://schemas.microsoft.com/office/drawing/2014/main" id="{23B7BECB-73F9-87AC-FA31-E6ADBD35A3B8}"/>
                  </a:ext>
                </a:extLst>
              </p:cNvPr>
              <p:cNvSpPr/>
              <p:nvPr/>
            </p:nvSpPr>
            <p:spPr>
              <a:xfrm>
                <a:off x="7948612" y="3200400"/>
                <a:ext cx="762000" cy="2095500"/>
              </a:xfrm>
              <a:custGeom>
                <a:avLst/>
                <a:gdLst>
                  <a:gd name="connsiteX0" fmla="*/ 0 w 762000"/>
                  <a:gd name="connsiteY0" fmla="*/ 2095500 h 2095500"/>
                  <a:gd name="connsiteX1" fmla="*/ 762000 w 762000"/>
                  <a:gd name="connsiteY1" fmla="*/ 2095500 h 2095500"/>
                  <a:gd name="connsiteX2" fmla="*/ 762000 w 762000"/>
                  <a:gd name="connsiteY2" fmla="*/ 0 h 2095500"/>
                  <a:gd name="connsiteX3" fmla="*/ 60674 w 762000"/>
                  <a:gd name="connsiteY3" fmla="*/ 0 h 2095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0" h="2095500">
                    <a:moveTo>
                      <a:pt x="0" y="2095500"/>
                    </a:moveTo>
                    <a:lnTo>
                      <a:pt x="762000" y="2095500"/>
                    </a:lnTo>
                    <a:lnTo>
                      <a:pt x="762000" y="0"/>
                    </a:lnTo>
                    <a:lnTo>
                      <a:pt x="60674" y="0"/>
                    </a:lnTo>
                  </a:path>
                </a:pathLst>
              </a:custGeom>
              <a:noFill/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2" name="任意多边形: 形状 601">
                <a:extLst>
                  <a:ext uri="{FF2B5EF4-FFF2-40B4-BE49-F238E27FC236}">
                    <a16:creationId xmlns:a16="http://schemas.microsoft.com/office/drawing/2014/main" id="{30C675CF-E683-DA54-B75B-DDA9CFD606BA}"/>
                  </a:ext>
                </a:extLst>
              </p:cNvPr>
              <p:cNvSpPr/>
              <p:nvPr/>
            </p:nvSpPr>
            <p:spPr>
              <a:xfrm>
                <a:off x="7959279" y="3167062"/>
                <a:ext cx="66675" cy="66675"/>
              </a:xfrm>
              <a:custGeom>
                <a:avLst/>
                <a:gdLst>
                  <a:gd name="connsiteX0" fmla="*/ 0 w 66675"/>
                  <a:gd name="connsiteY0" fmla="*/ 33338 h 66675"/>
                  <a:gd name="connsiteX1" fmla="*/ 66675 w 66675"/>
                  <a:gd name="connsiteY1" fmla="*/ 0 h 66675"/>
                  <a:gd name="connsiteX2" fmla="*/ 50006 w 66675"/>
                  <a:gd name="connsiteY2" fmla="*/ 33338 h 66675"/>
                  <a:gd name="connsiteX3" fmla="*/ 66675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66675" y="0"/>
                    </a:lnTo>
                    <a:lnTo>
                      <a:pt x="50006" y="33338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00FF00"/>
              </a:solidFill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98" name="图形 259">
              <a:extLst>
                <a:ext uri="{FF2B5EF4-FFF2-40B4-BE49-F238E27FC236}">
                  <a16:creationId xmlns:a16="http://schemas.microsoft.com/office/drawing/2014/main" id="{A0AD102D-10BE-516D-3B45-CE5C3C49FAEC}"/>
                </a:ext>
              </a:extLst>
            </p:cNvPr>
            <p:cNvGrpSpPr/>
            <p:nvPr/>
          </p:nvGrpSpPr>
          <p:grpSpPr>
            <a:xfrm>
              <a:off x="8204898" y="4195286"/>
              <a:ext cx="809625" cy="2124551"/>
              <a:chOff x="8091487" y="4195286"/>
              <a:chExt cx="809625" cy="2124551"/>
            </a:xfrm>
          </p:grpSpPr>
          <p:sp>
            <p:nvSpPr>
              <p:cNvPr id="599" name="任意多边形: 形状 598">
                <a:extLst>
                  <a:ext uri="{FF2B5EF4-FFF2-40B4-BE49-F238E27FC236}">
                    <a16:creationId xmlns:a16="http://schemas.microsoft.com/office/drawing/2014/main" id="{BBFA9CF7-340E-D3AA-2F1B-0956EB767FE1}"/>
                  </a:ext>
                </a:extLst>
              </p:cNvPr>
              <p:cNvSpPr/>
              <p:nvPr/>
            </p:nvSpPr>
            <p:spPr>
              <a:xfrm>
                <a:off x="8091487" y="4224337"/>
                <a:ext cx="809625" cy="2095500"/>
              </a:xfrm>
              <a:custGeom>
                <a:avLst/>
                <a:gdLst>
                  <a:gd name="connsiteX0" fmla="*/ 0 w 809625"/>
                  <a:gd name="connsiteY0" fmla="*/ 2090738 h 2095500"/>
                  <a:gd name="connsiteX1" fmla="*/ 809625 w 809625"/>
                  <a:gd name="connsiteY1" fmla="*/ 2095500 h 2095500"/>
                  <a:gd name="connsiteX2" fmla="*/ 809625 w 809625"/>
                  <a:gd name="connsiteY2" fmla="*/ 1047750 h 2095500"/>
                  <a:gd name="connsiteX3" fmla="*/ 809625 w 809625"/>
                  <a:gd name="connsiteY3" fmla="*/ 0 h 2095500"/>
                  <a:gd name="connsiteX4" fmla="*/ 60674 w 809625"/>
                  <a:gd name="connsiteY4" fmla="*/ 4381 h 2095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9625" h="2095500">
                    <a:moveTo>
                      <a:pt x="0" y="2090738"/>
                    </a:moveTo>
                    <a:lnTo>
                      <a:pt x="809625" y="2095500"/>
                    </a:lnTo>
                    <a:lnTo>
                      <a:pt x="809625" y="1047750"/>
                    </a:lnTo>
                    <a:lnTo>
                      <a:pt x="809625" y="0"/>
                    </a:lnTo>
                    <a:lnTo>
                      <a:pt x="60674" y="4381"/>
                    </a:lnTo>
                  </a:path>
                </a:pathLst>
              </a:custGeom>
              <a:noFill/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0" name="任意多边形: 形状 599">
                <a:extLst>
                  <a:ext uri="{FF2B5EF4-FFF2-40B4-BE49-F238E27FC236}">
                    <a16:creationId xmlns:a16="http://schemas.microsoft.com/office/drawing/2014/main" id="{91C01CE7-7A62-0A04-2EFB-49E939C81806}"/>
                  </a:ext>
                </a:extLst>
              </p:cNvPr>
              <p:cNvSpPr/>
              <p:nvPr/>
            </p:nvSpPr>
            <p:spPr>
              <a:xfrm>
                <a:off x="8102154" y="4195286"/>
                <a:ext cx="66865" cy="66675"/>
              </a:xfrm>
              <a:custGeom>
                <a:avLst/>
                <a:gdLst>
                  <a:gd name="connsiteX0" fmla="*/ 0 w 66865"/>
                  <a:gd name="connsiteY0" fmla="*/ 33718 h 66675"/>
                  <a:gd name="connsiteX1" fmla="*/ 66484 w 66865"/>
                  <a:gd name="connsiteY1" fmla="*/ 0 h 66675"/>
                  <a:gd name="connsiteX2" fmla="*/ 50006 w 66865"/>
                  <a:gd name="connsiteY2" fmla="*/ 33433 h 66675"/>
                  <a:gd name="connsiteX3" fmla="*/ 66866 w 6686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865" h="66675">
                    <a:moveTo>
                      <a:pt x="0" y="33718"/>
                    </a:moveTo>
                    <a:lnTo>
                      <a:pt x="66484" y="0"/>
                    </a:lnTo>
                    <a:lnTo>
                      <a:pt x="50006" y="33433"/>
                    </a:lnTo>
                    <a:lnTo>
                      <a:pt x="66866" y="66675"/>
                    </a:lnTo>
                    <a:close/>
                  </a:path>
                </a:pathLst>
              </a:custGeom>
              <a:solidFill>
                <a:srgbClr val="00FF00"/>
              </a:solidFill>
              <a:ln w="9525" cap="flat">
                <a:solidFill>
                  <a:srgbClr val="00FF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07" name="组合 606">
            <a:extLst>
              <a:ext uri="{FF2B5EF4-FFF2-40B4-BE49-F238E27FC236}">
                <a16:creationId xmlns:a16="http://schemas.microsoft.com/office/drawing/2014/main" id="{65149246-D5D5-F669-C4CB-8010E7837C27}"/>
              </a:ext>
            </a:extLst>
          </p:cNvPr>
          <p:cNvGrpSpPr/>
          <p:nvPr/>
        </p:nvGrpSpPr>
        <p:grpSpPr>
          <a:xfrm>
            <a:off x="8062023" y="438150"/>
            <a:ext cx="857250" cy="5536119"/>
            <a:chOff x="8062023" y="438150"/>
            <a:chExt cx="857250" cy="5536119"/>
          </a:xfrm>
        </p:grpSpPr>
        <p:grpSp>
          <p:nvGrpSpPr>
            <p:cNvPr id="608" name="图形 259">
              <a:extLst>
                <a:ext uri="{FF2B5EF4-FFF2-40B4-BE49-F238E27FC236}">
                  <a16:creationId xmlns:a16="http://schemas.microsoft.com/office/drawing/2014/main" id="{23AC046A-8014-595D-7C93-43E763366BA6}"/>
                </a:ext>
              </a:extLst>
            </p:cNvPr>
            <p:cNvGrpSpPr/>
            <p:nvPr/>
          </p:nvGrpSpPr>
          <p:grpSpPr>
            <a:xfrm>
              <a:off x="8062023" y="438150"/>
              <a:ext cx="666750" cy="2128837"/>
              <a:chOff x="7948612" y="438150"/>
              <a:chExt cx="666750" cy="2128837"/>
            </a:xfrm>
          </p:grpSpPr>
          <p:sp>
            <p:nvSpPr>
              <p:cNvPr id="618" name="任意多边形: 形状 617">
                <a:extLst>
                  <a:ext uri="{FF2B5EF4-FFF2-40B4-BE49-F238E27FC236}">
                    <a16:creationId xmlns:a16="http://schemas.microsoft.com/office/drawing/2014/main" id="{49019899-D0C2-3DDE-2209-93FD189E2306}"/>
                  </a:ext>
                </a:extLst>
              </p:cNvPr>
              <p:cNvSpPr/>
              <p:nvPr/>
            </p:nvSpPr>
            <p:spPr>
              <a:xfrm>
                <a:off x="7948612" y="438150"/>
                <a:ext cx="666750" cy="2095500"/>
              </a:xfrm>
              <a:custGeom>
                <a:avLst/>
                <a:gdLst>
                  <a:gd name="connsiteX0" fmla="*/ 0 w 666750"/>
                  <a:gd name="connsiteY0" fmla="*/ 0 h 2095500"/>
                  <a:gd name="connsiteX1" fmla="*/ 666750 w 666750"/>
                  <a:gd name="connsiteY1" fmla="*/ 0 h 2095500"/>
                  <a:gd name="connsiteX2" fmla="*/ 666750 w 666750"/>
                  <a:gd name="connsiteY2" fmla="*/ 2095500 h 2095500"/>
                  <a:gd name="connsiteX3" fmla="*/ 60674 w 666750"/>
                  <a:gd name="connsiteY3" fmla="*/ 2095500 h 2095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0" h="2095500">
                    <a:moveTo>
                      <a:pt x="0" y="0"/>
                    </a:moveTo>
                    <a:lnTo>
                      <a:pt x="666750" y="0"/>
                    </a:lnTo>
                    <a:lnTo>
                      <a:pt x="666750" y="2095500"/>
                    </a:lnTo>
                    <a:lnTo>
                      <a:pt x="60674" y="2095500"/>
                    </a:lnTo>
                  </a:path>
                </a:pathLst>
              </a:custGeom>
              <a:noFill/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9" name="任意多边形: 形状 618">
                <a:extLst>
                  <a:ext uri="{FF2B5EF4-FFF2-40B4-BE49-F238E27FC236}">
                    <a16:creationId xmlns:a16="http://schemas.microsoft.com/office/drawing/2014/main" id="{64150CDA-F2FA-890C-A744-ADB007218DC9}"/>
                  </a:ext>
                </a:extLst>
              </p:cNvPr>
              <p:cNvSpPr/>
              <p:nvPr/>
            </p:nvSpPr>
            <p:spPr>
              <a:xfrm>
                <a:off x="7959279" y="2500312"/>
                <a:ext cx="66675" cy="66675"/>
              </a:xfrm>
              <a:custGeom>
                <a:avLst/>
                <a:gdLst>
                  <a:gd name="connsiteX0" fmla="*/ 0 w 66675"/>
                  <a:gd name="connsiteY0" fmla="*/ 33338 h 66675"/>
                  <a:gd name="connsiteX1" fmla="*/ 66675 w 66675"/>
                  <a:gd name="connsiteY1" fmla="*/ 0 h 66675"/>
                  <a:gd name="connsiteX2" fmla="*/ 50006 w 66675"/>
                  <a:gd name="connsiteY2" fmla="*/ 33338 h 66675"/>
                  <a:gd name="connsiteX3" fmla="*/ 66675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66675" y="0"/>
                    </a:lnTo>
                    <a:lnTo>
                      <a:pt x="50006" y="33338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B85450"/>
              </a:solidFill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09" name="图形 259">
              <a:extLst>
                <a:ext uri="{FF2B5EF4-FFF2-40B4-BE49-F238E27FC236}">
                  <a16:creationId xmlns:a16="http://schemas.microsoft.com/office/drawing/2014/main" id="{EB763E60-082E-B1B7-499D-E72159E679F2}"/>
                </a:ext>
              </a:extLst>
            </p:cNvPr>
            <p:cNvGrpSpPr/>
            <p:nvPr/>
          </p:nvGrpSpPr>
          <p:grpSpPr>
            <a:xfrm>
              <a:off x="8204898" y="1552575"/>
              <a:ext cx="714375" cy="2119312"/>
              <a:chOff x="8091487" y="1552575"/>
              <a:chExt cx="714375" cy="2119312"/>
            </a:xfrm>
          </p:grpSpPr>
          <p:sp>
            <p:nvSpPr>
              <p:cNvPr id="616" name="任意多边形: 形状 615">
                <a:extLst>
                  <a:ext uri="{FF2B5EF4-FFF2-40B4-BE49-F238E27FC236}">
                    <a16:creationId xmlns:a16="http://schemas.microsoft.com/office/drawing/2014/main" id="{969078F9-D0C3-D771-1206-69F77DB9E98D}"/>
                  </a:ext>
                </a:extLst>
              </p:cNvPr>
              <p:cNvSpPr/>
              <p:nvPr/>
            </p:nvSpPr>
            <p:spPr>
              <a:xfrm>
                <a:off x="8091487" y="1552575"/>
                <a:ext cx="714375" cy="2085975"/>
              </a:xfrm>
              <a:custGeom>
                <a:avLst/>
                <a:gdLst>
                  <a:gd name="connsiteX0" fmla="*/ 0 w 714375"/>
                  <a:gd name="connsiteY0" fmla="*/ 0 h 2085975"/>
                  <a:gd name="connsiteX1" fmla="*/ 714375 w 714375"/>
                  <a:gd name="connsiteY1" fmla="*/ 0 h 2085975"/>
                  <a:gd name="connsiteX2" fmla="*/ 714375 w 714375"/>
                  <a:gd name="connsiteY2" fmla="*/ 2085975 h 2085975"/>
                  <a:gd name="connsiteX3" fmla="*/ 60674 w 714375"/>
                  <a:gd name="connsiteY3" fmla="*/ 2085975 h 2085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4375" h="2085975">
                    <a:moveTo>
                      <a:pt x="0" y="0"/>
                    </a:moveTo>
                    <a:lnTo>
                      <a:pt x="714375" y="0"/>
                    </a:lnTo>
                    <a:lnTo>
                      <a:pt x="714375" y="2085975"/>
                    </a:lnTo>
                    <a:lnTo>
                      <a:pt x="60674" y="2085975"/>
                    </a:lnTo>
                  </a:path>
                </a:pathLst>
              </a:custGeom>
              <a:noFill/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7" name="任意多边形: 形状 616">
                <a:extLst>
                  <a:ext uri="{FF2B5EF4-FFF2-40B4-BE49-F238E27FC236}">
                    <a16:creationId xmlns:a16="http://schemas.microsoft.com/office/drawing/2014/main" id="{4092CA3E-CC95-03E9-6519-C0C94358D240}"/>
                  </a:ext>
                </a:extLst>
              </p:cNvPr>
              <p:cNvSpPr/>
              <p:nvPr/>
            </p:nvSpPr>
            <p:spPr>
              <a:xfrm>
                <a:off x="8102154" y="3605212"/>
                <a:ext cx="66675" cy="66675"/>
              </a:xfrm>
              <a:custGeom>
                <a:avLst/>
                <a:gdLst>
                  <a:gd name="connsiteX0" fmla="*/ 0 w 66675"/>
                  <a:gd name="connsiteY0" fmla="*/ 33338 h 66675"/>
                  <a:gd name="connsiteX1" fmla="*/ 66675 w 66675"/>
                  <a:gd name="connsiteY1" fmla="*/ 0 h 66675"/>
                  <a:gd name="connsiteX2" fmla="*/ 50006 w 66675"/>
                  <a:gd name="connsiteY2" fmla="*/ 33338 h 66675"/>
                  <a:gd name="connsiteX3" fmla="*/ 66675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66675" y="0"/>
                    </a:lnTo>
                    <a:lnTo>
                      <a:pt x="50006" y="33338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B85450"/>
              </a:solidFill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10" name="图形 259">
              <a:extLst>
                <a:ext uri="{FF2B5EF4-FFF2-40B4-BE49-F238E27FC236}">
                  <a16:creationId xmlns:a16="http://schemas.microsoft.com/office/drawing/2014/main" id="{CB900AEF-0635-ADD0-82D7-45C583364EC5}"/>
                </a:ext>
              </a:extLst>
            </p:cNvPr>
            <p:cNvGrpSpPr/>
            <p:nvPr/>
          </p:nvGrpSpPr>
          <p:grpSpPr>
            <a:xfrm>
              <a:off x="8062023" y="2752725"/>
              <a:ext cx="666750" cy="2128837"/>
              <a:chOff x="7948612" y="2752725"/>
              <a:chExt cx="666750" cy="2128837"/>
            </a:xfrm>
          </p:grpSpPr>
          <p:sp>
            <p:nvSpPr>
              <p:cNvPr id="614" name="任意多边形: 形状 613">
                <a:extLst>
                  <a:ext uri="{FF2B5EF4-FFF2-40B4-BE49-F238E27FC236}">
                    <a16:creationId xmlns:a16="http://schemas.microsoft.com/office/drawing/2014/main" id="{584E592F-BEAF-88F0-52BA-C2871F56963F}"/>
                  </a:ext>
                </a:extLst>
              </p:cNvPr>
              <p:cNvSpPr/>
              <p:nvPr/>
            </p:nvSpPr>
            <p:spPr>
              <a:xfrm>
                <a:off x="7948612" y="2752725"/>
                <a:ext cx="666750" cy="2095500"/>
              </a:xfrm>
              <a:custGeom>
                <a:avLst/>
                <a:gdLst>
                  <a:gd name="connsiteX0" fmla="*/ 0 w 666750"/>
                  <a:gd name="connsiteY0" fmla="*/ 0 h 2095500"/>
                  <a:gd name="connsiteX1" fmla="*/ 666750 w 666750"/>
                  <a:gd name="connsiteY1" fmla="*/ 0 h 2095500"/>
                  <a:gd name="connsiteX2" fmla="*/ 666750 w 666750"/>
                  <a:gd name="connsiteY2" fmla="*/ 2095500 h 2095500"/>
                  <a:gd name="connsiteX3" fmla="*/ 60674 w 666750"/>
                  <a:gd name="connsiteY3" fmla="*/ 2095500 h 2095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0" h="2095500">
                    <a:moveTo>
                      <a:pt x="0" y="0"/>
                    </a:moveTo>
                    <a:lnTo>
                      <a:pt x="666750" y="0"/>
                    </a:lnTo>
                    <a:lnTo>
                      <a:pt x="666750" y="2095500"/>
                    </a:lnTo>
                    <a:lnTo>
                      <a:pt x="60674" y="2095500"/>
                    </a:lnTo>
                  </a:path>
                </a:pathLst>
              </a:custGeom>
              <a:noFill/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5" name="任意多边形: 形状 614">
                <a:extLst>
                  <a:ext uri="{FF2B5EF4-FFF2-40B4-BE49-F238E27FC236}">
                    <a16:creationId xmlns:a16="http://schemas.microsoft.com/office/drawing/2014/main" id="{2C714BAE-ED03-E7E1-E350-FC365625E211}"/>
                  </a:ext>
                </a:extLst>
              </p:cNvPr>
              <p:cNvSpPr/>
              <p:nvPr/>
            </p:nvSpPr>
            <p:spPr>
              <a:xfrm>
                <a:off x="7959279" y="4814887"/>
                <a:ext cx="66675" cy="66675"/>
              </a:xfrm>
              <a:custGeom>
                <a:avLst/>
                <a:gdLst>
                  <a:gd name="connsiteX0" fmla="*/ 0 w 66675"/>
                  <a:gd name="connsiteY0" fmla="*/ 33338 h 66675"/>
                  <a:gd name="connsiteX1" fmla="*/ 66675 w 66675"/>
                  <a:gd name="connsiteY1" fmla="*/ 0 h 66675"/>
                  <a:gd name="connsiteX2" fmla="*/ 50006 w 66675"/>
                  <a:gd name="connsiteY2" fmla="*/ 33338 h 66675"/>
                  <a:gd name="connsiteX3" fmla="*/ 66675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66675" y="0"/>
                    </a:lnTo>
                    <a:lnTo>
                      <a:pt x="50006" y="33338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B85450"/>
              </a:solidFill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11" name="图形 259">
              <a:extLst>
                <a:ext uri="{FF2B5EF4-FFF2-40B4-BE49-F238E27FC236}">
                  <a16:creationId xmlns:a16="http://schemas.microsoft.com/office/drawing/2014/main" id="{83E8AD67-BEEE-4E98-7375-3D0E28588850}"/>
                </a:ext>
              </a:extLst>
            </p:cNvPr>
            <p:cNvGrpSpPr/>
            <p:nvPr/>
          </p:nvGrpSpPr>
          <p:grpSpPr>
            <a:xfrm>
              <a:off x="8204898" y="3757612"/>
              <a:ext cx="714375" cy="2216657"/>
              <a:chOff x="8091487" y="3757612"/>
              <a:chExt cx="714375" cy="2216657"/>
            </a:xfrm>
          </p:grpSpPr>
          <p:sp>
            <p:nvSpPr>
              <p:cNvPr id="612" name="任意多边形: 形状 611">
                <a:extLst>
                  <a:ext uri="{FF2B5EF4-FFF2-40B4-BE49-F238E27FC236}">
                    <a16:creationId xmlns:a16="http://schemas.microsoft.com/office/drawing/2014/main" id="{92397373-F1A2-7A5F-ABA7-792F99C5EB51}"/>
                  </a:ext>
                </a:extLst>
              </p:cNvPr>
              <p:cNvSpPr/>
              <p:nvPr/>
            </p:nvSpPr>
            <p:spPr>
              <a:xfrm>
                <a:off x="8091487" y="3757612"/>
                <a:ext cx="714375" cy="2183510"/>
              </a:xfrm>
              <a:custGeom>
                <a:avLst/>
                <a:gdLst>
                  <a:gd name="connsiteX0" fmla="*/ 0 w 714375"/>
                  <a:gd name="connsiteY0" fmla="*/ 0 h 2183510"/>
                  <a:gd name="connsiteX1" fmla="*/ 714375 w 714375"/>
                  <a:gd name="connsiteY1" fmla="*/ 0 h 2183510"/>
                  <a:gd name="connsiteX2" fmla="*/ 714375 w 714375"/>
                  <a:gd name="connsiteY2" fmla="*/ 2176463 h 2183510"/>
                  <a:gd name="connsiteX3" fmla="*/ 59341 w 714375"/>
                  <a:gd name="connsiteY3" fmla="*/ 2183511 h 2183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4375" h="2183510">
                    <a:moveTo>
                      <a:pt x="0" y="0"/>
                    </a:moveTo>
                    <a:lnTo>
                      <a:pt x="714375" y="0"/>
                    </a:lnTo>
                    <a:lnTo>
                      <a:pt x="714375" y="2176463"/>
                    </a:lnTo>
                    <a:lnTo>
                      <a:pt x="59341" y="2183511"/>
                    </a:lnTo>
                  </a:path>
                </a:pathLst>
              </a:custGeom>
              <a:noFill/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3" name="任意多边形: 形状 612">
                <a:extLst>
                  <a:ext uri="{FF2B5EF4-FFF2-40B4-BE49-F238E27FC236}">
                    <a16:creationId xmlns:a16="http://schemas.microsoft.com/office/drawing/2014/main" id="{190785B6-9CEE-537B-2434-34D47DCEBAC6}"/>
                  </a:ext>
                </a:extLst>
              </p:cNvPr>
              <p:cNvSpPr/>
              <p:nvPr/>
            </p:nvSpPr>
            <p:spPr>
              <a:xfrm>
                <a:off x="8100821" y="5907595"/>
                <a:ext cx="67056" cy="66675"/>
              </a:xfrm>
              <a:custGeom>
                <a:avLst/>
                <a:gdLst>
                  <a:gd name="connsiteX0" fmla="*/ 0 w 67056"/>
                  <a:gd name="connsiteY0" fmla="*/ 34100 h 66675"/>
                  <a:gd name="connsiteX1" fmla="*/ 66294 w 67056"/>
                  <a:gd name="connsiteY1" fmla="*/ 0 h 66675"/>
                  <a:gd name="connsiteX2" fmla="*/ 50006 w 67056"/>
                  <a:gd name="connsiteY2" fmla="*/ 33528 h 66675"/>
                  <a:gd name="connsiteX3" fmla="*/ 67056 w 67056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056" h="66675">
                    <a:moveTo>
                      <a:pt x="0" y="34100"/>
                    </a:moveTo>
                    <a:lnTo>
                      <a:pt x="66294" y="0"/>
                    </a:lnTo>
                    <a:lnTo>
                      <a:pt x="50006" y="33528"/>
                    </a:lnTo>
                    <a:lnTo>
                      <a:pt x="67056" y="66675"/>
                    </a:lnTo>
                    <a:close/>
                  </a:path>
                </a:pathLst>
              </a:custGeom>
              <a:solidFill>
                <a:srgbClr val="B85450"/>
              </a:solidFill>
              <a:ln w="9525" cap="flat">
                <a:solidFill>
                  <a:srgbClr val="B8545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650" name="图片 649">
            <a:extLst>
              <a:ext uri="{FF2B5EF4-FFF2-40B4-BE49-F238E27FC236}">
                <a16:creationId xmlns:a16="http://schemas.microsoft.com/office/drawing/2014/main" id="{4BC34759-0067-162C-A167-ECA03E6E0B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3171" y="1102070"/>
            <a:ext cx="6858574" cy="80576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716266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任意多边形: 形状 722">
            <a:extLst>
              <a:ext uri="{FF2B5EF4-FFF2-40B4-BE49-F238E27FC236}">
                <a16:creationId xmlns:a16="http://schemas.microsoft.com/office/drawing/2014/main" id="{121BC527-DFBE-89A5-D165-A6BCA9EEA1A9}"/>
              </a:ext>
            </a:extLst>
          </p:cNvPr>
          <p:cNvSpPr/>
          <p:nvPr/>
        </p:nvSpPr>
        <p:spPr>
          <a:xfrm>
            <a:off x="6662003" y="1767270"/>
            <a:ext cx="1333" cy="190500"/>
          </a:xfrm>
          <a:custGeom>
            <a:avLst/>
            <a:gdLst>
              <a:gd name="connsiteX0" fmla="*/ 1334 w 1333"/>
              <a:gd name="connsiteY0" fmla="*/ 190500 h 190500"/>
              <a:gd name="connsiteX1" fmla="*/ 0 w 133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3" h="190500">
                <a:moveTo>
                  <a:pt x="1334" y="190500"/>
                </a:move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000000"/>
            </a:solidFill>
            <a:custDash>
              <a:ds d="1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24" name="任意多边形: 形状 723">
            <a:extLst>
              <a:ext uri="{FF2B5EF4-FFF2-40B4-BE49-F238E27FC236}">
                <a16:creationId xmlns:a16="http://schemas.microsoft.com/office/drawing/2014/main" id="{FD4F4A98-F398-8A51-070E-5CE82A87F84D}"/>
              </a:ext>
            </a:extLst>
          </p:cNvPr>
          <p:cNvSpPr/>
          <p:nvPr/>
        </p:nvSpPr>
        <p:spPr>
          <a:xfrm>
            <a:off x="6662003" y="3853245"/>
            <a:ext cx="1333" cy="190500"/>
          </a:xfrm>
          <a:custGeom>
            <a:avLst/>
            <a:gdLst>
              <a:gd name="connsiteX0" fmla="*/ 1334 w 1333"/>
              <a:gd name="connsiteY0" fmla="*/ 190500 h 190500"/>
              <a:gd name="connsiteX1" fmla="*/ 0 w 1333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3" h="190500">
                <a:moveTo>
                  <a:pt x="1334" y="190500"/>
                </a:move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000000"/>
            </a:solidFill>
            <a:custDash>
              <a:ds d="150000" sp="45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5" name="文本框 724">
                <a:extLst>
                  <a:ext uri="{FF2B5EF4-FFF2-40B4-BE49-F238E27FC236}">
                    <a16:creationId xmlns:a16="http://schemas.microsoft.com/office/drawing/2014/main" id="{86ACDAC1-DF0B-5A09-5091-0F92459E2D18}"/>
                  </a:ext>
                </a:extLst>
              </p:cNvPr>
              <p:cNvSpPr txBox="1"/>
              <p:nvPr/>
            </p:nvSpPr>
            <p:spPr>
              <a:xfrm>
                <a:off x="299157" y="2819395"/>
                <a:ext cx="16107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25" name="文本框 724">
                <a:extLst>
                  <a:ext uri="{FF2B5EF4-FFF2-40B4-BE49-F238E27FC236}">
                    <a16:creationId xmlns:a16="http://schemas.microsoft.com/office/drawing/2014/main" id="{86ACDAC1-DF0B-5A09-5091-0F92459E2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57" y="2819395"/>
                <a:ext cx="161070" cy="215444"/>
              </a:xfrm>
              <a:prstGeom prst="rect">
                <a:avLst/>
              </a:prstGeom>
              <a:blipFill>
                <a:blip r:embed="rId2"/>
                <a:stretch>
                  <a:fillRect l="-23077" r="-19231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6" name="文本框 725">
                <a:extLst>
                  <a:ext uri="{FF2B5EF4-FFF2-40B4-BE49-F238E27FC236}">
                    <a16:creationId xmlns:a16="http://schemas.microsoft.com/office/drawing/2014/main" id="{114999D3-C186-417B-7F81-16D2237B8845}"/>
                  </a:ext>
                </a:extLst>
              </p:cNvPr>
              <p:cNvSpPr txBox="1"/>
              <p:nvPr/>
            </p:nvSpPr>
            <p:spPr>
              <a:xfrm>
                <a:off x="667805" y="2265002"/>
                <a:ext cx="16498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26" name="文本框 725">
                <a:extLst>
                  <a:ext uri="{FF2B5EF4-FFF2-40B4-BE49-F238E27FC236}">
                    <a16:creationId xmlns:a16="http://schemas.microsoft.com/office/drawing/2014/main" id="{114999D3-C186-417B-7F81-16D2237B8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05" y="2265002"/>
                <a:ext cx="164981" cy="215444"/>
              </a:xfrm>
              <a:prstGeom prst="rect">
                <a:avLst/>
              </a:prstGeom>
              <a:blipFill>
                <a:blip r:embed="rId3"/>
                <a:stretch>
                  <a:fillRect l="-22222" r="-14815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7" name="文本框 726">
                <a:extLst>
                  <a:ext uri="{FF2B5EF4-FFF2-40B4-BE49-F238E27FC236}">
                    <a16:creationId xmlns:a16="http://schemas.microsoft.com/office/drawing/2014/main" id="{2E535238-3535-CD09-B0FF-4F8E16A33224}"/>
                  </a:ext>
                </a:extLst>
              </p:cNvPr>
              <p:cNvSpPr txBox="1"/>
              <p:nvPr/>
            </p:nvSpPr>
            <p:spPr>
              <a:xfrm>
                <a:off x="1298970" y="1524116"/>
                <a:ext cx="369717" cy="479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27" name="文本框 726">
                <a:extLst>
                  <a:ext uri="{FF2B5EF4-FFF2-40B4-BE49-F238E27FC236}">
                    <a16:creationId xmlns:a16="http://schemas.microsoft.com/office/drawing/2014/main" id="{2E535238-3535-CD09-B0FF-4F8E16A33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970" y="1524116"/>
                <a:ext cx="369717" cy="4793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8" name="文本框 727">
                <a:extLst>
                  <a:ext uri="{FF2B5EF4-FFF2-40B4-BE49-F238E27FC236}">
                    <a16:creationId xmlns:a16="http://schemas.microsoft.com/office/drawing/2014/main" id="{E44C1DA6-77A2-637C-7452-4841027B2BC3}"/>
                  </a:ext>
                </a:extLst>
              </p:cNvPr>
              <p:cNvSpPr txBox="1"/>
              <p:nvPr/>
            </p:nvSpPr>
            <p:spPr>
              <a:xfrm>
                <a:off x="1796469" y="1138620"/>
                <a:ext cx="16498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28" name="文本框 727">
                <a:extLst>
                  <a:ext uri="{FF2B5EF4-FFF2-40B4-BE49-F238E27FC236}">
                    <a16:creationId xmlns:a16="http://schemas.microsoft.com/office/drawing/2014/main" id="{E44C1DA6-77A2-637C-7452-4841027B2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469" y="1138620"/>
                <a:ext cx="164981" cy="215444"/>
              </a:xfrm>
              <a:prstGeom prst="rect">
                <a:avLst/>
              </a:prstGeom>
              <a:blipFill>
                <a:blip r:embed="rId3"/>
                <a:stretch>
                  <a:fillRect l="-22222" r="-14815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9" name="文本框 728">
                <a:extLst>
                  <a:ext uri="{FF2B5EF4-FFF2-40B4-BE49-F238E27FC236}">
                    <a16:creationId xmlns:a16="http://schemas.microsoft.com/office/drawing/2014/main" id="{23D0DA06-B7C8-9296-1780-FE5B18E2AE40}"/>
                  </a:ext>
                </a:extLst>
              </p:cNvPr>
              <p:cNvSpPr txBox="1"/>
              <p:nvPr/>
            </p:nvSpPr>
            <p:spPr>
              <a:xfrm>
                <a:off x="1798253" y="2624520"/>
                <a:ext cx="16498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29" name="文本框 728">
                <a:extLst>
                  <a:ext uri="{FF2B5EF4-FFF2-40B4-BE49-F238E27FC236}">
                    <a16:creationId xmlns:a16="http://schemas.microsoft.com/office/drawing/2014/main" id="{23D0DA06-B7C8-9296-1780-FE5B18E2A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253" y="2624520"/>
                <a:ext cx="164981" cy="215444"/>
              </a:xfrm>
              <a:prstGeom prst="rect">
                <a:avLst/>
              </a:prstGeom>
              <a:blipFill>
                <a:blip r:embed="rId3"/>
                <a:stretch>
                  <a:fillRect l="-22222" r="-14815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0" name="文本框 729">
                <a:extLst>
                  <a:ext uri="{FF2B5EF4-FFF2-40B4-BE49-F238E27FC236}">
                    <a16:creationId xmlns:a16="http://schemas.microsoft.com/office/drawing/2014/main" id="{F272AA48-7B8B-D4CE-E646-3ACF68CF33CE}"/>
                  </a:ext>
                </a:extLst>
              </p:cNvPr>
              <p:cNvSpPr txBox="1"/>
              <p:nvPr/>
            </p:nvSpPr>
            <p:spPr>
              <a:xfrm>
                <a:off x="1798253" y="3828301"/>
                <a:ext cx="16498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30" name="文本框 729">
                <a:extLst>
                  <a:ext uri="{FF2B5EF4-FFF2-40B4-BE49-F238E27FC236}">
                    <a16:creationId xmlns:a16="http://schemas.microsoft.com/office/drawing/2014/main" id="{F272AA48-7B8B-D4CE-E646-3ACF68CF3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253" y="3828301"/>
                <a:ext cx="164981" cy="215444"/>
              </a:xfrm>
              <a:prstGeom prst="rect">
                <a:avLst/>
              </a:prstGeom>
              <a:blipFill>
                <a:blip r:embed="rId3"/>
                <a:stretch>
                  <a:fillRect l="-22222" r="-14815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02EE8CBC-0584-CB09-C16F-539B95E458EA}"/>
                  </a:ext>
                </a:extLst>
              </p:cNvPr>
              <p:cNvSpPr txBox="1"/>
              <p:nvPr/>
            </p:nvSpPr>
            <p:spPr>
              <a:xfrm>
                <a:off x="4213014" y="1138620"/>
                <a:ext cx="15959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31" name="文本框 730">
                <a:extLst>
                  <a:ext uri="{FF2B5EF4-FFF2-40B4-BE49-F238E27FC236}">
                    <a16:creationId xmlns:a16="http://schemas.microsoft.com/office/drawing/2014/main" id="{02EE8CBC-0584-CB09-C16F-539B95E45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014" y="1138620"/>
                <a:ext cx="159594" cy="215444"/>
              </a:xfrm>
              <a:prstGeom prst="rect">
                <a:avLst/>
              </a:prstGeom>
              <a:blipFill>
                <a:blip r:embed="rId5"/>
                <a:stretch>
                  <a:fillRect l="-23077" r="-23077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AE5C2AE1-C261-8F9C-A9D6-7E1FD417E0A0}"/>
                  </a:ext>
                </a:extLst>
              </p:cNvPr>
              <p:cNvSpPr txBox="1"/>
              <p:nvPr/>
            </p:nvSpPr>
            <p:spPr>
              <a:xfrm>
                <a:off x="4213014" y="2603951"/>
                <a:ext cx="15959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32" name="文本框 731">
                <a:extLst>
                  <a:ext uri="{FF2B5EF4-FFF2-40B4-BE49-F238E27FC236}">
                    <a16:creationId xmlns:a16="http://schemas.microsoft.com/office/drawing/2014/main" id="{AE5C2AE1-C261-8F9C-A9D6-7E1FD417E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014" y="2603951"/>
                <a:ext cx="159594" cy="215444"/>
              </a:xfrm>
              <a:prstGeom prst="rect">
                <a:avLst/>
              </a:prstGeom>
              <a:blipFill>
                <a:blip r:embed="rId6"/>
                <a:stretch>
                  <a:fillRect l="-23077" r="-23077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2EBEAA4-ED78-B050-4F40-0940E884244E}"/>
                  </a:ext>
                </a:extLst>
              </p:cNvPr>
              <p:cNvSpPr txBox="1"/>
              <p:nvPr/>
            </p:nvSpPr>
            <p:spPr>
              <a:xfrm>
                <a:off x="4181887" y="3828301"/>
                <a:ext cx="15959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33" name="文本框 732">
                <a:extLst>
                  <a:ext uri="{FF2B5EF4-FFF2-40B4-BE49-F238E27FC236}">
                    <a16:creationId xmlns:a16="http://schemas.microsoft.com/office/drawing/2014/main" id="{32EBEAA4-ED78-B050-4F40-0940E8842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887" y="3828301"/>
                <a:ext cx="159594" cy="215444"/>
              </a:xfrm>
              <a:prstGeom prst="rect">
                <a:avLst/>
              </a:prstGeom>
              <a:blipFill>
                <a:blip r:embed="rId6"/>
                <a:stretch>
                  <a:fillRect l="-23077" r="-23077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4" name="文本框 733">
                <a:extLst>
                  <a:ext uri="{FF2B5EF4-FFF2-40B4-BE49-F238E27FC236}">
                    <a16:creationId xmlns:a16="http://schemas.microsoft.com/office/drawing/2014/main" id="{6DB459EF-1153-A88E-851B-B38C00E0A5DE}"/>
                  </a:ext>
                </a:extLst>
              </p:cNvPr>
              <p:cNvSpPr txBox="1"/>
              <p:nvPr/>
            </p:nvSpPr>
            <p:spPr>
              <a:xfrm>
                <a:off x="3771653" y="5135944"/>
                <a:ext cx="1063112" cy="1837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sub>
                      </m:sSub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734" name="文本框 733">
                <a:extLst>
                  <a:ext uri="{FF2B5EF4-FFF2-40B4-BE49-F238E27FC236}">
                    <a16:creationId xmlns:a16="http://schemas.microsoft.com/office/drawing/2014/main" id="{6DB459EF-1153-A88E-851B-B38C00E0A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653" y="5135944"/>
                <a:ext cx="1063112" cy="183768"/>
              </a:xfrm>
              <a:prstGeom prst="rect">
                <a:avLst/>
              </a:prstGeom>
              <a:blipFill>
                <a:blip r:embed="rId7"/>
                <a:stretch>
                  <a:fillRect l="-2299" r="-4598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5" name="文本框 734">
                <a:extLst>
                  <a:ext uri="{FF2B5EF4-FFF2-40B4-BE49-F238E27FC236}">
                    <a16:creationId xmlns:a16="http://schemas.microsoft.com/office/drawing/2014/main" id="{25A1E0A5-05B0-6B0D-214B-25EA340F513F}"/>
                  </a:ext>
                </a:extLst>
              </p:cNvPr>
              <p:cNvSpPr txBox="1"/>
              <p:nvPr/>
            </p:nvSpPr>
            <p:spPr>
              <a:xfrm>
                <a:off x="3967747" y="5328927"/>
                <a:ext cx="635879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35" name="文本框 734">
                <a:extLst>
                  <a:ext uri="{FF2B5EF4-FFF2-40B4-BE49-F238E27FC236}">
                    <a16:creationId xmlns:a16="http://schemas.microsoft.com/office/drawing/2014/main" id="{25A1E0A5-05B0-6B0D-214B-25EA340F5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747" y="5328927"/>
                <a:ext cx="635879" cy="169277"/>
              </a:xfrm>
              <a:prstGeom prst="rect">
                <a:avLst/>
              </a:prstGeom>
              <a:blipFill>
                <a:blip r:embed="rId8"/>
                <a:stretch>
                  <a:fillRect l="-6731" t="-3571" r="-7692" b="-32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6" name="文本框 735">
                <a:extLst>
                  <a:ext uri="{FF2B5EF4-FFF2-40B4-BE49-F238E27FC236}">
                    <a16:creationId xmlns:a16="http://schemas.microsoft.com/office/drawing/2014/main" id="{2A06402F-E7BE-C6DE-D941-7DF5B6528243}"/>
                  </a:ext>
                </a:extLst>
              </p:cNvPr>
              <p:cNvSpPr txBox="1"/>
              <p:nvPr/>
            </p:nvSpPr>
            <p:spPr>
              <a:xfrm>
                <a:off x="3974871" y="5553457"/>
                <a:ext cx="674224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36" name="文本框 735">
                <a:extLst>
                  <a:ext uri="{FF2B5EF4-FFF2-40B4-BE49-F238E27FC236}">
                    <a16:creationId xmlns:a16="http://schemas.microsoft.com/office/drawing/2014/main" id="{2A06402F-E7BE-C6DE-D941-7DF5B6528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871" y="5553457"/>
                <a:ext cx="674224" cy="169277"/>
              </a:xfrm>
              <a:prstGeom prst="rect">
                <a:avLst/>
              </a:prstGeom>
              <a:blipFill>
                <a:blip r:embed="rId9"/>
                <a:stretch>
                  <a:fillRect l="-6306" t="-3571" r="-7207" b="-32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7" name="文本框 736">
                <a:extLst>
                  <a:ext uri="{FF2B5EF4-FFF2-40B4-BE49-F238E27FC236}">
                    <a16:creationId xmlns:a16="http://schemas.microsoft.com/office/drawing/2014/main" id="{D5BBF3E0-9E94-9B6D-B01E-AB1B9FE1C6DC}"/>
                  </a:ext>
                </a:extLst>
              </p:cNvPr>
              <p:cNvSpPr txBox="1"/>
              <p:nvPr/>
            </p:nvSpPr>
            <p:spPr>
              <a:xfrm>
                <a:off x="2944588" y="-18229"/>
                <a:ext cx="1428020" cy="880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37" name="文本框 736">
                <a:extLst>
                  <a:ext uri="{FF2B5EF4-FFF2-40B4-BE49-F238E27FC236}">
                    <a16:creationId xmlns:a16="http://schemas.microsoft.com/office/drawing/2014/main" id="{D5BBF3E0-9E94-9B6D-B01E-AB1B9FE1C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4588" y="-18229"/>
                <a:ext cx="1428020" cy="8802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8" name="文本框 737">
                <a:extLst>
                  <a:ext uri="{FF2B5EF4-FFF2-40B4-BE49-F238E27FC236}">
                    <a16:creationId xmlns:a16="http://schemas.microsoft.com/office/drawing/2014/main" id="{997324B5-6367-D227-6D6A-D311181F031F}"/>
                  </a:ext>
                </a:extLst>
              </p:cNvPr>
              <p:cNvSpPr txBox="1"/>
              <p:nvPr/>
            </p:nvSpPr>
            <p:spPr>
              <a:xfrm>
                <a:off x="1305322" y="2811908"/>
                <a:ext cx="365869" cy="479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38" name="文本框 737">
                <a:extLst>
                  <a:ext uri="{FF2B5EF4-FFF2-40B4-BE49-F238E27FC236}">
                    <a16:creationId xmlns:a16="http://schemas.microsoft.com/office/drawing/2014/main" id="{997324B5-6367-D227-6D6A-D311181F0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322" y="2811908"/>
                <a:ext cx="365869" cy="4793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9" name="文本框 738">
                <a:extLst>
                  <a:ext uri="{FF2B5EF4-FFF2-40B4-BE49-F238E27FC236}">
                    <a16:creationId xmlns:a16="http://schemas.microsoft.com/office/drawing/2014/main" id="{CA1845BA-73A1-FC85-F9B8-5276A3C6A92A}"/>
                  </a:ext>
                </a:extLst>
              </p:cNvPr>
              <p:cNvSpPr txBox="1"/>
              <p:nvPr/>
            </p:nvSpPr>
            <p:spPr>
              <a:xfrm>
                <a:off x="1286347" y="3854895"/>
                <a:ext cx="414601" cy="479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39" name="文本框 738">
                <a:extLst>
                  <a:ext uri="{FF2B5EF4-FFF2-40B4-BE49-F238E27FC236}">
                    <a16:creationId xmlns:a16="http://schemas.microsoft.com/office/drawing/2014/main" id="{CA1845BA-73A1-FC85-F9B8-5276A3C6A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347" y="3854895"/>
                <a:ext cx="414601" cy="47936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0" name="文本框 739">
                <a:extLst>
                  <a:ext uri="{FF2B5EF4-FFF2-40B4-BE49-F238E27FC236}">
                    <a16:creationId xmlns:a16="http://schemas.microsoft.com/office/drawing/2014/main" id="{1EF10BE7-34C8-9359-1BFF-E14984A41EED}"/>
                  </a:ext>
                </a:extLst>
              </p:cNvPr>
              <p:cNvSpPr txBox="1"/>
              <p:nvPr/>
            </p:nvSpPr>
            <p:spPr>
              <a:xfrm>
                <a:off x="3610417" y="1553853"/>
                <a:ext cx="369717" cy="479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40" name="文本框 739">
                <a:extLst>
                  <a:ext uri="{FF2B5EF4-FFF2-40B4-BE49-F238E27FC236}">
                    <a16:creationId xmlns:a16="http://schemas.microsoft.com/office/drawing/2014/main" id="{1EF10BE7-34C8-9359-1BFF-E14984A41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417" y="1553853"/>
                <a:ext cx="369717" cy="47936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898FB515-59FD-9A37-19B7-ADCB27F3121F}"/>
                  </a:ext>
                </a:extLst>
              </p:cNvPr>
              <p:cNvSpPr txBox="1"/>
              <p:nvPr/>
            </p:nvSpPr>
            <p:spPr>
              <a:xfrm>
                <a:off x="3616769" y="2841645"/>
                <a:ext cx="365869" cy="479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898FB515-59FD-9A37-19B7-ADCB27F31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769" y="2841645"/>
                <a:ext cx="365869" cy="47936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2" name="文本框 741">
                <a:extLst>
                  <a:ext uri="{FF2B5EF4-FFF2-40B4-BE49-F238E27FC236}">
                    <a16:creationId xmlns:a16="http://schemas.microsoft.com/office/drawing/2014/main" id="{9B5F063E-C365-9BE1-EC95-80DC3FD32015}"/>
                  </a:ext>
                </a:extLst>
              </p:cNvPr>
              <p:cNvSpPr txBox="1"/>
              <p:nvPr/>
            </p:nvSpPr>
            <p:spPr>
              <a:xfrm>
                <a:off x="3597794" y="3884632"/>
                <a:ext cx="414601" cy="479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42" name="文本框 741">
                <a:extLst>
                  <a:ext uri="{FF2B5EF4-FFF2-40B4-BE49-F238E27FC236}">
                    <a16:creationId xmlns:a16="http://schemas.microsoft.com/office/drawing/2014/main" id="{9B5F063E-C365-9BE1-EC95-80DC3FD32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794" y="3884632"/>
                <a:ext cx="414601" cy="4793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3" name="文本框 742">
                <a:extLst>
                  <a:ext uri="{FF2B5EF4-FFF2-40B4-BE49-F238E27FC236}">
                    <a16:creationId xmlns:a16="http://schemas.microsoft.com/office/drawing/2014/main" id="{12134C73-4383-463E-4224-4260B13562BA}"/>
                  </a:ext>
                </a:extLst>
              </p:cNvPr>
              <p:cNvSpPr txBox="1"/>
              <p:nvPr/>
            </p:nvSpPr>
            <p:spPr>
              <a:xfrm>
                <a:off x="6267492" y="753929"/>
                <a:ext cx="19191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43" name="文本框 742">
                <a:extLst>
                  <a:ext uri="{FF2B5EF4-FFF2-40B4-BE49-F238E27FC236}">
                    <a16:creationId xmlns:a16="http://schemas.microsoft.com/office/drawing/2014/main" id="{12134C73-4383-463E-4224-4260B1356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492" y="753929"/>
                <a:ext cx="191912" cy="184666"/>
              </a:xfrm>
              <a:prstGeom prst="rect">
                <a:avLst/>
              </a:prstGeom>
              <a:blipFill>
                <a:blip r:embed="rId16"/>
                <a:stretch>
                  <a:fillRect l="-18750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4" name="文本框 743">
                <a:extLst>
                  <a:ext uri="{FF2B5EF4-FFF2-40B4-BE49-F238E27FC236}">
                    <a16:creationId xmlns:a16="http://schemas.microsoft.com/office/drawing/2014/main" id="{AC54CCD5-1E5C-D230-8AF1-88911F926C53}"/>
                  </a:ext>
                </a:extLst>
              </p:cNvPr>
              <p:cNvSpPr txBox="1"/>
              <p:nvPr/>
            </p:nvSpPr>
            <p:spPr>
              <a:xfrm>
                <a:off x="6265373" y="1378703"/>
                <a:ext cx="1955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44" name="文本框 743">
                <a:extLst>
                  <a:ext uri="{FF2B5EF4-FFF2-40B4-BE49-F238E27FC236}">
                    <a16:creationId xmlns:a16="http://schemas.microsoft.com/office/drawing/2014/main" id="{AC54CCD5-1E5C-D230-8AF1-88911F926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373" y="1378703"/>
                <a:ext cx="195502" cy="184666"/>
              </a:xfrm>
              <a:prstGeom prst="rect">
                <a:avLst/>
              </a:prstGeom>
              <a:blipFill>
                <a:blip r:embed="rId17"/>
                <a:stretch>
                  <a:fillRect l="-15625" r="-3125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5" name="文本框 744">
                <a:extLst>
                  <a:ext uri="{FF2B5EF4-FFF2-40B4-BE49-F238E27FC236}">
                    <a16:creationId xmlns:a16="http://schemas.microsoft.com/office/drawing/2014/main" id="{5BC4A5B2-5A8C-9F3A-BB81-960DF48BEEE3}"/>
                  </a:ext>
                </a:extLst>
              </p:cNvPr>
              <p:cNvSpPr txBox="1"/>
              <p:nvPr/>
            </p:nvSpPr>
            <p:spPr>
              <a:xfrm>
                <a:off x="6258611" y="2799846"/>
                <a:ext cx="19191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45" name="文本框 744">
                <a:extLst>
                  <a:ext uri="{FF2B5EF4-FFF2-40B4-BE49-F238E27FC236}">
                    <a16:creationId xmlns:a16="http://schemas.microsoft.com/office/drawing/2014/main" id="{5BC4A5B2-5A8C-9F3A-BB81-960DF48BE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611" y="2799846"/>
                <a:ext cx="191912" cy="184666"/>
              </a:xfrm>
              <a:prstGeom prst="rect">
                <a:avLst/>
              </a:prstGeom>
              <a:blipFill>
                <a:blip r:embed="rId16"/>
                <a:stretch>
                  <a:fillRect l="-19355" r="-3226" b="-19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6" name="文本框 745">
                <a:extLst>
                  <a:ext uri="{FF2B5EF4-FFF2-40B4-BE49-F238E27FC236}">
                    <a16:creationId xmlns:a16="http://schemas.microsoft.com/office/drawing/2014/main" id="{3A3E25BD-1141-118B-D68A-27A965AC7E8F}"/>
                  </a:ext>
                </a:extLst>
              </p:cNvPr>
              <p:cNvSpPr txBox="1"/>
              <p:nvPr/>
            </p:nvSpPr>
            <p:spPr>
              <a:xfrm>
                <a:off x="6256492" y="3424620"/>
                <a:ext cx="1955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46" name="文本框 745">
                <a:extLst>
                  <a:ext uri="{FF2B5EF4-FFF2-40B4-BE49-F238E27FC236}">
                    <a16:creationId xmlns:a16="http://schemas.microsoft.com/office/drawing/2014/main" id="{3A3E25BD-1141-118B-D68A-27A965AC7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492" y="3424620"/>
                <a:ext cx="195502" cy="184666"/>
              </a:xfrm>
              <a:prstGeom prst="rect">
                <a:avLst/>
              </a:prstGeom>
              <a:blipFill>
                <a:blip r:embed="rId17"/>
                <a:stretch>
                  <a:fillRect l="-15625" r="-3125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7" name="文本框 746">
                <a:extLst>
                  <a:ext uri="{FF2B5EF4-FFF2-40B4-BE49-F238E27FC236}">
                    <a16:creationId xmlns:a16="http://schemas.microsoft.com/office/drawing/2014/main" id="{FAF93006-B7E2-3062-930F-328E5E2B2860}"/>
                  </a:ext>
                </a:extLst>
              </p:cNvPr>
              <p:cNvSpPr txBox="1"/>
              <p:nvPr/>
            </p:nvSpPr>
            <p:spPr>
              <a:xfrm>
                <a:off x="6274946" y="4952496"/>
                <a:ext cx="19191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47" name="文本框 746">
                <a:extLst>
                  <a:ext uri="{FF2B5EF4-FFF2-40B4-BE49-F238E27FC236}">
                    <a16:creationId xmlns:a16="http://schemas.microsoft.com/office/drawing/2014/main" id="{FAF93006-B7E2-3062-930F-328E5E2B2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946" y="4952496"/>
                <a:ext cx="191912" cy="184666"/>
              </a:xfrm>
              <a:prstGeom prst="rect">
                <a:avLst/>
              </a:prstGeom>
              <a:blipFill>
                <a:blip r:embed="rId16"/>
                <a:stretch>
                  <a:fillRect l="-18750" b="-19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8" name="文本框 747">
                <a:extLst>
                  <a:ext uri="{FF2B5EF4-FFF2-40B4-BE49-F238E27FC236}">
                    <a16:creationId xmlns:a16="http://schemas.microsoft.com/office/drawing/2014/main" id="{A4AC6A32-AE50-06EB-B800-89F80009F858}"/>
                  </a:ext>
                </a:extLst>
              </p:cNvPr>
              <p:cNvSpPr txBox="1"/>
              <p:nvPr/>
            </p:nvSpPr>
            <p:spPr>
              <a:xfrm>
                <a:off x="6272827" y="5577270"/>
                <a:ext cx="1955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48" name="文本框 747">
                <a:extLst>
                  <a:ext uri="{FF2B5EF4-FFF2-40B4-BE49-F238E27FC236}">
                    <a16:creationId xmlns:a16="http://schemas.microsoft.com/office/drawing/2014/main" id="{A4AC6A32-AE50-06EB-B800-89F80009F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827" y="5577270"/>
                <a:ext cx="195502" cy="184666"/>
              </a:xfrm>
              <a:prstGeom prst="rect">
                <a:avLst/>
              </a:prstGeom>
              <a:blipFill>
                <a:blip r:embed="rId17"/>
                <a:stretch>
                  <a:fillRect l="-15625" r="-3125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9" name="文本框 748">
                <a:extLst>
                  <a:ext uri="{FF2B5EF4-FFF2-40B4-BE49-F238E27FC236}">
                    <a16:creationId xmlns:a16="http://schemas.microsoft.com/office/drawing/2014/main" id="{174FCA95-B665-9B23-4E48-236FEB7458AA}"/>
                  </a:ext>
                </a:extLst>
              </p:cNvPr>
              <p:cNvSpPr txBox="1"/>
              <p:nvPr/>
            </p:nvSpPr>
            <p:spPr>
              <a:xfrm>
                <a:off x="6423454" y="394528"/>
                <a:ext cx="482960" cy="268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sub>
                      </m:sSub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749" name="文本框 748">
                <a:extLst>
                  <a:ext uri="{FF2B5EF4-FFF2-40B4-BE49-F238E27FC236}">
                    <a16:creationId xmlns:a16="http://schemas.microsoft.com/office/drawing/2014/main" id="{174FCA95-B665-9B23-4E48-236FEB745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454" y="394528"/>
                <a:ext cx="482960" cy="268984"/>
              </a:xfrm>
              <a:prstGeom prst="rect">
                <a:avLst/>
              </a:prstGeom>
              <a:blipFill>
                <a:blip r:embed="rId18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0" name="文本框 749">
                <a:extLst>
                  <a:ext uri="{FF2B5EF4-FFF2-40B4-BE49-F238E27FC236}">
                    <a16:creationId xmlns:a16="http://schemas.microsoft.com/office/drawing/2014/main" id="{8678121C-F8F3-66C5-21BC-6C469DCF3B15}"/>
                  </a:ext>
                </a:extLst>
              </p:cNvPr>
              <p:cNvSpPr txBox="1"/>
              <p:nvPr/>
            </p:nvSpPr>
            <p:spPr>
              <a:xfrm>
                <a:off x="6563398" y="1098236"/>
                <a:ext cx="482960" cy="268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0,2</m:t>
                          </m:r>
                        </m:sub>
                      </m:sSub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750" name="文本框 749">
                <a:extLst>
                  <a:ext uri="{FF2B5EF4-FFF2-40B4-BE49-F238E27FC236}">
                    <a16:creationId xmlns:a16="http://schemas.microsoft.com/office/drawing/2014/main" id="{8678121C-F8F3-66C5-21BC-6C469DCF3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398" y="1098236"/>
                <a:ext cx="482960" cy="268984"/>
              </a:xfrm>
              <a:prstGeom prst="rect">
                <a:avLst/>
              </a:prstGeom>
              <a:blipFill>
                <a:blip r:embed="rId19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1" name="文本框 750">
                <a:extLst>
                  <a:ext uri="{FF2B5EF4-FFF2-40B4-BE49-F238E27FC236}">
                    <a16:creationId xmlns:a16="http://schemas.microsoft.com/office/drawing/2014/main" id="{1C66AD9B-D1FB-2B0D-50B8-6AFC1546673F}"/>
                  </a:ext>
                </a:extLst>
              </p:cNvPr>
              <p:cNvSpPr txBox="1"/>
              <p:nvPr/>
            </p:nvSpPr>
            <p:spPr>
              <a:xfrm>
                <a:off x="6444640" y="2481074"/>
                <a:ext cx="482960" cy="268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751" name="文本框 750">
                <a:extLst>
                  <a:ext uri="{FF2B5EF4-FFF2-40B4-BE49-F238E27FC236}">
                    <a16:creationId xmlns:a16="http://schemas.microsoft.com/office/drawing/2014/main" id="{1C66AD9B-D1FB-2B0D-50B8-6AFC15466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640" y="2481074"/>
                <a:ext cx="482960" cy="268984"/>
              </a:xfrm>
              <a:prstGeom prst="rect">
                <a:avLst/>
              </a:prstGeom>
              <a:blipFill>
                <a:blip r:embed="rId20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CF818549-CF7B-0104-6F19-5D0832DC8F43}"/>
                  </a:ext>
                </a:extLst>
              </p:cNvPr>
              <p:cNvSpPr txBox="1"/>
              <p:nvPr/>
            </p:nvSpPr>
            <p:spPr>
              <a:xfrm>
                <a:off x="6584584" y="3184782"/>
                <a:ext cx="482960" cy="268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CF818549-CF7B-0104-6F19-5D0832DC8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584" y="3184782"/>
                <a:ext cx="482960" cy="268984"/>
              </a:xfrm>
              <a:prstGeom prst="rect">
                <a:avLst/>
              </a:prstGeom>
              <a:blipFill>
                <a:blip r:embed="rId21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3" name="文本框 752">
                <a:extLst>
                  <a:ext uri="{FF2B5EF4-FFF2-40B4-BE49-F238E27FC236}">
                    <a16:creationId xmlns:a16="http://schemas.microsoft.com/office/drawing/2014/main" id="{C9E2324C-062C-21BA-2BDF-604181A68397}"/>
                  </a:ext>
                </a:extLst>
              </p:cNvPr>
              <p:cNvSpPr txBox="1"/>
              <p:nvPr/>
            </p:nvSpPr>
            <p:spPr>
              <a:xfrm>
                <a:off x="6445500" y="4605719"/>
                <a:ext cx="482960" cy="268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753" name="文本框 752">
                <a:extLst>
                  <a:ext uri="{FF2B5EF4-FFF2-40B4-BE49-F238E27FC236}">
                    <a16:creationId xmlns:a16="http://schemas.microsoft.com/office/drawing/2014/main" id="{C9E2324C-062C-21BA-2BDF-604181A68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500" y="4605719"/>
                <a:ext cx="482960" cy="268984"/>
              </a:xfrm>
              <a:prstGeom prst="rect">
                <a:avLst/>
              </a:prstGeom>
              <a:blipFill>
                <a:blip r:embed="rId22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4" name="文本框 753">
                <a:extLst>
                  <a:ext uri="{FF2B5EF4-FFF2-40B4-BE49-F238E27FC236}">
                    <a16:creationId xmlns:a16="http://schemas.microsoft.com/office/drawing/2014/main" id="{79A68568-E1C7-54DC-5D05-494B984C0EEF}"/>
                  </a:ext>
                </a:extLst>
              </p:cNvPr>
              <p:cNvSpPr txBox="1"/>
              <p:nvPr/>
            </p:nvSpPr>
            <p:spPr>
              <a:xfrm>
                <a:off x="6585444" y="5309427"/>
                <a:ext cx="482960" cy="268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754" name="文本框 753">
                <a:extLst>
                  <a:ext uri="{FF2B5EF4-FFF2-40B4-BE49-F238E27FC236}">
                    <a16:creationId xmlns:a16="http://schemas.microsoft.com/office/drawing/2014/main" id="{79A68568-E1C7-54DC-5D05-494B984C0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444" y="5309427"/>
                <a:ext cx="482960" cy="268984"/>
              </a:xfrm>
              <a:prstGeom prst="rect">
                <a:avLst/>
              </a:prstGeom>
              <a:blipFill>
                <a:blip r:embed="rId23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5" name="文本框 754">
                <a:extLst>
                  <a:ext uri="{FF2B5EF4-FFF2-40B4-BE49-F238E27FC236}">
                    <a16:creationId xmlns:a16="http://schemas.microsoft.com/office/drawing/2014/main" id="{E138752E-E827-F27D-840B-23C866A2DEFB}"/>
                  </a:ext>
                </a:extLst>
              </p:cNvPr>
              <p:cNvSpPr txBox="1"/>
              <p:nvPr/>
            </p:nvSpPr>
            <p:spPr>
              <a:xfrm>
                <a:off x="7663361" y="254292"/>
                <a:ext cx="283283" cy="28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55" name="文本框 754">
                <a:extLst>
                  <a:ext uri="{FF2B5EF4-FFF2-40B4-BE49-F238E27FC236}">
                    <a16:creationId xmlns:a16="http://schemas.microsoft.com/office/drawing/2014/main" id="{E138752E-E827-F27D-840B-23C866A2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3361" y="254292"/>
                <a:ext cx="283283" cy="281872"/>
              </a:xfrm>
              <a:prstGeom prst="rect">
                <a:avLst/>
              </a:prstGeom>
              <a:blipFill>
                <a:blip r:embed="rId24"/>
                <a:stretch>
                  <a:fillRect l="-10638" t="-2174" r="-6383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6" name="文本框 755">
                <a:extLst>
                  <a:ext uri="{FF2B5EF4-FFF2-40B4-BE49-F238E27FC236}">
                    <a16:creationId xmlns:a16="http://schemas.microsoft.com/office/drawing/2014/main" id="{98E31A69-ABE5-B9FC-EB2B-17287987CF62}"/>
                  </a:ext>
                </a:extLst>
              </p:cNvPr>
              <p:cNvSpPr txBox="1"/>
              <p:nvPr/>
            </p:nvSpPr>
            <p:spPr>
              <a:xfrm>
                <a:off x="7663361" y="716696"/>
                <a:ext cx="269241" cy="28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56" name="文本框 755">
                <a:extLst>
                  <a:ext uri="{FF2B5EF4-FFF2-40B4-BE49-F238E27FC236}">
                    <a16:creationId xmlns:a16="http://schemas.microsoft.com/office/drawing/2014/main" id="{98E31A69-ABE5-B9FC-EB2B-17287987C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3361" y="716696"/>
                <a:ext cx="269241" cy="281872"/>
              </a:xfrm>
              <a:prstGeom prst="rect">
                <a:avLst/>
              </a:prstGeom>
              <a:blipFill>
                <a:blip r:embed="rId25"/>
                <a:stretch>
                  <a:fillRect l="-15909" t="-2174" r="-6818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7" name="文本框 756">
                <a:extLst>
                  <a:ext uri="{FF2B5EF4-FFF2-40B4-BE49-F238E27FC236}">
                    <a16:creationId xmlns:a16="http://schemas.microsoft.com/office/drawing/2014/main" id="{45677F77-E310-CDF4-811A-AA7A2BB16342}"/>
                  </a:ext>
                </a:extLst>
              </p:cNvPr>
              <p:cNvSpPr txBox="1"/>
              <p:nvPr/>
            </p:nvSpPr>
            <p:spPr>
              <a:xfrm>
                <a:off x="7687144" y="1763797"/>
                <a:ext cx="274178" cy="282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57" name="文本框 756">
                <a:extLst>
                  <a:ext uri="{FF2B5EF4-FFF2-40B4-BE49-F238E27FC236}">
                    <a16:creationId xmlns:a16="http://schemas.microsoft.com/office/drawing/2014/main" id="{45677F77-E310-CDF4-811A-AA7A2BB16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144" y="1763797"/>
                <a:ext cx="274178" cy="282450"/>
              </a:xfrm>
              <a:prstGeom prst="rect">
                <a:avLst/>
              </a:prstGeom>
              <a:blipFill>
                <a:blip r:embed="rId26"/>
                <a:stretch>
                  <a:fillRect l="-15556" t="-2128" r="-6667"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8" name="文本框 757">
                <a:extLst>
                  <a:ext uri="{FF2B5EF4-FFF2-40B4-BE49-F238E27FC236}">
                    <a16:creationId xmlns:a16="http://schemas.microsoft.com/office/drawing/2014/main" id="{AB8C3CF2-9BC3-8F53-F58A-EA706489D887}"/>
                  </a:ext>
                </a:extLst>
              </p:cNvPr>
              <p:cNvSpPr txBox="1"/>
              <p:nvPr/>
            </p:nvSpPr>
            <p:spPr>
              <a:xfrm>
                <a:off x="7663361" y="1324357"/>
                <a:ext cx="288220" cy="282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58" name="文本框 757">
                <a:extLst>
                  <a:ext uri="{FF2B5EF4-FFF2-40B4-BE49-F238E27FC236}">
                    <a16:creationId xmlns:a16="http://schemas.microsoft.com/office/drawing/2014/main" id="{AB8C3CF2-9BC3-8F53-F58A-EA706489D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3361" y="1324357"/>
                <a:ext cx="288220" cy="282450"/>
              </a:xfrm>
              <a:prstGeom prst="rect">
                <a:avLst/>
              </a:prstGeom>
              <a:blipFill>
                <a:blip r:embed="rId27"/>
                <a:stretch>
                  <a:fillRect l="-10638" t="-2128" r="-8511"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9" name="文本框 758">
                <a:extLst>
                  <a:ext uri="{FF2B5EF4-FFF2-40B4-BE49-F238E27FC236}">
                    <a16:creationId xmlns:a16="http://schemas.microsoft.com/office/drawing/2014/main" id="{2B4C1BBC-0474-0B34-E46D-1C7654D3C7DD}"/>
                  </a:ext>
                </a:extLst>
              </p:cNvPr>
              <p:cNvSpPr txBox="1"/>
              <p:nvPr/>
            </p:nvSpPr>
            <p:spPr>
              <a:xfrm>
                <a:off x="7680581" y="2336093"/>
                <a:ext cx="283283" cy="279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59" name="文本框 758">
                <a:extLst>
                  <a:ext uri="{FF2B5EF4-FFF2-40B4-BE49-F238E27FC236}">
                    <a16:creationId xmlns:a16="http://schemas.microsoft.com/office/drawing/2014/main" id="{2B4C1BBC-0474-0B34-E46D-1C7654D3C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581" y="2336093"/>
                <a:ext cx="283283" cy="279628"/>
              </a:xfrm>
              <a:prstGeom prst="rect">
                <a:avLst/>
              </a:prstGeom>
              <a:blipFill>
                <a:blip r:embed="rId28"/>
                <a:stretch>
                  <a:fillRect l="-10870" t="-2174" r="-6522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0" name="文本框 759">
                <a:extLst>
                  <a:ext uri="{FF2B5EF4-FFF2-40B4-BE49-F238E27FC236}">
                    <a16:creationId xmlns:a16="http://schemas.microsoft.com/office/drawing/2014/main" id="{2D698D21-E2B9-E7B5-FA0D-DDF7602FEE9C}"/>
                  </a:ext>
                </a:extLst>
              </p:cNvPr>
              <p:cNvSpPr txBox="1"/>
              <p:nvPr/>
            </p:nvSpPr>
            <p:spPr>
              <a:xfrm>
                <a:off x="7680581" y="2798497"/>
                <a:ext cx="269240" cy="279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60" name="文本框 759">
                <a:extLst>
                  <a:ext uri="{FF2B5EF4-FFF2-40B4-BE49-F238E27FC236}">
                    <a16:creationId xmlns:a16="http://schemas.microsoft.com/office/drawing/2014/main" id="{2D698D21-E2B9-E7B5-FA0D-DDF7602FE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581" y="2798497"/>
                <a:ext cx="269240" cy="279628"/>
              </a:xfrm>
              <a:prstGeom prst="rect">
                <a:avLst/>
              </a:prstGeom>
              <a:blipFill>
                <a:blip r:embed="rId29"/>
                <a:stretch>
                  <a:fillRect l="-18182" t="-2174" r="-4545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1" name="文本框 760">
                <a:extLst>
                  <a:ext uri="{FF2B5EF4-FFF2-40B4-BE49-F238E27FC236}">
                    <a16:creationId xmlns:a16="http://schemas.microsoft.com/office/drawing/2014/main" id="{4E773E68-74C0-90FD-D91C-D628BAF51476}"/>
                  </a:ext>
                </a:extLst>
              </p:cNvPr>
              <p:cNvSpPr txBox="1"/>
              <p:nvPr/>
            </p:nvSpPr>
            <p:spPr>
              <a:xfrm>
                <a:off x="7704364" y="3845598"/>
                <a:ext cx="274178" cy="280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61" name="文本框 760">
                <a:extLst>
                  <a:ext uri="{FF2B5EF4-FFF2-40B4-BE49-F238E27FC236}">
                    <a16:creationId xmlns:a16="http://schemas.microsoft.com/office/drawing/2014/main" id="{4E773E68-74C0-90FD-D91C-D628BAF51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364" y="3845598"/>
                <a:ext cx="274178" cy="280205"/>
              </a:xfrm>
              <a:prstGeom prst="rect">
                <a:avLst/>
              </a:prstGeom>
              <a:blipFill>
                <a:blip r:embed="rId30"/>
                <a:stretch>
                  <a:fillRect l="-17778" t="-2174" r="-4444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2" name="文本框 761">
                <a:extLst>
                  <a:ext uri="{FF2B5EF4-FFF2-40B4-BE49-F238E27FC236}">
                    <a16:creationId xmlns:a16="http://schemas.microsoft.com/office/drawing/2014/main" id="{9D99C320-E039-ED81-5146-F6A82AC3BFCC}"/>
                  </a:ext>
                </a:extLst>
              </p:cNvPr>
              <p:cNvSpPr txBox="1"/>
              <p:nvPr/>
            </p:nvSpPr>
            <p:spPr>
              <a:xfrm>
                <a:off x="7680581" y="3406158"/>
                <a:ext cx="288219" cy="280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62" name="文本框 761">
                <a:extLst>
                  <a:ext uri="{FF2B5EF4-FFF2-40B4-BE49-F238E27FC236}">
                    <a16:creationId xmlns:a16="http://schemas.microsoft.com/office/drawing/2014/main" id="{9D99C320-E039-ED81-5146-F6A82AC3B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581" y="3406158"/>
                <a:ext cx="288219" cy="280205"/>
              </a:xfrm>
              <a:prstGeom prst="rect">
                <a:avLst/>
              </a:prstGeom>
              <a:blipFill>
                <a:blip r:embed="rId31"/>
                <a:stretch>
                  <a:fillRect l="-10638" t="-2174" r="-6383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3" name="文本框 762">
                <a:extLst>
                  <a:ext uri="{FF2B5EF4-FFF2-40B4-BE49-F238E27FC236}">
                    <a16:creationId xmlns:a16="http://schemas.microsoft.com/office/drawing/2014/main" id="{730F8200-8A6F-B50D-AA91-8861CF50B5E0}"/>
                  </a:ext>
                </a:extLst>
              </p:cNvPr>
              <p:cNvSpPr txBox="1"/>
              <p:nvPr/>
            </p:nvSpPr>
            <p:spPr>
              <a:xfrm>
                <a:off x="7678287" y="4463846"/>
                <a:ext cx="3293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63" name="文本框 762">
                <a:extLst>
                  <a:ext uri="{FF2B5EF4-FFF2-40B4-BE49-F238E27FC236}">
                    <a16:creationId xmlns:a16="http://schemas.microsoft.com/office/drawing/2014/main" id="{730F8200-8A6F-B50D-AA91-8861CF50B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287" y="4463846"/>
                <a:ext cx="329321" cy="276999"/>
              </a:xfrm>
              <a:prstGeom prst="rect">
                <a:avLst/>
              </a:prstGeom>
              <a:blipFill>
                <a:blip r:embed="rId32"/>
                <a:stretch>
                  <a:fillRect l="-9259" t="-4348" b="-10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4" name="文本框 763">
                <a:extLst>
                  <a:ext uri="{FF2B5EF4-FFF2-40B4-BE49-F238E27FC236}">
                    <a16:creationId xmlns:a16="http://schemas.microsoft.com/office/drawing/2014/main" id="{52089C90-06C2-C637-E335-166C65881ED9}"/>
                  </a:ext>
                </a:extLst>
              </p:cNvPr>
              <p:cNvSpPr txBox="1"/>
              <p:nvPr/>
            </p:nvSpPr>
            <p:spPr>
              <a:xfrm>
                <a:off x="7678287" y="4926250"/>
                <a:ext cx="320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64" name="文本框 763">
                <a:extLst>
                  <a:ext uri="{FF2B5EF4-FFF2-40B4-BE49-F238E27FC236}">
                    <a16:creationId xmlns:a16="http://schemas.microsoft.com/office/drawing/2014/main" id="{52089C90-06C2-C637-E335-166C65881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287" y="4926250"/>
                <a:ext cx="320023" cy="276999"/>
              </a:xfrm>
              <a:prstGeom prst="rect">
                <a:avLst/>
              </a:prstGeom>
              <a:blipFill>
                <a:blip r:embed="rId33"/>
                <a:stretch>
                  <a:fillRect l="-15385" t="-4348" b="-10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5" name="文本框 764">
                <a:extLst>
                  <a:ext uri="{FF2B5EF4-FFF2-40B4-BE49-F238E27FC236}">
                    <a16:creationId xmlns:a16="http://schemas.microsoft.com/office/drawing/2014/main" id="{91E3F86A-1CD9-8BE0-5216-B51BCBFE2BCC}"/>
                  </a:ext>
                </a:extLst>
              </p:cNvPr>
              <p:cNvSpPr txBox="1"/>
              <p:nvPr/>
            </p:nvSpPr>
            <p:spPr>
              <a:xfrm>
                <a:off x="7702070" y="5973351"/>
                <a:ext cx="320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65" name="文本框 764">
                <a:extLst>
                  <a:ext uri="{FF2B5EF4-FFF2-40B4-BE49-F238E27FC236}">
                    <a16:creationId xmlns:a16="http://schemas.microsoft.com/office/drawing/2014/main" id="{91E3F86A-1CD9-8BE0-5216-B51BCBFE2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070" y="5973351"/>
                <a:ext cx="320023" cy="276999"/>
              </a:xfrm>
              <a:prstGeom prst="rect">
                <a:avLst/>
              </a:prstGeom>
              <a:blipFill>
                <a:blip r:embed="rId34"/>
                <a:stretch>
                  <a:fillRect l="-13208" t="-4444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6" name="文本框 765">
                <a:extLst>
                  <a:ext uri="{FF2B5EF4-FFF2-40B4-BE49-F238E27FC236}">
                    <a16:creationId xmlns:a16="http://schemas.microsoft.com/office/drawing/2014/main" id="{DCAD9BE1-DD42-8D64-FDF3-285ABDA45CB6}"/>
                  </a:ext>
                </a:extLst>
              </p:cNvPr>
              <p:cNvSpPr txBox="1"/>
              <p:nvPr/>
            </p:nvSpPr>
            <p:spPr>
              <a:xfrm>
                <a:off x="7678287" y="5533911"/>
                <a:ext cx="3293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66" name="文本框 765">
                <a:extLst>
                  <a:ext uri="{FF2B5EF4-FFF2-40B4-BE49-F238E27FC236}">
                    <a16:creationId xmlns:a16="http://schemas.microsoft.com/office/drawing/2014/main" id="{DCAD9BE1-DD42-8D64-FDF3-285ABDA45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287" y="5533911"/>
                <a:ext cx="329321" cy="276999"/>
              </a:xfrm>
              <a:prstGeom prst="rect">
                <a:avLst/>
              </a:prstGeom>
              <a:blipFill>
                <a:blip r:embed="rId35"/>
                <a:stretch>
                  <a:fillRect l="-9259" t="-4444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7" name="文本框 766">
                <a:extLst>
                  <a:ext uri="{FF2B5EF4-FFF2-40B4-BE49-F238E27FC236}">
                    <a16:creationId xmlns:a16="http://schemas.microsoft.com/office/drawing/2014/main" id="{2A787D97-E06D-DE50-5647-D6FDD0639292}"/>
                  </a:ext>
                </a:extLst>
              </p:cNvPr>
              <p:cNvSpPr txBox="1"/>
              <p:nvPr/>
            </p:nvSpPr>
            <p:spPr>
              <a:xfrm>
                <a:off x="1733438" y="1625297"/>
                <a:ext cx="291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67" name="文本框 766">
                <a:extLst>
                  <a:ext uri="{FF2B5EF4-FFF2-40B4-BE49-F238E27FC236}">
                    <a16:creationId xmlns:a16="http://schemas.microsoft.com/office/drawing/2014/main" id="{2A787D97-E06D-DE50-5647-D6FDD0639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438" y="1625297"/>
                <a:ext cx="291042" cy="276999"/>
              </a:xfrm>
              <a:prstGeom prst="rect">
                <a:avLst/>
              </a:prstGeom>
              <a:blipFill>
                <a:blip r:embed="rId36"/>
                <a:stretch>
                  <a:fillRect l="-10417" r="-625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8" name="文本框 767">
                <a:extLst>
                  <a:ext uri="{FF2B5EF4-FFF2-40B4-BE49-F238E27FC236}">
                    <a16:creationId xmlns:a16="http://schemas.microsoft.com/office/drawing/2014/main" id="{CE9E7B18-82D4-D93C-05BB-E885744D00A9}"/>
                  </a:ext>
                </a:extLst>
              </p:cNvPr>
              <p:cNvSpPr txBox="1"/>
              <p:nvPr/>
            </p:nvSpPr>
            <p:spPr>
              <a:xfrm>
                <a:off x="1739869" y="2884378"/>
                <a:ext cx="2857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68" name="文本框 767">
                <a:extLst>
                  <a:ext uri="{FF2B5EF4-FFF2-40B4-BE49-F238E27FC236}">
                    <a16:creationId xmlns:a16="http://schemas.microsoft.com/office/drawing/2014/main" id="{CE9E7B18-82D4-D93C-05BB-E885744D0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869" y="2884378"/>
                <a:ext cx="285719" cy="276999"/>
              </a:xfrm>
              <a:prstGeom prst="rect">
                <a:avLst/>
              </a:prstGeom>
              <a:blipFill>
                <a:blip r:embed="rId37"/>
                <a:stretch>
                  <a:fillRect l="-10638" r="-6383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9" name="文本框 768">
                <a:extLst>
                  <a:ext uri="{FF2B5EF4-FFF2-40B4-BE49-F238E27FC236}">
                    <a16:creationId xmlns:a16="http://schemas.microsoft.com/office/drawing/2014/main" id="{A5B4C7FF-AE9F-684E-8D18-523ACA533684}"/>
                  </a:ext>
                </a:extLst>
              </p:cNvPr>
              <p:cNvSpPr txBox="1"/>
              <p:nvPr/>
            </p:nvSpPr>
            <p:spPr>
              <a:xfrm>
                <a:off x="1742509" y="3985700"/>
                <a:ext cx="3509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69" name="文本框 768">
                <a:extLst>
                  <a:ext uri="{FF2B5EF4-FFF2-40B4-BE49-F238E27FC236}">
                    <a16:creationId xmlns:a16="http://schemas.microsoft.com/office/drawing/2014/main" id="{A5B4C7FF-AE9F-684E-8D18-523ACA533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509" y="3985700"/>
                <a:ext cx="350994" cy="276999"/>
              </a:xfrm>
              <a:prstGeom prst="rect">
                <a:avLst/>
              </a:prstGeom>
              <a:blipFill>
                <a:blip r:embed="rId38"/>
                <a:stretch>
                  <a:fillRect l="-8772" r="-1754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0" name="文本框 769">
                <a:extLst>
                  <a:ext uri="{FF2B5EF4-FFF2-40B4-BE49-F238E27FC236}">
                    <a16:creationId xmlns:a16="http://schemas.microsoft.com/office/drawing/2014/main" id="{1BF6BABE-5DF5-C9EC-A698-1FFD73B5D2FB}"/>
                  </a:ext>
                </a:extLst>
              </p:cNvPr>
              <p:cNvSpPr txBox="1"/>
              <p:nvPr/>
            </p:nvSpPr>
            <p:spPr>
              <a:xfrm>
                <a:off x="4117921" y="1608058"/>
                <a:ext cx="291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70" name="文本框 769">
                <a:extLst>
                  <a:ext uri="{FF2B5EF4-FFF2-40B4-BE49-F238E27FC236}">
                    <a16:creationId xmlns:a16="http://schemas.microsoft.com/office/drawing/2014/main" id="{1BF6BABE-5DF5-C9EC-A698-1FFD73B5D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921" y="1608058"/>
                <a:ext cx="291042" cy="276999"/>
              </a:xfrm>
              <a:prstGeom prst="rect">
                <a:avLst/>
              </a:prstGeom>
              <a:blipFill>
                <a:blip r:embed="rId39"/>
                <a:stretch>
                  <a:fillRect l="-10638" r="-6383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1" name="文本框 770">
                <a:extLst>
                  <a:ext uri="{FF2B5EF4-FFF2-40B4-BE49-F238E27FC236}">
                    <a16:creationId xmlns:a16="http://schemas.microsoft.com/office/drawing/2014/main" id="{C9814460-1BE6-8CD9-550C-BA80C364600D}"/>
                  </a:ext>
                </a:extLst>
              </p:cNvPr>
              <p:cNvSpPr txBox="1"/>
              <p:nvPr/>
            </p:nvSpPr>
            <p:spPr>
              <a:xfrm>
                <a:off x="4124352" y="2867139"/>
                <a:ext cx="2857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71" name="文本框 770">
                <a:extLst>
                  <a:ext uri="{FF2B5EF4-FFF2-40B4-BE49-F238E27FC236}">
                    <a16:creationId xmlns:a16="http://schemas.microsoft.com/office/drawing/2014/main" id="{C9814460-1BE6-8CD9-550C-BA80C3646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352" y="2867139"/>
                <a:ext cx="285719" cy="276999"/>
              </a:xfrm>
              <a:prstGeom prst="rect">
                <a:avLst/>
              </a:prstGeom>
              <a:blipFill>
                <a:blip r:embed="rId40"/>
                <a:stretch>
                  <a:fillRect l="-10870" r="-652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2" name="文本框 771">
                <a:extLst>
                  <a:ext uri="{FF2B5EF4-FFF2-40B4-BE49-F238E27FC236}">
                    <a16:creationId xmlns:a16="http://schemas.microsoft.com/office/drawing/2014/main" id="{F88B6CEF-6A41-83EC-8ADB-7E30A5708AB5}"/>
                  </a:ext>
                </a:extLst>
              </p:cNvPr>
              <p:cNvSpPr txBox="1"/>
              <p:nvPr/>
            </p:nvSpPr>
            <p:spPr>
              <a:xfrm>
                <a:off x="4126992" y="3968461"/>
                <a:ext cx="3509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72" name="文本框 771">
                <a:extLst>
                  <a:ext uri="{FF2B5EF4-FFF2-40B4-BE49-F238E27FC236}">
                    <a16:creationId xmlns:a16="http://schemas.microsoft.com/office/drawing/2014/main" id="{F88B6CEF-6A41-83EC-8ADB-7E30A5708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92" y="3968461"/>
                <a:ext cx="350994" cy="276999"/>
              </a:xfrm>
              <a:prstGeom prst="rect">
                <a:avLst/>
              </a:prstGeom>
              <a:blipFill>
                <a:blip r:embed="rId41"/>
                <a:stretch>
                  <a:fillRect l="-8621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3" name="文本框 772">
                <a:extLst>
                  <a:ext uri="{FF2B5EF4-FFF2-40B4-BE49-F238E27FC236}">
                    <a16:creationId xmlns:a16="http://schemas.microsoft.com/office/drawing/2014/main" id="{ED06ACC5-9FA2-54E5-2EA3-25E2E5116B1C}"/>
                  </a:ext>
                </a:extLst>
              </p:cNvPr>
              <p:cNvSpPr txBox="1"/>
              <p:nvPr/>
            </p:nvSpPr>
            <p:spPr>
              <a:xfrm>
                <a:off x="6563398" y="716696"/>
                <a:ext cx="288412" cy="28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73" name="文本框 772">
                <a:extLst>
                  <a:ext uri="{FF2B5EF4-FFF2-40B4-BE49-F238E27FC236}">
                    <a16:creationId xmlns:a16="http://schemas.microsoft.com/office/drawing/2014/main" id="{ED06ACC5-9FA2-54E5-2EA3-25E2E5116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398" y="716696"/>
                <a:ext cx="288412" cy="281872"/>
              </a:xfrm>
              <a:prstGeom prst="rect">
                <a:avLst/>
              </a:prstGeom>
              <a:blipFill>
                <a:blip r:embed="rId42"/>
                <a:stretch>
                  <a:fillRect l="-10638" t="-2174" r="-4255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4" name="文本框 773">
                <a:extLst>
                  <a:ext uri="{FF2B5EF4-FFF2-40B4-BE49-F238E27FC236}">
                    <a16:creationId xmlns:a16="http://schemas.microsoft.com/office/drawing/2014/main" id="{5D6E4E34-00AA-9FE4-9C54-2AC341C50408}"/>
                  </a:ext>
                </a:extLst>
              </p:cNvPr>
              <p:cNvSpPr txBox="1"/>
              <p:nvPr/>
            </p:nvSpPr>
            <p:spPr>
              <a:xfrm>
                <a:off x="6672708" y="1317013"/>
                <a:ext cx="293350" cy="282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74" name="文本框 773">
                <a:extLst>
                  <a:ext uri="{FF2B5EF4-FFF2-40B4-BE49-F238E27FC236}">
                    <a16:creationId xmlns:a16="http://schemas.microsoft.com/office/drawing/2014/main" id="{5D6E4E34-00AA-9FE4-9C54-2AC341C50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708" y="1317013"/>
                <a:ext cx="293350" cy="282450"/>
              </a:xfrm>
              <a:prstGeom prst="rect">
                <a:avLst/>
              </a:prstGeom>
              <a:blipFill>
                <a:blip r:embed="rId43"/>
                <a:stretch>
                  <a:fillRect l="-10417" t="-2174" r="-4167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5" name="文本框 774">
                <a:extLst>
                  <a:ext uri="{FF2B5EF4-FFF2-40B4-BE49-F238E27FC236}">
                    <a16:creationId xmlns:a16="http://schemas.microsoft.com/office/drawing/2014/main" id="{A9BCB61D-3DD5-29CF-7295-47182A960D67}"/>
                  </a:ext>
                </a:extLst>
              </p:cNvPr>
              <p:cNvSpPr txBox="1"/>
              <p:nvPr/>
            </p:nvSpPr>
            <p:spPr>
              <a:xfrm>
                <a:off x="9225468" y="716696"/>
                <a:ext cx="288412" cy="281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75" name="文本框 774">
                <a:extLst>
                  <a:ext uri="{FF2B5EF4-FFF2-40B4-BE49-F238E27FC236}">
                    <a16:creationId xmlns:a16="http://schemas.microsoft.com/office/drawing/2014/main" id="{A9BCB61D-3DD5-29CF-7295-47182A960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5468" y="716696"/>
                <a:ext cx="288412" cy="281872"/>
              </a:xfrm>
              <a:prstGeom prst="rect">
                <a:avLst/>
              </a:prstGeom>
              <a:blipFill>
                <a:blip r:embed="rId44"/>
                <a:stretch>
                  <a:fillRect l="-10417" t="-2174" r="-4167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6" name="文本框 775">
                <a:extLst>
                  <a:ext uri="{FF2B5EF4-FFF2-40B4-BE49-F238E27FC236}">
                    <a16:creationId xmlns:a16="http://schemas.microsoft.com/office/drawing/2014/main" id="{89023F32-9B51-44E6-0FDF-5C4D8A75F1BD}"/>
                  </a:ext>
                </a:extLst>
              </p:cNvPr>
              <p:cNvSpPr txBox="1"/>
              <p:nvPr/>
            </p:nvSpPr>
            <p:spPr>
              <a:xfrm>
                <a:off x="9237148" y="1313363"/>
                <a:ext cx="293350" cy="2824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76" name="文本框 775">
                <a:extLst>
                  <a:ext uri="{FF2B5EF4-FFF2-40B4-BE49-F238E27FC236}">
                    <a16:creationId xmlns:a16="http://schemas.microsoft.com/office/drawing/2014/main" id="{89023F32-9B51-44E6-0FDF-5C4D8A75F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7148" y="1313363"/>
                <a:ext cx="293350" cy="282450"/>
              </a:xfrm>
              <a:prstGeom prst="rect">
                <a:avLst/>
              </a:prstGeom>
              <a:blipFill>
                <a:blip r:embed="rId45"/>
                <a:stretch>
                  <a:fillRect l="-10417" t="-2128" r="-6250" b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7" name="文本框 776">
                <a:extLst>
                  <a:ext uri="{FF2B5EF4-FFF2-40B4-BE49-F238E27FC236}">
                    <a16:creationId xmlns:a16="http://schemas.microsoft.com/office/drawing/2014/main" id="{828C0299-1318-3376-A278-2A3616BEE63D}"/>
                  </a:ext>
                </a:extLst>
              </p:cNvPr>
              <p:cNvSpPr txBox="1"/>
              <p:nvPr/>
            </p:nvSpPr>
            <p:spPr>
              <a:xfrm>
                <a:off x="6570722" y="2800212"/>
                <a:ext cx="288412" cy="279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77" name="文本框 776">
                <a:extLst>
                  <a:ext uri="{FF2B5EF4-FFF2-40B4-BE49-F238E27FC236}">
                    <a16:creationId xmlns:a16="http://schemas.microsoft.com/office/drawing/2014/main" id="{828C0299-1318-3376-A278-2A3616BEE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722" y="2800212"/>
                <a:ext cx="288412" cy="279628"/>
              </a:xfrm>
              <a:prstGeom prst="rect">
                <a:avLst/>
              </a:prstGeom>
              <a:blipFill>
                <a:blip r:embed="rId46"/>
                <a:stretch>
                  <a:fillRect l="-10638" t="-2174" r="-4255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CD7A0ACD-25BA-94B6-1E71-40ABB8B764A2}"/>
                  </a:ext>
                </a:extLst>
              </p:cNvPr>
              <p:cNvSpPr txBox="1"/>
              <p:nvPr/>
            </p:nvSpPr>
            <p:spPr>
              <a:xfrm>
                <a:off x="6680032" y="3400529"/>
                <a:ext cx="293349" cy="280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78" name="文本框 777">
                <a:extLst>
                  <a:ext uri="{FF2B5EF4-FFF2-40B4-BE49-F238E27FC236}">
                    <a16:creationId xmlns:a16="http://schemas.microsoft.com/office/drawing/2014/main" id="{CD7A0ACD-25BA-94B6-1E71-40ABB8B76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032" y="3400529"/>
                <a:ext cx="293349" cy="280205"/>
              </a:xfrm>
              <a:prstGeom prst="rect">
                <a:avLst/>
              </a:prstGeom>
              <a:blipFill>
                <a:blip r:embed="rId47"/>
                <a:stretch>
                  <a:fillRect l="-10417" t="-2174" r="-4167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9" name="文本框 778">
                <a:extLst>
                  <a:ext uri="{FF2B5EF4-FFF2-40B4-BE49-F238E27FC236}">
                    <a16:creationId xmlns:a16="http://schemas.microsoft.com/office/drawing/2014/main" id="{CA37E205-35FC-D504-EE45-B4FB9E174AF6}"/>
                  </a:ext>
                </a:extLst>
              </p:cNvPr>
              <p:cNvSpPr txBox="1"/>
              <p:nvPr/>
            </p:nvSpPr>
            <p:spPr>
              <a:xfrm>
                <a:off x="9232792" y="2800212"/>
                <a:ext cx="288412" cy="279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79" name="文本框 778">
                <a:extLst>
                  <a:ext uri="{FF2B5EF4-FFF2-40B4-BE49-F238E27FC236}">
                    <a16:creationId xmlns:a16="http://schemas.microsoft.com/office/drawing/2014/main" id="{CA37E205-35FC-D504-EE45-B4FB9E174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792" y="2800212"/>
                <a:ext cx="288412" cy="279628"/>
              </a:xfrm>
              <a:prstGeom prst="rect">
                <a:avLst/>
              </a:prstGeom>
              <a:blipFill>
                <a:blip r:embed="rId48"/>
                <a:stretch>
                  <a:fillRect l="-10638" t="-2174" r="-4255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0" name="文本框 779">
                <a:extLst>
                  <a:ext uri="{FF2B5EF4-FFF2-40B4-BE49-F238E27FC236}">
                    <a16:creationId xmlns:a16="http://schemas.microsoft.com/office/drawing/2014/main" id="{82D2BBD7-EA2E-1DE8-CDA4-B3E1353FAC51}"/>
                  </a:ext>
                </a:extLst>
              </p:cNvPr>
              <p:cNvSpPr txBox="1"/>
              <p:nvPr/>
            </p:nvSpPr>
            <p:spPr>
              <a:xfrm>
                <a:off x="9244472" y="3396879"/>
                <a:ext cx="293349" cy="280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80" name="文本框 779">
                <a:extLst>
                  <a:ext uri="{FF2B5EF4-FFF2-40B4-BE49-F238E27FC236}">
                    <a16:creationId xmlns:a16="http://schemas.microsoft.com/office/drawing/2014/main" id="{82D2BBD7-EA2E-1DE8-CDA4-B3E1353FA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4472" y="3396879"/>
                <a:ext cx="293349" cy="280205"/>
              </a:xfrm>
              <a:prstGeom prst="rect">
                <a:avLst/>
              </a:prstGeom>
              <a:blipFill>
                <a:blip r:embed="rId49"/>
                <a:stretch>
                  <a:fillRect l="-10204" t="-2174" r="-4082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1" name="文本框 780">
                <a:extLst>
                  <a:ext uri="{FF2B5EF4-FFF2-40B4-BE49-F238E27FC236}">
                    <a16:creationId xmlns:a16="http://schemas.microsoft.com/office/drawing/2014/main" id="{B289FBD1-B452-468C-0884-AA6B64C01A97}"/>
                  </a:ext>
                </a:extLst>
              </p:cNvPr>
              <p:cNvSpPr txBox="1"/>
              <p:nvPr/>
            </p:nvSpPr>
            <p:spPr>
              <a:xfrm>
                <a:off x="6552693" y="4882989"/>
                <a:ext cx="3386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81" name="文本框 780">
                <a:extLst>
                  <a:ext uri="{FF2B5EF4-FFF2-40B4-BE49-F238E27FC236}">
                    <a16:creationId xmlns:a16="http://schemas.microsoft.com/office/drawing/2014/main" id="{B289FBD1-B452-468C-0884-AA6B64C01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693" y="4882989"/>
                <a:ext cx="338619" cy="276999"/>
              </a:xfrm>
              <a:prstGeom prst="rect">
                <a:avLst/>
              </a:prstGeom>
              <a:blipFill>
                <a:blip r:embed="rId50"/>
                <a:stretch>
                  <a:fillRect l="-9091" t="-4444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2" name="文本框 781">
                <a:extLst>
                  <a:ext uri="{FF2B5EF4-FFF2-40B4-BE49-F238E27FC236}">
                    <a16:creationId xmlns:a16="http://schemas.microsoft.com/office/drawing/2014/main" id="{D92973B7-7DBF-D0D7-A4AF-95E4213E1953}"/>
                  </a:ext>
                </a:extLst>
              </p:cNvPr>
              <p:cNvSpPr txBox="1"/>
              <p:nvPr/>
            </p:nvSpPr>
            <p:spPr>
              <a:xfrm>
                <a:off x="6662003" y="5554426"/>
                <a:ext cx="3386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82" name="文本框 781">
                <a:extLst>
                  <a:ext uri="{FF2B5EF4-FFF2-40B4-BE49-F238E27FC236}">
                    <a16:creationId xmlns:a16="http://schemas.microsoft.com/office/drawing/2014/main" id="{D92973B7-7DBF-D0D7-A4AF-95E4213E1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003" y="5554426"/>
                <a:ext cx="338619" cy="276999"/>
              </a:xfrm>
              <a:prstGeom prst="rect">
                <a:avLst/>
              </a:prstGeom>
              <a:blipFill>
                <a:blip r:embed="rId51"/>
                <a:stretch>
                  <a:fillRect l="-9091" t="-4348" b="-10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3" name="文本框 782">
                <a:extLst>
                  <a:ext uri="{FF2B5EF4-FFF2-40B4-BE49-F238E27FC236}">
                    <a16:creationId xmlns:a16="http://schemas.microsoft.com/office/drawing/2014/main" id="{5DBDDA11-A4DA-4D83-42F7-6E1012120002}"/>
                  </a:ext>
                </a:extLst>
              </p:cNvPr>
              <p:cNvSpPr txBox="1"/>
              <p:nvPr/>
            </p:nvSpPr>
            <p:spPr>
              <a:xfrm>
                <a:off x="9214763" y="4882989"/>
                <a:ext cx="3386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83" name="文本框 782">
                <a:extLst>
                  <a:ext uri="{FF2B5EF4-FFF2-40B4-BE49-F238E27FC236}">
                    <a16:creationId xmlns:a16="http://schemas.microsoft.com/office/drawing/2014/main" id="{5DBDDA11-A4DA-4D83-42F7-6E1012120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4763" y="4882989"/>
                <a:ext cx="338619" cy="276999"/>
              </a:xfrm>
              <a:prstGeom prst="rect">
                <a:avLst/>
              </a:prstGeom>
              <a:blipFill>
                <a:blip r:embed="rId52"/>
                <a:stretch>
                  <a:fillRect l="-9091" t="-4444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4" name="文本框 783">
                <a:extLst>
                  <a:ext uri="{FF2B5EF4-FFF2-40B4-BE49-F238E27FC236}">
                    <a16:creationId xmlns:a16="http://schemas.microsoft.com/office/drawing/2014/main" id="{0FA00408-AF8D-55E0-FCBA-26FE3104492F}"/>
                  </a:ext>
                </a:extLst>
              </p:cNvPr>
              <p:cNvSpPr txBox="1"/>
              <p:nvPr/>
            </p:nvSpPr>
            <p:spPr>
              <a:xfrm>
                <a:off x="9226443" y="5550776"/>
                <a:ext cx="3386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84" name="文本框 783">
                <a:extLst>
                  <a:ext uri="{FF2B5EF4-FFF2-40B4-BE49-F238E27FC236}">
                    <a16:creationId xmlns:a16="http://schemas.microsoft.com/office/drawing/2014/main" id="{0FA00408-AF8D-55E0-FCBA-26FE31044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6443" y="5550776"/>
                <a:ext cx="338619" cy="276999"/>
              </a:xfrm>
              <a:prstGeom prst="rect">
                <a:avLst/>
              </a:prstGeom>
              <a:blipFill>
                <a:blip r:embed="rId53"/>
                <a:stretch>
                  <a:fillRect l="-9091" t="-4444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5" name="文本框 784">
                <a:extLst>
                  <a:ext uri="{FF2B5EF4-FFF2-40B4-BE49-F238E27FC236}">
                    <a16:creationId xmlns:a16="http://schemas.microsoft.com/office/drawing/2014/main" id="{7E4450F0-B9C3-E4FF-6E53-AD36B5A8DB1E}"/>
                  </a:ext>
                </a:extLst>
              </p:cNvPr>
              <p:cNvSpPr txBox="1"/>
              <p:nvPr/>
            </p:nvSpPr>
            <p:spPr>
              <a:xfrm>
                <a:off x="10923399" y="1467898"/>
                <a:ext cx="291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85" name="文本框 784">
                <a:extLst>
                  <a:ext uri="{FF2B5EF4-FFF2-40B4-BE49-F238E27FC236}">
                    <a16:creationId xmlns:a16="http://schemas.microsoft.com/office/drawing/2014/main" id="{7E4450F0-B9C3-E4FF-6E53-AD36B5A8D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3399" y="1467898"/>
                <a:ext cx="291042" cy="276999"/>
              </a:xfrm>
              <a:prstGeom prst="rect">
                <a:avLst/>
              </a:prstGeom>
              <a:blipFill>
                <a:blip r:embed="rId54"/>
                <a:stretch>
                  <a:fillRect l="-10417" r="-4167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6" name="文本框 785">
                <a:extLst>
                  <a:ext uri="{FF2B5EF4-FFF2-40B4-BE49-F238E27FC236}">
                    <a16:creationId xmlns:a16="http://schemas.microsoft.com/office/drawing/2014/main" id="{082DD159-7654-D9BD-76B0-9E14B0DC2321}"/>
                  </a:ext>
                </a:extLst>
              </p:cNvPr>
              <p:cNvSpPr txBox="1"/>
              <p:nvPr/>
            </p:nvSpPr>
            <p:spPr>
              <a:xfrm>
                <a:off x="10962370" y="3419358"/>
                <a:ext cx="2857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86" name="文本框 785">
                <a:extLst>
                  <a:ext uri="{FF2B5EF4-FFF2-40B4-BE49-F238E27FC236}">
                    <a16:creationId xmlns:a16="http://schemas.microsoft.com/office/drawing/2014/main" id="{082DD159-7654-D9BD-76B0-9E14B0DC2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2370" y="3419358"/>
                <a:ext cx="285719" cy="276999"/>
              </a:xfrm>
              <a:prstGeom prst="rect">
                <a:avLst/>
              </a:prstGeom>
              <a:blipFill>
                <a:blip r:embed="rId55"/>
                <a:stretch>
                  <a:fillRect l="-10638" r="-6383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7" name="文本框 786">
                <a:extLst>
                  <a:ext uri="{FF2B5EF4-FFF2-40B4-BE49-F238E27FC236}">
                    <a16:creationId xmlns:a16="http://schemas.microsoft.com/office/drawing/2014/main" id="{08D5E6B5-4EE0-7B41-B833-E53DA30B9FAA}"/>
                  </a:ext>
                </a:extLst>
              </p:cNvPr>
              <p:cNvSpPr txBox="1"/>
              <p:nvPr/>
            </p:nvSpPr>
            <p:spPr>
              <a:xfrm>
                <a:off x="10923399" y="5523558"/>
                <a:ext cx="3509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87" name="文本框 786">
                <a:extLst>
                  <a:ext uri="{FF2B5EF4-FFF2-40B4-BE49-F238E27FC236}">
                    <a16:creationId xmlns:a16="http://schemas.microsoft.com/office/drawing/2014/main" id="{08D5E6B5-4EE0-7B41-B833-E53DA30B9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3399" y="5523558"/>
                <a:ext cx="350994" cy="276999"/>
              </a:xfrm>
              <a:prstGeom prst="rect">
                <a:avLst/>
              </a:prstGeom>
              <a:blipFill>
                <a:blip r:embed="rId56"/>
                <a:stretch>
                  <a:fillRect l="-8772" r="-1754" b="-10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8" name="矩形 787">
            <a:extLst>
              <a:ext uri="{FF2B5EF4-FFF2-40B4-BE49-F238E27FC236}">
                <a16:creationId xmlns:a16="http://schemas.microsoft.com/office/drawing/2014/main" id="{4E683871-7304-83C1-8559-002E5F1EEF35}"/>
              </a:ext>
            </a:extLst>
          </p:cNvPr>
          <p:cNvSpPr/>
          <p:nvPr/>
        </p:nvSpPr>
        <p:spPr>
          <a:xfrm>
            <a:off x="3484880" y="106495"/>
            <a:ext cx="8178800" cy="6645010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749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任意多边形: 形状 1460">
            <a:extLst>
              <a:ext uri="{FF2B5EF4-FFF2-40B4-BE49-F238E27FC236}">
                <a16:creationId xmlns:a16="http://schemas.microsoft.com/office/drawing/2014/main" id="{88A03AF2-C63B-F4A1-BF28-6B0F0E32191E}"/>
              </a:ext>
            </a:extLst>
          </p:cNvPr>
          <p:cNvSpPr/>
          <p:nvPr/>
        </p:nvSpPr>
        <p:spPr>
          <a:xfrm>
            <a:off x="8226902" y="1982548"/>
            <a:ext cx="3101946" cy="2023008"/>
          </a:xfrm>
          <a:custGeom>
            <a:avLst/>
            <a:gdLst>
              <a:gd name="connsiteX0" fmla="*/ 3000797 w 3101946"/>
              <a:gd name="connsiteY0" fmla="*/ 0 h 2023008"/>
              <a:gd name="connsiteX1" fmla="*/ 3101947 w 3101946"/>
              <a:gd name="connsiteY1" fmla="*/ 101150 h 2023008"/>
              <a:gd name="connsiteX2" fmla="*/ 3101947 w 3101946"/>
              <a:gd name="connsiteY2" fmla="*/ 1921858 h 2023008"/>
              <a:gd name="connsiteX3" fmla="*/ 3000797 w 3101946"/>
              <a:gd name="connsiteY3" fmla="*/ 2023009 h 2023008"/>
              <a:gd name="connsiteX4" fmla="*/ 101150 w 3101946"/>
              <a:gd name="connsiteY4" fmla="*/ 2023009 h 2023008"/>
              <a:gd name="connsiteX5" fmla="*/ 0 w 3101946"/>
              <a:gd name="connsiteY5" fmla="*/ 1921858 h 2023008"/>
              <a:gd name="connsiteX6" fmla="*/ 0 w 3101946"/>
              <a:gd name="connsiteY6" fmla="*/ 101150 h 2023008"/>
              <a:gd name="connsiteX7" fmla="*/ 101150 w 3101946"/>
              <a:gd name="connsiteY7" fmla="*/ 0 h 2023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01946" h="2023008">
                <a:moveTo>
                  <a:pt x="3000797" y="0"/>
                </a:moveTo>
                <a:cubicBezTo>
                  <a:pt x="3056661" y="0"/>
                  <a:pt x="3101947" y="45287"/>
                  <a:pt x="3101947" y="101150"/>
                </a:cubicBezTo>
                <a:lnTo>
                  <a:pt x="3101947" y="1921858"/>
                </a:lnTo>
                <a:cubicBezTo>
                  <a:pt x="3101947" y="1977722"/>
                  <a:pt x="3056661" y="2023009"/>
                  <a:pt x="3000797" y="2023009"/>
                </a:cubicBezTo>
                <a:lnTo>
                  <a:pt x="101150" y="2023009"/>
                </a:lnTo>
                <a:cubicBezTo>
                  <a:pt x="45286" y="2023009"/>
                  <a:pt x="0" y="1977722"/>
                  <a:pt x="0" y="1921858"/>
                </a:cubicBezTo>
                <a:lnTo>
                  <a:pt x="0" y="101150"/>
                </a:lnTo>
                <a:cubicBezTo>
                  <a:pt x="0" y="45287"/>
                  <a:pt x="45286" y="0"/>
                  <a:pt x="101150" y="0"/>
                </a:cubicBezTo>
                <a:close/>
              </a:path>
            </a:pathLst>
          </a:custGeom>
          <a:solidFill>
            <a:srgbClr val="FFF2CC"/>
          </a:solidFill>
          <a:ln w="6743" cap="flat">
            <a:solidFill>
              <a:srgbClr val="D6B656"/>
            </a:solidFill>
            <a:custDash>
              <a:ds d="225000" sp="225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62" name="任意多边形: 形状 1461">
            <a:extLst>
              <a:ext uri="{FF2B5EF4-FFF2-40B4-BE49-F238E27FC236}">
                <a16:creationId xmlns:a16="http://schemas.microsoft.com/office/drawing/2014/main" id="{0856E231-F834-4934-868B-43472722C1B0}"/>
              </a:ext>
            </a:extLst>
          </p:cNvPr>
          <p:cNvSpPr/>
          <p:nvPr/>
        </p:nvSpPr>
        <p:spPr>
          <a:xfrm>
            <a:off x="1517256" y="2178105"/>
            <a:ext cx="6035309" cy="1820707"/>
          </a:xfrm>
          <a:custGeom>
            <a:avLst/>
            <a:gdLst>
              <a:gd name="connsiteX0" fmla="*/ 5944275 w 6035309"/>
              <a:gd name="connsiteY0" fmla="*/ 0 h 1820707"/>
              <a:gd name="connsiteX1" fmla="*/ 6035310 w 6035309"/>
              <a:gd name="connsiteY1" fmla="*/ 91035 h 1820707"/>
              <a:gd name="connsiteX2" fmla="*/ 6035310 w 6035309"/>
              <a:gd name="connsiteY2" fmla="*/ 1729673 h 1820707"/>
              <a:gd name="connsiteX3" fmla="*/ 5944275 w 6035309"/>
              <a:gd name="connsiteY3" fmla="*/ 1820708 h 1820707"/>
              <a:gd name="connsiteX4" fmla="*/ 91035 w 6035309"/>
              <a:gd name="connsiteY4" fmla="*/ 1820708 h 1820707"/>
              <a:gd name="connsiteX5" fmla="*/ 0 w 6035309"/>
              <a:gd name="connsiteY5" fmla="*/ 1729673 h 1820707"/>
              <a:gd name="connsiteX6" fmla="*/ 0 w 6035309"/>
              <a:gd name="connsiteY6" fmla="*/ 91035 h 1820707"/>
              <a:gd name="connsiteX7" fmla="*/ 91035 w 6035309"/>
              <a:gd name="connsiteY7" fmla="*/ 0 h 182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35309" h="1820707">
                <a:moveTo>
                  <a:pt x="5944275" y="0"/>
                </a:moveTo>
                <a:cubicBezTo>
                  <a:pt x="5994552" y="0"/>
                  <a:pt x="6035310" y="40758"/>
                  <a:pt x="6035310" y="91035"/>
                </a:cubicBezTo>
                <a:lnTo>
                  <a:pt x="6035310" y="1729673"/>
                </a:lnTo>
                <a:cubicBezTo>
                  <a:pt x="6035310" y="1779950"/>
                  <a:pt x="5994552" y="1820708"/>
                  <a:pt x="5944275" y="1820708"/>
                </a:cubicBezTo>
                <a:lnTo>
                  <a:pt x="91035" y="1820708"/>
                </a:lnTo>
                <a:cubicBezTo>
                  <a:pt x="40758" y="1820708"/>
                  <a:pt x="0" y="1779950"/>
                  <a:pt x="0" y="1729673"/>
                </a:cubicBezTo>
                <a:lnTo>
                  <a:pt x="0" y="91035"/>
                </a:lnTo>
                <a:cubicBezTo>
                  <a:pt x="0" y="40758"/>
                  <a:pt x="40758" y="0"/>
                  <a:pt x="91035" y="0"/>
                </a:cubicBezTo>
                <a:close/>
              </a:path>
            </a:pathLst>
          </a:custGeom>
          <a:solidFill>
            <a:srgbClr val="FFF2CC"/>
          </a:solidFill>
          <a:ln w="6743" cap="flat">
            <a:solidFill>
              <a:srgbClr val="D6B656"/>
            </a:solidFill>
            <a:custDash>
              <a:ds d="225000" sp="225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463" name="图形 1456">
            <a:extLst>
              <a:ext uri="{FF2B5EF4-FFF2-40B4-BE49-F238E27FC236}">
                <a16:creationId xmlns:a16="http://schemas.microsoft.com/office/drawing/2014/main" id="{C8629C2A-F6A6-D6A0-62B4-7808C8DA85B8}"/>
              </a:ext>
            </a:extLst>
          </p:cNvPr>
          <p:cNvGrpSpPr/>
          <p:nvPr/>
        </p:nvGrpSpPr>
        <p:grpSpPr>
          <a:xfrm>
            <a:off x="1588871" y="2404008"/>
            <a:ext cx="2023008" cy="1304840"/>
            <a:chOff x="1588871" y="2404008"/>
            <a:chExt cx="2023008" cy="1304840"/>
          </a:xfrm>
        </p:grpSpPr>
        <p:sp>
          <p:nvSpPr>
            <p:cNvPr id="1464" name="任意多边形: 形状 1463">
              <a:extLst>
                <a:ext uri="{FF2B5EF4-FFF2-40B4-BE49-F238E27FC236}">
                  <a16:creationId xmlns:a16="http://schemas.microsoft.com/office/drawing/2014/main" id="{1FC512CB-AF49-DF0D-666D-F67186F67214}"/>
                </a:ext>
              </a:extLst>
            </p:cNvPr>
            <p:cNvSpPr/>
            <p:nvPr/>
          </p:nvSpPr>
          <p:spPr>
            <a:xfrm>
              <a:off x="1588871" y="2404008"/>
              <a:ext cx="2023008" cy="1304840"/>
            </a:xfrm>
            <a:custGeom>
              <a:avLst/>
              <a:gdLst>
                <a:gd name="connsiteX0" fmla="*/ 1957733 w 2023008"/>
                <a:gd name="connsiteY0" fmla="*/ 0 h 1304840"/>
                <a:gd name="connsiteX1" fmla="*/ 2023009 w 2023008"/>
                <a:gd name="connsiteY1" fmla="*/ 65276 h 1304840"/>
                <a:gd name="connsiteX2" fmla="*/ 2023009 w 2023008"/>
                <a:gd name="connsiteY2" fmla="*/ 1239565 h 1304840"/>
                <a:gd name="connsiteX3" fmla="*/ 1957733 w 2023008"/>
                <a:gd name="connsiteY3" fmla="*/ 1304841 h 1304840"/>
                <a:gd name="connsiteX4" fmla="*/ 65276 w 2023008"/>
                <a:gd name="connsiteY4" fmla="*/ 1304841 h 1304840"/>
                <a:gd name="connsiteX5" fmla="*/ 0 w 2023008"/>
                <a:gd name="connsiteY5" fmla="*/ 1239565 h 1304840"/>
                <a:gd name="connsiteX6" fmla="*/ 0 w 2023008"/>
                <a:gd name="connsiteY6" fmla="*/ 65276 h 1304840"/>
                <a:gd name="connsiteX7" fmla="*/ 65276 w 2023008"/>
                <a:gd name="connsiteY7" fmla="*/ 0 h 130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3008" h="1304840">
                  <a:moveTo>
                    <a:pt x="1957733" y="0"/>
                  </a:moveTo>
                  <a:cubicBezTo>
                    <a:pt x="1993784" y="0"/>
                    <a:pt x="2023009" y="29225"/>
                    <a:pt x="2023009" y="65276"/>
                  </a:cubicBezTo>
                  <a:lnTo>
                    <a:pt x="2023009" y="1239565"/>
                  </a:lnTo>
                  <a:cubicBezTo>
                    <a:pt x="2023009" y="1275616"/>
                    <a:pt x="1993784" y="1304841"/>
                    <a:pt x="1957733" y="1304841"/>
                  </a:cubicBezTo>
                  <a:lnTo>
                    <a:pt x="65276" y="1304841"/>
                  </a:lnTo>
                  <a:cubicBezTo>
                    <a:pt x="29225" y="1304841"/>
                    <a:pt x="0" y="1275616"/>
                    <a:pt x="0" y="1239565"/>
                  </a:cubicBezTo>
                  <a:lnTo>
                    <a:pt x="0" y="65276"/>
                  </a:lnTo>
                  <a:cubicBezTo>
                    <a:pt x="0" y="29225"/>
                    <a:pt x="29225" y="0"/>
                    <a:pt x="65276" y="0"/>
                  </a:cubicBezTo>
                  <a:close/>
                </a:path>
              </a:pathLst>
            </a:custGeom>
            <a:solidFill>
              <a:srgbClr val="FFFFDE"/>
            </a:solidFill>
            <a:ln w="6743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465" name="图形 1456">
              <a:extLst>
                <a:ext uri="{FF2B5EF4-FFF2-40B4-BE49-F238E27FC236}">
                  <a16:creationId xmlns:a16="http://schemas.microsoft.com/office/drawing/2014/main" id="{CBAF48CB-1488-7FDD-D3D6-29ABFBE41ECD}"/>
                </a:ext>
              </a:extLst>
            </p:cNvPr>
            <p:cNvGrpSpPr/>
            <p:nvPr/>
          </p:nvGrpSpPr>
          <p:grpSpPr>
            <a:xfrm>
              <a:off x="2843136" y="2471441"/>
              <a:ext cx="701309" cy="219159"/>
              <a:chOff x="2843136" y="2471441"/>
              <a:chExt cx="701309" cy="219159"/>
            </a:xfrm>
            <a:noFill/>
          </p:grpSpPr>
          <p:sp>
            <p:nvSpPr>
              <p:cNvPr id="1466" name="任意多边形: 形状 1465">
                <a:extLst>
                  <a:ext uri="{FF2B5EF4-FFF2-40B4-BE49-F238E27FC236}">
                    <a16:creationId xmlns:a16="http://schemas.microsoft.com/office/drawing/2014/main" id="{D9409F70-56FA-D686-87C3-8E692FA32CF0}"/>
                  </a:ext>
                </a:extLst>
              </p:cNvPr>
              <p:cNvSpPr/>
              <p:nvPr/>
            </p:nvSpPr>
            <p:spPr>
              <a:xfrm>
                <a:off x="2843136" y="2471441"/>
                <a:ext cx="701309" cy="202300"/>
              </a:xfrm>
              <a:custGeom>
                <a:avLst/>
                <a:gdLst>
                  <a:gd name="connsiteX0" fmla="*/ 0 w 701309"/>
                  <a:gd name="connsiteY0" fmla="*/ 0 h 202300"/>
                  <a:gd name="connsiteX1" fmla="*/ 701310 w 701309"/>
                  <a:gd name="connsiteY1" fmla="*/ 0 h 202300"/>
                  <a:gd name="connsiteX2" fmla="*/ 701310 w 701309"/>
                  <a:gd name="connsiteY2" fmla="*/ 202301 h 202300"/>
                  <a:gd name="connsiteX3" fmla="*/ 0 w 701309"/>
                  <a:gd name="connsiteY3" fmla="*/ 202301 h 202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1309" h="202300">
                    <a:moveTo>
                      <a:pt x="0" y="0"/>
                    </a:moveTo>
                    <a:lnTo>
                      <a:pt x="701310" y="0"/>
                    </a:lnTo>
                    <a:lnTo>
                      <a:pt x="701310" y="202301"/>
                    </a:lnTo>
                    <a:lnTo>
                      <a:pt x="0" y="202301"/>
                    </a:lnTo>
                    <a:close/>
                  </a:path>
                </a:pathLst>
              </a:custGeom>
              <a:noFill/>
              <a:ln w="6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467" name="图片 1466">
                <a:extLst>
                  <a:ext uri="{FF2B5EF4-FFF2-40B4-BE49-F238E27FC236}">
                    <a16:creationId xmlns:a16="http://schemas.microsoft.com/office/drawing/2014/main" id="{DA052B66-976B-44C1-AB81-1BB8A62EBA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49070" y="2495043"/>
                <a:ext cx="687823" cy="195557"/>
              </a:xfrm>
              <a:custGeom>
                <a:avLst/>
                <a:gdLst>
                  <a:gd name="connsiteX0" fmla="*/ -1 w 687823"/>
                  <a:gd name="connsiteY0" fmla="*/ -1 h 195557"/>
                  <a:gd name="connsiteX1" fmla="*/ 687823 w 687823"/>
                  <a:gd name="connsiteY1" fmla="*/ -1 h 195557"/>
                  <a:gd name="connsiteX2" fmla="*/ 687823 w 687823"/>
                  <a:gd name="connsiteY2" fmla="*/ 195557 h 195557"/>
                  <a:gd name="connsiteX3" fmla="*/ -1 w 687823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7823" h="195557">
                    <a:moveTo>
                      <a:pt x="-1" y="-1"/>
                    </a:moveTo>
                    <a:lnTo>
                      <a:pt x="687823" y="-1"/>
                    </a:lnTo>
                    <a:lnTo>
                      <a:pt x="687823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468" name="图形 1456">
              <a:extLst>
                <a:ext uri="{FF2B5EF4-FFF2-40B4-BE49-F238E27FC236}">
                  <a16:creationId xmlns:a16="http://schemas.microsoft.com/office/drawing/2014/main" id="{83E5B1C3-0494-BDBE-7AA0-30AB0A07D0F8}"/>
                </a:ext>
              </a:extLst>
            </p:cNvPr>
            <p:cNvGrpSpPr/>
            <p:nvPr/>
          </p:nvGrpSpPr>
          <p:grpSpPr>
            <a:xfrm>
              <a:off x="2303667" y="2731061"/>
              <a:ext cx="491456" cy="360769"/>
              <a:chOff x="2303667" y="2731061"/>
              <a:chExt cx="491456" cy="360769"/>
            </a:xfrm>
          </p:grpSpPr>
          <p:sp>
            <p:nvSpPr>
              <p:cNvPr id="1469" name="任意多边形: 形状 1468">
                <a:extLst>
                  <a:ext uri="{FF2B5EF4-FFF2-40B4-BE49-F238E27FC236}">
                    <a16:creationId xmlns:a16="http://schemas.microsoft.com/office/drawing/2014/main" id="{17960A22-60CF-3B3B-82A7-BA37EE477FBF}"/>
                  </a:ext>
                </a:extLst>
              </p:cNvPr>
              <p:cNvSpPr/>
              <p:nvPr/>
            </p:nvSpPr>
            <p:spPr>
              <a:xfrm>
                <a:off x="2303667" y="2731061"/>
                <a:ext cx="456053" cy="337168"/>
              </a:xfrm>
              <a:custGeom>
                <a:avLst/>
                <a:gdLst>
                  <a:gd name="connsiteX0" fmla="*/ 0 w 456053"/>
                  <a:gd name="connsiteY0" fmla="*/ 0 h 337168"/>
                  <a:gd name="connsiteX1" fmla="*/ 60286 w 456053"/>
                  <a:gd name="connsiteY1" fmla="*/ 0 h 337168"/>
                  <a:gd name="connsiteX2" fmla="*/ 120571 w 456053"/>
                  <a:gd name="connsiteY2" fmla="*/ 67434 h 337168"/>
                  <a:gd name="connsiteX3" fmla="*/ 120571 w 456053"/>
                  <a:gd name="connsiteY3" fmla="*/ 269735 h 337168"/>
                  <a:gd name="connsiteX4" fmla="*/ 188005 w 456053"/>
                  <a:gd name="connsiteY4" fmla="*/ 337168 h 337168"/>
                  <a:gd name="connsiteX5" fmla="*/ 456054 w 456053"/>
                  <a:gd name="connsiteY5" fmla="*/ 337168 h 337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56053" h="337168">
                    <a:moveTo>
                      <a:pt x="0" y="0"/>
                    </a:moveTo>
                    <a:lnTo>
                      <a:pt x="60286" y="0"/>
                    </a:lnTo>
                    <a:cubicBezTo>
                      <a:pt x="100476" y="0"/>
                      <a:pt x="120571" y="22478"/>
                      <a:pt x="120571" y="67434"/>
                    </a:cubicBezTo>
                    <a:lnTo>
                      <a:pt x="120571" y="269735"/>
                    </a:lnTo>
                    <a:cubicBezTo>
                      <a:pt x="120571" y="314690"/>
                      <a:pt x="143049" y="337168"/>
                      <a:pt x="188005" y="337168"/>
                    </a:cubicBezTo>
                    <a:lnTo>
                      <a:pt x="456054" y="337168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70" name="任意多边形: 形状 1469">
                <a:extLst>
                  <a:ext uri="{FF2B5EF4-FFF2-40B4-BE49-F238E27FC236}">
                    <a16:creationId xmlns:a16="http://schemas.microsoft.com/office/drawing/2014/main" id="{FCAF97D7-E4AC-A063-1553-DB5FEE21B6DC}"/>
                  </a:ext>
                </a:extLst>
              </p:cNvPr>
              <p:cNvSpPr/>
              <p:nvPr/>
            </p:nvSpPr>
            <p:spPr>
              <a:xfrm>
                <a:off x="2747920" y="3044627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71" name="图形 1456">
              <a:extLst>
                <a:ext uri="{FF2B5EF4-FFF2-40B4-BE49-F238E27FC236}">
                  <a16:creationId xmlns:a16="http://schemas.microsoft.com/office/drawing/2014/main" id="{EDC2699B-BB36-275A-66B2-1EBAF137A380}"/>
                </a:ext>
              </a:extLst>
            </p:cNvPr>
            <p:cNvGrpSpPr/>
            <p:nvPr/>
          </p:nvGrpSpPr>
          <p:grpSpPr>
            <a:xfrm>
              <a:off x="1696764" y="2629911"/>
              <a:ext cx="606902" cy="215787"/>
              <a:chOff x="1696764" y="2629911"/>
              <a:chExt cx="606902" cy="215787"/>
            </a:xfrm>
            <a:solidFill>
              <a:srgbClr val="DAE8FC"/>
            </a:solidFill>
          </p:grpSpPr>
          <p:sp>
            <p:nvSpPr>
              <p:cNvPr id="1472" name="任意多边形: 形状 1471">
                <a:extLst>
                  <a:ext uri="{FF2B5EF4-FFF2-40B4-BE49-F238E27FC236}">
                    <a16:creationId xmlns:a16="http://schemas.microsoft.com/office/drawing/2014/main" id="{51EBEBD7-620C-1136-2550-4D4729765AF0}"/>
                  </a:ext>
                </a:extLst>
              </p:cNvPr>
              <p:cNvSpPr/>
              <p:nvPr/>
            </p:nvSpPr>
            <p:spPr>
              <a:xfrm>
                <a:off x="1696764" y="2629911"/>
                <a:ext cx="606902" cy="202300"/>
              </a:xfrm>
              <a:custGeom>
                <a:avLst/>
                <a:gdLst>
                  <a:gd name="connsiteX0" fmla="*/ 576558 w 606902"/>
                  <a:gd name="connsiteY0" fmla="*/ 0 h 202300"/>
                  <a:gd name="connsiteX1" fmla="*/ 606903 w 606902"/>
                  <a:gd name="connsiteY1" fmla="*/ 30345 h 202300"/>
                  <a:gd name="connsiteX2" fmla="*/ 606903 w 606902"/>
                  <a:gd name="connsiteY2" fmla="*/ 171956 h 202300"/>
                  <a:gd name="connsiteX3" fmla="*/ 576558 w 606902"/>
                  <a:gd name="connsiteY3" fmla="*/ 202301 h 202300"/>
                  <a:gd name="connsiteX4" fmla="*/ 30345 w 606902"/>
                  <a:gd name="connsiteY4" fmla="*/ 202301 h 202300"/>
                  <a:gd name="connsiteX5" fmla="*/ 0 w 606902"/>
                  <a:gd name="connsiteY5" fmla="*/ 171956 h 202300"/>
                  <a:gd name="connsiteX6" fmla="*/ 0 w 606902"/>
                  <a:gd name="connsiteY6" fmla="*/ 30345 h 202300"/>
                  <a:gd name="connsiteX7" fmla="*/ 30345 w 606902"/>
                  <a:gd name="connsiteY7" fmla="*/ 0 h 202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6902" h="202300">
                    <a:moveTo>
                      <a:pt x="576558" y="0"/>
                    </a:moveTo>
                    <a:cubicBezTo>
                      <a:pt x="593317" y="0"/>
                      <a:pt x="606903" y="13586"/>
                      <a:pt x="606903" y="30345"/>
                    </a:cubicBezTo>
                    <a:lnTo>
                      <a:pt x="606903" y="171956"/>
                    </a:lnTo>
                    <a:cubicBezTo>
                      <a:pt x="606903" y="188715"/>
                      <a:pt x="593317" y="202301"/>
                      <a:pt x="576558" y="202301"/>
                    </a:cubicBezTo>
                    <a:lnTo>
                      <a:pt x="30345" y="202301"/>
                    </a:lnTo>
                    <a:cubicBezTo>
                      <a:pt x="13586" y="202301"/>
                      <a:pt x="0" y="188715"/>
                      <a:pt x="0" y="171956"/>
                    </a:cubicBezTo>
                    <a:lnTo>
                      <a:pt x="0" y="30345"/>
                    </a:lnTo>
                    <a:cubicBezTo>
                      <a:pt x="0" y="13586"/>
                      <a:pt x="13586" y="0"/>
                      <a:pt x="3034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473" name="图片 1472">
                <a:extLst>
                  <a:ext uri="{FF2B5EF4-FFF2-40B4-BE49-F238E27FC236}">
                    <a16:creationId xmlns:a16="http://schemas.microsoft.com/office/drawing/2014/main" id="{6169142E-688C-B2F0-DF7A-4D31263FA9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2699" y="2650141"/>
                <a:ext cx="593415" cy="195557"/>
              </a:xfrm>
              <a:custGeom>
                <a:avLst/>
                <a:gdLst>
                  <a:gd name="connsiteX0" fmla="*/ -1 w 593415"/>
                  <a:gd name="connsiteY0" fmla="*/ -1 h 195557"/>
                  <a:gd name="connsiteX1" fmla="*/ 593415 w 593415"/>
                  <a:gd name="connsiteY1" fmla="*/ -1 h 195557"/>
                  <a:gd name="connsiteX2" fmla="*/ 593415 w 593415"/>
                  <a:gd name="connsiteY2" fmla="*/ 195557 h 195557"/>
                  <a:gd name="connsiteX3" fmla="*/ -1 w 593415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3415" h="195557">
                    <a:moveTo>
                      <a:pt x="-1" y="-1"/>
                    </a:moveTo>
                    <a:lnTo>
                      <a:pt x="593415" y="-1"/>
                    </a:lnTo>
                    <a:lnTo>
                      <a:pt x="593415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474" name="图形 1456">
              <a:extLst>
                <a:ext uri="{FF2B5EF4-FFF2-40B4-BE49-F238E27FC236}">
                  <a16:creationId xmlns:a16="http://schemas.microsoft.com/office/drawing/2014/main" id="{695586B4-0187-4CB4-E422-DE618DA9E16F}"/>
                </a:ext>
              </a:extLst>
            </p:cNvPr>
            <p:cNvGrpSpPr/>
            <p:nvPr/>
          </p:nvGrpSpPr>
          <p:grpSpPr>
            <a:xfrm>
              <a:off x="2303667" y="3044627"/>
              <a:ext cx="491456" cy="47203"/>
              <a:chOff x="2303667" y="3044627"/>
              <a:chExt cx="491456" cy="47203"/>
            </a:xfrm>
          </p:grpSpPr>
          <p:sp>
            <p:nvSpPr>
              <p:cNvPr id="1475" name="任意多边形: 形状 1474">
                <a:extLst>
                  <a:ext uri="{FF2B5EF4-FFF2-40B4-BE49-F238E27FC236}">
                    <a16:creationId xmlns:a16="http://schemas.microsoft.com/office/drawing/2014/main" id="{8E9BF6C0-4C89-AFD2-C82D-6CACF4BFFF2F}"/>
                  </a:ext>
                </a:extLst>
              </p:cNvPr>
              <p:cNvSpPr/>
              <p:nvPr/>
            </p:nvSpPr>
            <p:spPr>
              <a:xfrm>
                <a:off x="2303667" y="3068229"/>
                <a:ext cx="456053" cy="6743"/>
              </a:xfrm>
              <a:custGeom>
                <a:avLst/>
                <a:gdLst>
                  <a:gd name="connsiteX0" fmla="*/ 0 w 456053"/>
                  <a:gd name="connsiteY0" fmla="*/ 0 h 6743"/>
                  <a:gd name="connsiteX1" fmla="*/ 456054 w 456053"/>
                  <a:gd name="connsiteY1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56053" h="6743">
                    <a:moveTo>
                      <a:pt x="0" y="0"/>
                    </a:moveTo>
                    <a:lnTo>
                      <a:pt x="456054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76" name="任意多边形: 形状 1475">
                <a:extLst>
                  <a:ext uri="{FF2B5EF4-FFF2-40B4-BE49-F238E27FC236}">
                    <a16:creationId xmlns:a16="http://schemas.microsoft.com/office/drawing/2014/main" id="{D01EB1E3-7F67-C2AD-5144-734055B897B5}"/>
                  </a:ext>
                </a:extLst>
              </p:cNvPr>
              <p:cNvSpPr/>
              <p:nvPr/>
            </p:nvSpPr>
            <p:spPr>
              <a:xfrm>
                <a:off x="2747920" y="3044627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77" name="图形 1456">
              <a:extLst>
                <a:ext uri="{FF2B5EF4-FFF2-40B4-BE49-F238E27FC236}">
                  <a16:creationId xmlns:a16="http://schemas.microsoft.com/office/drawing/2014/main" id="{4DB57B7D-823D-955B-A70D-E1F1B609A5CD}"/>
                </a:ext>
              </a:extLst>
            </p:cNvPr>
            <p:cNvGrpSpPr/>
            <p:nvPr/>
          </p:nvGrpSpPr>
          <p:grpSpPr>
            <a:xfrm>
              <a:off x="1696764" y="2967079"/>
              <a:ext cx="606902" cy="215787"/>
              <a:chOff x="1696764" y="2967079"/>
              <a:chExt cx="606902" cy="215787"/>
            </a:xfrm>
            <a:solidFill>
              <a:srgbClr val="DAE8FC"/>
            </a:solidFill>
          </p:grpSpPr>
          <p:sp>
            <p:nvSpPr>
              <p:cNvPr id="1478" name="任意多边形: 形状 1477">
                <a:extLst>
                  <a:ext uri="{FF2B5EF4-FFF2-40B4-BE49-F238E27FC236}">
                    <a16:creationId xmlns:a16="http://schemas.microsoft.com/office/drawing/2014/main" id="{F5342711-8498-847E-627C-D02182398539}"/>
                  </a:ext>
                </a:extLst>
              </p:cNvPr>
              <p:cNvSpPr/>
              <p:nvPr/>
            </p:nvSpPr>
            <p:spPr>
              <a:xfrm>
                <a:off x="1696764" y="2967079"/>
                <a:ext cx="606902" cy="202300"/>
              </a:xfrm>
              <a:custGeom>
                <a:avLst/>
                <a:gdLst>
                  <a:gd name="connsiteX0" fmla="*/ 576558 w 606902"/>
                  <a:gd name="connsiteY0" fmla="*/ 0 h 202300"/>
                  <a:gd name="connsiteX1" fmla="*/ 606903 w 606902"/>
                  <a:gd name="connsiteY1" fmla="*/ 30345 h 202300"/>
                  <a:gd name="connsiteX2" fmla="*/ 606903 w 606902"/>
                  <a:gd name="connsiteY2" fmla="*/ 171956 h 202300"/>
                  <a:gd name="connsiteX3" fmla="*/ 576558 w 606902"/>
                  <a:gd name="connsiteY3" fmla="*/ 202301 h 202300"/>
                  <a:gd name="connsiteX4" fmla="*/ 30345 w 606902"/>
                  <a:gd name="connsiteY4" fmla="*/ 202301 h 202300"/>
                  <a:gd name="connsiteX5" fmla="*/ 0 w 606902"/>
                  <a:gd name="connsiteY5" fmla="*/ 171956 h 202300"/>
                  <a:gd name="connsiteX6" fmla="*/ 0 w 606902"/>
                  <a:gd name="connsiteY6" fmla="*/ 30345 h 202300"/>
                  <a:gd name="connsiteX7" fmla="*/ 30345 w 606902"/>
                  <a:gd name="connsiteY7" fmla="*/ 0 h 202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6902" h="202300">
                    <a:moveTo>
                      <a:pt x="576558" y="0"/>
                    </a:moveTo>
                    <a:cubicBezTo>
                      <a:pt x="593317" y="0"/>
                      <a:pt x="606903" y="13586"/>
                      <a:pt x="606903" y="30345"/>
                    </a:cubicBezTo>
                    <a:lnTo>
                      <a:pt x="606903" y="171956"/>
                    </a:lnTo>
                    <a:cubicBezTo>
                      <a:pt x="606903" y="188715"/>
                      <a:pt x="593317" y="202301"/>
                      <a:pt x="576558" y="202301"/>
                    </a:cubicBezTo>
                    <a:lnTo>
                      <a:pt x="30345" y="202301"/>
                    </a:lnTo>
                    <a:cubicBezTo>
                      <a:pt x="13586" y="202301"/>
                      <a:pt x="0" y="188715"/>
                      <a:pt x="0" y="171956"/>
                    </a:cubicBezTo>
                    <a:lnTo>
                      <a:pt x="0" y="30345"/>
                    </a:lnTo>
                    <a:cubicBezTo>
                      <a:pt x="0" y="13586"/>
                      <a:pt x="13586" y="0"/>
                      <a:pt x="3034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479" name="图片 1478">
                <a:extLst>
                  <a:ext uri="{FF2B5EF4-FFF2-40B4-BE49-F238E27FC236}">
                    <a16:creationId xmlns:a16="http://schemas.microsoft.com/office/drawing/2014/main" id="{56DBBA1A-E4D6-96F5-5386-0A8651E86A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02699" y="2987309"/>
                <a:ext cx="593415" cy="195557"/>
              </a:xfrm>
              <a:custGeom>
                <a:avLst/>
                <a:gdLst>
                  <a:gd name="connsiteX0" fmla="*/ -1 w 593415"/>
                  <a:gd name="connsiteY0" fmla="*/ -1 h 195557"/>
                  <a:gd name="connsiteX1" fmla="*/ 593415 w 593415"/>
                  <a:gd name="connsiteY1" fmla="*/ -1 h 195557"/>
                  <a:gd name="connsiteX2" fmla="*/ 593415 w 593415"/>
                  <a:gd name="connsiteY2" fmla="*/ 195557 h 195557"/>
                  <a:gd name="connsiteX3" fmla="*/ -1 w 593415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3415" h="195557">
                    <a:moveTo>
                      <a:pt x="-1" y="-1"/>
                    </a:moveTo>
                    <a:lnTo>
                      <a:pt x="593415" y="-1"/>
                    </a:lnTo>
                    <a:lnTo>
                      <a:pt x="593415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480" name="图形 1456">
              <a:extLst>
                <a:ext uri="{FF2B5EF4-FFF2-40B4-BE49-F238E27FC236}">
                  <a16:creationId xmlns:a16="http://schemas.microsoft.com/office/drawing/2014/main" id="{527A8133-ADB6-4660-3D50-0A3BB6A38F02}"/>
                </a:ext>
              </a:extLst>
            </p:cNvPr>
            <p:cNvGrpSpPr/>
            <p:nvPr/>
          </p:nvGrpSpPr>
          <p:grpSpPr>
            <a:xfrm>
              <a:off x="2303667" y="3044627"/>
              <a:ext cx="491456" cy="360769"/>
              <a:chOff x="2303667" y="3044627"/>
              <a:chExt cx="491456" cy="360769"/>
            </a:xfrm>
          </p:grpSpPr>
          <p:sp>
            <p:nvSpPr>
              <p:cNvPr id="1481" name="任意多边形: 形状 1480">
                <a:extLst>
                  <a:ext uri="{FF2B5EF4-FFF2-40B4-BE49-F238E27FC236}">
                    <a16:creationId xmlns:a16="http://schemas.microsoft.com/office/drawing/2014/main" id="{CF655A6C-2D60-5C7B-3292-0F0BC335769F}"/>
                  </a:ext>
                </a:extLst>
              </p:cNvPr>
              <p:cNvSpPr/>
              <p:nvPr/>
            </p:nvSpPr>
            <p:spPr>
              <a:xfrm>
                <a:off x="2303667" y="3068229"/>
                <a:ext cx="456053" cy="337168"/>
              </a:xfrm>
              <a:custGeom>
                <a:avLst/>
                <a:gdLst>
                  <a:gd name="connsiteX0" fmla="*/ 0 w 456053"/>
                  <a:gd name="connsiteY0" fmla="*/ 337168 h 337168"/>
                  <a:gd name="connsiteX1" fmla="*/ 60286 w 456053"/>
                  <a:gd name="connsiteY1" fmla="*/ 337168 h 337168"/>
                  <a:gd name="connsiteX2" fmla="*/ 120571 w 456053"/>
                  <a:gd name="connsiteY2" fmla="*/ 269735 h 337168"/>
                  <a:gd name="connsiteX3" fmla="*/ 120571 w 456053"/>
                  <a:gd name="connsiteY3" fmla="*/ 67434 h 337168"/>
                  <a:gd name="connsiteX4" fmla="*/ 188005 w 456053"/>
                  <a:gd name="connsiteY4" fmla="*/ 0 h 337168"/>
                  <a:gd name="connsiteX5" fmla="*/ 456054 w 456053"/>
                  <a:gd name="connsiteY5" fmla="*/ 0 h 337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56053" h="337168">
                    <a:moveTo>
                      <a:pt x="0" y="337168"/>
                    </a:moveTo>
                    <a:lnTo>
                      <a:pt x="60286" y="337168"/>
                    </a:lnTo>
                    <a:cubicBezTo>
                      <a:pt x="100476" y="337168"/>
                      <a:pt x="120571" y="314690"/>
                      <a:pt x="120571" y="269735"/>
                    </a:cubicBezTo>
                    <a:lnTo>
                      <a:pt x="120571" y="67434"/>
                    </a:lnTo>
                    <a:cubicBezTo>
                      <a:pt x="120571" y="22478"/>
                      <a:pt x="143049" y="0"/>
                      <a:pt x="188005" y="0"/>
                    </a:cubicBezTo>
                    <a:lnTo>
                      <a:pt x="456054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82" name="任意多边形: 形状 1481">
                <a:extLst>
                  <a:ext uri="{FF2B5EF4-FFF2-40B4-BE49-F238E27FC236}">
                    <a16:creationId xmlns:a16="http://schemas.microsoft.com/office/drawing/2014/main" id="{73A9788C-7F53-6B85-EE55-C313E23ECC94}"/>
                  </a:ext>
                </a:extLst>
              </p:cNvPr>
              <p:cNvSpPr/>
              <p:nvPr/>
            </p:nvSpPr>
            <p:spPr>
              <a:xfrm>
                <a:off x="2747920" y="3044627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83" name="图形 1456">
              <a:extLst>
                <a:ext uri="{FF2B5EF4-FFF2-40B4-BE49-F238E27FC236}">
                  <a16:creationId xmlns:a16="http://schemas.microsoft.com/office/drawing/2014/main" id="{C0E9AAA8-8C0D-1972-A809-05E10B4A5A2A}"/>
                </a:ext>
              </a:extLst>
            </p:cNvPr>
            <p:cNvGrpSpPr/>
            <p:nvPr/>
          </p:nvGrpSpPr>
          <p:grpSpPr>
            <a:xfrm>
              <a:off x="1696764" y="3304247"/>
              <a:ext cx="606902" cy="215787"/>
              <a:chOff x="1696764" y="3304247"/>
              <a:chExt cx="606902" cy="215787"/>
            </a:xfrm>
            <a:solidFill>
              <a:srgbClr val="DAE8FC"/>
            </a:solidFill>
          </p:grpSpPr>
          <p:sp>
            <p:nvSpPr>
              <p:cNvPr id="1484" name="任意多边形: 形状 1483">
                <a:extLst>
                  <a:ext uri="{FF2B5EF4-FFF2-40B4-BE49-F238E27FC236}">
                    <a16:creationId xmlns:a16="http://schemas.microsoft.com/office/drawing/2014/main" id="{BE751F3F-4796-4CC1-12BD-3C58C321C75E}"/>
                  </a:ext>
                </a:extLst>
              </p:cNvPr>
              <p:cNvSpPr/>
              <p:nvPr/>
            </p:nvSpPr>
            <p:spPr>
              <a:xfrm>
                <a:off x="1696764" y="3304247"/>
                <a:ext cx="606902" cy="202300"/>
              </a:xfrm>
              <a:custGeom>
                <a:avLst/>
                <a:gdLst>
                  <a:gd name="connsiteX0" fmla="*/ 576558 w 606902"/>
                  <a:gd name="connsiteY0" fmla="*/ 0 h 202300"/>
                  <a:gd name="connsiteX1" fmla="*/ 606903 w 606902"/>
                  <a:gd name="connsiteY1" fmla="*/ 30345 h 202300"/>
                  <a:gd name="connsiteX2" fmla="*/ 606903 w 606902"/>
                  <a:gd name="connsiteY2" fmla="*/ 171956 h 202300"/>
                  <a:gd name="connsiteX3" fmla="*/ 576558 w 606902"/>
                  <a:gd name="connsiteY3" fmla="*/ 202301 h 202300"/>
                  <a:gd name="connsiteX4" fmla="*/ 30345 w 606902"/>
                  <a:gd name="connsiteY4" fmla="*/ 202301 h 202300"/>
                  <a:gd name="connsiteX5" fmla="*/ 0 w 606902"/>
                  <a:gd name="connsiteY5" fmla="*/ 171956 h 202300"/>
                  <a:gd name="connsiteX6" fmla="*/ 0 w 606902"/>
                  <a:gd name="connsiteY6" fmla="*/ 30345 h 202300"/>
                  <a:gd name="connsiteX7" fmla="*/ 30345 w 606902"/>
                  <a:gd name="connsiteY7" fmla="*/ 0 h 202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6902" h="202300">
                    <a:moveTo>
                      <a:pt x="576558" y="0"/>
                    </a:moveTo>
                    <a:cubicBezTo>
                      <a:pt x="593317" y="0"/>
                      <a:pt x="606903" y="13586"/>
                      <a:pt x="606903" y="30345"/>
                    </a:cubicBezTo>
                    <a:lnTo>
                      <a:pt x="606903" y="171956"/>
                    </a:lnTo>
                    <a:cubicBezTo>
                      <a:pt x="606903" y="188715"/>
                      <a:pt x="593317" y="202301"/>
                      <a:pt x="576558" y="202301"/>
                    </a:cubicBezTo>
                    <a:lnTo>
                      <a:pt x="30345" y="202301"/>
                    </a:lnTo>
                    <a:cubicBezTo>
                      <a:pt x="13586" y="202301"/>
                      <a:pt x="0" y="188715"/>
                      <a:pt x="0" y="171956"/>
                    </a:cubicBezTo>
                    <a:lnTo>
                      <a:pt x="0" y="30345"/>
                    </a:lnTo>
                    <a:cubicBezTo>
                      <a:pt x="0" y="13586"/>
                      <a:pt x="13586" y="0"/>
                      <a:pt x="3034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485" name="图片 1484">
                <a:extLst>
                  <a:ext uri="{FF2B5EF4-FFF2-40B4-BE49-F238E27FC236}">
                    <a16:creationId xmlns:a16="http://schemas.microsoft.com/office/drawing/2014/main" id="{721EC142-A569-4FE9-DB32-5B7FE815DC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02699" y="3324477"/>
                <a:ext cx="593415" cy="195557"/>
              </a:xfrm>
              <a:custGeom>
                <a:avLst/>
                <a:gdLst>
                  <a:gd name="connsiteX0" fmla="*/ -1 w 593415"/>
                  <a:gd name="connsiteY0" fmla="*/ -1 h 195557"/>
                  <a:gd name="connsiteX1" fmla="*/ 593415 w 593415"/>
                  <a:gd name="connsiteY1" fmla="*/ -1 h 195557"/>
                  <a:gd name="connsiteX2" fmla="*/ 593415 w 593415"/>
                  <a:gd name="connsiteY2" fmla="*/ 195557 h 195557"/>
                  <a:gd name="connsiteX3" fmla="*/ -1 w 593415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3415" h="195557">
                    <a:moveTo>
                      <a:pt x="-1" y="-1"/>
                    </a:moveTo>
                    <a:lnTo>
                      <a:pt x="593415" y="-1"/>
                    </a:lnTo>
                    <a:lnTo>
                      <a:pt x="593415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486" name="图形 1456">
              <a:extLst>
                <a:ext uri="{FF2B5EF4-FFF2-40B4-BE49-F238E27FC236}">
                  <a16:creationId xmlns:a16="http://schemas.microsoft.com/office/drawing/2014/main" id="{9BA94EF4-56F1-78C2-5826-7506919BB36A}"/>
                </a:ext>
              </a:extLst>
            </p:cNvPr>
            <p:cNvGrpSpPr/>
            <p:nvPr/>
          </p:nvGrpSpPr>
          <p:grpSpPr>
            <a:xfrm>
              <a:off x="2802676" y="2967079"/>
              <a:ext cx="741769" cy="215787"/>
              <a:chOff x="2802676" y="2967079"/>
              <a:chExt cx="741769" cy="215787"/>
            </a:xfrm>
            <a:solidFill>
              <a:srgbClr val="DAE8FC"/>
            </a:solidFill>
          </p:grpSpPr>
          <p:sp>
            <p:nvSpPr>
              <p:cNvPr id="1487" name="任意多边形: 形状 1486">
                <a:extLst>
                  <a:ext uri="{FF2B5EF4-FFF2-40B4-BE49-F238E27FC236}">
                    <a16:creationId xmlns:a16="http://schemas.microsoft.com/office/drawing/2014/main" id="{8D735BA2-75C3-950B-51FA-B4E71C3A81A8}"/>
                  </a:ext>
                </a:extLst>
              </p:cNvPr>
              <p:cNvSpPr/>
              <p:nvPr/>
            </p:nvSpPr>
            <p:spPr>
              <a:xfrm>
                <a:off x="2802676" y="2967079"/>
                <a:ext cx="741769" cy="202300"/>
              </a:xfrm>
              <a:custGeom>
                <a:avLst/>
                <a:gdLst>
                  <a:gd name="connsiteX0" fmla="*/ 711425 w 741769"/>
                  <a:gd name="connsiteY0" fmla="*/ 0 h 202300"/>
                  <a:gd name="connsiteX1" fmla="*/ 741770 w 741769"/>
                  <a:gd name="connsiteY1" fmla="*/ 30345 h 202300"/>
                  <a:gd name="connsiteX2" fmla="*/ 741770 w 741769"/>
                  <a:gd name="connsiteY2" fmla="*/ 171956 h 202300"/>
                  <a:gd name="connsiteX3" fmla="*/ 711425 w 741769"/>
                  <a:gd name="connsiteY3" fmla="*/ 202301 h 202300"/>
                  <a:gd name="connsiteX4" fmla="*/ 30345 w 741769"/>
                  <a:gd name="connsiteY4" fmla="*/ 202301 h 202300"/>
                  <a:gd name="connsiteX5" fmla="*/ 0 w 741769"/>
                  <a:gd name="connsiteY5" fmla="*/ 171956 h 202300"/>
                  <a:gd name="connsiteX6" fmla="*/ 0 w 741769"/>
                  <a:gd name="connsiteY6" fmla="*/ 30345 h 202300"/>
                  <a:gd name="connsiteX7" fmla="*/ 30345 w 741769"/>
                  <a:gd name="connsiteY7" fmla="*/ 0 h 202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1769" h="202300">
                    <a:moveTo>
                      <a:pt x="711425" y="0"/>
                    </a:moveTo>
                    <a:cubicBezTo>
                      <a:pt x="728184" y="0"/>
                      <a:pt x="741770" y="13586"/>
                      <a:pt x="741770" y="30345"/>
                    </a:cubicBezTo>
                    <a:lnTo>
                      <a:pt x="741770" y="171956"/>
                    </a:lnTo>
                    <a:cubicBezTo>
                      <a:pt x="741770" y="188715"/>
                      <a:pt x="728184" y="202301"/>
                      <a:pt x="711425" y="202301"/>
                    </a:cubicBezTo>
                    <a:lnTo>
                      <a:pt x="30345" y="202301"/>
                    </a:lnTo>
                    <a:cubicBezTo>
                      <a:pt x="13586" y="202301"/>
                      <a:pt x="0" y="188715"/>
                      <a:pt x="0" y="171956"/>
                    </a:cubicBezTo>
                    <a:lnTo>
                      <a:pt x="0" y="30345"/>
                    </a:lnTo>
                    <a:cubicBezTo>
                      <a:pt x="0" y="13586"/>
                      <a:pt x="13586" y="0"/>
                      <a:pt x="3034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488" name="图片 1487">
                <a:extLst>
                  <a:ext uri="{FF2B5EF4-FFF2-40B4-BE49-F238E27FC236}">
                    <a16:creationId xmlns:a16="http://schemas.microsoft.com/office/drawing/2014/main" id="{25668854-4BF1-229C-761A-59F04CAE06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08610" y="2987309"/>
                <a:ext cx="728283" cy="195557"/>
              </a:xfrm>
              <a:custGeom>
                <a:avLst/>
                <a:gdLst>
                  <a:gd name="connsiteX0" fmla="*/ -1 w 728283"/>
                  <a:gd name="connsiteY0" fmla="*/ -1 h 195557"/>
                  <a:gd name="connsiteX1" fmla="*/ 728283 w 728283"/>
                  <a:gd name="connsiteY1" fmla="*/ -1 h 195557"/>
                  <a:gd name="connsiteX2" fmla="*/ 728283 w 728283"/>
                  <a:gd name="connsiteY2" fmla="*/ 195557 h 195557"/>
                  <a:gd name="connsiteX3" fmla="*/ -1 w 728283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8283" h="195557">
                    <a:moveTo>
                      <a:pt x="-1" y="-1"/>
                    </a:moveTo>
                    <a:lnTo>
                      <a:pt x="728283" y="-1"/>
                    </a:lnTo>
                    <a:lnTo>
                      <a:pt x="728283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489" name="图形 1456">
              <a:extLst>
                <a:ext uri="{FF2B5EF4-FFF2-40B4-BE49-F238E27FC236}">
                  <a16:creationId xmlns:a16="http://schemas.microsoft.com/office/drawing/2014/main" id="{97E93360-1473-6178-1A69-371B249896F8}"/>
                </a:ext>
              </a:extLst>
            </p:cNvPr>
            <p:cNvGrpSpPr/>
            <p:nvPr/>
          </p:nvGrpSpPr>
          <p:grpSpPr>
            <a:xfrm>
              <a:off x="2556543" y="2987309"/>
              <a:ext cx="141610" cy="195557"/>
              <a:chOff x="2556543" y="2987309"/>
              <a:chExt cx="141610" cy="195557"/>
            </a:xfrm>
            <a:solidFill>
              <a:srgbClr val="FFFFFF"/>
            </a:solidFill>
          </p:grpSpPr>
          <p:sp>
            <p:nvSpPr>
              <p:cNvPr id="1490" name="任意多边形: 形状 1489">
                <a:extLst>
                  <a:ext uri="{FF2B5EF4-FFF2-40B4-BE49-F238E27FC236}">
                    <a16:creationId xmlns:a16="http://schemas.microsoft.com/office/drawing/2014/main" id="{F25B7C17-D7A6-AEE1-326E-0D3E18AAF4BE}"/>
                  </a:ext>
                </a:extLst>
              </p:cNvPr>
              <p:cNvSpPr/>
              <p:nvPr/>
            </p:nvSpPr>
            <p:spPr>
              <a:xfrm>
                <a:off x="2556543" y="2994052"/>
                <a:ext cx="141610" cy="141610"/>
              </a:xfrm>
              <a:custGeom>
                <a:avLst/>
                <a:gdLst>
                  <a:gd name="connsiteX0" fmla="*/ 141611 w 141610"/>
                  <a:gd name="connsiteY0" fmla="*/ 70805 h 141610"/>
                  <a:gd name="connsiteX1" fmla="*/ 70805 w 141610"/>
                  <a:gd name="connsiteY1" fmla="*/ 141611 h 141610"/>
                  <a:gd name="connsiteX2" fmla="*/ 0 w 141610"/>
                  <a:gd name="connsiteY2" fmla="*/ 70805 h 141610"/>
                  <a:gd name="connsiteX3" fmla="*/ 70805 w 141610"/>
                  <a:gd name="connsiteY3" fmla="*/ 0 h 141610"/>
                  <a:gd name="connsiteX4" fmla="*/ 141611 w 141610"/>
                  <a:gd name="connsiteY4" fmla="*/ 70805 h 14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610" h="141610">
                    <a:moveTo>
                      <a:pt x="141611" y="70805"/>
                    </a:moveTo>
                    <a:cubicBezTo>
                      <a:pt x="141611" y="109910"/>
                      <a:pt x="109910" y="141611"/>
                      <a:pt x="70805" y="141611"/>
                    </a:cubicBezTo>
                    <a:cubicBezTo>
                      <a:pt x="31701" y="141611"/>
                      <a:pt x="0" y="109910"/>
                      <a:pt x="0" y="70805"/>
                    </a:cubicBezTo>
                    <a:cubicBezTo>
                      <a:pt x="0" y="31701"/>
                      <a:pt x="31701" y="0"/>
                      <a:pt x="70805" y="0"/>
                    </a:cubicBezTo>
                    <a:cubicBezTo>
                      <a:pt x="109910" y="0"/>
                      <a:pt x="141611" y="31701"/>
                      <a:pt x="141611" y="708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491" name="图片 1490">
                <a:extLst>
                  <a:ext uri="{FF2B5EF4-FFF2-40B4-BE49-F238E27FC236}">
                    <a16:creationId xmlns:a16="http://schemas.microsoft.com/office/drawing/2014/main" id="{F4E93F8E-F9A6-530B-3AF6-AA95BF14A9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59106" y="2987309"/>
                <a:ext cx="128123" cy="195557"/>
              </a:xfrm>
              <a:custGeom>
                <a:avLst/>
                <a:gdLst>
                  <a:gd name="connsiteX0" fmla="*/ -1 w 128123"/>
                  <a:gd name="connsiteY0" fmla="*/ -1 h 195557"/>
                  <a:gd name="connsiteX1" fmla="*/ 128123 w 128123"/>
                  <a:gd name="connsiteY1" fmla="*/ -1 h 195557"/>
                  <a:gd name="connsiteX2" fmla="*/ 128123 w 128123"/>
                  <a:gd name="connsiteY2" fmla="*/ 195557 h 195557"/>
                  <a:gd name="connsiteX3" fmla="*/ -1 w 128123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123" h="195557">
                    <a:moveTo>
                      <a:pt x="-1" y="-1"/>
                    </a:moveTo>
                    <a:lnTo>
                      <a:pt x="128123" y="-1"/>
                    </a:lnTo>
                    <a:lnTo>
                      <a:pt x="128123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1492" name="任意多边形: 形状 1491">
            <a:extLst>
              <a:ext uri="{FF2B5EF4-FFF2-40B4-BE49-F238E27FC236}">
                <a16:creationId xmlns:a16="http://schemas.microsoft.com/office/drawing/2014/main" id="{2953CF9B-79C3-CC89-23D8-9A78114A214A}"/>
              </a:ext>
            </a:extLst>
          </p:cNvPr>
          <p:cNvSpPr/>
          <p:nvPr/>
        </p:nvSpPr>
        <p:spPr>
          <a:xfrm>
            <a:off x="3093517" y="4120194"/>
            <a:ext cx="4459048" cy="2090442"/>
          </a:xfrm>
          <a:custGeom>
            <a:avLst/>
            <a:gdLst>
              <a:gd name="connsiteX0" fmla="*/ 4354527 w 4459048"/>
              <a:gd name="connsiteY0" fmla="*/ 0 h 2090442"/>
              <a:gd name="connsiteX1" fmla="*/ 4459049 w 4459048"/>
              <a:gd name="connsiteY1" fmla="*/ 104522 h 2090442"/>
              <a:gd name="connsiteX2" fmla="*/ 4459049 w 4459048"/>
              <a:gd name="connsiteY2" fmla="*/ 1985920 h 2090442"/>
              <a:gd name="connsiteX3" fmla="*/ 4354527 w 4459048"/>
              <a:gd name="connsiteY3" fmla="*/ 2090443 h 2090442"/>
              <a:gd name="connsiteX4" fmla="*/ 104522 w 4459048"/>
              <a:gd name="connsiteY4" fmla="*/ 2090443 h 2090442"/>
              <a:gd name="connsiteX5" fmla="*/ 0 w 4459048"/>
              <a:gd name="connsiteY5" fmla="*/ 1985920 h 2090442"/>
              <a:gd name="connsiteX6" fmla="*/ 0 w 4459048"/>
              <a:gd name="connsiteY6" fmla="*/ 104522 h 2090442"/>
              <a:gd name="connsiteX7" fmla="*/ 104522 w 4459048"/>
              <a:gd name="connsiteY7" fmla="*/ 0 h 2090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59048" h="2090442">
                <a:moveTo>
                  <a:pt x="4354527" y="0"/>
                </a:moveTo>
                <a:cubicBezTo>
                  <a:pt x="4412253" y="0"/>
                  <a:pt x="4459049" y="46796"/>
                  <a:pt x="4459049" y="104522"/>
                </a:cubicBezTo>
                <a:lnTo>
                  <a:pt x="4459049" y="1985920"/>
                </a:lnTo>
                <a:cubicBezTo>
                  <a:pt x="4459049" y="2043646"/>
                  <a:pt x="4412253" y="2090443"/>
                  <a:pt x="4354527" y="2090443"/>
                </a:cubicBezTo>
                <a:lnTo>
                  <a:pt x="104522" y="2090443"/>
                </a:lnTo>
                <a:cubicBezTo>
                  <a:pt x="46796" y="2090443"/>
                  <a:pt x="0" y="2043646"/>
                  <a:pt x="0" y="1985920"/>
                </a:cubicBezTo>
                <a:lnTo>
                  <a:pt x="0" y="104522"/>
                </a:lnTo>
                <a:cubicBezTo>
                  <a:pt x="0" y="46796"/>
                  <a:pt x="46796" y="0"/>
                  <a:pt x="104522" y="0"/>
                </a:cubicBezTo>
                <a:close/>
              </a:path>
            </a:pathLst>
          </a:custGeom>
          <a:solidFill>
            <a:srgbClr val="FFF2CC"/>
          </a:solidFill>
          <a:ln w="6743" cap="flat">
            <a:solidFill>
              <a:srgbClr val="DBC06E"/>
            </a:solidFill>
            <a:custDash>
              <a:ds d="225000" sp="225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93" name="任意多边形: 形状 1492">
            <a:extLst>
              <a:ext uri="{FF2B5EF4-FFF2-40B4-BE49-F238E27FC236}">
                <a16:creationId xmlns:a16="http://schemas.microsoft.com/office/drawing/2014/main" id="{31E94075-0404-F201-FE71-C719C57E8622}"/>
              </a:ext>
            </a:extLst>
          </p:cNvPr>
          <p:cNvSpPr/>
          <p:nvPr/>
        </p:nvSpPr>
        <p:spPr>
          <a:xfrm>
            <a:off x="3236814" y="5266565"/>
            <a:ext cx="3169380" cy="876637"/>
          </a:xfrm>
          <a:custGeom>
            <a:avLst/>
            <a:gdLst>
              <a:gd name="connsiteX0" fmla="*/ 3125549 w 3169380"/>
              <a:gd name="connsiteY0" fmla="*/ 0 h 876637"/>
              <a:gd name="connsiteX1" fmla="*/ 3169381 w 3169380"/>
              <a:gd name="connsiteY1" fmla="*/ 43832 h 876637"/>
              <a:gd name="connsiteX2" fmla="*/ 3169381 w 3169380"/>
              <a:gd name="connsiteY2" fmla="*/ 832805 h 876637"/>
              <a:gd name="connsiteX3" fmla="*/ 3125549 w 3169380"/>
              <a:gd name="connsiteY3" fmla="*/ 876637 h 876637"/>
              <a:gd name="connsiteX4" fmla="*/ 43832 w 3169380"/>
              <a:gd name="connsiteY4" fmla="*/ 876637 h 876637"/>
              <a:gd name="connsiteX5" fmla="*/ 0 w 3169380"/>
              <a:gd name="connsiteY5" fmla="*/ 832805 h 876637"/>
              <a:gd name="connsiteX6" fmla="*/ 0 w 3169380"/>
              <a:gd name="connsiteY6" fmla="*/ 43832 h 876637"/>
              <a:gd name="connsiteX7" fmla="*/ 43832 w 3169380"/>
              <a:gd name="connsiteY7" fmla="*/ 0 h 87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69380" h="876637">
                <a:moveTo>
                  <a:pt x="3125549" y="0"/>
                </a:moveTo>
                <a:cubicBezTo>
                  <a:pt x="3149756" y="0"/>
                  <a:pt x="3169381" y="19624"/>
                  <a:pt x="3169381" y="43832"/>
                </a:cubicBezTo>
                <a:lnTo>
                  <a:pt x="3169381" y="832805"/>
                </a:lnTo>
                <a:cubicBezTo>
                  <a:pt x="3169381" y="857013"/>
                  <a:pt x="3149756" y="876637"/>
                  <a:pt x="3125549" y="876637"/>
                </a:cubicBezTo>
                <a:lnTo>
                  <a:pt x="43832" y="876637"/>
                </a:lnTo>
                <a:cubicBezTo>
                  <a:pt x="19624" y="876637"/>
                  <a:pt x="0" y="857013"/>
                  <a:pt x="0" y="832805"/>
                </a:cubicBezTo>
                <a:lnTo>
                  <a:pt x="0" y="43832"/>
                </a:lnTo>
                <a:cubicBezTo>
                  <a:pt x="0" y="19624"/>
                  <a:pt x="19624" y="0"/>
                  <a:pt x="43832" y="0"/>
                </a:cubicBezTo>
                <a:close/>
              </a:path>
            </a:pathLst>
          </a:custGeom>
          <a:solidFill>
            <a:srgbClr val="FFFFDE"/>
          </a:solidFill>
          <a:ln w="6743" cap="flat">
            <a:solidFill>
              <a:srgbClr val="D6B656"/>
            </a:solidFill>
            <a:custDash>
              <a:ds d="225000" sp="225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94" name="任意多边形: 形状 1493">
            <a:extLst>
              <a:ext uri="{FF2B5EF4-FFF2-40B4-BE49-F238E27FC236}">
                <a16:creationId xmlns:a16="http://schemas.microsoft.com/office/drawing/2014/main" id="{4A77C9EA-7123-8A5D-2A11-D81F8BC6D3A4}"/>
              </a:ext>
            </a:extLst>
          </p:cNvPr>
          <p:cNvSpPr/>
          <p:nvPr/>
        </p:nvSpPr>
        <p:spPr>
          <a:xfrm>
            <a:off x="3236814" y="4255061"/>
            <a:ext cx="3169380" cy="876637"/>
          </a:xfrm>
          <a:custGeom>
            <a:avLst/>
            <a:gdLst>
              <a:gd name="connsiteX0" fmla="*/ 3125549 w 3169380"/>
              <a:gd name="connsiteY0" fmla="*/ 0 h 876637"/>
              <a:gd name="connsiteX1" fmla="*/ 3169381 w 3169380"/>
              <a:gd name="connsiteY1" fmla="*/ 43832 h 876637"/>
              <a:gd name="connsiteX2" fmla="*/ 3169381 w 3169380"/>
              <a:gd name="connsiteY2" fmla="*/ 832805 h 876637"/>
              <a:gd name="connsiteX3" fmla="*/ 3125549 w 3169380"/>
              <a:gd name="connsiteY3" fmla="*/ 876637 h 876637"/>
              <a:gd name="connsiteX4" fmla="*/ 43832 w 3169380"/>
              <a:gd name="connsiteY4" fmla="*/ 876637 h 876637"/>
              <a:gd name="connsiteX5" fmla="*/ 0 w 3169380"/>
              <a:gd name="connsiteY5" fmla="*/ 832805 h 876637"/>
              <a:gd name="connsiteX6" fmla="*/ 0 w 3169380"/>
              <a:gd name="connsiteY6" fmla="*/ 43832 h 876637"/>
              <a:gd name="connsiteX7" fmla="*/ 43832 w 3169380"/>
              <a:gd name="connsiteY7" fmla="*/ 0 h 87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69380" h="876637">
                <a:moveTo>
                  <a:pt x="3125549" y="0"/>
                </a:moveTo>
                <a:cubicBezTo>
                  <a:pt x="3149756" y="0"/>
                  <a:pt x="3169381" y="19624"/>
                  <a:pt x="3169381" y="43832"/>
                </a:cubicBezTo>
                <a:lnTo>
                  <a:pt x="3169381" y="832805"/>
                </a:lnTo>
                <a:cubicBezTo>
                  <a:pt x="3169381" y="857013"/>
                  <a:pt x="3149756" y="876637"/>
                  <a:pt x="3125549" y="876637"/>
                </a:cubicBezTo>
                <a:lnTo>
                  <a:pt x="43832" y="876637"/>
                </a:lnTo>
                <a:cubicBezTo>
                  <a:pt x="19624" y="876637"/>
                  <a:pt x="0" y="857013"/>
                  <a:pt x="0" y="832805"/>
                </a:cubicBezTo>
                <a:lnTo>
                  <a:pt x="0" y="43832"/>
                </a:lnTo>
                <a:cubicBezTo>
                  <a:pt x="0" y="19624"/>
                  <a:pt x="19624" y="0"/>
                  <a:pt x="43832" y="0"/>
                </a:cubicBezTo>
                <a:close/>
              </a:path>
            </a:pathLst>
          </a:custGeom>
          <a:solidFill>
            <a:srgbClr val="FFFFDE"/>
          </a:solidFill>
          <a:ln w="6743" cap="flat">
            <a:solidFill>
              <a:srgbClr val="D6B656"/>
            </a:solidFill>
            <a:custDash>
              <a:ds d="225000" sp="225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95" name="任意多边形: 形状 1494">
            <a:extLst>
              <a:ext uri="{FF2B5EF4-FFF2-40B4-BE49-F238E27FC236}">
                <a16:creationId xmlns:a16="http://schemas.microsoft.com/office/drawing/2014/main" id="{6D33702C-1AA3-F0A7-3A12-A1098F553F9C}"/>
              </a:ext>
            </a:extLst>
          </p:cNvPr>
          <p:cNvSpPr/>
          <p:nvPr/>
        </p:nvSpPr>
        <p:spPr>
          <a:xfrm>
            <a:off x="3048000" y="640619"/>
            <a:ext cx="4450619" cy="1416106"/>
          </a:xfrm>
          <a:custGeom>
            <a:avLst/>
            <a:gdLst>
              <a:gd name="connsiteX0" fmla="*/ 4379814 w 4450619"/>
              <a:gd name="connsiteY0" fmla="*/ 0 h 1416106"/>
              <a:gd name="connsiteX1" fmla="*/ 4450620 w 4450619"/>
              <a:gd name="connsiteY1" fmla="*/ 70805 h 1416106"/>
              <a:gd name="connsiteX2" fmla="*/ 4450620 w 4450619"/>
              <a:gd name="connsiteY2" fmla="*/ 1345301 h 1416106"/>
              <a:gd name="connsiteX3" fmla="*/ 4379814 w 4450619"/>
              <a:gd name="connsiteY3" fmla="*/ 1416106 h 1416106"/>
              <a:gd name="connsiteX4" fmla="*/ 70805 w 4450619"/>
              <a:gd name="connsiteY4" fmla="*/ 1416106 h 1416106"/>
              <a:gd name="connsiteX5" fmla="*/ 0 w 4450619"/>
              <a:gd name="connsiteY5" fmla="*/ 1345301 h 1416106"/>
              <a:gd name="connsiteX6" fmla="*/ 0 w 4450619"/>
              <a:gd name="connsiteY6" fmla="*/ 70805 h 1416106"/>
              <a:gd name="connsiteX7" fmla="*/ 70805 w 4450619"/>
              <a:gd name="connsiteY7" fmla="*/ 0 h 1416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50619" h="1416106">
                <a:moveTo>
                  <a:pt x="4379814" y="0"/>
                </a:moveTo>
                <a:cubicBezTo>
                  <a:pt x="4418919" y="0"/>
                  <a:pt x="4450620" y="31701"/>
                  <a:pt x="4450620" y="70805"/>
                </a:cubicBezTo>
                <a:lnTo>
                  <a:pt x="4450620" y="1345301"/>
                </a:lnTo>
                <a:cubicBezTo>
                  <a:pt x="4450620" y="1384406"/>
                  <a:pt x="4418919" y="1416106"/>
                  <a:pt x="4379814" y="1416106"/>
                </a:cubicBezTo>
                <a:lnTo>
                  <a:pt x="70805" y="1416106"/>
                </a:lnTo>
                <a:cubicBezTo>
                  <a:pt x="31701" y="1416106"/>
                  <a:pt x="0" y="1384406"/>
                  <a:pt x="0" y="1345301"/>
                </a:cubicBezTo>
                <a:lnTo>
                  <a:pt x="0" y="70805"/>
                </a:lnTo>
                <a:cubicBezTo>
                  <a:pt x="0" y="31701"/>
                  <a:pt x="31701" y="0"/>
                  <a:pt x="70805" y="0"/>
                </a:cubicBezTo>
                <a:close/>
              </a:path>
            </a:pathLst>
          </a:custGeom>
          <a:solidFill>
            <a:srgbClr val="FFF2CC"/>
          </a:solidFill>
          <a:ln w="6743" cap="flat">
            <a:solidFill>
              <a:srgbClr val="D6B656"/>
            </a:solidFill>
            <a:custDash>
              <a:ds d="225000" sp="225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496" name="图形 1456">
            <a:extLst>
              <a:ext uri="{FF2B5EF4-FFF2-40B4-BE49-F238E27FC236}">
                <a16:creationId xmlns:a16="http://schemas.microsoft.com/office/drawing/2014/main" id="{86EE22C7-AE37-1F64-4DD4-1C2D32312993}"/>
              </a:ext>
            </a:extLst>
          </p:cNvPr>
          <p:cNvGrpSpPr/>
          <p:nvPr/>
        </p:nvGrpSpPr>
        <p:grpSpPr>
          <a:xfrm>
            <a:off x="2899646" y="1385760"/>
            <a:ext cx="253752" cy="47203"/>
            <a:chOff x="2899646" y="1385760"/>
            <a:chExt cx="253752" cy="47203"/>
          </a:xfrm>
        </p:grpSpPr>
        <p:sp>
          <p:nvSpPr>
            <p:cNvPr id="1497" name="任意多边形: 形状 1496">
              <a:extLst>
                <a:ext uri="{FF2B5EF4-FFF2-40B4-BE49-F238E27FC236}">
                  <a16:creationId xmlns:a16="http://schemas.microsoft.com/office/drawing/2014/main" id="{0F1028FD-BA72-4C2E-BE1F-1BCFE11E6852}"/>
                </a:ext>
              </a:extLst>
            </p:cNvPr>
            <p:cNvSpPr/>
            <p:nvPr/>
          </p:nvSpPr>
          <p:spPr>
            <a:xfrm>
              <a:off x="2899646" y="1409362"/>
              <a:ext cx="218350" cy="6743"/>
            </a:xfrm>
            <a:custGeom>
              <a:avLst/>
              <a:gdLst>
                <a:gd name="connsiteX0" fmla="*/ 0 w 218350"/>
                <a:gd name="connsiteY0" fmla="*/ 0 h 6743"/>
                <a:gd name="connsiteX1" fmla="*/ 134867 w 218350"/>
                <a:gd name="connsiteY1" fmla="*/ 0 h 6743"/>
                <a:gd name="connsiteX2" fmla="*/ 218350 w 218350"/>
                <a:gd name="connsiteY2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350" h="6743">
                  <a:moveTo>
                    <a:pt x="0" y="0"/>
                  </a:moveTo>
                  <a:lnTo>
                    <a:pt x="134867" y="0"/>
                  </a:lnTo>
                  <a:lnTo>
                    <a:pt x="218350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8" name="任意多边形: 形状 1497">
              <a:extLst>
                <a:ext uri="{FF2B5EF4-FFF2-40B4-BE49-F238E27FC236}">
                  <a16:creationId xmlns:a16="http://schemas.microsoft.com/office/drawing/2014/main" id="{C4003796-B65A-EF17-00EE-9AB6566763B9}"/>
                </a:ext>
              </a:extLst>
            </p:cNvPr>
            <p:cNvSpPr/>
            <p:nvPr/>
          </p:nvSpPr>
          <p:spPr>
            <a:xfrm>
              <a:off x="3106195" y="1385760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499" name="图形 1456">
            <a:extLst>
              <a:ext uri="{FF2B5EF4-FFF2-40B4-BE49-F238E27FC236}">
                <a16:creationId xmlns:a16="http://schemas.microsoft.com/office/drawing/2014/main" id="{C872AAA4-AA47-BF80-B198-9256E9CE1289}"/>
              </a:ext>
            </a:extLst>
          </p:cNvPr>
          <p:cNvGrpSpPr/>
          <p:nvPr/>
        </p:nvGrpSpPr>
        <p:grpSpPr>
          <a:xfrm>
            <a:off x="1550973" y="1173344"/>
            <a:ext cx="1348672" cy="472035"/>
            <a:chOff x="1550973" y="1173344"/>
            <a:chExt cx="1348672" cy="472035"/>
          </a:xfrm>
          <a:solidFill>
            <a:srgbClr val="FFF2CC"/>
          </a:solidFill>
        </p:grpSpPr>
        <p:sp>
          <p:nvSpPr>
            <p:cNvPr id="1500" name="任意多边形: 形状 1499">
              <a:extLst>
                <a:ext uri="{FF2B5EF4-FFF2-40B4-BE49-F238E27FC236}">
                  <a16:creationId xmlns:a16="http://schemas.microsoft.com/office/drawing/2014/main" id="{8DA34EC5-E816-A25C-9F97-0A8A43B2FE8B}"/>
                </a:ext>
              </a:extLst>
            </p:cNvPr>
            <p:cNvSpPr/>
            <p:nvPr/>
          </p:nvSpPr>
          <p:spPr>
            <a:xfrm>
              <a:off x="1550973" y="1173344"/>
              <a:ext cx="1348672" cy="472035"/>
            </a:xfrm>
            <a:custGeom>
              <a:avLst/>
              <a:gdLst>
                <a:gd name="connsiteX0" fmla="*/ 1277867 w 1348672"/>
                <a:gd name="connsiteY0" fmla="*/ 0 h 472035"/>
                <a:gd name="connsiteX1" fmla="*/ 1348673 w 1348672"/>
                <a:gd name="connsiteY1" fmla="*/ 70805 h 472035"/>
                <a:gd name="connsiteX2" fmla="*/ 1348673 w 1348672"/>
                <a:gd name="connsiteY2" fmla="*/ 401230 h 472035"/>
                <a:gd name="connsiteX3" fmla="*/ 1277867 w 1348672"/>
                <a:gd name="connsiteY3" fmla="*/ 472035 h 472035"/>
                <a:gd name="connsiteX4" fmla="*/ 70805 w 1348672"/>
                <a:gd name="connsiteY4" fmla="*/ 472035 h 472035"/>
                <a:gd name="connsiteX5" fmla="*/ 0 w 1348672"/>
                <a:gd name="connsiteY5" fmla="*/ 401230 h 472035"/>
                <a:gd name="connsiteX6" fmla="*/ 0 w 1348672"/>
                <a:gd name="connsiteY6" fmla="*/ 70805 h 472035"/>
                <a:gd name="connsiteX7" fmla="*/ 70805 w 1348672"/>
                <a:gd name="connsiteY7" fmla="*/ 0 h 47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48672" h="472035">
                  <a:moveTo>
                    <a:pt x="1277867" y="0"/>
                  </a:moveTo>
                  <a:cubicBezTo>
                    <a:pt x="1316972" y="0"/>
                    <a:pt x="1348673" y="31701"/>
                    <a:pt x="1348673" y="70805"/>
                  </a:cubicBezTo>
                  <a:lnTo>
                    <a:pt x="1348673" y="401230"/>
                  </a:lnTo>
                  <a:cubicBezTo>
                    <a:pt x="1348673" y="440335"/>
                    <a:pt x="1316972" y="472035"/>
                    <a:pt x="1277867" y="472035"/>
                  </a:cubicBezTo>
                  <a:lnTo>
                    <a:pt x="70805" y="472035"/>
                  </a:lnTo>
                  <a:cubicBezTo>
                    <a:pt x="31701" y="472035"/>
                    <a:pt x="0" y="440335"/>
                    <a:pt x="0" y="401230"/>
                  </a:cubicBezTo>
                  <a:lnTo>
                    <a:pt x="0" y="70805"/>
                  </a:lnTo>
                  <a:cubicBezTo>
                    <a:pt x="0" y="31701"/>
                    <a:pt x="31701" y="0"/>
                    <a:pt x="70805" y="0"/>
                  </a:cubicBezTo>
                  <a:close/>
                </a:path>
              </a:pathLst>
            </a:custGeom>
            <a:solidFill>
              <a:srgbClr val="FFF2CC"/>
            </a:solidFill>
            <a:ln w="6743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501" name="图片 1500">
              <a:extLst>
                <a:ext uri="{FF2B5EF4-FFF2-40B4-BE49-F238E27FC236}">
                  <a16:creationId xmlns:a16="http://schemas.microsoft.com/office/drawing/2014/main" id="{27EE6B2C-2451-FCCF-F9EF-1654F819E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54345" y="1328442"/>
              <a:ext cx="1335185" cy="182070"/>
            </a:xfrm>
            <a:custGeom>
              <a:avLst/>
              <a:gdLst>
                <a:gd name="connsiteX0" fmla="*/ -1 w 1335185"/>
                <a:gd name="connsiteY0" fmla="*/ -1 h 182070"/>
                <a:gd name="connsiteX1" fmla="*/ 1335185 w 1335185"/>
                <a:gd name="connsiteY1" fmla="*/ -1 h 182070"/>
                <a:gd name="connsiteX2" fmla="*/ 1335185 w 1335185"/>
                <a:gd name="connsiteY2" fmla="*/ 182070 h 182070"/>
                <a:gd name="connsiteX3" fmla="*/ -1 w 1335185"/>
                <a:gd name="connsiteY3" fmla="*/ 182070 h 18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5185" h="182070">
                  <a:moveTo>
                    <a:pt x="-1" y="-1"/>
                  </a:moveTo>
                  <a:lnTo>
                    <a:pt x="1335185" y="-1"/>
                  </a:lnTo>
                  <a:lnTo>
                    <a:pt x="1335185" y="182070"/>
                  </a:lnTo>
                  <a:lnTo>
                    <a:pt x="-1" y="182070"/>
                  </a:lnTo>
                  <a:close/>
                </a:path>
              </a:pathLst>
            </a:custGeom>
          </p:spPr>
        </p:pic>
      </p:grpSp>
      <p:grpSp>
        <p:nvGrpSpPr>
          <p:cNvPr id="1502" name="图形 1456">
            <a:extLst>
              <a:ext uri="{FF2B5EF4-FFF2-40B4-BE49-F238E27FC236}">
                <a16:creationId xmlns:a16="http://schemas.microsoft.com/office/drawing/2014/main" id="{ACA01C19-4D55-4A69-80BD-FEE6D41C2AE0}"/>
              </a:ext>
            </a:extLst>
          </p:cNvPr>
          <p:cNvGrpSpPr/>
          <p:nvPr/>
        </p:nvGrpSpPr>
        <p:grpSpPr>
          <a:xfrm>
            <a:off x="1223920" y="1385760"/>
            <a:ext cx="319500" cy="47203"/>
            <a:chOff x="1223920" y="1385760"/>
            <a:chExt cx="319500" cy="47203"/>
          </a:xfrm>
        </p:grpSpPr>
        <p:sp>
          <p:nvSpPr>
            <p:cNvPr id="1503" name="任意多边形: 形状 1502">
              <a:extLst>
                <a:ext uri="{FF2B5EF4-FFF2-40B4-BE49-F238E27FC236}">
                  <a16:creationId xmlns:a16="http://schemas.microsoft.com/office/drawing/2014/main" id="{56BE8BE9-ADEC-D9CD-534F-F4BD2240E56A}"/>
                </a:ext>
              </a:extLst>
            </p:cNvPr>
            <p:cNvSpPr/>
            <p:nvPr/>
          </p:nvSpPr>
          <p:spPr>
            <a:xfrm>
              <a:off x="1223920" y="1409362"/>
              <a:ext cx="284097" cy="6743"/>
            </a:xfrm>
            <a:custGeom>
              <a:avLst/>
              <a:gdLst>
                <a:gd name="connsiteX0" fmla="*/ 0 w 284097"/>
                <a:gd name="connsiteY0" fmla="*/ 0 h 6743"/>
                <a:gd name="connsiteX1" fmla="*/ 284098 w 284097"/>
                <a:gd name="connsiteY1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4097" h="6743">
                  <a:moveTo>
                    <a:pt x="0" y="0"/>
                  </a:moveTo>
                  <a:lnTo>
                    <a:pt x="284098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4" name="任意多边形: 形状 1503">
              <a:extLst>
                <a:ext uri="{FF2B5EF4-FFF2-40B4-BE49-F238E27FC236}">
                  <a16:creationId xmlns:a16="http://schemas.microsoft.com/office/drawing/2014/main" id="{131D0926-DBE3-BA42-9E4D-C13C3D0B4515}"/>
                </a:ext>
              </a:extLst>
            </p:cNvPr>
            <p:cNvSpPr/>
            <p:nvPr/>
          </p:nvSpPr>
          <p:spPr>
            <a:xfrm>
              <a:off x="1496217" y="1385760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05" name="图形 1456">
            <a:extLst>
              <a:ext uri="{FF2B5EF4-FFF2-40B4-BE49-F238E27FC236}">
                <a16:creationId xmlns:a16="http://schemas.microsoft.com/office/drawing/2014/main" id="{553B357B-E4AF-9371-05EA-9CED6274583D}"/>
              </a:ext>
            </a:extLst>
          </p:cNvPr>
          <p:cNvGrpSpPr/>
          <p:nvPr/>
        </p:nvGrpSpPr>
        <p:grpSpPr>
          <a:xfrm>
            <a:off x="41698" y="2855534"/>
            <a:ext cx="530074" cy="421950"/>
            <a:chOff x="41698" y="2855534"/>
            <a:chExt cx="530074" cy="421950"/>
          </a:xfrm>
        </p:grpSpPr>
        <p:grpSp>
          <p:nvGrpSpPr>
            <p:cNvPr id="1506" name="图形 1456">
              <a:extLst>
                <a:ext uri="{FF2B5EF4-FFF2-40B4-BE49-F238E27FC236}">
                  <a16:creationId xmlns:a16="http://schemas.microsoft.com/office/drawing/2014/main" id="{C0EE2876-ABD2-7646-178A-AAEC2C085496}"/>
                </a:ext>
              </a:extLst>
            </p:cNvPr>
            <p:cNvGrpSpPr/>
            <p:nvPr/>
          </p:nvGrpSpPr>
          <p:grpSpPr>
            <a:xfrm>
              <a:off x="41698" y="2855534"/>
              <a:ext cx="530074" cy="421950"/>
              <a:chOff x="41698" y="2855534"/>
              <a:chExt cx="530074" cy="421950"/>
            </a:xfrm>
            <a:solidFill>
              <a:srgbClr val="2C2C2C"/>
            </a:solidFill>
          </p:grpSpPr>
          <p:sp>
            <p:nvSpPr>
              <p:cNvPr id="1507" name="任意多边形: 形状 1506">
                <a:extLst>
                  <a:ext uri="{FF2B5EF4-FFF2-40B4-BE49-F238E27FC236}">
                    <a16:creationId xmlns:a16="http://schemas.microsoft.com/office/drawing/2014/main" id="{B9FC76C3-7CC5-CA51-6794-43D49152C5B2}"/>
                  </a:ext>
                </a:extLst>
              </p:cNvPr>
              <p:cNvSpPr/>
              <p:nvPr/>
            </p:nvSpPr>
            <p:spPr>
              <a:xfrm>
                <a:off x="41698" y="2855534"/>
                <a:ext cx="530074" cy="421950"/>
              </a:xfrm>
              <a:custGeom>
                <a:avLst/>
                <a:gdLst>
                  <a:gd name="connsiteX0" fmla="*/ 495217 w 530074"/>
                  <a:gd name="connsiteY0" fmla="*/ 316310 h 421950"/>
                  <a:gd name="connsiteX1" fmla="*/ 495217 w 530074"/>
                  <a:gd name="connsiteY1" fmla="*/ 52592 h 421950"/>
                  <a:gd name="connsiteX2" fmla="*/ 447747 w 530074"/>
                  <a:gd name="connsiteY2" fmla="*/ -152 h 421950"/>
                  <a:gd name="connsiteX3" fmla="*/ 75904 w 530074"/>
                  <a:gd name="connsiteY3" fmla="*/ -152 h 421950"/>
                  <a:gd name="connsiteX4" fmla="*/ 31072 w 530074"/>
                  <a:gd name="connsiteY4" fmla="*/ 52592 h 421950"/>
                  <a:gd name="connsiteX5" fmla="*/ 31072 w 530074"/>
                  <a:gd name="connsiteY5" fmla="*/ 316310 h 421950"/>
                  <a:gd name="connsiteX6" fmla="*/ -575 w 530074"/>
                  <a:gd name="connsiteY6" fmla="*/ 316310 h 421950"/>
                  <a:gd name="connsiteX7" fmla="*/ -575 w 530074"/>
                  <a:gd name="connsiteY7" fmla="*/ 369054 h 421950"/>
                  <a:gd name="connsiteX8" fmla="*/ 46895 w 530074"/>
                  <a:gd name="connsiteY8" fmla="*/ 421798 h 421950"/>
                  <a:gd name="connsiteX9" fmla="*/ 482031 w 530074"/>
                  <a:gd name="connsiteY9" fmla="*/ 421798 h 421950"/>
                  <a:gd name="connsiteX10" fmla="*/ 529500 w 530074"/>
                  <a:gd name="connsiteY10" fmla="*/ 369054 h 421950"/>
                  <a:gd name="connsiteX11" fmla="*/ 529500 w 530074"/>
                  <a:gd name="connsiteY11" fmla="*/ 316310 h 421950"/>
                  <a:gd name="connsiteX12" fmla="*/ 495217 w 530074"/>
                  <a:gd name="connsiteY12" fmla="*/ 316310 h 421950"/>
                  <a:gd name="connsiteX13" fmla="*/ 62718 w 530074"/>
                  <a:gd name="connsiteY13" fmla="*/ 52592 h 421950"/>
                  <a:gd name="connsiteX14" fmla="*/ 78541 w 530074"/>
                  <a:gd name="connsiteY14" fmla="*/ 34131 h 421950"/>
                  <a:gd name="connsiteX15" fmla="*/ 450385 w 530074"/>
                  <a:gd name="connsiteY15" fmla="*/ 34131 h 421950"/>
                  <a:gd name="connsiteX16" fmla="*/ 466208 w 530074"/>
                  <a:gd name="connsiteY16" fmla="*/ 52592 h 421950"/>
                  <a:gd name="connsiteX17" fmla="*/ 466208 w 530074"/>
                  <a:gd name="connsiteY17" fmla="*/ 316310 h 421950"/>
                  <a:gd name="connsiteX18" fmla="*/ 62718 w 530074"/>
                  <a:gd name="connsiteY18" fmla="*/ 316310 h 421950"/>
                  <a:gd name="connsiteX19" fmla="*/ 62718 w 530074"/>
                  <a:gd name="connsiteY19" fmla="*/ 52592 h 421950"/>
                  <a:gd name="connsiteX20" fmla="*/ 495217 w 530074"/>
                  <a:gd name="connsiteY20" fmla="*/ 369054 h 421950"/>
                  <a:gd name="connsiteX21" fmla="*/ 479394 w 530074"/>
                  <a:gd name="connsiteY21" fmla="*/ 387514 h 421950"/>
                  <a:gd name="connsiteX22" fmla="*/ 46895 w 530074"/>
                  <a:gd name="connsiteY22" fmla="*/ 387514 h 421950"/>
                  <a:gd name="connsiteX23" fmla="*/ 31072 w 530074"/>
                  <a:gd name="connsiteY23" fmla="*/ 369054 h 421950"/>
                  <a:gd name="connsiteX24" fmla="*/ 31072 w 530074"/>
                  <a:gd name="connsiteY24" fmla="*/ 350594 h 421950"/>
                  <a:gd name="connsiteX25" fmla="*/ 495217 w 530074"/>
                  <a:gd name="connsiteY25" fmla="*/ 350594 h 421950"/>
                  <a:gd name="connsiteX26" fmla="*/ 495217 w 530074"/>
                  <a:gd name="connsiteY26" fmla="*/ 369054 h 42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0074" h="421950">
                    <a:moveTo>
                      <a:pt x="495217" y="316310"/>
                    </a:moveTo>
                    <a:lnTo>
                      <a:pt x="495217" y="52592"/>
                    </a:lnTo>
                    <a:cubicBezTo>
                      <a:pt x="495217" y="23582"/>
                      <a:pt x="474119" y="-152"/>
                      <a:pt x="447747" y="-152"/>
                    </a:cubicBezTo>
                    <a:lnTo>
                      <a:pt x="75904" y="-152"/>
                    </a:lnTo>
                    <a:cubicBezTo>
                      <a:pt x="52169" y="-152"/>
                      <a:pt x="31072" y="23582"/>
                      <a:pt x="31072" y="52592"/>
                    </a:cubicBezTo>
                    <a:lnTo>
                      <a:pt x="31072" y="316310"/>
                    </a:lnTo>
                    <a:lnTo>
                      <a:pt x="-575" y="316310"/>
                    </a:lnTo>
                    <a:lnTo>
                      <a:pt x="-575" y="369054"/>
                    </a:lnTo>
                    <a:cubicBezTo>
                      <a:pt x="-575" y="398063"/>
                      <a:pt x="20523" y="421798"/>
                      <a:pt x="46895" y="421798"/>
                    </a:cubicBezTo>
                    <a:lnTo>
                      <a:pt x="482031" y="421798"/>
                    </a:lnTo>
                    <a:cubicBezTo>
                      <a:pt x="508403" y="421798"/>
                      <a:pt x="529500" y="398063"/>
                      <a:pt x="529500" y="369054"/>
                    </a:cubicBezTo>
                    <a:lnTo>
                      <a:pt x="529500" y="316310"/>
                    </a:lnTo>
                    <a:lnTo>
                      <a:pt x="495217" y="316310"/>
                    </a:lnTo>
                    <a:close/>
                    <a:moveTo>
                      <a:pt x="62718" y="52592"/>
                    </a:moveTo>
                    <a:cubicBezTo>
                      <a:pt x="62718" y="42043"/>
                      <a:pt x="70629" y="34131"/>
                      <a:pt x="78541" y="34131"/>
                    </a:cubicBezTo>
                    <a:lnTo>
                      <a:pt x="450385" y="34131"/>
                    </a:lnTo>
                    <a:cubicBezTo>
                      <a:pt x="458296" y="34131"/>
                      <a:pt x="466208" y="42043"/>
                      <a:pt x="466208" y="52592"/>
                    </a:cubicBezTo>
                    <a:lnTo>
                      <a:pt x="466208" y="316310"/>
                    </a:lnTo>
                    <a:lnTo>
                      <a:pt x="62718" y="316310"/>
                    </a:lnTo>
                    <a:lnTo>
                      <a:pt x="62718" y="52592"/>
                    </a:lnTo>
                    <a:close/>
                    <a:moveTo>
                      <a:pt x="495217" y="369054"/>
                    </a:moveTo>
                    <a:cubicBezTo>
                      <a:pt x="495217" y="379603"/>
                      <a:pt x="487305" y="387514"/>
                      <a:pt x="479394" y="387514"/>
                    </a:cubicBezTo>
                    <a:lnTo>
                      <a:pt x="46895" y="387514"/>
                    </a:lnTo>
                    <a:cubicBezTo>
                      <a:pt x="38983" y="387514"/>
                      <a:pt x="31072" y="379603"/>
                      <a:pt x="31072" y="369054"/>
                    </a:cubicBezTo>
                    <a:lnTo>
                      <a:pt x="31072" y="350594"/>
                    </a:lnTo>
                    <a:lnTo>
                      <a:pt x="495217" y="350594"/>
                    </a:lnTo>
                    <a:lnTo>
                      <a:pt x="495217" y="369054"/>
                    </a:lnTo>
                    <a:close/>
                  </a:path>
                </a:pathLst>
              </a:custGeom>
              <a:solidFill>
                <a:srgbClr val="2C2C2C"/>
              </a:solidFill>
              <a:ln w="5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08" name="任意多边形: 形状 1507">
                <a:extLst>
                  <a:ext uri="{FF2B5EF4-FFF2-40B4-BE49-F238E27FC236}">
                    <a16:creationId xmlns:a16="http://schemas.microsoft.com/office/drawing/2014/main" id="{6CEECF23-78EB-F962-B4CD-97A60C9F600A}"/>
                  </a:ext>
                </a:extLst>
              </p:cNvPr>
              <p:cNvSpPr/>
              <p:nvPr/>
            </p:nvSpPr>
            <p:spPr>
              <a:xfrm>
                <a:off x="134000" y="2926739"/>
                <a:ext cx="31646" cy="210975"/>
              </a:xfrm>
              <a:custGeom>
                <a:avLst/>
                <a:gdLst>
                  <a:gd name="connsiteX0" fmla="*/ -284 w 31646"/>
                  <a:gd name="connsiteY0" fmla="*/ -89 h 210975"/>
                  <a:gd name="connsiteX1" fmla="*/ 31362 w 31646"/>
                  <a:gd name="connsiteY1" fmla="*/ -89 h 210975"/>
                  <a:gd name="connsiteX2" fmla="*/ 31362 w 31646"/>
                  <a:gd name="connsiteY2" fmla="*/ 210886 h 210975"/>
                  <a:gd name="connsiteX3" fmla="*/ -284 w 31646"/>
                  <a:gd name="connsiteY3" fmla="*/ 210886 h 21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646" h="210975">
                    <a:moveTo>
                      <a:pt x="-284" y="-89"/>
                    </a:moveTo>
                    <a:lnTo>
                      <a:pt x="31362" y="-89"/>
                    </a:lnTo>
                    <a:lnTo>
                      <a:pt x="31362" y="210886"/>
                    </a:lnTo>
                    <a:lnTo>
                      <a:pt x="-284" y="210886"/>
                    </a:lnTo>
                    <a:close/>
                  </a:path>
                </a:pathLst>
              </a:custGeom>
              <a:solidFill>
                <a:srgbClr val="2C2C2C"/>
              </a:solidFill>
              <a:ln w="5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509" name="图形 1456">
              <a:extLst>
                <a:ext uri="{FF2B5EF4-FFF2-40B4-BE49-F238E27FC236}">
                  <a16:creationId xmlns:a16="http://schemas.microsoft.com/office/drawing/2014/main" id="{09DDC9B7-661B-34FB-A77A-46A5D0BEC64B}"/>
                </a:ext>
              </a:extLst>
            </p:cNvPr>
            <p:cNvGrpSpPr/>
            <p:nvPr/>
          </p:nvGrpSpPr>
          <p:grpSpPr>
            <a:xfrm>
              <a:off x="231423" y="2919201"/>
              <a:ext cx="190584" cy="211004"/>
              <a:chOff x="231423" y="2919201"/>
              <a:chExt cx="190584" cy="211004"/>
            </a:xfrm>
            <a:solidFill>
              <a:srgbClr val="000000"/>
            </a:solidFill>
          </p:grpSpPr>
          <p:sp>
            <p:nvSpPr>
              <p:cNvPr id="1510" name="任意多边形: 形状 1509">
                <a:extLst>
                  <a:ext uri="{FF2B5EF4-FFF2-40B4-BE49-F238E27FC236}">
                    <a16:creationId xmlns:a16="http://schemas.microsoft.com/office/drawing/2014/main" id="{1693E665-B8D3-57B8-98ED-D42B311DE306}"/>
                  </a:ext>
                </a:extLst>
              </p:cNvPr>
              <p:cNvSpPr/>
              <p:nvPr/>
            </p:nvSpPr>
            <p:spPr>
              <a:xfrm>
                <a:off x="306296" y="3075752"/>
                <a:ext cx="40839" cy="54452"/>
              </a:xfrm>
              <a:custGeom>
                <a:avLst/>
                <a:gdLst>
                  <a:gd name="connsiteX0" fmla="*/ 26763 w 40839"/>
                  <a:gd name="connsiteY0" fmla="*/ 14284 h 54452"/>
                  <a:gd name="connsiteX1" fmla="*/ 26763 w 40839"/>
                  <a:gd name="connsiteY1" fmla="*/ 6308 h 54452"/>
                  <a:gd name="connsiteX2" fmla="*/ 19956 w 40839"/>
                  <a:gd name="connsiteY2" fmla="*/ -499 h 54452"/>
                  <a:gd name="connsiteX3" fmla="*/ 13150 w 40839"/>
                  <a:gd name="connsiteY3" fmla="*/ 6308 h 54452"/>
                  <a:gd name="connsiteX4" fmla="*/ 13150 w 40839"/>
                  <a:gd name="connsiteY4" fmla="*/ 14284 h 54452"/>
                  <a:gd name="connsiteX5" fmla="*/ -464 w 40839"/>
                  <a:gd name="connsiteY5" fmla="*/ 33534 h 54452"/>
                  <a:gd name="connsiteX6" fmla="*/ 19956 w 40839"/>
                  <a:gd name="connsiteY6" fmla="*/ 53954 h 54452"/>
                  <a:gd name="connsiteX7" fmla="*/ 40376 w 40839"/>
                  <a:gd name="connsiteY7" fmla="*/ 33534 h 54452"/>
                  <a:gd name="connsiteX8" fmla="*/ 26763 w 40839"/>
                  <a:gd name="connsiteY8" fmla="*/ 14284 h 54452"/>
                  <a:gd name="connsiteX9" fmla="*/ 19956 w 40839"/>
                  <a:gd name="connsiteY9" fmla="*/ 40341 h 54452"/>
                  <a:gd name="connsiteX10" fmla="*/ 13150 w 40839"/>
                  <a:gd name="connsiteY10" fmla="*/ 33534 h 54452"/>
                  <a:gd name="connsiteX11" fmla="*/ 19956 w 40839"/>
                  <a:gd name="connsiteY11" fmla="*/ 26727 h 54452"/>
                  <a:gd name="connsiteX12" fmla="*/ 26763 w 40839"/>
                  <a:gd name="connsiteY12" fmla="*/ 33534 h 54452"/>
                  <a:gd name="connsiteX13" fmla="*/ 19956 w 40839"/>
                  <a:gd name="connsiteY13" fmla="*/ 40341 h 54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0839" h="54452">
                    <a:moveTo>
                      <a:pt x="26763" y="14284"/>
                    </a:moveTo>
                    <a:lnTo>
                      <a:pt x="26763" y="6308"/>
                    </a:lnTo>
                    <a:cubicBezTo>
                      <a:pt x="26763" y="2543"/>
                      <a:pt x="23721" y="-499"/>
                      <a:pt x="19956" y="-499"/>
                    </a:cubicBezTo>
                    <a:cubicBezTo>
                      <a:pt x="16191" y="-499"/>
                      <a:pt x="13150" y="2543"/>
                      <a:pt x="13150" y="6308"/>
                    </a:cubicBezTo>
                    <a:lnTo>
                      <a:pt x="13150" y="14284"/>
                    </a:lnTo>
                    <a:cubicBezTo>
                      <a:pt x="5237" y="17092"/>
                      <a:pt x="-464" y="24664"/>
                      <a:pt x="-464" y="33534"/>
                    </a:cubicBezTo>
                    <a:cubicBezTo>
                      <a:pt x="-464" y="44786"/>
                      <a:pt x="8704" y="53954"/>
                      <a:pt x="19956" y="53954"/>
                    </a:cubicBezTo>
                    <a:cubicBezTo>
                      <a:pt x="31208" y="53954"/>
                      <a:pt x="40376" y="44786"/>
                      <a:pt x="40376" y="33534"/>
                    </a:cubicBezTo>
                    <a:cubicBezTo>
                      <a:pt x="40376" y="24664"/>
                      <a:pt x="34675" y="17092"/>
                      <a:pt x="26763" y="14284"/>
                    </a:cubicBezTo>
                    <a:close/>
                    <a:moveTo>
                      <a:pt x="19956" y="40341"/>
                    </a:moveTo>
                    <a:cubicBezTo>
                      <a:pt x="16213" y="40341"/>
                      <a:pt x="13150" y="37278"/>
                      <a:pt x="13150" y="33534"/>
                    </a:cubicBezTo>
                    <a:cubicBezTo>
                      <a:pt x="13150" y="29790"/>
                      <a:pt x="16213" y="26727"/>
                      <a:pt x="19956" y="26727"/>
                    </a:cubicBezTo>
                    <a:cubicBezTo>
                      <a:pt x="23700" y="26727"/>
                      <a:pt x="26763" y="29790"/>
                      <a:pt x="26763" y="33534"/>
                    </a:cubicBezTo>
                    <a:cubicBezTo>
                      <a:pt x="26763" y="37278"/>
                      <a:pt x="23700" y="40341"/>
                      <a:pt x="19956" y="40341"/>
                    </a:cubicBezTo>
                    <a:close/>
                  </a:path>
                </a:pathLst>
              </a:custGeom>
              <a:solidFill>
                <a:srgbClr val="000000"/>
              </a:solidFill>
              <a:ln w="2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11" name="任意多边形: 形状 1510">
                <a:extLst>
                  <a:ext uri="{FF2B5EF4-FFF2-40B4-BE49-F238E27FC236}">
                    <a16:creationId xmlns:a16="http://schemas.microsoft.com/office/drawing/2014/main" id="{C4C725E5-52BF-0AB2-4504-B68462F40E18}"/>
                  </a:ext>
                </a:extLst>
              </p:cNvPr>
              <p:cNvSpPr/>
              <p:nvPr/>
            </p:nvSpPr>
            <p:spPr>
              <a:xfrm>
                <a:off x="231423" y="2919201"/>
                <a:ext cx="190584" cy="183798"/>
              </a:xfrm>
              <a:custGeom>
                <a:avLst/>
                <a:gdLst>
                  <a:gd name="connsiteX0" fmla="*/ 162894 w 190584"/>
                  <a:gd name="connsiteY0" fmla="*/ 129245 h 183798"/>
                  <a:gd name="connsiteX1" fmla="*/ 146154 w 190584"/>
                  <a:gd name="connsiteY1" fmla="*/ 135009 h 183798"/>
                  <a:gd name="connsiteX2" fmla="*/ 132520 w 190584"/>
                  <a:gd name="connsiteY2" fmla="*/ 124522 h 183798"/>
                  <a:gd name="connsiteX3" fmla="*/ 135668 w 190584"/>
                  <a:gd name="connsiteY3" fmla="*/ 108825 h 183798"/>
                  <a:gd name="connsiteX4" fmla="*/ 101635 w 190584"/>
                  <a:gd name="connsiteY4" fmla="*/ 68560 h 183798"/>
                  <a:gd name="connsiteX5" fmla="*/ 101635 w 190584"/>
                  <a:gd name="connsiteY5" fmla="*/ 53521 h 183798"/>
                  <a:gd name="connsiteX6" fmla="*/ 122055 w 190584"/>
                  <a:gd name="connsiteY6" fmla="*/ 27146 h 183798"/>
                  <a:gd name="connsiteX7" fmla="*/ 94829 w 190584"/>
                  <a:gd name="connsiteY7" fmla="*/ -81 h 183798"/>
                  <a:gd name="connsiteX8" fmla="*/ 67602 w 190584"/>
                  <a:gd name="connsiteY8" fmla="*/ 27146 h 183798"/>
                  <a:gd name="connsiteX9" fmla="*/ 88022 w 190584"/>
                  <a:gd name="connsiteY9" fmla="*/ 53521 h 183798"/>
                  <a:gd name="connsiteX10" fmla="*/ 88022 w 190584"/>
                  <a:gd name="connsiteY10" fmla="*/ 68560 h 183798"/>
                  <a:gd name="connsiteX11" fmla="*/ 53989 w 190584"/>
                  <a:gd name="connsiteY11" fmla="*/ 108825 h 183798"/>
                  <a:gd name="connsiteX12" fmla="*/ 57010 w 190584"/>
                  <a:gd name="connsiteY12" fmla="*/ 124225 h 183798"/>
                  <a:gd name="connsiteX13" fmla="*/ 43354 w 190584"/>
                  <a:gd name="connsiteY13" fmla="*/ 134903 h 183798"/>
                  <a:gd name="connsiteX14" fmla="*/ 26763 w 190584"/>
                  <a:gd name="connsiteY14" fmla="*/ 129245 h 183798"/>
                  <a:gd name="connsiteX15" fmla="*/ -464 w 190584"/>
                  <a:gd name="connsiteY15" fmla="*/ 156471 h 183798"/>
                  <a:gd name="connsiteX16" fmla="*/ 26763 w 190584"/>
                  <a:gd name="connsiteY16" fmla="*/ 183697 h 183798"/>
                  <a:gd name="connsiteX17" fmla="*/ 53989 w 190584"/>
                  <a:gd name="connsiteY17" fmla="*/ 156471 h 183798"/>
                  <a:gd name="connsiteX18" fmla="*/ 51734 w 190584"/>
                  <a:gd name="connsiteY18" fmla="*/ 145623 h 183798"/>
                  <a:gd name="connsiteX19" fmla="*/ 64242 w 190584"/>
                  <a:gd name="connsiteY19" fmla="*/ 135860 h 183798"/>
                  <a:gd name="connsiteX20" fmla="*/ 94829 w 190584"/>
                  <a:gd name="connsiteY20" fmla="*/ 149686 h 183798"/>
                  <a:gd name="connsiteX21" fmla="*/ 125224 w 190584"/>
                  <a:gd name="connsiteY21" fmla="*/ 136094 h 183798"/>
                  <a:gd name="connsiteX22" fmla="*/ 137859 w 190584"/>
                  <a:gd name="connsiteY22" fmla="*/ 145814 h 183798"/>
                  <a:gd name="connsiteX23" fmla="*/ 135668 w 190584"/>
                  <a:gd name="connsiteY23" fmla="*/ 156492 h 183798"/>
                  <a:gd name="connsiteX24" fmla="*/ 162894 w 190584"/>
                  <a:gd name="connsiteY24" fmla="*/ 183718 h 183798"/>
                  <a:gd name="connsiteX25" fmla="*/ 190121 w 190584"/>
                  <a:gd name="connsiteY25" fmla="*/ 156492 h 183798"/>
                  <a:gd name="connsiteX26" fmla="*/ 162894 w 190584"/>
                  <a:gd name="connsiteY26" fmla="*/ 129245 h 183798"/>
                  <a:gd name="connsiteX27" fmla="*/ 26763 w 190584"/>
                  <a:gd name="connsiteY27" fmla="*/ 170084 h 183798"/>
                  <a:gd name="connsiteX28" fmla="*/ 13150 w 190584"/>
                  <a:gd name="connsiteY28" fmla="*/ 156471 h 183798"/>
                  <a:gd name="connsiteX29" fmla="*/ 26763 w 190584"/>
                  <a:gd name="connsiteY29" fmla="*/ 142858 h 183798"/>
                  <a:gd name="connsiteX30" fmla="*/ 40376 w 190584"/>
                  <a:gd name="connsiteY30" fmla="*/ 156471 h 183798"/>
                  <a:gd name="connsiteX31" fmla="*/ 26763 w 190584"/>
                  <a:gd name="connsiteY31" fmla="*/ 170084 h 183798"/>
                  <a:gd name="connsiteX32" fmla="*/ 81215 w 190584"/>
                  <a:gd name="connsiteY32" fmla="*/ 27146 h 183798"/>
                  <a:gd name="connsiteX33" fmla="*/ 94829 w 190584"/>
                  <a:gd name="connsiteY33" fmla="*/ 13533 h 183798"/>
                  <a:gd name="connsiteX34" fmla="*/ 108442 w 190584"/>
                  <a:gd name="connsiteY34" fmla="*/ 27146 h 183798"/>
                  <a:gd name="connsiteX35" fmla="*/ 94829 w 190584"/>
                  <a:gd name="connsiteY35" fmla="*/ 40759 h 183798"/>
                  <a:gd name="connsiteX36" fmla="*/ 81215 w 190584"/>
                  <a:gd name="connsiteY36" fmla="*/ 27146 h 183798"/>
                  <a:gd name="connsiteX37" fmla="*/ 94829 w 190584"/>
                  <a:gd name="connsiteY37" fmla="*/ 136051 h 183798"/>
                  <a:gd name="connsiteX38" fmla="*/ 67602 w 190584"/>
                  <a:gd name="connsiteY38" fmla="*/ 108825 h 183798"/>
                  <a:gd name="connsiteX39" fmla="*/ 94829 w 190584"/>
                  <a:gd name="connsiteY39" fmla="*/ 81598 h 183798"/>
                  <a:gd name="connsiteX40" fmla="*/ 122055 w 190584"/>
                  <a:gd name="connsiteY40" fmla="*/ 108825 h 183798"/>
                  <a:gd name="connsiteX41" fmla="*/ 94829 w 190584"/>
                  <a:gd name="connsiteY41" fmla="*/ 136051 h 183798"/>
                  <a:gd name="connsiteX42" fmla="*/ 162894 w 190584"/>
                  <a:gd name="connsiteY42" fmla="*/ 170084 h 183798"/>
                  <a:gd name="connsiteX43" fmla="*/ 149281 w 190584"/>
                  <a:gd name="connsiteY43" fmla="*/ 156471 h 183798"/>
                  <a:gd name="connsiteX44" fmla="*/ 162894 w 190584"/>
                  <a:gd name="connsiteY44" fmla="*/ 142858 h 183798"/>
                  <a:gd name="connsiteX45" fmla="*/ 176508 w 190584"/>
                  <a:gd name="connsiteY45" fmla="*/ 156471 h 183798"/>
                  <a:gd name="connsiteX46" fmla="*/ 162894 w 190584"/>
                  <a:gd name="connsiteY46" fmla="*/ 170084 h 183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190584" h="183798">
                    <a:moveTo>
                      <a:pt x="162894" y="129245"/>
                    </a:moveTo>
                    <a:cubicBezTo>
                      <a:pt x="156598" y="129245"/>
                      <a:pt x="150770" y="131393"/>
                      <a:pt x="146154" y="135009"/>
                    </a:cubicBezTo>
                    <a:lnTo>
                      <a:pt x="132520" y="124522"/>
                    </a:lnTo>
                    <a:cubicBezTo>
                      <a:pt x="134541" y="119694"/>
                      <a:pt x="135668" y="114376"/>
                      <a:pt x="135668" y="108825"/>
                    </a:cubicBezTo>
                    <a:cubicBezTo>
                      <a:pt x="135668" y="88618"/>
                      <a:pt x="120928" y="71814"/>
                      <a:pt x="101635" y="68560"/>
                    </a:cubicBezTo>
                    <a:lnTo>
                      <a:pt x="101635" y="53521"/>
                    </a:lnTo>
                    <a:cubicBezTo>
                      <a:pt x="113355" y="50501"/>
                      <a:pt x="122055" y="39823"/>
                      <a:pt x="122055" y="27146"/>
                    </a:cubicBezTo>
                    <a:cubicBezTo>
                      <a:pt x="122055" y="12129"/>
                      <a:pt x="109846" y="-81"/>
                      <a:pt x="94829" y="-81"/>
                    </a:cubicBezTo>
                    <a:cubicBezTo>
                      <a:pt x="79812" y="-81"/>
                      <a:pt x="67602" y="12129"/>
                      <a:pt x="67602" y="27146"/>
                    </a:cubicBezTo>
                    <a:cubicBezTo>
                      <a:pt x="67602" y="39802"/>
                      <a:pt x="76302" y="50480"/>
                      <a:pt x="88022" y="53521"/>
                    </a:cubicBezTo>
                    <a:lnTo>
                      <a:pt x="88022" y="68560"/>
                    </a:lnTo>
                    <a:cubicBezTo>
                      <a:pt x="68730" y="71814"/>
                      <a:pt x="53989" y="88618"/>
                      <a:pt x="53989" y="108825"/>
                    </a:cubicBezTo>
                    <a:cubicBezTo>
                      <a:pt x="53989" y="114270"/>
                      <a:pt x="55053" y="119460"/>
                      <a:pt x="57010" y="124225"/>
                    </a:cubicBezTo>
                    <a:lnTo>
                      <a:pt x="43354" y="134903"/>
                    </a:lnTo>
                    <a:cubicBezTo>
                      <a:pt x="38738" y="131350"/>
                      <a:pt x="32995" y="129245"/>
                      <a:pt x="26763" y="129245"/>
                    </a:cubicBezTo>
                    <a:cubicBezTo>
                      <a:pt x="11746" y="129245"/>
                      <a:pt x="-464" y="141454"/>
                      <a:pt x="-464" y="156471"/>
                    </a:cubicBezTo>
                    <a:cubicBezTo>
                      <a:pt x="-464" y="171488"/>
                      <a:pt x="11746" y="183697"/>
                      <a:pt x="26763" y="183697"/>
                    </a:cubicBezTo>
                    <a:cubicBezTo>
                      <a:pt x="41780" y="183697"/>
                      <a:pt x="53989" y="171488"/>
                      <a:pt x="53989" y="156471"/>
                    </a:cubicBezTo>
                    <a:cubicBezTo>
                      <a:pt x="53989" y="152621"/>
                      <a:pt x="53181" y="148941"/>
                      <a:pt x="51734" y="145623"/>
                    </a:cubicBezTo>
                    <a:lnTo>
                      <a:pt x="64242" y="135860"/>
                    </a:lnTo>
                    <a:cubicBezTo>
                      <a:pt x="71729" y="144325"/>
                      <a:pt x="82662" y="149686"/>
                      <a:pt x="94829" y="149686"/>
                    </a:cubicBezTo>
                    <a:cubicBezTo>
                      <a:pt x="106889" y="149686"/>
                      <a:pt x="117737" y="144432"/>
                      <a:pt x="125224" y="136094"/>
                    </a:cubicBezTo>
                    <a:lnTo>
                      <a:pt x="137859" y="145814"/>
                    </a:lnTo>
                    <a:cubicBezTo>
                      <a:pt x="136455" y="149090"/>
                      <a:pt x="135668" y="152706"/>
                      <a:pt x="135668" y="156492"/>
                    </a:cubicBezTo>
                    <a:cubicBezTo>
                      <a:pt x="135668" y="171509"/>
                      <a:pt x="147877" y="183718"/>
                      <a:pt x="162894" y="183718"/>
                    </a:cubicBezTo>
                    <a:cubicBezTo>
                      <a:pt x="177911" y="183718"/>
                      <a:pt x="190121" y="171509"/>
                      <a:pt x="190121" y="156492"/>
                    </a:cubicBezTo>
                    <a:cubicBezTo>
                      <a:pt x="190121" y="141475"/>
                      <a:pt x="177911" y="129245"/>
                      <a:pt x="162894" y="129245"/>
                    </a:cubicBezTo>
                    <a:close/>
                    <a:moveTo>
                      <a:pt x="26763" y="170084"/>
                    </a:moveTo>
                    <a:cubicBezTo>
                      <a:pt x="19254" y="170084"/>
                      <a:pt x="13150" y="163979"/>
                      <a:pt x="13150" y="156471"/>
                    </a:cubicBezTo>
                    <a:cubicBezTo>
                      <a:pt x="13150" y="148962"/>
                      <a:pt x="19254" y="142858"/>
                      <a:pt x="26763" y="142858"/>
                    </a:cubicBezTo>
                    <a:cubicBezTo>
                      <a:pt x="34271" y="142858"/>
                      <a:pt x="40376" y="148962"/>
                      <a:pt x="40376" y="156471"/>
                    </a:cubicBezTo>
                    <a:cubicBezTo>
                      <a:pt x="40376" y="163979"/>
                      <a:pt x="34271" y="170084"/>
                      <a:pt x="26763" y="170084"/>
                    </a:cubicBezTo>
                    <a:close/>
                    <a:moveTo>
                      <a:pt x="81215" y="27146"/>
                    </a:moveTo>
                    <a:cubicBezTo>
                      <a:pt x="81215" y="19637"/>
                      <a:pt x="87320" y="13533"/>
                      <a:pt x="94829" y="13533"/>
                    </a:cubicBezTo>
                    <a:cubicBezTo>
                      <a:pt x="102337" y="13533"/>
                      <a:pt x="108442" y="19637"/>
                      <a:pt x="108442" y="27146"/>
                    </a:cubicBezTo>
                    <a:cubicBezTo>
                      <a:pt x="108442" y="34654"/>
                      <a:pt x="102337" y="40759"/>
                      <a:pt x="94829" y="40759"/>
                    </a:cubicBezTo>
                    <a:cubicBezTo>
                      <a:pt x="87320" y="40759"/>
                      <a:pt x="81215" y="34654"/>
                      <a:pt x="81215" y="27146"/>
                    </a:cubicBezTo>
                    <a:close/>
                    <a:moveTo>
                      <a:pt x="94829" y="136051"/>
                    </a:moveTo>
                    <a:cubicBezTo>
                      <a:pt x="79812" y="136051"/>
                      <a:pt x="67602" y="123842"/>
                      <a:pt x="67602" y="108825"/>
                    </a:cubicBezTo>
                    <a:cubicBezTo>
                      <a:pt x="67602" y="93808"/>
                      <a:pt x="79812" y="81598"/>
                      <a:pt x="94829" y="81598"/>
                    </a:cubicBezTo>
                    <a:cubicBezTo>
                      <a:pt x="109846" y="81598"/>
                      <a:pt x="122055" y="93808"/>
                      <a:pt x="122055" y="108825"/>
                    </a:cubicBezTo>
                    <a:cubicBezTo>
                      <a:pt x="122055" y="123842"/>
                      <a:pt x="109846" y="136051"/>
                      <a:pt x="94829" y="136051"/>
                    </a:cubicBezTo>
                    <a:close/>
                    <a:moveTo>
                      <a:pt x="162894" y="170084"/>
                    </a:moveTo>
                    <a:cubicBezTo>
                      <a:pt x="155386" y="170084"/>
                      <a:pt x="149281" y="163979"/>
                      <a:pt x="149281" y="156471"/>
                    </a:cubicBezTo>
                    <a:cubicBezTo>
                      <a:pt x="149281" y="148962"/>
                      <a:pt x="155386" y="142858"/>
                      <a:pt x="162894" y="142858"/>
                    </a:cubicBezTo>
                    <a:cubicBezTo>
                      <a:pt x="170403" y="142858"/>
                      <a:pt x="176508" y="148962"/>
                      <a:pt x="176508" y="156471"/>
                    </a:cubicBezTo>
                    <a:cubicBezTo>
                      <a:pt x="176508" y="163979"/>
                      <a:pt x="170403" y="170084"/>
                      <a:pt x="162894" y="170084"/>
                    </a:cubicBezTo>
                    <a:close/>
                  </a:path>
                </a:pathLst>
              </a:custGeom>
              <a:solidFill>
                <a:srgbClr val="000000"/>
              </a:solidFill>
              <a:ln w="2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12" name="任意多边形: 形状 1511">
                <a:extLst>
                  <a:ext uri="{FF2B5EF4-FFF2-40B4-BE49-F238E27FC236}">
                    <a16:creationId xmlns:a16="http://schemas.microsoft.com/office/drawing/2014/main" id="{E6B82EFF-B08F-415A-3E1E-55B5CF660CA0}"/>
                  </a:ext>
                </a:extLst>
              </p:cNvPr>
              <p:cNvSpPr/>
              <p:nvPr/>
            </p:nvSpPr>
            <p:spPr>
              <a:xfrm>
                <a:off x="231445" y="2973632"/>
                <a:ext cx="190563" cy="40860"/>
              </a:xfrm>
              <a:custGeom>
                <a:avLst/>
                <a:gdLst>
                  <a:gd name="connsiteX0" fmla="*/ 19935 w 190563"/>
                  <a:gd name="connsiteY0" fmla="*/ 40858 h 40860"/>
                  <a:gd name="connsiteX1" fmla="*/ 34633 w 190563"/>
                  <a:gd name="connsiteY1" fmla="*/ 34604 h 40860"/>
                  <a:gd name="connsiteX2" fmla="*/ 40610 w 190563"/>
                  <a:gd name="connsiteY2" fmla="*/ 37327 h 40860"/>
                  <a:gd name="connsiteX3" fmla="*/ 43418 w 190563"/>
                  <a:gd name="connsiteY3" fmla="*/ 37944 h 40860"/>
                  <a:gd name="connsiteX4" fmla="*/ 49629 w 190563"/>
                  <a:gd name="connsiteY4" fmla="*/ 33945 h 40860"/>
                  <a:gd name="connsiteX5" fmla="*/ 46247 w 190563"/>
                  <a:gd name="connsiteY5" fmla="*/ 24926 h 40860"/>
                  <a:gd name="connsiteX6" fmla="*/ 40291 w 190563"/>
                  <a:gd name="connsiteY6" fmla="*/ 22225 h 40860"/>
                  <a:gd name="connsiteX7" fmla="*/ 40376 w 190563"/>
                  <a:gd name="connsiteY7" fmla="*/ 20459 h 40860"/>
                  <a:gd name="connsiteX8" fmla="*/ 19956 w 190563"/>
                  <a:gd name="connsiteY8" fmla="*/ 40 h 40860"/>
                  <a:gd name="connsiteX9" fmla="*/ -464 w 190563"/>
                  <a:gd name="connsiteY9" fmla="*/ 20459 h 40860"/>
                  <a:gd name="connsiteX10" fmla="*/ 19935 w 190563"/>
                  <a:gd name="connsiteY10" fmla="*/ 40858 h 40860"/>
                  <a:gd name="connsiteX11" fmla="*/ 19935 w 190563"/>
                  <a:gd name="connsiteY11" fmla="*/ 13631 h 40860"/>
                  <a:gd name="connsiteX12" fmla="*/ 26741 w 190563"/>
                  <a:gd name="connsiteY12" fmla="*/ 20438 h 40860"/>
                  <a:gd name="connsiteX13" fmla="*/ 19935 w 190563"/>
                  <a:gd name="connsiteY13" fmla="*/ 27245 h 40860"/>
                  <a:gd name="connsiteX14" fmla="*/ 13128 w 190563"/>
                  <a:gd name="connsiteY14" fmla="*/ 20438 h 40860"/>
                  <a:gd name="connsiteX15" fmla="*/ 19935 w 190563"/>
                  <a:gd name="connsiteY15" fmla="*/ 13631 h 40860"/>
                  <a:gd name="connsiteX16" fmla="*/ 146197 w 190563"/>
                  <a:gd name="connsiteY16" fmla="*/ 37922 h 40860"/>
                  <a:gd name="connsiteX17" fmla="*/ 149005 w 190563"/>
                  <a:gd name="connsiteY17" fmla="*/ 37306 h 40860"/>
                  <a:gd name="connsiteX18" fmla="*/ 154982 w 190563"/>
                  <a:gd name="connsiteY18" fmla="*/ 34583 h 40860"/>
                  <a:gd name="connsiteX19" fmla="*/ 169680 w 190563"/>
                  <a:gd name="connsiteY19" fmla="*/ 40837 h 40860"/>
                  <a:gd name="connsiteX20" fmla="*/ 190099 w 190563"/>
                  <a:gd name="connsiteY20" fmla="*/ 20417 h 40860"/>
                  <a:gd name="connsiteX21" fmla="*/ 169680 w 190563"/>
                  <a:gd name="connsiteY21" fmla="*/ -3 h 40860"/>
                  <a:gd name="connsiteX22" fmla="*/ 149260 w 190563"/>
                  <a:gd name="connsiteY22" fmla="*/ 20417 h 40860"/>
                  <a:gd name="connsiteX23" fmla="*/ 149345 w 190563"/>
                  <a:gd name="connsiteY23" fmla="*/ 22182 h 40860"/>
                  <a:gd name="connsiteX24" fmla="*/ 143389 w 190563"/>
                  <a:gd name="connsiteY24" fmla="*/ 24884 h 40860"/>
                  <a:gd name="connsiteX25" fmla="*/ 140007 w 190563"/>
                  <a:gd name="connsiteY25" fmla="*/ 33902 h 40860"/>
                  <a:gd name="connsiteX26" fmla="*/ 146197 w 190563"/>
                  <a:gd name="connsiteY26" fmla="*/ 37922 h 40860"/>
                  <a:gd name="connsiteX27" fmla="*/ 169680 w 190563"/>
                  <a:gd name="connsiteY27" fmla="*/ 13631 h 40860"/>
                  <a:gd name="connsiteX28" fmla="*/ 176486 w 190563"/>
                  <a:gd name="connsiteY28" fmla="*/ 20438 h 40860"/>
                  <a:gd name="connsiteX29" fmla="*/ 169680 w 190563"/>
                  <a:gd name="connsiteY29" fmla="*/ 27245 h 40860"/>
                  <a:gd name="connsiteX30" fmla="*/ 162873 w 190563"/>
                  <a:gd name="connsiteY30" fmla="*/ 20438 h 40860"/>
                  <a:gd name="connsiteX31" fmla="*/ 169680 w 190563"/>
                  <a:gd name="connsiteY31" fmla="*/ 13631 h 40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90563" h="40860">
                    <a:moveTo>
                      <a:pt x="19935" y="40858"/>
                    </a:moveTo>
                    <a:cubicBezTo>
                      <a:pt x="25699" y="40858"/>
                      <a:pt x="30910" y="38454"/>
                      <a:pt x="34633" y="34604"/>
                    </a:cubicBezTo>
                    <a:lnTo>
                      <a:pt x="40610" y="37327"/>
                    </a:lnTo>
                    <a:cubicBezTo>
                      <a:pt x="41525" y="37752"/>
                      <a:pt x="42482" y="37944"/>
                      <a:pt x="43418" y="37944"/>
                    </a:cubicBezTo>
                    <a:cubicBezTo>
                      <a:pt x="46013" y="37944"/>
                      <a:pt x="48480" y="36455"/>
                      <a:pt x="49629" y="33945"/>
                    </a:cubicBezTo>
                    <a:cubicBezTo>
                      <a:pt x="51181" y="30520"/>
                      <a:pt x="49671" y="26479"/>
                      <a:pt x="46247" y="24926"/>
                    </a:cubicBezTo>
                    <a:lnTo>
                      <a:pt x="40291" y="22225"/>
                    </a:lnTo>
                    <a:cubicBezTo>
                      <a:pt x="40333" y="21650"/>
                      <a:pt x="40376" y="21055"/>
                      <a:pt x="40376" y="20459"/>
                    </a:cubicBezTo>
                    <a:cubicBezTo>
                      <a:pt x="40376" y="9207"/>
                      <a:pt x="31208" y="40"/>
                      <a:pt x="19956" y="40"/>
                    </a:cubicBezTo>
                    <a:cubicBezTo>
                      <a:pt x="8704" y="40"/>
                      <a:pt x="-464" y="9207"/>
                      <a:pt x="-464" y="20459"/>
                    </a:cubicBezTo>
                    <a:cubicBezTo>
                      <a:pt x="-464" y="31711"/>
                      <a:pt x="8683" y="40858"/>
                      <a:pt x="19935" y="40858"/>
                    </a:cubicBezTo>
                    <a:close/>
                    <a:moveTo>
                      <a:pt x="19935" y="13631"/>
                    </a:moveTo>
                    <a:cubicBezTo>
                      <a:pt x="23678" y="13631"/>
                      <a:pt x="26741" y="16694"/>
                      <a:pt x="26741" y="20438"/>
                    </a:cubicBezTo>
                    <a:cubicBezTo>
                      <a:pt x="26741" y="24182"/>
                      <a:pt x="23678" y="27245"/>
                      <a:pt x="19935" y="27245"/>
                    </a:cubicBezTo>
                    <a:cubicBezTo>
                      <a:pt x="16191" y="27245"/>
                      <a:pt x="13128" y="24182"/>
                      <a:pt x="13128" y="20438"/>
                    </a:cubicBezTo>
                    <a:cubicBezTo>
                      <a:pt x="13128" y="16694"/>
                      <a:pt x="16191" y="13631"/>
                      <a:pt x="19935" y="13631"/>
                    </a:cubicBezTo>
                    <a:close/>
                    <a:moveTo>
                      <a:pt x="146197" y="37922"/>
                    </a:moveTo>
                    <a:cubicBezTo>
                      <a:pt x="147133" y="37922"/>
                      <a:pt x="148090" y="37731"/>
                      <a:pt x="149005" y="37306"/>
                    </a:cubicBezTo>
                    <a:lnTo>
                      <a:pt x="154982" y="34583"/>
                    </a:lnTo>
                    <a:cubicBezTo>
                      <a:pt x="158704" y="38433"/>
                      <a:pt x="163915" y="40837"/>
                      <a:pt x="169680" y="40837"/>
                    </a:cubicBezTo>
                    <a:cubicBezTo>
                      <a:pt x="180932" y="40837"/>
                      <a:pt x="190099" y="31669"/>
                      <a:pt x="190099" y="20417"/>
                    </a:cubicBezTo>
                    <a:cubicBezTo>
                      <a:pt x="190099" y="9165"/>
                      <a:pt x="180932" y="-3"/>
                      <a:pt x="169680" y="-3"/>
                    </a:cubicBezTo>
                    <a:cubicBezTo>
                      <a:pt x="158428" y="-3"/>
                      <a:pt x="149260" y="9165"/>
                      <a:pt x="149260" y="20417"/>
                    </a:cubicBezTo>
                    <a:cubicBezTo>
                      <a:pt x="149260" y="21012"/>
                      <a:pt x="149281" y="21608"/>
                      <a:pt x="149345" y="22182"/>
                    </a:cubicBezTo>
                    <a:lnTo>
                      <a:pt x="143389" y="24884"/>
                    </a:lnTo>
                    <a:cubicBezTo>
                      <a:pt x="139965" y="26436"/>
                      <a:pt x="138454" y="30478"/>
                      <a:pt x="140007" y="33902"/>
                    </a:cubicBezTo>
                    <a:cubicBezTo>
                      <a:pt x="141135" y="36434"/>
                      <a:pt x="143623" y="37922"/>
                      <a:pt x="146197" y="37922"/>
                    </a:cubicBezTo>
                    <a:close/>
                    <a:moveTo>
                      <a:pt x="169680" y="13631"/>
                    </a:moveTo>
                    <a:cubicBezTo>
                      <a:pt x="173423" y="13631"/>
                      <a:pt x="176486" y="16694"/>
                      <a:pt x="176486" y="20438"/>
                    </a:cubicBezTo>
                    <a:cubicBezTo>
                      <a:pt x="176486" y="24182"/>
                      <a:pt x="173423" y="27245"/>
                      <a:pt x="169680" y="27245"/>
                    </a:cubicBezTo>
                    <a:cubicBezTo>
                      <a:pt x="165936" y="27245"/>
                      <a:pt x="162873" y="24182"/>
                      <a:pt x="162873" y="20438"/>
                    </a:cubicBezTo>
                    <a:cubicBezTo>
                      <a:pt x="162873" y="16694"/>
                      <a:pt x="165936" y="13631"/>
                      <a:pt x="169680" y="136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2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513" name="任意多边形: 形状 1512">
            <a:extLst>
              <a:ext uri="{FF2B5EF4-FFF2-40B4-BE49-F238E27FC236}">
                <a16:creationId xmlns:a16="http://schemas.microsoft.com/office/drawing/2014/main" id="{97375F9B-E179-E574-B853-DBA45330DF8B}"/>
              </a:ext>
            </a:extLst>
          </p:cNvPr>
          <p:cNvSpPr/>
          <p:nvPr/>
        </p:nvSpPr>
        <p:spPr>
          <a:xfrm>
            <a:off x="597911" y="1443079"/>
            <a:ext cx="123628" cy="3304247"/>
          </a:xfrm>
          <a:custGeom>
            <a:avLst/>
            <a:gdLst>
              <a:gd name="connsiteX0" fmla="*/ 123628 w 123628"/>
              <a:gd name="connsiteY0" fmla="*/ 0 h 3304247"/>
              <a:gd name="connsiteX1" fmla="*/ 89912 w 123628"/>
              <a:gd name="connsiteY1" fmla="*/ 0 h 3304247"/>
              <a:gd name="connsiteX2" fmla="*/ 56195 w 123628"/>
              <a:gd name="connsiteY2" fmla="*/ 67434 h 3304247"/>
              <a:gd name="connsiteX3" fmla="*/ 56195 w 123628"/>
              <a:gd name="connsiteY3" fmla="*/ 1584690 h 3304247"/>
              <a:gd name="connsiteX4" fmla="*/ 22478 w 123628"/>
              <a:gd name="connsiteY4" fmla="*/ 1652124 h 3304247"/>
              <a:gd name="connsiteX5" fmla="*/ 5619 w 123628"/>
              <a:gd name="connsiteY5" fmla="*/ 1652124 h 3304247"/>
              <a:gd name="connsiteX6" fmla="*/ 22478 w 123628"/>
              <a:gd name="connsiteY6" fmla="*/ 1652124 h 3304247"/>
              <a:gd name="connsiteX7" fmla="*/ 39336 w 123628"/>
              <a:gd name="connsiteY7" fmla="*/ 1652124 h 3304247"/>
              <a:gd name="connsiteX8" fmla="*/ 56195 w 123628"/>
              <a:gd name="connsiteY8" fmla="*/ 1719558 h 3304247"/>
              <a:gd name="connsiteX9" fmla="*/ 56195 w 123628"/>
              <a:gd name="connsiteY9" fmla="*/ 3236814 h 3304247"/>
              <a:gd name="connsiteX10" fmla="*/ 89912 w 123628"/>
              <a:gd name="connsiteY10" fmla="*/ 3304248 h 3304247"/>
              <a:gd name="connsiteX11" fmla="*/ 123628 w 123628"/>
              <a:gd name="connsiteY11" fmla="*/ 3304248 h 3304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3628" h="3304247">
                <a:moveTo>
                  <a:pt x="123628" y="0"/>
                </a:moveTo>
                <a:lnTo>
                  <a:pt x="89912" y="0"/>
                </a:lnTo>
                <a:cubicBezTo>
                  <a:pt x="67434" y="0"/>
                  <a:pt x="56195" y="22478"/>
                  <a:pt x="56195" y="67434"/>
                </a:cubicBezTo>
                <a:lnTo>
                  <a:pt x="56195" y="1584690"/>
                </a:lnTo>
                <a:cubicBezTo>
                  <a:pt x="56195" y="1629646"/>
                  <a:pt x="44956" y="1652124"/>
                  <a:pt x="22478" y="1652124"/>
                </a:cubicBezTo>
                <a:lnTo>
                  <a:pt x="5619" y="1652124"/>
                </a:lnTo>
                <a:cubicBezTo>
                  <a:pt x="-5619" y="1652124"/>
                  <a:pt x="0" y="1652124"/>
                  <a:pt x="22478" y="1652124"/>
                </a:cubicBezTo>
                <a:lnTo>
                  <a:pt x="39336" y="1652124"/>
                </a:lnTo>
                <a:cubicBezTo>
                  <a:pt x="50575" y="1652124"/>
                  <a:pt x="56195" y="1674602"/>
                  <a:pt x="56195" y="1719558"/>
                </a:cubicBezTo>
                <a:lnTo>
                  <a:pt x="56195" y="3236814"/>
                </a:lnTo>
                <a:cubicBezTo>
                  <a:pt x="56195" y="3281770"/>
                  <a:pt x="67434" y="3304248"/>
                  <a:pt x="89912" y="3304248"/>
                </a:cubicBezTo>
                <a:lnTo>
                  <a:pt x="123628" y="3304248"/>
                </a:lnTo>
              </a:path>
            </a:pathLst>
          </a:custGeom>
          <a:noFill/>
          <a:ln w="674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514" name="图形 1456">
            <a:extLst>
              <a:ext uri="{FF2B5EF4-FFF2-40B4-BE49-F238E27FC236}">
                <a16:creationId xmlns:a16="http://schemas.microsoft.com/office/drawing/2014/main" id="{529F837E-4700-BDEF-D1B6-F5D298A94F2C}"/>
              </a:ext>
            </a:extLst>
          </p:cNvPr>
          <p:cNvGrpSpPr/>
          <p:nvPr/>
        </p:nvGrpSpPr>
        <p:grpSpPr>
          <a:xfrm>
            <a:off x="1223920" y="3045436"/>
            <a:ext cx="465292" cy="47203"/>
            <a:chOff x="1223920" y="3045436"/>
            <a:chExt cx="465292" cy="47203"/>
          </a:xfrm>
        </p:grpSpPr>
        <p:sp>
          <p:nvSpPr>
            <p:cNvPr id="1515" name="任意多边形: 形状 1514">
              <a:extLst>
                <a:ext uri="{FF2B5EF4-FFF2-40B4-BE49-F238E27FC236}">
                  <a16:creationId xmlns:a16="http://schemas.microsoft.com/office/drawing/2014/main" id="{B09E9197-28A8-8121-7723-0BF838DBCBF9}"/>
                </a:ext>
              </a:extLst>
            </p:cNvPr>
            <p:cNvSpPr/>
            <p:nvPr/>
          </p:nvSpPr>
          <p:spPr>
            <a:xfrm>
              <a:off x="1223920" y="3068836"/>
              <a:ext cx="429889" cy="6136"/>
            </a:xfrm>
            <a:custGeom>
              <a:avLst/>
              <a:gdLst>
                <a:gd name="connsiteX0" fmla="*/ 0 w 429889"/>
                <a:gd name="connsiteY0" fmla="*/ 6136 h 6136"/>
                <a:gd name="connsiteX1" fmla="*/ 429889 w 429889"/>
                <a:gd name="connsiteY1" fmla="*/ 0 h 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9889" h="6136">
                  <a:moveTo>
                    <a:pt x="0" y="6136"/>
                  </a:moveTo>
                  <a:lnTo>
                    <a:pt x="429889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6" name="任意多边形: 形状 1515">
              <a:extLst>
                <a:ext uri="{FF2B5EF4-FFF2-40B4-BE49-F238E27FC236}">
                  <a16:creationId xmlns:a16="http://schemas.microsoft.com/office/drawing/2014/main" id="{9ED78110-691C-B1DB-0776-506B713EF881}"/>
                </a:ext>
              </a:extLst>
            </p:cNvPr>
            <p:cNvSpPr/>
            <p:nvPr/>
          </p:nvSpPr>
          <p:spPr>
            <a:xfrm>
              <a:off x="1641671" y="3045436"/>
              <a:ext cx="47540" cy="47203"/>
            </a:xfrm>
            <a:custGeom>
              <a:avLst/>
              <a:gdLst>
                <a:gd name="connsiteX0" fmla="*/ 47541 w 47540"/>
                <a:gd name="connsiteY0" fmla="*/ 22927 h 47203"/>
                <a:gd name="connsiteX1" fmla="*/ 674 w 47540"/>
                <a:gd name="connsiteY1" fmla="*/ 47204 h 47203"/>
                <a:gd name="connsiteX2" fmla="*/ 12138 w 47540"/>
                <a:gd name="connsiteY2" fmla="*/ 23399 h 47203"/>
                <a:gd name="connsiteX3" fmla="*/ 0 w 47540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540" h="47203">
                  <a:moveTo>
                    <a:pt x="47541" y="22927"/>
                  </a:moveTo>
                  <a:lnTo>
                    <a:pt x="674" y="47204"/>
                  </a:lnTo>
                  <a:lnTo>
                    <a:pt x="12138" y="233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17" name="图形 1456">
            <a:extLst>
              <a:ext uri="{FF2B5EF4-FFF2-40B4-BE49-F238E27FC236}">
                <a16:creationId xmlns:a16="http://schemas.microsoft.com/office/drawing/2014/main" id="{0B879AEC-83F1-368E-FB23-E79759F39C03}"/>
              </a:ext>
            </a:extLst>
          </p:cNvPr>
          <p:cNvGrpSpPr/>
          <p:nvPr/>
        </p:nvGrpSpPr>
        <p:grpSpPr>
          <a:xfrm>
            <a:off x="1223920" y="2707459"/>
            <a:ext cx="465292" cy="367513"/>
            <a:chOff x="1223920" y="2707459"/>
            <a:chExt cx="465292" cy="367513"/>
          </a:xfrm>
        </p:grpSpPr>
        <p:sp>
          <p:nvSpPr>
            <p:cNvPr id="1518" name="任意多边形: 形状 1517">
              <a:extLst>
                <a:ext uri="{FF2B5EF4-FFF2-40B4-BE49-F238E27FC236}">
                  <a16:creationId xmlns:a16="http://schemas.microsoft.com/office/drawing/2014/main" id="{D99F8494-5596-0C20-6DF0-1161178C363A}"/>
                </a:ext>
              </a:extLst>
            </p:cNvPr>
            <p:cNvSpPr/>
            <p:nvPr/>
          </p:nvSpPr>
          <p:spPr>
            <a:xfrm>
              <a:off x="1223920" y="2731061"/>
              <a:ext cx="429889" cy="343911"/>
            </a:xfrm>
            <a:custGeom>
              <a:avLst/>
              <a:gdLst>
                <a:gd name="connsiteX0" fmla="*/ 0 w 429889"/>
                <a:gd name="connsiteY0" fmla="*/ 343912 h 343911"/>
                <a:gd name="connsiteX1" fmla="*/ 62376 w 429889"/>
                <a:gd name="connsiteY1" fmla="*/ 333796 h 343911"/>
                <a:gd name="connsiteX2" fmla="*/ 124752 w 429889"/>
                <a:gd name="connsiteY2" fmla="*/ 256248 h 343911"/>
                <a:gd name="connsiteX3" fmla="*/ 124752 w 429889"/>
                <a:gd name="connsiteY3" fmla="*/ 67434 h 343911"/>
                <a:gd name="connsiteX4" fmla="*/ 192186 w 429889"/>
                <a:gd name="connsiteY4" fmla="*/ 0 h 343911"/>
                <a:gd name="connsiteX5" fmla="*/ 429889 w 429889"/>
                <a:gd name="connsiteY5" fmla="*/ 0 h 34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889" h="343911">
                  <a:moveTo>
                    <a:pt x="0" y="343912"/>
                  </a:moveTo>
                  <a:lnTo>
                    <a:pt x="62376" y="333796"/>
                  </a:lnTo>
                  <a:cubicBezTo>
                    <a:pt x="103960" y="327053"/>
                    <a:pt x="124752" y="301203"/>
                    <a:pt x="124752" y="256248"/>
                  </a:cubicBezTo>
                  <a:lnTo>
                    <a:pt x="124752" y="67434"/>
                  </a:lnTo>
                  <a:cubicBezTo>
                    <a:pt x="124752" y="22478"/>
                    <a:pt x="147230" y="0"/>
                    <a:pt x="192186" y="0"/>
                  </a:cubicBezTo>
                  <a:lnTo>
                    <a:pt x="429889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9" name="任意多边形: 形状 1518">
              <a:extLst>
                <a:ext uri="{FF2B5EF4-FFF2-40B4-BE49-F238E27FC236}">
                  <a16:creationId xmlns:a16="http://schemas.microsoft.com/office/drawing/2014/main" id="{92E2EE8D-21D4-6F41-FFCF-902E216B8582}"/>
                </a:ext>
              </a:extLst>
            </p:cNvPr>
            <p:cNvSpPr/>
            <p:nvPr/>
          </p:nvSpPr>
          <p:spPr>
            <a:xfrm>
              <a:off x="1642008" y="2707459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20" name="图形 1456">
            <a:extLst>
              <a:ext uri="{FF2B5EF4-FFF2-40B4-BE49-F238E27FC236}">
                <a16:creationId xmlns:a16="http://schemas.microsoft.com/office/drawing/2014/main" id="{47B5A61C-4B75-B85F-76B0-EE4E75A08BDF}"/>
              </a:ext>
            </a:extLst>
          </p:cNvPr>
          <p:cNvGrpSpPr/>
          <p:nvPr/>
        </p:nvGrpSpPr>
        <p:grpSpPr>
          <a:xfrm>
            <a:off x="1223920" y="3074972"/>
            <a:ext cx="465292" cy="354026"/>
            <a:chOff x="1223920" y="3074972"/>
            <a:chExt cx="465292" cy="354026"/>
          </a:xfrm>
        </p:grpSpPr>
        <p:sp>
          <p:nvSpPr>
            <p:cNvPr id="1521" name="任意多边形: 形状 1520">
              <a:extLst>
                <a:ext uri="{FF2B5EF4-FFF2-40B4-BE49-F238E27FC236}">
                  <a16:creationId xmlns:a16="http://schemas.microsoft.com/office/drawing/2014/main" id="{69C0C972-25A0-3EBC-13EE-C3BE66916D5B}"/>
                </a:ext>
              </a:extLst>
            </p:cNvPr>
            <p:cNvSpPr/>
            <p:nvPr/>
          </p:nvSpPr>
          <p:spPr>
            <a:xfrm>
              <a:off x="1223920" y="3074972"/>
              <a:ext cx="429889" cy="330424"/>
            </a:xfrm>
            <a:custGeom>
              <a:avLst/>
              <a:gdLst>
                <a:gd name="connsiteX0" fmla="*/ 0 w 429889"/>
                <a:gd name="connsiteY0" fmla="*/ 0 h 330424"/>
                <a:gd name="connsiteX1" fmla="*/ 62376 w 429889"/>
                <a:gd name="connsiteY1" fmla="*/ 23602 h 330424"/>
                <a:gd name="connsiteX2" fmla="*/ 124752 w 429889"/>
                <a:gd name="connsiteY2" fmla="*/ 114637 h 330424"/>
                <a:gd name="connsiteX3" fmla="*/ 124752 w 429889"/>
                <a:gd name="connsiteY3" fmla="*/ 262991 h 330424"/>
                <a:gd name="connsiteX4" fmla="*/ 192186 w 429889"/>
                <a:gd name="connsiteY4" fmla="*/ 330425 h 330424"/>
                <a:gd name="connsiteX5" fmla="*/ 429889 w 429889"/>
                <a:gd name="connsiteY5" fmla="*/ 330425 h 330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889" h="330424">
                  <a:moveTo>
                    <a:pt x="0" y="0"/>
                  </a:moveTo>
                  <a:lnTo>
                    <a:pt x="62376" y="23602"/>
                  </a:lnTo>
                  <a:cubicBezTo>
                    <a:pt x="103960" y="39336"/>
                    <a:pt x="124752" y="69681"/>
                    <a:pt x="124752" y="114637"/>
                  </a:cubicBezTo>
                  <a:lnTo>
                    <a:pt x="124752" y="262991"/>
                  </a:lnTo>
                  <a:cubicBezTo>
                    <a:pt x="124752" y="307947"/>
                    <a:pt x="147230" y="330425"/>
                    <a:pt x="192186" y="330425"/>
                  </a:cubicBezTo>
                  <a:lnTo>
                    <a:pt x="429889" y="330425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2" name="任意多边形: 形状 1521">
              <a:extLst>
                <a:ext uri="{FF2B5EF4-FFF2-40B4-BE49-F238E27FC236}">
                  <a16:creationId xmlns:a16="http://schemas.microsoft.com/office/drawing/2014/main" id="{479FDAE9-488C-163D-CD9E-0ABA3E2DB6AB}"/>
                </a:ext>
              </a:extLst>
            </p:cNvPr>
            <p:cNvSpPr/>
            <p:nvPr/>
          </p:nvSpPr>
          <p:spPr>
            <a:xfrm>
              <a:off x="1642008" y="3381795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23" name="图形 1456">
            <a:extLst>
              <a:ext uri="{FF2B5EF4-FFF2-40B4-BE49-F238E27FC236}">
                <a16:creationId xmlns:a16="http://schemas.microsoft.com/office/drawing/2014/main" id="{4CD94688-A5EA-F8B4-F2DD-EC976B5F1A62}"/>
              </a:ext>
            </a:extLst>
          </p:cNvPr>
          <p:cNvGrpSpPr/>
          <p:nvPr/>
        </p:nvGrpSpPr>
        <p:grpSpPr>
          <a:xfrm>
            <a:off x="1223920" y="4669778"/>
            <a:ext cx="319500" cy="47203"/>
            <a:chOff x="1223920" y="4669778"/>
            <a:chExt cx="319500" cy="47203"/>
          </a:xfrm>
        </p:grpSpPr>
        <p:sp>
          <p:nvSpPr>
            <p:cNvPr id="1524" name="任意多边形: 形状 1523">
              <a:extLst>
                <a:ext uri="{FF2B5EF4-FFF2-40B4-BE49-F238E27FC236}">
                  <a16:creationId xmlns:a16="http://schemas.microsoft.com/office/drawing/2014/main" id="{C5052BC9-442A-3400-05E3-A1863B05CA77}"/>
                </a:ext>
              </a:extLst>
            </p:cNvPr>
            <p:cNvSpPr/>
            <p:nvPr/>
          </p:nvSpPr>
          <p:spPr>
            <a:xfrm>
              <a:off x="1223920" y="4693380"/>
              <a:ext cx="284097" cy="6743"/>
            </a:xfrm>
            <a:custGeom>
              <a:avLst/>
              <a:gdLst>
                <a:gd name="connsiteX0" fmla="*/ 0 w 284097"/>
                <a:gd name="connsiteY0" fmla="*/ 0 h 6743"/>
                <a:gd name="connsiteX1" fmla="*/ 284098 w 284097"/>
                <a:gd name="connsiteY1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4097" h="6743">
                  <a:moveTo>
                    <a:pt x="0" y="0"/>
                  </a:moveTo>
                  <a:lnTo>
                    <a:pt x="284098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5" name="任意多边形: 形状 1524">
              <a:extLst>
                <a:ext uri="{FF2B5EF4-FFF2-40B4-BE49-F238E27FC236}">
                  <a16:creationId xmlns:a16="http://schemas.microsoft.com/office/drawing/2014/main" id="{9A40879E-37EA-B6C1-89C2-EB4B4FBF78FE}"/>
                </a:ext>
              </a:extLst>
            </p:cNvPr>
            <p:cNvSpPr/>
            <p:nvPr/>
          </p:nvSpPr>
          <p:spPr>
            <a:xfrm>
              <a:off x="1496217" y="4669778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526" name="任意多边形: 形状 1525">
            <a:extLst>
              <a:ext uri="{FF2B5EF4-FFF2-40B4-BE49-F238E27FC236}">
                <a16:creationId xmlns:a16="http://schemas.microsoft.com/office/drawing/2014/main" id="{98A0E93A-D8C9-B17E-7183-909A4DD605B6}"/>
              </a:ext>
            </a:extLst>
          </p:cNvPr>
          <p:cNvSpPr/>
          <p:nvPr/>
        </p:nvSpPr>
        <p:spPr>
          <a:xfrm rot="16200000">
            <a:off x="807116" y="4461096"/>
            <a:ext cx="354211" cy="471446"/>
          </a:xfrm>
          <a:custGeom>
            <a:avLst/>
            <a:gdLst>
              <a:gd name="connsiteX0" fmla="*/ 353845 w 354211"/>
              <a:gd name="connsiteY0" fmla="*/ 59257 h 471446"/>
              <a:gd name="connsiteX1" fmla="*/ 294861 w 354211"/>
              <a:gd name="connsiteY1" fmla="*/ 274 h 471446"/>
              <a:gd name="connsiteX2" fmla="*/ 235878 w 354211"/>
              <a:gd name="connsiteY2" fmla="*/ 59257 h 471446"/>
              <a:gd name="connsiteX3" fmla="*/ 278346 w 354211"/>
              <a:gd name="connsiteY3" fmla="*/ 115881 h 471446"/>
              <a:gd name="connsiteX4" fmla="*/ 278346 w 354211"/>
              <a:gd name="connsiteY4" fmla="*/ 174864 h 471446"/>
              <a:gd name="connsiteX5" fmla="*/ 176895 w 354211"/>
              <a:gd name="connsiteY5" fmla="*/ 275529 h 471446"/>
              <a:gd name="connsiteX6" fmla="*/ 75246 w 354211"/>
              <a:gd name="connsiteY6" fmla="*/ 174667 h 471446"/>
              <a:gd name="connsiteX7" fmla="*/ 75246 w 354211"/>
              <a:gd name="connsiteY7" fmla="*/ 115684 h 471446"/>
              <a:gd name="connsiteX8" fmla="*/ 115228 w 354211"/>
              <a:gd name="connsiteY8" fmla="*/ 42475 h 471446"/>
              <a:gd name="connsiteX9" fmla="*/ 42019 w 354211"/>
              <a:gd name="connsiteY9" fmla="*/ 2494 h 471446"/>
              <a:gd name="connsiteX10" fmla="*/ 2038 w 354211"/>
              <a:gd name="connsiteY10" fmla="*/ 75702 h 471446"/>
              <a:gd name="connsiteX11" fmla="*/ 42019 w 354211"/>
              <a:gd name="connsiteY11" fmla="*/ 115684 h 471446"/>
              <a:gd name="connsiteX12" fmla="*/ 42019 w 354211"/>
              <a:gd name="connsiteY12" fmla="*/ 188037 h 471446"/>
              <a:gd name="connsiteX13" fmla="*/ 159985 w 354211"/>
              <a:gd name="connsiteY13" fmla="*/ 306004 h 471446"/>
              <a:gd name="connsiteX14" fmla="*/ 159985 w 354211"/>
              <a:gd name="connsiteY14" fmla="*/ 355943 h 471446"/>
              <a:gd name="connsiteX15" fmla="*/ 120004 w 354211"/>
              <a:gd name="connsiteY15" fmla="*/ 429152 h 471446"/>
              <a:gd name="connsiteX16" fmla="*/ 193213 w 354211"/>
              <a:gd name="connsiteY16" fmla="*/ 469133 h 471446"/>
              <a:gd name="connsiteX17" fmla="*/ 233194 w 354211"/>
              <a:gd name="connsiteY17" fmla="*/ 395925 h 471446"/>
              <a:gd name="connsiteX18" fmla="*/ 193213 w 354211"/>
              <a:gd name="connsiteY18" fmla="*/ 355943 h 471446"/>
              <a:gd name="connsiteX19" fmla="*/ 193213 w 354211"/>
              <a:gd name="connsiteY19" fmla="*/ 306397 h 471446"/>
              <a:gd name="connsiteX20" fmla="*/ 311181 w 354211"/>
              <a:gd name="connsiteY20" fmla="*/ 188430 h 471446"/>
              <a:gd name="connsiteX21" fmla="*/ 311181 w 354211"/>
              <a:gd name="connsiteY21" fmla="*/ 115881 h 471446"/>
              <a:gd name="connsiteX22" fmla="*/ 353845 w 354211"/>
              <a:gd name="connsiteY22" fmla="*/ 59257 h 471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54211" h="471446">
                <a:moveTo>
                  <a:pt x="353845" y="59257"/>
                </a:moveTo>
                <a:cubicBezTo>
                  <a:pt x="353845" y="26681"/>
                  <a:pt x="327437" y="274"/>
                  <a:pt x="294861" y="274"/>
                </a:cubicBezTo>
                <a:cubicBezTo>
                  <a:pt x="262286" y="274"/>
                  <a:pt x="235878" y="26682"/>
                  <a:pt x="235878" y="59257"/>
                </a:cubicBezTo>
                <a:cubicBezTo>
                  <a:pt x="235879" y="85472"/>
                  <a:pt x="253180" y="108540"/>
                  <a:pt x="278346" y="115881"/>
                </a:cubicBezTo>
                <a:lnTo>
                  <a:pt x="278346" y="174864"/>
                </a:lnTo>
                <a:lnTo>
                  <a:pt x="176895" y="275529"/>
                </a:lnTo>
                <a:lnTo>
                  <a:pt x="75246" y="174667"/>
                </a:lnTo>
                <a:lnTo>
                  <a:pt x="75246" y="115684"/>
                </a:lnTo>
                <a:cubicBezTo>
                  <a:pt x="106503" y="106508"/>
                  <a:pt x="124403" y="73732"/>
                  <a:pt x="115228" y="42475"/>
                </a:cubicBezTo>
                <a:cubicBezTo>
                  <a:pt x="106052" y="11219"/>
                  <a:pt x="73276" y="-6682"/>
                  <a:pt x="42019" y="2494"/>
                </a:cubicBezTo>
                <a:cubicBezTo>
                  <a:pt x="10762" y="11669"/>
                  <a:pt x="-7138" y="44446"/>
                  <a:pt x="2038" y="75702"/>
                </a:cubicBezTo>
                <a:cubicBezTo>
                  <a:pt x="7692" y="94965"/>
                  <a:pt x="22756" y="110029"/>
                  <a:pt x="42019" y="115684"/>
                </a:cubicBezTo>
                <a:lnTo>
                  <a:pt x="42019" y="188037"/>
                </a:lnTo>
                <a:lnTo>
                  <a:pt x="159985" y="306004"/>
                </a:lnTo>
                <a:lnTo>
                  <a:pt x="159985" y="355943"/>
                </a:lnTo>
                <a:cubicBezTo>
                  <a:pt x="128729" y="365119"/>
                  <a:pt x="110829" y="397895"/>
                  <a:pt x="120004" y="429152"/>
                </a:cubicBezTo>
                <a:cubicBezTo>
                  <a:pt x="129179" y="460409"/>
                  <a:pt x="161956" y="478309"/>
                  <a:pt x="193213" y="469133"/>
                </a:cubicBezTo>
                <a:cubicBezTo>
                  <a:pt x="224469" y="459958"/>
                  <a:pt x="242370" y="427181"/>
                  <a:pt x="233194" y="395925"/>
                </a:cubicBezTo>
                <a:cubicBezTo>
                  <a:pt x="227540" y="376662"/>
                  <a:pt x="212475" y="361598"/>
                  <a:pt x="193213" y="355943"/>
                </a:cubicBezTo>
                <a:lnTo>
                  <a:pt x="193213" y="306397"/>
                </a:lnTo>
                <a:lnTo>
                  <a:pt x="311181" y="188430"/>
                </a:lnTo>
                <a:lnTo>
                  <a:pt x="311181" y="115881"/>
                </a:lnTo>
                <a:cubicBezTo>
                  <a:pt x="336425" y="108613"/>
                  <a:pt x="353820" y="85526"/>
                  <a:pt x="353845" y="59257"/>
                </a:cubicBezTo>
                <a:close/>
              </a:path>
            </a:pathLst>
          </a:custGeom>
          <a:solidFill>
            <a:srgbClr val="2C2C2C"/>
          </a:solidFill>
          <a:ln w="46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527" name="图形 1456">
            <a:extLst>
              <a:ext uri="{FF2B5EF4-FFF2-40B4-BE49-F238E27FC236}">
                <a16:creationId xmlns:a16="http://schemas.microsoft.com/office/drawing/2014/main" id="{9E3017AB-3BFD-2F9A-3F03-52E64BAE1027}"/>
              </a:ext>
            </a:extLst>
          </p:cNvPr>
          <p:cNvGrpSpPr/>
          <p:nvPr/>
        </p:nvGrpSpPr>
        <p:grpSpPr>
          <a:xfrm>
            <a:off x="2899646" y="4669778"/>
            <a:ext cx="444252" cy="47203"/>
            <a:chOff x="2899646" y="4669778"/>
            <a:chExt cx="444252" cy="47203"/>
          </a:xfrm>
        </p:grpSpPr>
        <p:sp>
          <p:nvSpPr>
            <p:cNvPr id="1528" name="任意多边形: 形状 1527">
              <a:extLst>
                <a:ext uri="{FF2B5EF4-FFF2-40B4-BE49-F238E27FC236}">
                  <a16:creationId xmlns:a16="http://schemas.microsoft.com/office/drawing/2014/main" id="{8B7F0497-39F3-211D-8A4A-D2D7F4CAD8E9}"/>
                </a:ext>
              </a:extLst>
            </p:cNvPr>
            <p:cNvSpPr/>
            <p:nvPr/>
          </p:nvSpPr>
          <p:spPr>
            <a:xfrm>
              <a:off x="2899646" y="4693380"/>
              <a:ext cx="408850" cy="6743"/>
            </a:xfrm>
            <a:custGeom>
              <a:avLst/>
              <a:gdLst>
                <a:gd name="connsiteX0" fmla="*/ 0 w 408850"/>
                <a:gd name="connsiteY0" fmla="*/ 0 h 6743"/>
                <a:gd name="connsiteX1" fmla="*/ 408850 w 408850"/>
                <a:gd name="connsiteY1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8850" h="6743">
                  <a:moveTo>
                    <a:pt x="0" y="0"/>
                  </a:moveTo>
                  <a:lnTo>
                    <a:pt x="408850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9" name="任意多边形: 形状 1528">
              <a:extLst>
                <a:ext uri="{FF2B5EF4-FFF2-40B4-BE49-F238E27FC236}">
                  <a16:creationId xmlns:a16="http://schemas.microsoft.com/office/drawing/2014/main" id="{F4A2533C-2CA3-D500-A526-709C1BA92DFF}"/>
                </a:ext>
              </a:extLst>
            </p:cNvPr>
            <p:cNvSpPr/>
            <p:nvPr/>
          </p:nvSpPr>
          <p:spPr>
            <a:xfrm>
              <a:off x="3296695" y="4669778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30" name="图形 1456">
            <a:extLst>
              <a:ext uri="{FF2B5EF4-FFF2-40B4-BE49-F238E27FC236}">
                <a16:creationId xmlns:a16="http://schemas.microsoft.com/office/drawing/2014/main" id="{6A0421C2-232F-BF32-4C5D-829BF33511E6}"/>
              </a:ext>
            </a:extLst>
          </p:cNvPr>
          <p:cNvGrpSpPr/>
          <p:nvPr/>
        </p:nvGrpSpPr>
        <p:grpSpPr>
          <a:xfrm>
            <a:off x="2899646" y="4693380"/>
            <a:ext cx="444252" cy="1035106"/>
            <a:chOff x="2899646" y="4693380"/>
            <a:chExt cx="444252" cy="1035106"/>
          </a:xfrm>
        </p:grpSpPr>
        <p:sp>
          <p:nvSpPr>
            <p:cNvPr id="1531" name="任意多边形: 形状 1530">
              <a:extLst>
                <a:ext uri="{FF2B5EF4-FFF2-40B4-BE49-F238E27FC236}">
                  <a16:creationId xmlns:a16="http://schemas.microsoft.com/office/drawing/2014/main" id="{95311989-5C57-FAFA-BA28-655A331630F1}"/>
                </a:ext>
              </a:extLst>
            </p:cNvPr>
            <p:cNvSpPr/>
            <p:nvPr/>
          </p:nvSpPr>
          <p:spPr>
            <a:xfrm>
              <a:off x="2899646" y="4693380"/>
              <a:ext cx="408850" cy="1011504"/>
            </a:xfrm>
            <a:custGeom>
              <a:avLst/>
              <a:gdLst>
                <a:gd name="connsiteX0" fmla="*/ 0 w 408850"/>
                <a:gd name="connsiteY0" fmla="*/ 0 h 1011504"/>
                <a:gd name="connsiteX1" fmla="*/ 158469 w 408850"/>
                <a:gd name="connsiteY1" fmla="*/ 0 h 1011504"/>
                <a:gd name="connsiteX2" fmla="*/ 225903 w 408850"/>
                <a:gd name="connsiteY2" fmla="*/ 67434 h 1011504"/>
                <a:gd name="connsiteX3" fmla="*/ 225903 w 408850"/>
                <a:gd name="connsiteY3" fmla="*/ 944071 h 1011504"/>
                <a:gd name="connsiteX4" fmla="*/ 293336 w 408850"/>
                <a:gd name="connsiteY4" fmla="*/ 1011504 h 1011504"/>
                <a:gd name="connsiteX5" fmla="*/ 408850 w 408850"/>
                <a:gd name="connsiteY5" fmla="*/ 1011504 h 1011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850" h="1011504">
                  <a:moveTo>
                    <a:pt x="0" y="0"/>
                  </a:moveTo>
                  <a:lnTo>
                    <a:pt x="158469" y="0"/>
                  </a:lnTo>
                  <a:cubicBezTo>
                    <a:pt x="203425" y="0"/>
                    <a:pt x="225903" y="22478"/>
                    <a:pt x="225903" y="67434"/>
                  </a:cubicBezTo>
                  <a:lnTo>
                    <a:pt x="225903" y="944071"/>
                  </a:lnTo>
                  <a:cubicBezTo>
                    <a:pt x="225903" y="989027"/>
                    <a:pt x="248381" y="1011504"/>
                    <a:pt x="293336" y="1011504"/>
                  </a:cubicBezTo>
                  <a:lnTo>
                    <a:pt x="408850" y="1011504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2" name="任意多边形: 形状 1531">
              <a:extLst>
                <a:ext uri="{FF2B5EF4-FFF2-40B4-BE49-F238E27FC236}">
                  <a16:creationId xmlns:a16="http://schemas.microsoft.com/office/drawing/2014/main" id="{F1A29C82-34E6-83D1-8EE3-19953AC3927B}"/>
                </a:ext>
              </a:extLst>
            </p:cNvPr>
            <p:cNvSpPr/>
            <p:nvPr/>
          </p:nvSpPr>
          <p:spPr>
            <a:xfrm>
              <a:off x="3296695" y="5681282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33" name="图形 1456">
            <a:extLst>
              <a:ext uri="{FF2B5EF4-FFF2-40B4-BE49-F238E27FC236}">
                <a16:creationId xmlns:a16="http://schemas.microsoft.com/office/drawing/2014/main" id="{434838D6-0BFD-45D4-DB8A-91A7D4654557}"/>
              </a:ext>
            </a:extLst>
          </p:cNvPr>
          <p:cNvGrpSpPr/>
          <p:nvPr/>
        </p:nvGrpSpPr>
        <p:grpSpPr>
          <a:xfrm>
            <a:off x="1550973" y="4457362"/>
            <a:ext cx="1348672" cy="472035"/>
            <a:chOff x="1550973" y="4457362"/>
            <a:chExt cx="1348672" cy="472035"/>
          </a:xfrm>
          <a:solidFill>
            <a:srgbClr val="FFF2CC"/>
          </a:solidFill>
        </p:grpSpPr>
        <p:sp>
          <p:nvSpPr>
            <p:cNvPr id="1534" name="任意多边形: 形状 1533">
              <a:extLst>
                <a:ext uri="{FF2B5EF4-FFF2-40B4-BE49-F238E27FC236}">
                  <a16:creationId xmlns:a16="http://schemas.microsoft.com/office/drawing/2014/main" id="{FACE3C7F-C71D-E61D-1B79-9EDDBFD52922}"/>
                </a:ext>
              </a:extLst>
            </p:cNvPr>
            <p:cNvSpPr/>
            <p:nvPr/>
          </p:nvSpPr>
          <p:spPr>
            <a:xfrm>
              <a:off x="1550973" y="4457362"/>
              <a:ext cx="1348672" cy="472035"/>
            </a:xfrm>
            <a:custGeom>
              <a:avLst/>
              <a:gdLst>
                <a:gd name="connsiteX0" fmla="*/ 1277867 w 1348672"/>
                <a:gd name="connsiteY0" fmla="*/ 0 h 472035"/>
                <a:gd name="connsiteX1" fmla="*/ 1348673 w 1348672"/>
                <a:gd name="connsiteY1" fmla="*/ 70805 h 472035"/>
                <a:gd name="connsiteX2" fmla="*/ 1348673 w 1348672"/>
                <a:gd name="connsiteY2" fmla="*/ 401230 h 472035"/>
                <a:gd name="connsiteX3" fmla="*/ 1277867 w 1348672"/>
                <a:gd name="connsiteY3" fmla="*/ 472035 h 472035"/>
                <a:gd name="connsiteX4" fmla="*/ 70805 w 1348672"/>
                <a:gd name="connsiteY4" fmla="*/ 472035 h 472035"/>
                <a:gd name="connsiteX5" fmla="*/ 0 w 1348672"/>
                <a:gd name="connsiteY5" fmla="*/ 401230 h 472035"/>
                <a:gd name="connsiteX6" fmla="*/ 0 w 1348672"/>
                <a:gd name="connsiteY6" fmla="*/ 70805 h 472035"/>
                <a:gd name="connsiteX7" fmla="*/ 70805 w 1348672"/>
                <a:gd name="connsiteY7" fmla="*/ 0 h 47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48672" h="472035">
                  <a:moveTo>
                    <a:pt x="1277867" y="0"/>
                  </a:moveTo>
                  <a:cubicBezTo>
                    <a:pt x="1316972" y="0"/>
                    <a:pt x="1348673" y="31700"/>
                    <a:pt x="1348673" y="70805"/>
                  </a:cubicBezTo>
                  <a:lnTo>
                    <a:pt x="1348673" y="401230"/>
                  </a:lnTo>
                  <a:cubicBezTo>
                    <a:pt x="1348673" y="440335"/>
                    <a:pt x="1316972" y="472035"/>
                    <a:pt x="1277867" y="472035"/>
                  </a:cubicBezTo>
                  <a:lnTo>
                    <a:pt x="70805" y="472035"/>
                  </a:lnTo>
                  <a:cubicBezTo>
                    <a:pt x="31701" y="472035"/>
                    <a:pt x="0" y="440335"/>
                    <a:pt x="0" y="401230"/>
                  </a:cubicBezTo>
                  <a:lnTo>
                    <a:pt x="0" y="70805"/>
                  </a:lnTo>
                  <a:cubicBezTo>
                    <a:pt x="0" y="31700"/>
                    <a:pt x="31701" y="0"/>
                    <a:pt x="70805" y="0"/>
                  </a:cubicBezTo>
                  <a:close/>
                </a:path>
              </a:pathLst>
            </a:custGeom>
            <a:solidFill>
              <a:srgbClr val="FFF2CC"/>
            </a:solidFill>
            <a:ln w="6743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535" name="图片 1534">
              <a:extLst>
                <a:ext uri="{FF2B5EF4-FFF2-40B4-BE49-F238E27FC236}">
                  <a16:creationId xmlns:a16="http://schemas.microsoft.com/office/drawing/2014/main" id="{3AA1BDFB-A5B9-DD12-7504-6B7D949CA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54345" y="4612459"/>
              <a:ext cx="1335185" cy="182070"/>
            </a:xfrm>
            <a:custGeom>
              <a:avLst/>
              <a:gdLst>
                <a:gd name="connsiteX0" fmla="*/ -1 w 1335185"/>
                <a:gd name="connsiteY0" fmla="*/ -1 h 182070"/>
                <a:gd name="connsiteX1" fmla="*/ 1335185 w 1335185"/>
                <a:gd name="connsiteY1" fmla="*/ -1 h 182070"/>
                <a:gd name="connsiteX2" fmla="*/ 1335185 w 1335185"/>
                <a:gd name="connsiteY2" fmla="*/ 182070 h 182070"/>
                <a:gd name="connsiteX3" fmla="*/ -1 w 1335185"/>
                <a:gd name="connsiteY3" fmla="*/ 182070 h 18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5185" h="182070">
                  <a:moveTo>
                    <a:pt x="-1" y="-1"/>
                  </a:moveTo>
                  <a:lnTo>
                    <a:pt x="1335185" y="-1"/>
                  </a:lnTo>
                  <a:lnTo>
                    <a:pt x="1335185" y="182070"/>
                  </a:lnTo>
                  <a:lnTo>
                    <a:pt x="-1" y="182070"/>
                  </a:lnTo>
                  <a:close/>
                </a:path>
              </a:pathLst>
            </a:custGeom>
          </p:spPr>
        </p:pic>
      </p:grpSp>
      <p:sp>
        <p:nvSpPr>
          <p:cNvPr id="1536" name="任意多边形: 形状 1535">
            <a:extLst>
              <a:ext uri="{FF2B5EF4-FFF2-40B4-BE49-F238E27FC236}">
                <a16:creationId xmlns:a16="http://schemas.microsoft.com/office/drawing/2014/main" id="{E2669C7B-5942-6373-7A44-CAC60DB386F5}"/>
              </a:ext>
            </a:extLst>
          </p:cNvPr>
          <p:cNvSpPr/>
          <p:nvPr/>
        </p:nvSpPr>
        <p:spPr>
          <a:xfrm>
            <a:off x="757953" y="1169972"/>
            <a:ext cx="457874" cy="472030"/>
          </a:xfrm>
          <a:custGeom>
            <a:avLst/>
            <a:gdLst>
              <a:gd name="connsiteX0" fmla="*/ 291611 w 457874"/>
              <a:gd name="connsiteY0" fmla="*/ -398 h 472030"/>
              <a:gd name="connsiteX1" fmla="*/ 321619 w 457874"/>
              <a:gd name="connsiteY1" fmla="*/ 12016 h 472030"/>
              <a:gd name="connsiteX2" fmla="*/ 408105 w 457874"/>
              <a:gd name="connsiteY2" fmla="*/ 98318 h 472030"/>
              <a:gd name="connsiteX3" fmla="*/ 420576 w 457874"/>
              <a:gd name="connsiteY3" fmla="*/ 128387 h 472030"/>
              <a:gd name="connsiteX4" fmla="*/ 420576 w 457874"/>
              <a:gd name="connsiteY4" fmla="*/ 183993 h 472030"/>
              <a:gd name="connsiteX5" fmla="*/ 457504 w 457874"/>
              <a:gd name="connsiteY5" fmla="*/ 220911 h 472030"/>
              <a:gd name="connsiteX6" fmla="*/ 457504 w 457874"/>
              <a:gd name="connsiteY6" fmla="*/ 368327 h 472030"/>
              <a:gd name="connsiteX7" fmla="*/ 421752 w 457874"/>
              <a:gd name="connsiteY7" fmla="*/ 405236 h 472030"/>
              <a:gd name="connsiteX8" fmla="*/ 420576 w 457874"/>
              <a:gd name="connsiteY8" fmla="*/ 405250 h 472030"/>
              <a:gd name="connsiteX9" fmla="*/ 420576 w 457874"/>
              <a:gd name="connsiteY9" fmla="*/ 427379 h 472030"/>
              <a:gd name="connsiteX10" fmla="*/ 376266 w 457874"/>
              <a:gd name="connsiteY10" fmla="*/ 471632 h 472030"/>
              <a:gd name="connsiteX11" fmla="*/ 80867 w 457874"/>
              <a:gd name="connsiteY11" fmla="*/ 471632 h 472030"/>
              <a:gd name="connsiteX12" fmla="*/ 36557 w 457874"/>
              <a:gd name="connsiteY12" fmla="*/ 427379 h 472030"/>
              <a:gd name="connsiteX13" fmla="*/ 36557 w 457874"/>
              <a:gd name="connsiteY13" fmla="*/ 405250 h 472030"/>
              <a:gd name="connsiteX14" fmla="*/ -371 w 457874"/>
              <a:gd name="connsiteY14" fmla="*/ 368332 h 472030"/>
              <a:gd name="connsiteX15" fmla="*/ -371 w 457874"/>
              <a:gd name="connsiteY15" fmla="*/ 220915 h 472030"/>
              <a:gd name="connsiteX16" fmla="*/ 35381 w 457874"/>
              <a:gd name="connsiteY16" fmla="*/ 184007 h 472030"/>
              <a:gd name="connsiteX17" fmla="*/ 36557 w 457874"/>
              <a:gd name="connsiteY17" fmla="*/ 183988 h 472030"/>
              <a:gd name="connsiteX18" fmla="*/ 36557 w 457874"/>
              <a:gd name="connsiteY18" fmla="*/ 43855 h 472030"/>
              <a:gd name="connsiteX19" fmla="*/ 80867 w 457874"/>
              <a:gd name="connsiteY19" fmla="*/ -398 h 472030"/>
              <a:gd name="connsiteX20" fmla="*/ 291611 w 457874"/>
              <a:gd name="connsiteY20" fmla="*/ -398 h 472030"/>
              <a:gd name="connsiteX21" fmla="*/ 376266 w 457874"/>
              <a:gd name="connsiteY21" fmla="*/ 405255 h 472030"/>
              <a:gd name="connsiteX22" fmla="*/ 80867 w 457874"/>
              <a:gd name="connsiteY22" fmla="*/ 405255 h 472030"/>
              <a:gd name="connsiteX23" fmla="*/ 80867 w 457874"/>
              <a:gd name="connsiteY23" fmla="*/ 413223 h 472030"/>
              <a:gd name="connsiteX24" fmla="*/ 95028 w 457874"/>
              <a:gd name="connsiteY24" fmla="*/ 427384 h 472030"/>
              <a:gd name="connsiteX25" fmla="*/ 362105 w 457874"/>
              <a:gd name="connsiteY25" fmla="*/ 427384 h 472030"/>
              <a:gd name="connsiteX26" fmla="*/ 376266 w 457874"/>
              <a:gd name="connsiteY26" fmla="*/ 413223 h 472030"/>
              <a:gd name="connsiteX27" fmla="*/ 376266 w 457874"/>
              <a:gd name="connsiteY27" fmla="*/ 405255 h 472030"/>
              <a:gd name="connsiteX28" fmla="*/ 222902 w 457874"/>
              <a:gd name="connsiteY28" fmla="*/ 255803 h 472030"/>
              <a:gd name="connsiteX29" fmla="*/ 203350 w 457874"/>
              <a:gd name="connsiteY29" fmla="*/ 260108 h 472030"/>
              <a:gd name="connsiteX30" fmla="*/ 188467 w 457874"/>
              <a:gd name="connsiteY30" fmla="*/ 273122 h 472030"/>
              <a:gd name="connsiteX31" fmla="*/ 182378 w 457874"/>
              <a:gd name="connsiteY31" fmla="*/ 285830 h 472030"/>
              <a:gd name="connsiteX32" fmla="*/ 180225 w 457874"/>
              <a:gd name="connsiteY32" fmla="*/ 301024 h 472030"/>
              <a:gd name="connsiteX33" fmla="*/ 188859 w 457874"/>
              <a:gd name="connsiteY33" fmla="*/ 324541 h 472030"/>
              <a:gd name="connsiteX34" fmla="*/ 212895 w 457874"/>
              <a:gd name="connsiteY34" fmla="*/ 333024 h 472030"/>
              <a:gd name="connsiteX35" fmla="*/ 231743 w 457874"/>
              <a:gd name="connsiteY35" fmla="*/ 328794 h 472030"/>
              <a:gd name="connsiteX36" fmla="*/ 246291 w 457874"/>
              <a:gd name="connsiteY36" fmla="*/ 316531 h 472030"/>
              <a:gd name="connsiteX37" fmla="*/ 252980 w 457874"/>
              <a:gd name="connsiteY37" fmla="*/ 303073 h 472030"/>
              <a:gd name="connsiteX38" fmla="*/ 255421 w 457874"/>
              <a:gd name="connsiteY38" fmla="*/ 287439 h 472030"/>
              <a:gd name="connsiteX39" fmla="*/ 246811 w 457874"/>
              <a:gd name="connsiteY39" fmla="*/ 264177 h 472030"/>
              <a:gd name="connsiteX40" fmla="*/ 222902 w 457874"/>
              <a:gd name="connsiteY40" fmla="*/ 255803 h 472030"/>
              <a:gd name="connsiteX41" fmla="*/ 311999 w 457874"/>
              <a:gd name="connsiteY41" fmla="*/ 255700 h 472030"/>
              <a:gd name="connsiteX42" fmla="*/ 289907 w 457874"/>
              <a:gd name="connsiteY42" fmla="*/ 258966 h 472030"/>
              <a:gd name="connsiteX43" fmla="*/ 274089 w 457874"/>
              <a:gd name="connsiteY43" fmla="*/ 269285 h 472030"/>
              <a:gd name="connsiteX44" fmla="*/ 265923 w 457874"/>
              <a:gd name="connsiteY44" fmla="*/ 282067 h 472030"/>
              <a:gd name="connsiteX45" fmla="*/ 263148 w 457874"/>
              <a:gd name="connsiteY45" fmla="*/ 297758 h 472030"/>
              <a:gd name="connsiteX46" fmla="*/ 272999 w 457874"/>
              <a:gd name="connsiteY46" fmla="*/ 323531 h 472030"/>
              <a:gd name="connsiteX47" fmla="*/ 300745 w 457874"/>
              <a:gd name="connsiteY47" fmla="*/ 332712 h 472030"/>
              <a:gd name="connsiteX48" fmla="*/ 314387 w 457874"/>
              <a:gd name="connsiteY48" fmla="*/ 331801 h 472030"/>
              <a:gd name="connsiteX49" fmla="*/ 326103 w 457874"/>
              <a:gd name="connsiteY49" fmla="*/ 329082 h 472030"/>
              <a:gd name="connsiteX50" fmla="*/ 334817 w 457874"/>
              <a:gd name="connsiteY50" fmla="*/ 288317 h 472030"/>
              <a:gd name="connsiteX51" fmla="*/ 304116 w 457874"/>
              <a:gd name="connsiteY51" fmla="*/ 288317 h 472030"/>
              <a:gd name="connsiteX52" fmla="*/ 301260 w 457874"/>
              <a:gd name="connsiteY52" fmla="*/ 301704 h 472030"/>
              <a:gd name="connsiteX53" fmla="*/ 313391 w 457874"/>
              <a:gd name="connsiteY53" fmla="*/ 301704 h 472030"/>
              <a:gd name="connsiteX54" fmla="*/ 310073 w 457874"/>
              <a:gd name="connsiteY54" fmla="*/ 317107 h 472030"/>
              <a:gd name="connsiteX55" fmla="*/ 305924 w 457874"/>
              <a:gd name="connsiteY55" fmla="*/ 317961 h 472030"/>
              <a:gd name="connsiteX56" fmla="*/ 302194 w 457874"/>
              <a:gd name="connsiteY56" fmla="*/ 318244 h 472030"/>
              <a:gd name="connsiteX57" fmla="*/ 288189 w 457874"/>
              <a:gd name="connsiteY57" fmla="*/ 312854 h 472030"/>
              <a:gd name="connsiteX58" fmla="*/ 283105 w 457874"/>
              <a:gd name="connsiteY58" fmla="*/ 297970 h 472030"/>
              <a:gd name="connsiteX59" fmla="*/ 291404 w 457874"/>
              <a:gd name="connsiteY59" fmla="*/ 277484 h 472030"/>
              <a:gd name="connsiteX60" fmla="*/ 314326 w 457874"/>
              <a:gd name="connsiteY60" fmla="*/ 270016 h 472030"/>
              <a:gd name="connsiteX61" fmla="*/ 323582 w 457874"/>
              <a:gd name="connsiteY61" fmla="*/ 271130 h 472030"/>
              <a:gd name="connsiteX62" fmla="*/ 332169 w 457874"/>
              <a:gd name="connsiteY62" fmla="*/ 274477 h 472030"/>
              <a:gd name="connsiteX63" fmla="*/ 336417 w 457874"/>
              <a:gd name="connsiteY63" fmla="*/ 259334 h 472030"/>
              <a:gd name="connsiteX64" fmla="*/ 324748 w 457874"/>
              <a:gd name="connsiteY64" fmla="*/ 256587 h 472030"/>
              <a:gd name="connsiteX65" fmla="*/ 311994 w 457874"/>
              <a:gd name="connsiteY65" fmla="*/ 255704 h 472030"/>
              <a:gd name="connsiteX66" fmla="*/ 153253 w 457874"/>
              <a:gd name="connsiteY66" fmla="*/ 257512 h 472030"/>
              <a:gd name="connsiteX67" fmla="*/ 133395 w 457874"/>
              <a:gd name="connsiteY67" fmla="*/ 257512 h 472030"/>
              <a:gd name="connsiteX68" fmla="*/ 117681 w 457874"/>
              <a:gd name="connsiteY68" fmla="*/ 331206 h 472030"/>
              <a:gd name="connsiteX69" fmla="*/ 167882 w 457874"/>
              <a:gd name="connsiteY69" fmla="*/ 331206 h 472030"/>
              <a:gd name="connsiteX70" fmla="*/ 171091 w 457874"/>
              <a:gd name="connsiteY70" fmla="*/ 316526 h 472030"/>
              <a:gd name="connsiteX71" fmla="*/ 140603 w 457874"/>
              <a:gd name="connsiteY71" fmla="*/ 316526 h 472030"/>
              <a:gd name="connsiteX72" fmla="*/ 153253 w 457874"/>
              <a:gd name="connsiteY72" fmla="*/ 257512 h 472030"/>
              <a:gd name="connsiteX73" fmla="*/ 221604 w 457874"/>
              <a:gd name="connsiteY73" fmla="*/ 269492 h 472030"/>
              <a:gd name="connsiteX74" fmla="*/ 231564 w 457874"/>
              <a:gd name="connsiteY74" fmla="*/ 273901 h 472030"/>
              <a:gd name="connsiteX75" fmla="*/ 235090 w 457874"/>
              <a:gd name="connsiteY75" fmla="*/ 286401 h 472030"/>
              <a:gd name="connsiteX76" fmla="*/ 233485 w 457874"/>
              <a:gd name="connsiteY76" fmla="*/ 298013 h 472030"/>
              <a:gd name="connsiteX77" fmla="*/ 229284 w 457874"/>
              <a:gd name="connsiteY77" fmla="*/ 308077 h 472030"/>
              <a:gd name="connsiteX78" fmla="*/ 221920 w 457874"/>
              <a:gd name="connsiteY78" fmla="*/ 315988 h 472030"/>
              <a:gd name="connsiteX79" fmla="*/ 213565 w 457874"/>
              <a:gd name="connsiteY79" fmla="*/ 318551 h 472030"/>
              <a:gd name="connsiteX80" fmla="*/ 203766 w 457874"/>
              <a:gd name="connsiteY80" fmla="*/ 314067 h 472030"/>
              <a:gd name="connsiteX81" fmla="*/ 200188 w 457874"/>
              <a:gd name="connsiteY81" fmla="*/ 301803 h 472030"/>
              <a:gd name="connsiteX82" fmla="*/ 201793 w 457874"/>
              <a:gd name="connsiteY82" fmla="*/ 290106 h 472030"/>
              <a:gd name="connsiteX83" fmla="*/ 205994 w 457874"/>
              <a:gd name="connsiteY83" fmla="*/ 279920 h 472030"/>
              <a:gd name="connsiteX84" fmla="*/ 213126 w 457874"/>
              <a:gd name="connsiteY84" fmla="*/ 272141 h 472030"/>
              <a:gd name="connsiteX85" fmla="*/ 221609 w 457874"/>
              <a:gd name="connsiteY85" fmla="*/ 269497 h 472030"/>
              <a:gd name="connsiteX86" fmla="*/ 270620 w 457874"/>
              <a:gd name="connsiteY86" fmla="*/ 40315 h 472030"/>
              <a:gd name="connsiteX87" fmla="*/ 95028 w 457874"/>
              <a:gd name="connsiteY87" fmla="*/ 40315 h 472030"/>
              <a:gd name="connsiteX88" fmla="*/ 80867 w 457874"/>
              <a:gd name="connsiteY88" fmla="*/ 54476 h 472030"/>
              <a:gd name="connsiteX89" fmla="*/ 80867 w 457874"/>
              <a:gd name="connsiteY89" fmla="*/ 183988 h 472030"/>
              <a:gd name="connsiteX90" fmla="*/ 376266 w 457874"/>
              <a:gd name="connsiteY90" fmla="*/ 183988 h 472030"/>
              <a:gd name="connsiteX91" fmla="*/ 376266 w 457874"/>
              <a:gd name="connsiteY91" fmla="*/ 146390 h 472030"/>
              <a:gd name="connsiteX92" fmla="*/ 313113 w 457874"/>
              <a:gd name="connsiteY92" fmla="*/ 146390 h 472030"/>
              <a:gd name="connsiteX93" fmla="*/ 270629 w 457874"/>
              <a:gd name="connsiteY93" fmla="*/ 103907 h 472030"/>
              <a:gd name="connsiteX94" fmla="*/ 270615 w 457874"/>
              <a:gd name="connsiteY94" fmla="*/ 40315 h 472030"/>
              <a:gd name="connsiteX95" fmla="*/ 314930 w 457874"/>
              <a:gd name="connsiteY95" fmla="*/ 67900 h 472030"/>
              <a:gd name="connsiteX96" fmla="*/ 314930 w 457874"/>
              <a:gd name="connsiteY96" fmla="*/ 95057 h 472030"/>
              <a:gd name="connsiteX97" fmla="*/ 322011 w 457874"/>
              <a:gd name="connsiteY97" fmla="*/ 102137 h 472030"/>
              <a:gd name="connsiteX98" fmla="*/ 349247 w 457874"/>
              <a:gd name="connsiteY98" fmla="*/ 102137 h 472030"/>
              <a:gd name="connsiteX99" fmla="*/ 314930 w 457874"/>
              <a:gd name="connsiteY99" fmla="*/ 67900 h 472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57874" h="472030">
                <a:moveTo>
                  <a:pt x="291611" y="-398"/>
                </a:moveTo>
                <a:cubicBezTo>
                  <a:pt x="302863" y="-397"/>
                  <a:pt x="313655" y="4067"/>
                  <a:pt x="321619" y="12016"/>
                </a:cubicBezTo>
                <a:lnTo>
                  <a:pt x="408105" y="98318"/>
                </a:lnTo>
                <a:cubicBezTo>
                  <a:pt x="416090" y="106288"/>
                  <a:pt x="420576" y="117106"/>
                  <a:pt x="420576" y="128387"/>
                </a:cubicBezTo>
                <a:lnTo>
                  <a:pt x="420576" y="183993"/>
                </a:lnTo>
                <a:cubicBezTo>
                  <a:pt x="440967" y="183993"/>
                  <a:pt x="457498" y="200520"/>
                  <a:pt x="457504" y="220911"/>
                </a:cubicBezTo>
                <a:lnTo>
                  <a:pt x="457504" y="368327"/>
                </a:lnTo>
                <a:cubicBezTo>
                  <a:pt x="457504" y="388264"/>
                  <a:pt x="441678" y="404601"/>
                  <a:pt x="421752" y="405236"/>
                </a:cubicBezTo>
                <a:lnTo>
                  <a:pt x="420576" y="405250"/>
                </a:lnTo>
                <a:lnTo>
                  <a:pt x="420576" y="427379"/>
                </a:lnTo>
                <a:cubicBezTo>
                  <a:pt x="420576" y="451821"/>
                  <a:pt x="400741" y="471632"/>
                  <a:pt x="376266" y="471632"/>
                </a:cubicBezTo>
                <a:lnTo>
                  <a:pt x="80867" y="471632"/>
                </a:lnTo>
                <a:cubicBezTo>
                  <a:pt x="56391" y="471632"/>
                  <a:pt x="36557" y="451821"/>
                  <a:pt x="36557" y="427379"/>
                </a:cubicBezTo>
                <a:lnTo>
                  <a:pt x="36557" y="405250"/>
                </a:lnTo>
                <a:cubicBezTo>
                  <a:pt x="16166" y="405250"/>
                  <a:pt x="-366" y="388723"/>
                  <a:pt x="-371" y="368332"/>
                </a:cubicBezTo>
                <a:lnTo>
                  <a:pt x="-371" y="220915"/>
                </a:lnTo>
                <a:cubicBezTo>
                  <a:pt x="-371" y="200979"/>
                  <a:pt x="15455" y="184641"/>
                  <a:pt x="35381" y="184007"/>
                </a:cubicBezTo>
                <a:lnTo>
                  <a:pt x="36557" y="183988"/>
                </a:lnTo>
                <a:lnTo>
                  <a:pt x="36557" y="43855"/>
                </a:lnTo>
                <a:cubicBezTo>
                  <a:pt x="36557" y="19413"/>
                  <a:pt x="56391" y="-398"/>
                  <a:pt x="80867" y="-398"/>
                </a:cubicBezTo>
                <a:lnTo>
                  <a:pt x="291611" y="-398"/>
                </a:lnTo>
                <a:close/>
                <a:moveTo>
                  <a:pt x="376266" y="405255"/>
                </a:moveTo>
                <a:lnTo>
                  <a:pt x="80867" y="405255"/>
                </a:lnTo>
                <a:lnTo>
                  <a:pt x="80867" y="413223"/>
                </a:lnTo>
                <a:cubicBezTo>
                  <a:pt x="80867" y="421043"/>
                  <a:pt x="87207" y="427384"/>
                  <a:pt x="95028" y="427384"/>
                </a:cubicBezTo>
                <a:lnTo>
                  <a:pt x="362105" y="427384"/>
                </a:lnTo>
                <a:cubicBezTo>
                  <a:pt x="369926" y="427384"/>
                  <a:pt x="376266" y="421043"/>
                  <a:pt x="376266" y="413223"/>
                </a:cubicBezTo>
                <a:lnTo>
                  <a:pt x="376266" y="405255"/>
                </a:lnTo>
                <a:close/>
                <a:moveTo>
                  <a:pt x="222902" y="255803"/>
                </a:moveTo>
                <a:cubicBezTo>
                  <a:pt x="215576" y="255803"/>
                  <a:pt x="209057" y="257238"/>
                  <a:pt x="203350" y="260108"/>
                </a:cubicBezTo>
                <a:cubicBezTo>
                  <a:pt x="197648" y="262978"/>
                  <a:pt x="192682" y="267316"/>
                  <a:pt x="188467" y="273122"/>
                </a:cubicBezTo>
                <a:cubicBezTo>
                  <a:pt x="185842" y="276719"/>
                  <a:pt x="183808" y="280958"/>
                  <a:pt x="182378" y="285830"/>
                </a:cubicBezTo>
                <a:cubicBezTo>
                  <a:pt x="180934" y="290765"/>
                  <a:pt x="180209" y="295882"/>
                  <a:pt x="180225" y="301024"/>
                </a:cubicBezTo>
                <a:cubicBezTo>
                  <a:pt x="180225" y="311050"/>
                  <a:pt x="183105" y="318891"/>
                  <a:pt x="188859" y="324541"/>
                </a:cubicBezTo>
                <a:cubicBezTo>
                  <a:pt x="194618" y="330196"/>
                  <a:pt x="202628" y="333024"/>
                  <a:pt x="212895" y="333024"/>
                </a:cubicBezTo>
                <a:cubicBezTo>
                  <a:pt x="219772" y="333024"/>
                  <a:pt x="226060" y="331612"/>
                  <a:pt x="231743" y="328794"/>
                </a:cubicBezTo>
                <a:cubicBezTo>
                  <a:pt x="237431" y="325976"/>
                  <a:pt x="242284" y="321888"/>
                  <a:pt x="246291" y="316531"/>
                </a:cubicBezTo>
                <a:cubicBezTo>
                  <a:pt x="249124" y="312693"/>
                  <a:pt x="251356" y="308209"/>
                  <a:pt x="252980" y="303073"/>
                </a:cubicBezTo>
                <a:cubicBezTo>
                  <a:pt x="254609" y="297937"/>
                  <a:pt x="255421" y="292726"/>
                  <a:pt x="255421" y="287439"/>
                </a:cubicBezTo>
                <a:cubicBezTo>
                  <a:pt x="255421" y="277517"/>
                  <a:pt x="252551" y="269762"/>
                  <a:pt x="246811" y="264177"/>
                </a:cubicBezTo>
                <a:cubicBezTo>
                  <a:pt x="241071" y="258593"/>
                  <a:pt x="233103" y="255803"/>
                  <a:pt x="222902" y="255803"/>
                </a:cubicBezTo>
                <a:close/>
                <a:moveTo>
                  <a:pt x="311999" y="255700"/>
                </a:moveTo>
                <a:cubicBezTo>
                  <a:pt x="303318" y="255700"/>
                  <a:pt x="295954" y="256785"/>
                  <a:pt x="289907" y="258966"/>
                </a:cubicBezTo>
                <a:cubicBezTo>
                  <a:pt x="283898" y="261117"/>
                  <a:pt x="278479" y="264652"/>
                  <a:pt x="274089" y="269285"/>
                </a:cubicBezTo>
                <a:cubicBezTo>
                  <a:pt x="270507" y="272930"/>
                  <a:pt x="267725" y="277284"/>
                  <a:pt x="265923" y="282067"/>
                </a:cubicBezTo>
                <a:cubicBezTo>
                  <a:pt x="264045" y="287083"/>
                  <a:pt x="263104" y="292402"/>
                  <a:pt x="263148" y="297758"/>
                </a:cubicBezTo>
                <a:cubicBezTo>
                  <a:pt x="263148" y="308822"/>
                  <a:pt x="266428" y="317414"/>
                  <a:pt x="272999" y="323531"/>
                </a:cubicBezTo>
                <a:cubicBezTo>
                  <a:pt x="279570" y="329649"/>
                  <a:pt x="288812" y="332712"/>
                  <a:pt x="300745" y="332712"/>
                </a:cubicBezTo>
                <a:cubicBezTo>
                  <a:pt x="305688" y="332712"/>
                  <a:pt x="310233" y="332410"/>
                  <a:pt x="314387" y="331801"/>
                </a:cubicBezTo>
                <a:cubicBezTo>
                  <a:pt x="318364" y="331237"/>
                  <a:pt x="322284" y="330327"/>
                  <a:pt x="326103" y="329082"/>
                </a:cubicBezTo>
                <a:lnTo>
                  <a:pt x="334817" y="288317"/>
                </a:lnTo>
                <a:lnTo>
                  <a:pt x="304116" y="288317"/>
                </a:lnTo>
                <a:lnTo>
                  <a:pt x="301260" y="301704"/>
                </a:lnTo>
                <a:lnTo>
                  <a:pt x="313391" y="301704"/>
                </a:lnTo>
                <a:lnTo>
                  <a:pt x="310073" y="317107"/>
                </a:lnTo>
                <a:cubicBezTo>
                  <a:pt x="308705" y="317462"/>
                  <a:pt x="307320" y="317747"/>
                  <a:pt x="305924" y="317961"/>
                </a:cubicBezTo>
                <a:cubicBezTo>
                  <a:pt x="304649" y="318150"/>
                  <a:pt x="303403" y="318244"/>
                  <a:pt x="302194" y="318244"/>
                </a:cubicBezTo>
                <a:cubicBezTo>
                  <a:pt x="296247" y="318244"/>
                  <a:pt x="291574" y="316451"/>
                  <a:pt x="288189" y="312854"/>
                </a:cubicBezTo>
                <a:cubicBezTo>
                  <a:pt x="284800" y="309257"/>
                  <a:pt x="283105" y="304296"/>
                  <a:pt x="283105" y="297970"/>
                </a:cubicBezTo>
                <a:cubicBezTo>
                  <a:pt x="283105" y="289290"/>
                  <a:pt x="285872" y="282464"/>
                  <a:pt x="291404" y="277484"/>
                </a:cubicBezTo>
                <a:cubicBezTo>
                  <a:pt x="296936" y="272509"/>
                  <a:pt x="304574" y="270016"/>
                  <a:pt x="314326" y="270016"/>
                </a:cubicBezTo>
                <a:cubicBezTo>
                  <a:pt x="317540" y="270016"/>
                  <a:pt x="320627" y="270389"/>
                  <a:pt x="323582" y="271130"/>
                </a:cubicBezTo>
                <a:cubicBezTo>
                  <a:pt x="326572" y="271887"/>
                  <a:pt x="329456" y="273011"/>
                  <a:pt x="332169" y="274477"/>
                </a:cubicBezTo>
                <a:lnTo>
                  <a:pt x="336417" y="259334"/>
                </a:lnTo>
                <a:cubicBezTo>
                  <a:pt x="332617" y="258074"/>
                  <a:pt x="328712" y="257155"/>
                  <a:pt x="324748" y="256587"/>
                </a:cubicBezTo>
                <a:cubicBezTo>
                  <a:pt x="320524" y="255986"/>
                  <a:pt x="316261" y="255691"/>
                  <a:pt x="311994" y="255704"/>
                </a:cubicBezTo>
                <a:close/>
                <a:moveTo>
                  <a:pt x="153253" y="257512"/>
                </a:moveTo>
                <a:lnTo>
                  <a:pt x="133395" y="257512"/>
                </a:lnTo>
                <a:lnTo>
                  <a:pt x="117681" y="331206"/>
                </a:lnTo>
                <a:lnTo>
                  <a:pt x="167882" y="331206"/>
                </a:lnTo>
                <a:lnTo>
                  <a:pt x="171091" y="316526"/>
                </a:lnTo>
                <a:lnTo>
                  <a:pt x="140603" y="316526"/>
                </a:lnTo>
                <a:lnTo>
                  <a:pt x="153253" y="257512"/>
                </a:lnTo>
                <a:close/>
                <a:moveTo>
                  <a:pt x="221604" y="269492"/>
                </a:moveTo>
                <a:cubicBezTo>
                  <a:pt x="225895" y="269492"/>
                  <a:pt x="229213" y="270965"/>
                  <a:pt x="231564" y="273901"/>
                </a:cubicBezTo>
                <a:cubicBezTo>
                  <a:pt x="233915" y="276842"/>
                  <a:pt x="235090" y="281005"/>
                  <a:pt x="235090" y="286401"/>
                </a:cubicBezTo>
                <a:cubicBezTo>
                  <a:pt x="235090" y="290168"/>
                  <a:pt x="234557" y="294043"/>
                  <a:pt x="233485" y="298013"/>
                </a:cubicBezTo>
                <a:cubicBezTo>
                  <a:pt x="232409" y="301992"/>
                  <a:pt x="231012" y="305348"/>
                  <a:pt x="229284" y="308077"/>
                </a:cubicBezTo>
                <a:cubicBezTo>
                  <a:pt x="226933" y="311641"/>
                  <a:pt x="224479" y="314274"/>
                  <a:pt x="221920" y="315988"/>
                </a:cubicBezTo>
                <a:cubicBezTo>
                  <a:pt x="219459" y="317669"/>
                  <a:pt x="216545" y="318562"/>
                  <a:pt x="213565" y="318551"/>
                </a:cubicBezTo>
                <a:cubicBezTo>
                  <a:pt x="209421" y="318551"/>
                  <a:pt x="206154" y="317059"/>
                  <a:pt x="203766" y="314067"/>
                </a:cubicBezTo>
                <a:cubicBezTo>
                  <a:pt x="201382" y="311079"/>
                  <a:pt x="200188" y="306986"/>
                  <a:pt x="200188" y="301803"/>
                </a:cubicBezTo>
                <a:cubicBezTo>
                  <a:pt x="200188" y="297999"/>
                  <a:pt x="200726" y="294100"/>
                  <a:pt x="201793" y="290106"/>
                </a:cubicBezTo>
                <a:cubicBezTo>
                  <a:pt x="202869" y="286113"/>
                  <a:pt x="204271" y="282719"/>
                  <a:pt x="205994" y="279920"/>
                </a:cubicBezTo>
                <a:cubicBezTo>
                  <a:pt x="208108" y="276493"/>
                  <a:pt x="210483" y="273901"/>
                  <a:pt x="213126" y="272141"/>
                </a:cubicBezTo>
                <a:cubicBezTo>
                  <a:pt x="215622" y="270424"/>
                  <a:pt x="218579" y="269502"/>
                  <a:pt x="221609" y="269497"/>
                </a:cubicBezTo>
                <a:close/>
                <a:moveTo>
                  <a:pt x="270620" y="40315"/>
                </a:moveTo>
                <a:lnTo>
                  <a:pt x="95028" y="40315"/>
                </a:lnTo>
                <a:cubicBezTo>
                  <a:pt x="87207" y="40315"/>
                  <a:pt x="80867" y="46655"/>
                  <a:pt x="80867" y="54476"/>
                </a:cubicBezTo>
                <a:lnTo>
                  <a:pt x="80867" y="183988"/>
                </a:lnTo>
                <a:lnTo>
                  <a:pt x="376266" y="183988"/>
                </a:lnTo>
                <a:lnTo>
                  <a:pt x="376266" y="146390"/>
                </a:lnTo>
                <a:lnTo>
                  <a:pt x="313113" y="146390"/>
                </a:lnTo>
                <a:cubicBezTo>
                  <a:pt x="289653" y="146386"/>
                  <a:pt x="270634" y="127367"/>
                  <a:pt x="270629" y="103907"/>
                </a:cubicBezTo>
                <a:lnTo>
                  <a:pt x="270615" y="40315"/>
                </a:lnTo>
                <a:close/>
                <a:moveTo>
                  <a:pt x="314930" y="67900"/>
                </a:moveTo>
                <a:lnTo>
                  <a:pt x="314930" y="95057"/>
                </a:lnTo>
                <a:cubicBezTo>
                  <a:pt x="314930" y="98967"/>
                  <a:pt x="318100" y="102137"/>
                  <a:pt x="322011" y="102137"/>
                </a:cubicBezTo>
                <a:lnTo>
                  <a:pt x="349247" y="102137"/>
                </a:lnTo>
                <a:lnTo>
                  <a:pt x="314930" y="67900"/>
                </a:lnTo>
                <a:close/>
              </a:path>
            </a:pathLst>
          </a:custGeom>
          <a:solidFill>
            <a:srgbClr val="2C2C2C"/>
          </a:solidFill>
          <a:ln w="46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37" name="任意多边形: 形状 1536">
            <a:extLst>
              <a:ext uri="{FF2B5EF4-FFF2-40B4-BE49-F238E27FC236}">
                <a16:creationId xmlns:a16="http://schemas.microsoft.com/office/drawing/2014/main" id="{4C5E9AC5-8428-1F32-E648-BB48EC48C9B6}"/>
              </a:ext>
            </a:extLst>
          </p:cNvPr>
          <p:cNvSpPr/>
          <p:nvPr/>
        </p:nvSpPr>
        <p:spPr>
          <a:xfrm>
            <a:off x="768181" y="2855251"/>
            <a:ext cx="432699" cy="432699"/>
          </a:xfrm>
          <a:custGeom>
            <a:avLst/>
            <a:gdLst>
              <a:gd name="connsiteX0" fmla="*/ 353661 w 432699"/>
              <a:gd name="connsiteY0" fmla="*/ 264385 h 432699"/>
              <a:gd name="connsiteX1" fmla="*/ 392997 w 432699"/>
              <a:gd name="connsiteY1" fmla="*/ 226032 h 432699"/>
              <a:gd name="connsiteX2" fmla="*/ 432333 w 432699"/>
              <a:gd name="connsiteY2" fmla="*/ 265368 h 432699"/>
              <a:gd name="connsiteX3" fmla="*/ 392997 w 432699"/>
              <a:gd name="connsiteY3" fmla="*/ 304705 h 432699"/>
              <a:gd name="connsiteX4" fmla="*/ 358578 w 432699"/>
              <a:gd name="connsiteY4" fmla="*/ 284053 h 432699"/>
              <a:gd name="connsiteX5" fmla="*/ 306457 w 432699"/>
              <a:gd name="connsiteY5" fmla="*/ 284053 h 432699"/>
              <a:gd name="connsiteX6" fmla="*/ 296623 w 432699"/>
              <a:gd name="connsiteY6" fmla="*/ 277169 h 432699"/>
              <a:gd name="connsiteX7" fmla="*/ 252370 w 432699"/>
              <a:gd name="connsiteY7" fmla="*/ 108023 h 432699"/>
              <a:gd name="connsiteX8" fmla="*/ 187465 w 432699"/>
              <a:gd name="connsiteY8" fmla="*/ 356825 h 432699"/>
              <a:gd name="connsiteX9" fmla="*/ 168780 w 432699"/>
              <a:gd name="connsiteY9" fmla="*/ 357809 h 432699"/>
              <a:gd name="connsiteX10" fmla="*/ 121576 w 432699"/>
              <a:gd name="connsiteY10" fmla="*/ 210298 h 432699"/>
              <a:gd name="connsiteX11" fmla="*/ 87157 w 432699"/>
              <a:gd name="connsiteY11" fmla="*/ 280120 h 432699"/>
              <a:gd name="connsiteX12" fmla="*/ 78307 w 432699"/>
              <a:gd name="connsiteY12" fmla="*/ 286020 h 432699"/>
              <a:gd name="connsiteX13" fmla="*/ 38970 w 432699"/>
              <a:gd name="connsiteY13" fmla="*/ 286020 h 432699"/>
              <a:gd name="connsiteX14" fmla="*/ 29136 w 432699"/>
              <a:gd name="connsiteY14" fmla="*/ 276186 h 432699"/>
              <a:gd name="connsiteX15" fmla="*/ 38970 w 432699"/>
              <a:gd name="connsiteY15" fmla="*/ 266352 h 432699"/>
              <a:gd name="connsiteX16" fmla="*/ 71423 w 432699"/>
              <a:gd name="connsiteY16" fmla="*/ 266352 h 432699"/>
              <a:gd name="connsiteX17" fmla="*/ 113709 w 432699"/>
              <a:gd name="connsiteY17" fmla="*/ 180795 h 432699"/>
              <a:gd name="connsiteX18" fmla="*/ 131411 w 432699"/>
              <a:gd name="connsiteY18" fmla="*/ 181779 h 432699"/>
              <a:gd name="connsiteX19" fmla="*/ 176647 w 432699"/>
              <a:gd name="connsiteY19" fmla="*/ 318472 h 432699"/>
              <a:gd name="connsiteX20" fmla="*/ 242536 w 432699"/>
              <a:gd name="connsiteY20" fmla="*/ 65737 h 432699"/>
              <a:gd name="connsiteX21" fmla="*/ 261220 w 432699"/>
              <a:gd name="connsiteY21" fmla="*/ 65737 h 432699"/>
              <a:gd name="connsiteX22" fmla="*/ 313341 w 432699"/>
              <a:gd name="connsiteY22" fmla="*/ 264385 h 432699"/>
              <a:gd name="connsiteX23" fmla="*/ 353661 w 432699"/>
              <a:gd name="connsiteY23" fmla="*/ 264385 h 432699"/>
              <a:gd name="connsiteX24" fmla="*/ 392997 w 432699"/>
              <a:gd name="connsiteY24" fmla="*/ 285037 h 432699"/>
              <a:gd name="connsiteX25" fmla="*/ 412665 w 432699"/>
              <a:gd name="connsiteY25" fmla="*/ 265368 h 432699"/>
              <a:gd name="connsiteX26" fmla="*/ 392997 w 432699"/>
              <a:gd name="connsiteY26" fmla="*/ 245700 h 432699"/>
              <a:gd name="connsiteX27" fmla="*/ 373329 w 432699"/>
              <a:gd name="connsiteY27" fmla="*/ 265368 h 432699"/>
              <a:gd name="connsiteX28" fmla="*/ 392997 w 432699"/>
              <a:gd name="connsiteY28" fmla="*/ 285037 h 432699"/>
              <a:gd name="connsiteX29" fmla="*/ 19302 w 432699"/>
              <a:gd name="connsiteY29" fmla="*/ 412879 h 432699"/>
              <a:gd name="connsiteX30" fmla="*/ 422499 w 432699"/>
              <a:gd name="connsiteY30" fmla="*/ 412879 h 432699"/>
              <a:gd name="connsiteX31" fmla="*/ 432333 w 432699"/>
              <a:gd name="connsiteY31" fmla="*/ 422714 h 432699"/>
              <a:gd name="connsiteX32" fmla="*/ 422499 w 432699"/>
              <a:gd name="connsiteY32" fmla="*/ 432548 h 432699"/>
              <a:gd name="connsiteX33" fmla="*/ 9468 w 432699"/>
              <a:gd name="connsiteY33" fmla="*/ 432548 h 432699"/>
              <a:gd name="connsiteX34" fmla="*/ -366 w 432699"/>
              <a:gd name="connsiteY34" fmla="*/ 422714 h 432699"/>
              <a:gd name="connsiteX35" fmla="*/ -366 w 432699"/>
              <a:gd name="connsiteY35" fmla="*/ 9683 h 432699"/>
              <a:gd name="connsiteX36" fmla="*/ 9468 w 432699"/>
              <a:gd name="connsiteY36" fmla="*/ -151 h 432699"/>
              <a:gd name="connsiteX37" fmla="*/ 19302 w 432699"/>
              <a:gd name="connsiteY37" fmla="*/ 9683 h 432699"/>
              <a:gd name="connsiteX38" fmla="*/ 19302 w 432699"/>
              <a:gd name="connsiteY38" fmla="*/ 412879 h 43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32699" h="432699">
                <a:moveTo>
                  <a:pt x="353661" y="264385"/>
                </a:moveTo>
                <a:cubicBezTo>
                  <a:pt x="353661" y="242750"/>
                  <a:pt x="371362" y="226032"/>
                  <a:pt x="392997" y="226032"/>
                </a:cubicBezTo>
                <a:cubicBezTo>
                  <a:pt x="414632" y="226032"/>
                  <a:pt x="432333" y="243733"/>
                  <a:pt x="432333" y="265368"/>
                </a:cubicBezTo>
                <a:cubicBezTo>
                  <a:pt x="432333" y="287003"/>
                  <a:pt x="414632" y="304705"/>
                  <a:pt x="392997" y="304705"/>
                </a:cubicBezTo>
                <a:cubicBezTo>
                  <a:pt x="378246" y="304705"/>
                  <a:pt x="365461" y="296837"/>
                  <a:pt x="358578" y="284053"/>
                </a:cubicBezTo>
                <a:lnTo>
                  <a:pt x="306457" y="284053"/>
                </a:lnTo>
                <a:cubicBezTo>
                  <a:pt x="301540" y="284053"/>
                  <a:pt x="297606" y="281103"/>
                  <a:pt x="296623" y="277169"/>
                </a:cubicBezTo>
                <a:lnTo>
                  <a:pt x="252370" y="108023"/>
                </a:lnTo>
                <a:lnTo>
                  <a:pt x="187465" y="356825"/>
                </a:lnTo>
                <a:cubicBezTo>
                  <a:pt x="184515" y="366659"/>
                  <a:pt x="171730" y="366659"/>
                  <a:pt x="168780" y="357809"/>
                </a:cubicBezTo>
                <a:lnTo>
                  <a:pt x="121576" y="210298"/>
                </a:lnTo>
                <a:lnTo>
                  <a:pt x="87157" y="280120"/>
                </a:lnTo>
                <a:cubicBezTo>
                  <a:pt x="85190" y="283070"/>
                  <a:pt x="82240" y="286020"/>
                  <a:pt x="78307" y="286020"/>
                </a:cubicBezTo>
                <a:lnTo>
                  <a:pt x="38970" y="286020"/>
                </a:lnTo>
                <a:cubicBezTo>
                  <a:pt x="33070" y="286020"/>
                  <a:pt x="29136" y="282086"/>
                  <a:pt x="29136" y="276186"/>
                </a:cubicBezTo>
                <a:cubicBezTo>
                  <a:pt x="29136" y="270285"/>
                  <a:pt x="33070" y="266352"/>
                  <a:pt x="38970" y="266352"/>
                </a:cubicBezTo>
                <a:lnTo>
                  <a:pt x="71423" y="266352"/>
                </a:lnTo>
                <a:lnTo>
                  <a:pt x="113709" y="180795"/>
                </a:lnTo>
                <a:cubicBezTo>
                  <a:pt x="117643" y="172928"/>
                  <a:pt x="129444" y="173912"/>
                  <a:pt x="131411" y="181779"/>
                </a:cubicBezTo>
                <a:lnTo>
                  <a:pt x="176647" y="318472"/>
                </a:lnTo>
                <a:lnTo>
                  <a:pt x="242536" y="65737"/>
                </a:lnTo>
                <a:cubicBezTo>
                  <a:pt x="245486" y="55903"/>
                  <a:pt x="259253" y="55903"/>
                  <a:pt x="261220" y="65737"/>
                </a:cubicBezTo>
                <a:lnTo>
                  <a:pt x="313341" y="264385"/>
                </a:lnTo>
                <a:lnTo>
                  <a:pt x="353661" y="264385"/>
                </a:lnTo>
                <a:close/>
                <a:moveTo>
                  <a:pt x="392997" y="285037"/>
                </a:moveTo>
                <a:cubicBezTo>
                  <a:pt x="403814" y="285037"/>
                  <a:pt x="412665" y="276186"/>
                  <a:pt x="412665" y="265368"/>
                </a:cubicBezTo>
                <a:cubicBezTo>
                  <a:pt x="412665" y="254551"/>
                  <a:pt x="403814" y="245700"/>
                  <a:pt x="392997" y="245700"/>
                </a:cubicBezTo>
                <a:cubicBezTo>
                  <a:pt x="382179" y="245700"/>
                  <a:pt x="373329" y="254551"/>
                  <a:pt x="373329" y="265368"/>
                </a:cubicBezTo>
                <a:cubicBezTo>
                  <a:pt x="373329" y="276186"/>
                  <a:pt x="382179" y="285037"/>
                  <a:pt x="392997" y="285037"/>
                </a:cubicBezTo>
                <a:close/>
                <a:moveTo>
                  <a:pt x="19302" y="412879"/>
                </a:moveTo>
                <a:lnTo>
                  <a:pt x="422499" y="412879"/>
                </a:lnTo>
                <a:cubicBezTo>
                  <a:pt x="428399" y="412879"/>
                  <a:pt x="432333" y="416813"/>
                  <a:pt x="432333" y="422714"/>
                </a:cubicBezTo>
                <a:cubicBezTo>
                  <a:pt x="432333" y="428614"/>
                  <a:pt x="428399" y="432548"/>
                  <a:pt x="422499" y="432548"/>
                </a:cubicBezTo>
                <a:lnTo>
                  <a:pt x="9468" y="432548"/>
                </a:lnTo>
                <a:cubicBezTo>
                  <a:pt x="3568" y="432548"/>
                  <a:pt x="-366" y="428614"/>
                  <a:pt x="-366" y="422714"/>
                </a:cubicBezTo>
                <a:lnTo>
                  <a:pt x="-366" y="9683"/>
                </a:lnTo>
                <a:cubicBezTo>
                  <a:pt x="-366" y="3782"/>
                  <a:pt x="3568" y="-151"/>
                  <a:pt x="9468" y="-151"/>
                </a:cubicBezTo>
                <a:cubicBezTo>
                  <a:pt x="15369" y="-151"/>
                  <a:pt x="19302" y="3782"/>
                  <a:pt x="19302" y="9683"/>
                </a:cubicBezTo>
                <a:lnTo>
                  <a:pt x="19302" y="412879"/>
                </a:lnTo>
                <a:close/>
              </a:path>
            </a:pathLst>
          </a:custGeom>
          <a:solidFill>
            <a:srgbClr val="2C2C2C"/>
          </a:solidFill>
          <a:ln w="46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538" name="图形 1456">
            <a:extLst>
              <a:ext uri="{FF2B5EF4-FFF2-40B4-BE49-F238E27FC236}">
                <a16:creationId xmlns:a16="http://schemas.microsoft.com/office/drawing/2014/main" id="{7C79877D-C700-1B3B-AC56-B83E7B4F7C4F}"/>
              </a:ext>
            </a:extLst>
          </p:cNvPr>
          <p:cNvGrpSpPr/>
          <p:nvPr/>
        </p:nvGrpSpPr>
        <p:grpSpPr>
          <a:xfrm>
            <a:off x="8071805" y="1409362"/>
            <a:ext cx="465292" cy="1573766"/>
            <a:chOff x="8071805" y="1409362"/>
            <a:chExt cx="465292" cy="1573766"/>
          </a:xfrm>
        </p:grpSpPr>
        <p:sp>
          <p:nvSpPr>
            <p:cNvPr id="1539" name="任意多边形: 形状 1538">
              <a:extLst>
                <a:ext uri="{FF2B5EF4-FFF2-40B4-BE49-F238E27FC236}">
                  <a16:creationId xmlns:a16="http://schemas.microsoft.com/office/drawing/2014/main" id="{D17DD131-E4DF-8704-B202-B9AE3ECC2A0D}"/>
                </a:ext>
              </a:extLst>
            </p:cNvPr>
            <p:cNvSpPr/>
            <p:nvPr/>
          </p:nvSpPr>
          <p:spPr>
            <a:xfrm>
              <a:off x="8071805" y="1409362"/>
              <a:ext cx="441690" cy="1538363"/>
            </a:xfrm>
            <a:custGeom>
              <a:avLst/>
              <a:gdLst>
                <a:gd name="connsiteX0" fmla="*/ 0 w 441690"/>
                <a:gd name="connsiteY0" fmla="*/ 0 h 1538363"/>
                <a:gd name="connsiteX1" fmla="*/ 374257 w 441690"/>
                <a:gd name="connsiteY1" fmla="*/ 0 h 1538363"/>
                <a:gd name="connsiteX2" fmla="*/ 441690 w 441690"/>
                <a:gd name="connsiteY2" fmla="*/ 67434 h 1538363"/>
                <a:gd name="connsiteX3" fmla="*/ 441690 w 441690"/>
                <a:gd name="connsiteY3" fmla="*/ 1538363 h 153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1690" h="1538363">
                  <a:moveTo>
                    <a:pt x="0" y="0"/>
                  </a:moveTo>
                  <a:lnTo>
                    <a:pt x="374257" y="0"/>
                  </a:lnTo>
                  <a:cubicBezTo>
                    <a:pt x="419212" y="0"/>
                    <a:pt x="441690" y="22478"/>
                    <a:pt x="441690" y="67434"/>
                  </a:cubicBezTo>
                  <a:lnTo>
                    <a:pt x="441690" y="1538363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0" name="任意多边形: 形状 1539">
              <a:extLst>
                <a:ext uri="{FF2B5EF4-FFF2-40B4-BE49-F238E27FC236}">
                  <a16:creationId xmlns:a16="http://schemas.microsoft.com/office/drawing/2014/main" id="{018479A0-78E1-85FF-6CF5-25BEC84AFD36}"/>
                </a:ext>
              </a:extLst>
            </p:cNvPr>
            <p:cNvSpPr/>
            <p:nvPr/>
          </p:nvSpPr>
          <p:spPr>
            <a:xfrm>
              <a:off x="8489893" y="2935924"/>
              <a:ext cx="47203" cy="47203"/>
            </a:xfrm>
            <a:custGeom>
              <a:avLst/>
              <a:gdLst>
                <a:gd name="connsiteX0" fmla="*/ 23602 w 47203"/>
                <a:gd name="connsiteY0" fmla="*/ 47204 h 47203"/>
                <a:gd name="connsiteX1" fmla="*/ 0 w 47203"/>
                <a:gd name="connsiteY1" fmla="*/ 0 h 47203"/>
                <a:gd name="connsiteX2" fmla="*/ 23602 w 47203"/>
                <a:gd name="connsiteY2" fmla="*/ 11801 h 47203"/>
                <a:gd name="connsiteX3" fmla="*/ 47204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23602" y="47204"/>
                  </a:moveTo>
                  <a:lnTo>
                    <a:pt x="0" y="0"/>
                  </a:lnTo>
                  <a:lnTo>
                    <a:pt x="23602" y="11801"/>
                  </a:lnTo>
                  <a:lnTo>
                    <a:pt x="47204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41" name="图形 1456">
            <a:extLst>
              <a:ext uri="{FF2B5EF4-FFF2-40B4-BE49-F238E27FC236}">
                <a16:creationId xmlns:a16="http://schemas.microsoft.com/office/drawing/2014/main" id="{969A7DCE-9207-B78F-D13D-453E8167042F}"/>
              </a:ext>
            </a:extLst>
          </p:cNvPr>
          <p:cNvGrpSpPr/>
          <p:nvPr/>
        </p:nvGrpSpPr>
        <p:grpSpPr>
          <a:xfrm>
            <a:off x="7734637" y="836176"/>
            <a:ext cx="337168" cy="1146371"/>
            <a:chOff x="7734637" y="836176"/>
            <a:chExt cx="337168" cy="1146371"/>
          </a:xfrm>
          <a:solidFill>
            <a:srgbClr val="DAE8FC"/>
          </a:solidFill>
        </p:grpSpPr>
        <p:sp>
          <p:nvSpPr>
            <p:cNvPr id="1542" name="任意多边形: 形状 1541">
              <a:extLst>
                <a:ext uri="{FF2B5EF4-FFF2-40B4-BE49-F238E27FC236}">
                  <a16:creationId xmlns:a16="http://schemas.microsoft.com/office/drawing/2014/main" id="{A77CECD3-6A33-E6F2-A615-F5D043CFE3B4}"/>
                </a:ext>
              </a:extLst>
            </p:cNvPr>
            <p:cNvSpPr/>
            <p:nvPr/>
          </p:nvSpPr>
          <p:spPr>
            <a:xfrm rot="10800000" flipV="1">
              <a:off x="7734637" y="836176"/>
              <a:ext cx="337168" cy="1146371"/>
            </a:xfrm>
            <a:custGeom>
              <a:avLst/>
              <a:gdLst>
                <a:gd name="connsiteX0" fmla="*/ 286593 w 337168"/>
                <a:gd name="connsiteY0" fmla="*/ 0 h 1146371"/>
                <a:gd name="connsiteX1" fmla="*/ 337168 w 337168"/>
                <a:gd name="connsiteY1" fmla="*/ 50575 h 1146371"/>
                <a:gd name="connsiteX2" fmla="*/ 337168 w 337168"/>
                <a:gd name="connsiteY2" fmla="*/ 1095797 h 1146371"/>
                <a:gd name="connsiteX3" fmla="*/ 286593 w 337168"/>
                <a:gd name="connsiteY3" fmla="*/ 1146372 h 1146371"/>
                <a:gd name="connsiteX4" fmla="*/ 50575 w 337168"/>
                <a:gd name="connsiteY4" fmla="*/ 1146372 h 1146371"/>
                <a:gd name="connsiteX5" fmla="*/ 0 w 337168"/>
                <a:gd name="connsiteY5" fmla="*/ 1095797 h 1146371"/>
                <a:gd name="connsiteX6" fmla="*/ 0 w 337168"/>
                <a:gd name="connsiteY6" fmla="*/ 50575 h 1146371"/>
                <a:gd name="connsiteX7" fmla="*/ 50575 w 337168"/>
                <a:gd name="connsiteY7" fmla="*/ 0 h 114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168" h="1146371">
                  <a:moveTo>
                    <a:pt x="286593" y="0"/>
                  </a:moveTo>
                  <a:cubicBezTo>
                    <a:pt x="314525" y="0"/>
                    <a:pt x="337168" y="22643"/>
                    <a:pt x="337168" y="50575"/>
                  </a:cubicBezTo>
                  <a:lnTo>
                    <a:pt x="337168" y="1095797"/>
                  </a:lnTo>
                  <a:cubicBezTo>
                    <a:pt x="337168" y="1123728"/>
                    <a:pt x="314525" y="1146372"/>
                    <a:pt x="286593" y="1146372"/>
                  </a:cubicBezTo>
                  <a:lnTo>
                    <a:pt x="50575" y="1146372"/>
                  </a:lnTo>
                  <a:cubicBezTo>
                    <a:pt x="22644" y="1146372"/>
                    <a:pt x="0" y="1123728"/>
                    <a:pt x="0" y="1095797"/>
                  </a:cubicBezTo>
                  <a:lnTo>
                    <a:pt x="0" y="50575"/>
                  </a:lnTo>
                  <a:cubicBezTo>
                    <a:pt x="0" y="22643"/>
                    <a:pt x="22644" y="0"/>
                    <a:pt x="50575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543" name="图片 1542">
              <a:extLst>
                <a:ext uri="{FF2B5EF4-FFF2-40B4-BE49-F238E27FC236}">
                  <a16:creationId xmlns:a16="http://schemas.microsoft.com/office/drawing/2014/main" id="{9047F553-7FCB-2802-9A41-E914BA562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738008" y="1166601"/>
              <a:ext cx="323681" cy="519238"/>
            </a:xfrm>
            <a:custGeom>
              <a:avLst/>
              <a:gdLst>
                <a:gd name="connsiteX0" fmla="*/ -1 w 323681"/>
                <a:gd name="connsiteY0" fmla="*/ -1 h 519238"/>
                <a:gd name="connsiteX1" fmla="*/ 323681 w 323681"/>
                <a:gd name="connsiteY1" fmla="*/ -1 h 519238"/>
                <a:gd name="connsiteX2" fmla="*/ 323681 w 323681"/>
                <a:gd name="connsiteY2" fmla="*/ 519238 h 519238"/>
                <a:gd name="connsiteX3" fmla="*/ -1 w 323681"/>
                <a:gd name="connsiteY3" fmla="*/ 519238 h 51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81" h="519238">
                  <a:moveTo>
                    <a:pt x="-1" y="-1"/>
                  </a:moveTo>
                  <a:lnTo>
                    <a:pt x="323681" y="-1"/>
                  </a:lnTo>
                  <a:lnTo>
                    <a:pt x="323681" y="519238"/>
                  </a:lnTo>
                  <a:lnTo>
                    <a:pt x="-1" y="519238"/>
                  </a:lnTo>
                  <a:close/>
                </a:path>
              </a:pathLst>
            </a:custGeom>
          </p:spPr>
        </p:pic>
      </p:grpSp>
      <p:grpSp>
        <p:nvGrpSpPr>
          <p:cNvPr id="1544" name="图形 1456">
            <a:extLst>
              <a:ext uri="{FF2B5EF4-FFF2-40B4-BE49-F238E27FC236}">
                <a16:creationId xmlns:a16="http://schemas.microsoft.com/office/drawing/2014/main" id="{EF4B93D2-EBF6-9571-9184-D6AFC8D9F1EA}"/>
              </a:ext>
            </a:extLst>
          </p:cNvPr>
          <p:cNvGrpSpPr/>
          <p:nvPr/>
        </p:nvGrpSpPr>
        <p:grpSpPr>
          <a:xfrm>
            <a:off x="8071805" y="3037884"/>
            <a:ext cx="363332" cy="47203"/>
            <a:chOff x="8071805" y="3037884"/>
            <a:chExt cx="363332" cy="47203"/>
          </a:xfrm>
        </p:grpSpPr>
        <p:sp>
          <p:nvSpPr>
            <p:cNvPr id="1545" name="任意多边形: 形状 1544">
              <a:extLst>
                <a:ext uri="{FF2B5EF4-FFF2-40B4-BE49-F238E27FC236}">
                  <a16:creationId xmlns:a16="http://schemas.microsoft.com/office/drawing/2014/main" id="{7E49C589-5A22-AF44-DEEC-1BC422B4A23A}"/>
                </a:ext>
              </a:extLst>
            </p:cNvPr>
            <p:cNvSpPr/>
            <p:nvPr/>
          </p:nvSpPr>
          <p:spPr>
            <a:xfrm>
              <a:off x="8071805" y="3061486"/>
              <a:ext cx="327929" cy="6743"/>
            </a:xfrm>
            <a:custGeom>
              <a:avLst/>
              <a:gdLst>
                <a:gd name="connsiteX0" fmla="*/ 0 w 327929"/>
                <a:gd name="connsiteY0" fmla="*/ 0 h 6743"/>
                <a:gd name="connsiteX1" fmla="*/ 327930 w 327929"/>
                <a:gd name="connsiteY1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7929" h="6743">
                  <a:moveTo>
                    <a:pt x="0" y="0"/>
                  </a:moveTo>
                  <a:lnTo>
                    <a:pt x="327930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6" name="任意多边形: 形状 1545">
              <a:extLst>
                <a:ext uri="{FF2B5EF4-FFF2-40B4-BE49-F238E27FC236}">
                  <a16:creationId xmlns:a16="http://schemas.microsoft.com/office/drawing/2014/main" id="{0C3B6509-B8BB-8796-0B8F-BB8311943C5C}"/>
                </a:ext>
              </a:extLst>
            </p:cNvPr>
            <p:cNvSpPr/>
            <p:nvPr/>
          </p:nvSpPr>
          <p:spPr>
            <a:xfrm>
              <a:off x="8387934" y="3037884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47" name="图形 1456">
            <a:extLst>
              <a:ext uri="{FF2B5EF4-FFF2-40B4-BE49-F238E27FC236}">
                <a16:creationId xmlns:a16="http://schemas.microsoft.com/office/drawing/2014/main" id="{6A0AA28B-ECCC-1546-61D6-EF3854A49AFD}"/>
              </a:ext>
            </a:extLst>
          </p:cNvPr>
          <p:cNvGrpSpPr/>
          <p:nvPr/>
        </p:nvGrpSpPr>
        <p:grpSpPr>
          <a:xfrm>
            <a:off x="7734637" y="2488300"/>
            <a:ext cx="337168" cy="1146371"/>
            <a:chOff x="7734637" y="2488300"/>
            <a:chExt cx="337168" cy="1146371"/>
          </a:xfrm>
          <a:solidFill>
            <a:srgbClr val="DAE8FC"/>
          </a:solidFill>
        </p:grpSpPr>
        <p:sp>
          <p:nvSpPr>
            <p:cNvPr id="1548" name="任意多边形: 形状 1547">
              <a:extLst>
                <a:ext uri="{FF2B5EF4-FFF2-40B4-BE49-F238E27FC236}">
                  <a16:creationId xmlns:a16="http://schemas.microsoft.com/office/drawing/2014/main" id="{654ABDB1-EB76-AD15-B187-2A11ABEDCDAF}"/>
                </a:ext>
              </a:extLst>
            </p:cNvPr>
            <p:cNvSpPr/>
            <p:nvPr/>
          </p:nvSpPr>
          <p:spPr>
            <a:xfrm rot="10800000" flipV="1">
              <a:off x="7734637" y="2488300"/>
              <a:ext cx="337168" cy="1146371"/>
            </a:xfrm>
            <a:custGeom>
              <a:avLst/>
              <a:gdLst>
                <a:gd name="connsiteX0" fmla="*/ 286593 w 337168"/>
                <a:gd name="connsiteY0" fmla="*/ 0 h 1146371"/>
                <a:gd name="connsiteX1" fmla="*/ 337168 w 337168"/>
                <a:gd name="connsiteY1" fmla="*/ 50575 h 1146371"/>
                <a:gd name="connsiteX2" fmla="*/ 337168 w 337168"/>
                <a:gd name="connsiteY2" fmla="*/ 1095797 h 1146371"/>
                <a:gd name="connsiteX3" fmla="*/ 286593 w 337168"/>
                <a:gd name="connsiteY3" fmla="*/ 1146372 h 1146371"/>
                <a:gd name="connsiteX4" fmla="*/ 50575 w 337168"/>
                <a:gd name="connsiteY4" fmla="*/ 1146372 h 1146371"/>
                <a:gd name="connsiteX5" fmla="*/ 0 w 337168"/>
                <a:gd name="connsiteY5" fmla="*/ 1095797 h 1146371"/>
                <a:gd name="connsiteX6" fmla="*/ 0 w 337168"/>
                <a:gd name="connsiteY6" fmla="*/ 50575 h 1146371"/>
                <a:gd name="connsiteX7" fmla="*/ 50575 w 337168"/>
                <a:gd name="connsiteY7" fmla="*/ 0 h 114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168" h="1146371">
                  <a:moveTo>
                    <a:pt x="286593" y="0"/>
                  </a:moveTo>
                  <a:cubicBezTo>
                    <a:pt x="314525" y="0"/>
                    <a:pt x="337168" y="22643"/>
                    <a:pt x="337168" y="50575"/>
                  </a:cubicBezTo>
                  <a:lnTo>
                    <a:pt x="337168" y="1095797"/>
                  </a:lnTo>
                  <a:cubicBezTo>
                    <a:pt x="337168" y="1123729"/>
                    <a:pt x="314525" y="1146372"/>
                    <a:pt x="286593" y="1146372"/>
                  </a:cubicBezTo>
                  <a:lnTo>
                    <a:pt x="50575" y="1146372"/>
                  </a:lnTo>
                  <a:cubicBezTo>
                    <a:pt x="22644" y="1146372"/>
                    <a:pt x="0" y="1123729"/>
                    <a:pt x="0" y="1095797"/>
                  </a:cubicBezTo>
                  <a:lnTo>
                    <a:pt x="0" y="50575"/>
                  </a:lnTo>
                  <a:cubicBezTo>
                    <a:pt x="0" y="22643"/>
                    <a:pt x="22644" y="0"/>
                    <a:pt x="50575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549" name="图片 1548">
              <a:extLst>
                <a:ext uri="{FF2B5EF4-FFF2-40B4-BE49-F238E27FC236}">
                  <a16:creationId xmlns:a16="http://schemas.microsoft.com/office/drawing/2014/main" id="{028E3980-4EB0-B294-545A-A3234415C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738008" y="2818725"/>
              <a:ext cx="323681" cy="519238"/>
            </a:xfrm>
            <a:custGeom>
              <a:avLst/>
              <a:gdLst>
                <a:gd name="connsiteX0" fmla="*/ -1 w 323681"/>
                <a:gd name="connsiteY0" fmla="*/ -1 h 519238"/>
                <a:gd name="connsiteX1" fmla="*/ 323681 w 323681"/>
                <a:gd name="connsiteY1" fmla="*/ -1 h 519238"/>
                <a:gd name="connsiteX2" fmla="*/ 323681 w 323681"/>
                <a:gd name="connsiteY2" fmla="*/ 519238 h 519238"/>
                <a:gd name="connsiteX3" fmla="*/ -1 w 323681"/>
                <a:gd name="connsiteY3" fmla="*/ 519238 h 51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81" h="519238">
                  <a:moveTo>
                    <a:pt x="-1" y="-1"/>
                  </a:moveTo>
                  <a:lnTo>
                    <a:pt x="323681" y="-1"/>
                  </a:lnTo>
                  <a:lnTo>
                    <a:pt x="323681" y="519238"/>
                  </a:lnTo>
                  <a:lnTo>
                    <a:pt x="-1" y="519238"/>
                  </a:lnTo>
                  <a:close/>
                </a:path>
              </a:pathLst>
            </a:custGeom>
          </p:spPr>
        </p:pic>
      </p:grpSp>
      <p:grpSp>
        <p:nvGrpSpPr>
          <p:cNvPr id="1550" name="图形 1456">
            <a:extLst>
              <a:ext uri="{FF2B5EF4-FFF2-40B4-BE49-F238E27FC236}">
                <a16:creationId xmlns:a16="http://schemas.microsoft.com/office/drawing/2014/main" id="{ABF058AD-EC52-C570-5C6A-6C1C4ABFBB4C}"/>
              </a:ext>
            </a:extLst>
          </p:cNvPr>
          <p:cNvGrpSpPr/>
          <p:nvPr/>
        </p:nvGrpSpPr>
        <p:grpSpPr>
          <a:xfrm>
            <a:off x="8071805" y="3139844"/>
            <a:ext cx="465292" cy="2086261"/>
            <a:chOff x="8071805" y="3139844"/>
            <a:chExt cx="465292" cy="2086261"/>
          </a:xfrm>
        </p:grpSpPr>
        <p:sp>
          <p:nvSpPr>
            <p:cNvPr id="1551" name="任意多边形: 形状 1550">
              <a:extLst>
                <a:ext uri="{FF2B5EF4-FFF2-40B4-BE49-F238E27FC236}">
                  <a16:creationId xmlns:a16="http://schemas.microsoft.com/office/drawing/2014/main" id="{807A5F61-AE54-0F41-3092-3E427D187D46}"/>
                </a:ext>
              </a:extLst>
            </p:cNvPr>
            <p:cNvSpPr/>
            <p:nvPr/>
          </p:nvSpPr>
          <p:spPr>
            <a:xfrm>
              <a:off x="8071805" y="3175246"/>
              <a:ext cx="441690" cy="2050858"/>
            </a:xfrm>
            <a:custGeom>
              <a:avLst/>
              <a:gdLst>
                <a:gd name="connsiteX0" fmla="*/ 0 w 441690"/>
                <a:gd name="connsiteY0" fmla="*/ 2050859 h 2050858"/>
                <a:gd name="connsiteX1" fmla="*/ 374257 w 441690"/>
                <a:gd name="connsiteY1" fmla="*/ 2050859 h 2050858"/>
                <a:gd name="connsiteX2" fmla="*/ 441690 w 441690"/>
                <a:gd name="connsiteY2" fmla="*/ 1983425 h 2050858"/>
                <a:gd name="connsiteX3" fmla="*/ 441690 w 441690"/>
                <a:gd name="connsiteY3" fmla="*/ 0 h 205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1690" h="2050858">
                  <a:moveTo>
                    <a:pt x="0" y="2050859"/>
                  </a:moveTo>
                  <a:lnTo>
                    <a:pt x="374257" y="2050859"/>
                  </a:lnTo>
                  <a:cubicBezTo>
                    <a:pt x="419212" y="2050859"/>
                    <a:pt x="441690" y="2028381"/>
                    <a:pt x="441690" y="1983425"/>
                  </a:cubicBezTo>
                  <a:lnTo>
                    <a:pt x="441690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2" name="任意多边形: 形状 1551">
              <a:extLst>
                <a:ext uri="{FF2B5EF4-FFF2-40B4-BE49-F238E27FC236}">
                  <a16:creationId xmlns:a16="http://schemas.microsoft.com/office/drawing/2014/main" id="{8C5ABCE4-EB9A-6BDC-762C-F4B56ECFAFC2}"/>
                </a:ext>
              </a:extLst>
            </p:cNvPr>
            <p:cNvSpPr/>
            <p:nvPr/>
          </p:nvSpPr>
          <p:spPr>
            <a:xfrm>
              <a:off x="8489893" y="3139844"/>
              <a:ext cx="47203" cy="47203"/>
            </a:xfrm>
            <a:custGeom>
              <a:avLst/>
              <a:gdLst>
                <a:gd name="connsiteX0" fmla="*/ 23602 w 47203"/>
                <a:gd name="connsiteY0" fmla="*/ 0 h 47203"/>
                <a:gd name="connsiteX1" fmla="*/ 47204 w 47203"/>
                <a:gd name="connsiteY1" fmla="*/ 47204 h 47203"/>
                <a:gd name="connsiteX2" fmla="*/ 23602 w 47203"/>
                <a:gd name="connsiteY2" fmla="*/ 35403 h 47203"/>
                <a:gd name="connsiteX3" fmla="*/ 0 w 47203"/>
                <a:gd name="connsiteY3" fmla="*/ 47204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23602" y="0"/>
                  </a:moveTo>
                  <a:lnTo>
                    <a:pt x="47204" y="47204"/>
                  </a:lnTo>
                  <a:lnTo>
                    <a:pt x="23602" y="35403"/>
                  </a:lnTo>
                  <a:lnTo>
                    <a:pt x="0" y="47204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53" name="图形 1456">
            <a:extLst>
              <a:ext uri="{FF2B5EF4-FFF2-40B4-BE49-F238E27FC236}">
                <a16:creationId xmlns:a16="http://schemas.microsoft.com/office/drawing/2014/main" id="{DCDD7156-EA2C-2C7C-9D92-83393C8294B1}"/>
              </a:ext>
            </a:extLst>
          </p:cNvPr>
          <p:cNvGrpSpPr/>
          <p:nvPr/>
        </p:nvGrpSpPr>
        <p:grpSpPr>
          <a:xfrm>
            <a:off x="7734637" y="4652919"/>
            <a:ext cx="337168" cy="1146371"/>
            <a:chOff x="7734637" y="4652919"/>
            <a:chExt cx="337168" cy="1146371"/>
          </a:xfrm>
          <a:solidFill>
            <a:srgbClr val="DAE8FC"/>
          </a:solidFill>
        </p:grpSpPr>
        <p:sp>
          <p:nvSpPr>
            <p:cNvPr id="1554" name="任意多边形: 形状 1553">
              <a:extLst>
                <a:ext uri="{FF2B5EF4-FFF2-40B4-BE49-F238E27FC236}">
                  <a16:creationId xmlns:a16="http://schemas.microsoft.com/office/drawing/2014/main" id="{DF9CC8BB-83BF-63B7-342A-CAAE6BEB5794}"/>
                </a:ext>
              </a:extLst>
            </p:cNvPr>
            <p:cNvSpPr/>
            <p:nvPr/>
          </p:nvSpPr>
          <p:spPr>
            <a:xfrm rot="10800000" flipV="1">
              <a:off x="7734637" y="4652919"/>
              <a:ext cx="337168" cy="1146371"/>
            </a:xfrm>
            <a:custGeom>
              <a:avLst/>
              <a:gdLst>
                <a:gd name="connsiteX0" fmla="*/ 286593 w 337168"/>
                <a:gd name="connsiteY0" fmla="*/ 0 h 1146371"/>
                <a:gd name="connsiteX1" fmla="*/ 337168 w 337168"/>
                <a:gd name="connsiteY1" fmla="*/ 50575 h 1146371"/>
                <a:gd name="connsiteX2" fmla="*/ 337168 w 337168"/>
                <a:gd name="connsiteY2" fmla="*/ 1095797 h 1146371"/>
                <a:gd name="connsiteX3" fmla="*/ 286593 w 337168"/>
                <a:gd name="connsiteY3" fmla="*/ 1146372 h 1146371"/>
                <a:gd name="connsiteX4" fmla="*/ 50575 w 337168"/>
                <a:gd name="connsiteY4" fmla="*/ 1146372 h 1146371"/>
                <a:gd name="connsiteX5" fmla="*/ 0 w 337168"/>
                <a:gd name="connsiteY5" fmla="*/ 1095797 h 1146371"/>
                <a:gd name="connsiteX6" fmla="*/ 0 w 337168"/>
                <a:gd name="connsiteY6" fmla="*/ 50575 h 1146371"/>
                <a:gd name="connsiteX7" fmla="*/ 50575 w 337168"/>
                <a:gd name="connsiteY7" fmla="*/ 0 h 114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168" h="1146371">
                  <a:moveTo>
                    <a:pt x="286593" y="0"/>
                  </a:moveTo>
                  <a:cubicBezTo>
                    <a:pt x="314525" y="0"/>
                    <a:pt x="337168" y="22643"/>
                    <a:pt x="337168" y="50575"/>
                  </a:cubicBezTo>
                  <a:lnTo>
                    <a:pt x="337168" y="1095797"/>
                  </a:lnTo>
                  <a:cubicBezTo>
                    <a:pt x="337168" y="1123729"/>
                    <a:pt x="314525" y="1146372"/>
                    <a:pt x="286593" y="1146372"/>
                  </a:cubicBezTo>
                  <a:lnTo>
                    <a:pt x="50575" y="1146372"/>
                  </a:lnTo>
                  <a:cubicBezTo>
                    <a:pt x="22644" y="1146372"/>
                    <a:pt x="0" y="1123729"/>
                    <a:pt x="0" y="1095797"/>
                  </a:cubicBezTo>
                  <a:lnTo>
                    <a:pt x="0" y="50575"/>
                  </a:lnTo>
                  <a:cubicBezTo>
                    <a:pt x="0" y="22643"/>
                    <a:pt x="22644" y="0"/>
                    <a:pt x="50575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555" name="图片 1554">
              <a:extLst>
                <a:ext uri="{FF2B5EF4-FFF2-40B4-BE49-F238E27FC236}">
                  <a16:creationId xmlns:a16="http://schemas.microsoft.com/office/drawing/2014/main" id="{289A23E6-A52E-8413-58A9-A7E922705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738008" y="4983344"/>
              <a:ext cx="323681" cy="519238"/>
            </a:xfrm>
            <a:custGeom>
              <a:avLst/>
              <a:gdLst>
                <a:gd name="connsiteX0" fmla="*/ -1 w 323681"/>
                <a:gd name="connsiteY0" fmla="*/ -1 h 519238"/>
                <a:gd name="connsiteX1" fmla="*/ 323681 w 323681"/>
                <a:gd name="connsiteY1" fmla="*/ -1 h 519238"/>
                <a:gd name="connsiteX2" fmla="*/ 323681 w 323681"/>
                <a:gd name="connsiteY2" fmla="*/ 519238 h 519238"/>
                <a:gd name="connsiteX3" fmla="*/ -1 w 323681"/>
                <a:gd name="connsiteY3" fmla="*/ 519238 h 51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81" h="519238">
                  <a:moveTo>
                    <a:pt x="-1" y="-1"/>
                  </a:moveTo>
                  <a:lnTo>
                    <a:pt x="323681" y="-1"/>
                  </a:lnTo>
                  <a:lnTo>
                    <a:pt x="323681" y="519238"/>
                  </a:lnTo>
                  <a:lnTo>
                    <a:pt x="-1" y="519238"/>
                  </a:lnTo>
                  <a:close/>
                </a:path>
              </a:pathLst>
            </a:custGeom>
          </p:spPr>
        </p:pic>
      </p:grpSp>
      <p:grpSp>
        <p:nvGrpSpPr>
          <p:cNvPr id="1556" name="图形 1456">
            <a:extLst>
              <a:ext uri="{FF2B5EF4-FFF2-40B4-BE49-F238E27FC236}">
                <a16:creationId xmlns:a16="http://schemas.microsoft.com/office/drawing/2014/main" id="{E99473BB-0E45-BBB4-772C-E2F5DB313BE2}"/>
              </a:ext>
            </a:extLst>
          </p:cNvPr>
          <p:cNvGrpSpPr/>
          <p:nvPr/>
        </p:nvGrpSpPr>
        <p:grpSpPr>
          <a:xfrm>
            <a:off x="7355323" y="1385760"/>
            <a:ext cx="371761" cy="47203"/>
            <a:chOff x="7355323" y="1385760"/>
            <a:chExt cx="371761" cy="47203"/>
          </a:xfrm>
        </p:grpSpPr>
        <p:sp>
          <p:nvSpPr>
            <p:cNvPr id="1557" name="任意多边形: 形状 1556">
              <a:extLst>
                <a:ext uri="{FF2B5EF4-FFF2-40B4-BE49-F238E27FC236}">
                  <a16:creationId xmlns:a16="http://schemas.microsoft.com/office/drawing/2014/main" id="{2A9142F9-CF61-811B-57E9-75B4786A5B6C}"/>
                </a:ext>
              </a:extLst>
            </p:cNvPr>
            <p:cNvSpPr/>
            <p:nvPr/>
          </p:nvSpPr>
          <p:spPr>
            <a:xfrm>
              <a:off x="7355323" y="1409362"/>
              <a:ext cx="336358" cy="67"/>
            </a:xfrm>
            <a:custGeom>
              <a:avLst/>
              <a:gdLst>
                <a:gd name="connsiteX0" fmla="*/ 0 w 336358"/>
                <a:gd name="connsiteY0" fmla="*/ 67 h 67"/>
                <a:gd name="connsiteX1" fmla="*/ 336359 w 336358"/>
                <a:gd name="connsiteY1" fmla="*/ 0 h 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6358" h="67">
                  <a:moveTo>
                    <a:pt x="0" y="67"/>
                  </a:moveTo>
                  <a:lnTo>
                    <a:pt x="336359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8" name="任意多边形: 形状 1557">
              <a:extLst>
                <a:ext uri="{FF2B5EF4-FFF2-40B4-BE49-F238E27FC236}">
                  <a16:creationId xmlns:a16="http://schemas.microsoft.com/office/drawing/2014/main" id="{00DDE5F1-F3BD-8E4F-4779-AF67E8A7FC25}"/>
                </a:ext>
              </a:extLst>
            </p:cNvPr>
            <p:cNvSpPr/>
            <p:nvPr/>
          </p:nvSpPr>
          <p:spPr>
            <a:xfrm>
              <a:off x="7679881" y="1385760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59" name="图形 1456">
            <a:extLst>
              <a:ext uri="{FF2B5EF4-FFF2-40B4-BE49-F238E27FC236}">
                <a16:creationId xmlns:a16="http://schemas.microsoft.com/office/drawing/2014/main" id="{DF0684A7-0893-15F1-6F63-A837E8F9E32D}"/>
              </a:ext>
            </a:extLst>
          </p:cNvPr>
          <p:cNvGrpSpPr/>
          <p:nvPr/>
        </p:nvGrpSpPr>
        <p:grpSpPr>
          <a:xfrm>
            <a:off x="7370495" y="3036400"/>
            <a:ext cx="356589" cy="47136"/>
            <a:chOff x="7370495" y="3036400"/>
            <a:chExt cx="356589" cy="47136"/>
          </a:xfrm>
        </p:grpSpPr>
        <p:sp>
          <p:nvSpPr>
            <p:cNvPr id="1560" name="任意多边形: 形状 1559">
              <a:extLst>
                <a:ext uri="{FF2B5EF4-FFF2-40B4-BE49-F238E27FC236}">
                  <a16:creationId xmlns:a16="http://schemas.microsoft.com/office/drawing/2014/main" id="{A308B917-7227-B2D3-499B-FCDC39925F0A}"/>
                </a:ext>
              </a:extLst>
            </p:cNvPr>
            <p:cNvSpPr/>
            <p:nvPr/>
          </p:nvSpPr>
          <p:spPr>
            <a:xfrm>
              <a:off x="7370495" y="3056428"/>
              <a:ext cx="321186" cy="3843"/>
            </a:xfrm>
            <a:custGeom>
              <a:avLst/>
              <a:gdLst>
                <a:gd name="connsiteX0" fmla="*/ 0 w 321186"/>
                <a:gd name="connsiteY0" fmla="*/ 0 h 3843"/>
                <a:gd name="connsiteX1" fmla="*/ 182071 w 321186"/>
                <a:gd name="connsiteY1" fmla="*/ 0 h 3843"/>
                <a:gd name="connsiteX2" fmla="*/ 321186 w 321186"/>
                <a:gd name="connsiteY2" fmla="*/ 3844 h 3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1186" h="3843">
                  <a:moveTo>
                    <a:pt x="0" y="0"/>
                  </a:moveTo>
                  <a:lnTo>
                    <a:pt x="182071" y="0"/>
                  </a:lnTo>
                  <a:lnTo>
                    <a:pt x="321186" y="3844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1" name="任意多边形: 形状 1560">
              <a:extLst>
                <a:ext uri="{FF2B5EF4-FFF2-40B4-BE49-F238E27FC236}">
                  <a16:creationId xmlns:a16="http://schemas.microsoft.com/office/drawing/2014/main" id="{A2208A1D-2A32-B197-17CF-1AF09CC5D446}"/>
                </a:ext>
              </a:extLst>
            </p:cNvPr>
            <p:cNvSpPr/>
            <p:nvPr/>
          </p:nvSpPr>
          <p:spPr>
            <a:xfrm>
              <a:off x="7679274" y="3036400"/>
              <a:ext cx="47810" cy="47136"/>
            </a:xfrm>
            <a:custGeom>
              <a:avLst/>
              <a:gdLst>
                <a:gd name="connsiteX0" fmla="*/ 47810 w 47810"/>
                <a:gd name="connsiteY0" fmla="*/ 24883 h 47136"/>
                <a:gd name="connsiteX1" fmla="*/ 0 w 47810"/>
                <a:gd name="connsiteY1" fmla="*/ 47136 h 47136"/>
                <a:gd name="connsiteX2" fmla="*/ 12408 w 47810"/>
                <a:gd name="connsiteY2" fmla="*/ 23872 h 47136"/>
                <a:gd name="connsiteX3" fmla="*/ 1281 w 47810"/>
                <a:gd name="connsiteY3" fmla="*/ 0 h 47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810" h="47136">
                  <a:moveTo>
                    <a:pt x="47810" y="24883"/>
                  </a:moveTo>
                  <a:lnTo>
                    <a:pt x="0" y="47136"/>
                  </a:lnTo>
                  <a:lnTo>
                    <a:pt x="12408" y="23872"/>
                  </a:lnTo>
                  <a:lnTo>
                    <a:pt x="1281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62" name="图形 1456">
            <a:extLst>
              <a:ext uri="{FF2B5EF4-FFF2-40B4-BE49-F238E27FC236}">
                <a16:creationId xmlns:a16="http://schemas.microsoft.com/office/drawing/2014/main" id="{7D74511C-FD5C-AE41-2472-BE4CB3D61217}"/>
              </a:ext>
            </a:extLst>
          </p:cNvPr>
          <p:cNvGrpSpPr/>
          <p:nvPr/>
        </p:nvGrpSpPr>
        <p:grpSpPr>
          <a:xfrm>
            <a:off x="7383982" y="5201425"/>
            <a:ext cx="343102" cy="47203"/>
            <a:chOff x="7383982" y="5201425"/>
            <a:chExt cx="343102" cy="47203"/>
          </a:xfrm>
        </p:grpSpPr>
        <p:sp>
          <p:nvSpPr>
            <p:cNvPr id="1563" name="任意多边形: 形状 1562">
              <a:extLst>
                <a:ext uri="{FF2B5EF4-FFF2-40B4-BE49-F238E27FC236}">
                  <a16:creationId xmlns:a16="http://schemas.microsoft.com/office/drawing/2014/main" id="{C4AC02D5-4146-1A26-8D07-4D6B279275EF}"/>
                </a:ext>
              </a:extLst>
            </p:cNvPr>
            <p:cNvSpPr/>
            <p:nvPr/>
          </p:nvSpPr>
          <p:spPr>
            <a:xfrm>
              <a:off x="7383982" y="5222733"/>
              <a:ext cx="307699" cy="2562"/>
            </a:xfrm>
            <a:custGeom>
              <a:avLst/>
              <a:gdLst>
                <a:gd name="connsiteX0" fmla="*/ 0 w 307699"/>
                <a:gd name="connsiteY0" fmla="*/ 0 h 2562"/>
                <a:gd name="connsiteX1" fmla="*/ 175327 w 307699"/>
                <a:gd name="connsiteY1" fmla="*/ 0 h 2562"/>
                <a:gd name="connsiteX2" fmla="*/ 307700 w 307699"/>
                <a:gd name="connsiteY2" fmla="*/ 2563 h 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99" h="2562">
                  <a:moveTo>
                    <a:pt x="0" y="0"/>
                  </a:moveTo>
                  <a:lnTo>
                    <a:pt x="175327" y="0"/>
                  </a:lnTo>
                  <a:lnTo>
                    <a:pt x="307700" y="2563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4" name="任意多边形: 形状 1563">
              <a:extLst>
                <a:ext uri="{FF2B5EF4-FFF2-40B4-BE49-F238E27FC236}">
                  <a16:creationId xmlns:a16="http://schemas.microsoft.com/office/drawing/2014/main" id="{C1DE0DD2-E6C3-0B2A-3335-5620658282D3}"/>
                </a:ext>
              </a:extLst>
            </p:cNvPr>
            <p:cNvSpPr/>
            <p:nvPr/>
          </p:nvSpPr>
          <p:spPr>
            <a:xfrm>
              <a:off x="7679476" y="5201425"/>
              <a:ext cx="47608" cy="47203"/>
            </a:xfrm>
            <a:custGeom>
              <a:avLst/>
              <a:gdLst>
                <a:gd name="connsiteX0" fmla="*/ 47609 w 47608"/>
                <a:gd name="connsiteY0" fmla="*/ 24546 h 47203"/>
                <a:gd name="connsiteX1" fmla="*/ 0 w 47608"/>
                <a:gd name="connsiteY1" fmla="*/ 47204 h 47203"/>
                <a:gd name="connsiteX2" fmla="*/ 12206 w 47608"/>
                <a:gd name="connsiteY2" fmla="*/ 23871 h 47203"/>
                <a:gd name="connsiteX3" fmla="*/ 877 w 47608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08" h="47203">
                  <a:moveTo>
                    <a:pt x="47609" y="24546"/>
                  </a:moveTo>
                  <a:lnTo>
                    <a:pt x="0" y="47204"/>
                  </a:lnTo>
                  <a:lnTo>
                    <a:pt x="12206" y="23871"/>
                  </a:lnTo>
                  <a:lnTo>
                    <a:pt x="877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65" name="图形 1456">
            <a:extLst>
              <a:ext uri="{FF2B5EF4-FFF2-40B4-BE49-F238E27FC236}">
                <a16:creationId xmlns:a16="http://schemas.microsoft.com/office/drawing/2014/main" id="{D400299F-5AF0-B958-E77B-127A166DCAE6}"/>
              </a:ext>
            </a:extLst>
          </p:cNvPr>
          <p:cNvGrpSpPr/>
          <p:nvPr/>
        </p:nvGrpSpPr>
        <p:grpSpPr>
          <a:xfrm>
            <a:off x="6911946" y="5199132"/>
            <a:ext cx="182070" cy="47203"/>
            <a:chOff x="6911946" y="5199132"/>
            <a:chExt cx="182070" cy="47203"/>
          </a:xfrm>
        </p:grpSpPr>
        <p:sp>
          <p:nvSpPr>
            <p:cNvPr id="1566" name="任意多边形: 形状 1565">
              <a:extLst>
                <a:ext uri="{FF2B5EF4-FFF2-40B4-BE49-F238E27FC236}">
                  <a16:creationId xmlns:a16="http://schemas.microsoft.com/office/drawing/2014/main" id="{2EBD8910-E581-14B5-DE24-14C747CF1432}"/>
                </a:ext>
              </a:extLst>
            </p:cNvPr>
            <p:cNvSpPr/>
            <p:nvPr/>
          </p:nvSpPr>
          <p:spPr>
            <a:xfrm>
              <a:off x="6911946" y="5222733"/>
              <a:ext cx="182070" cy="6743"/>
            </a:xfrm>
            <a:custGeom>
              <a:avLst/>
              <a:gdLst>
                <a:gd name="connsiteX0" fmla="*/ 47204 w 182070"/>
                <a:gd name="connsiteY0" fmla="*/ 0 h 6743"/>
                <a:gd name="connsiteX1" fmla="*/ 182071 w 182070"/>
                <a:gd name="connsiteY1" fmla="*/ 0 h 6743"/>
                <a:gd name="connsiteX2" fmla="*/ 0 w 182070"/>
                <a:gd name="connsiteY2" fmla="*/ 0 h 6743"/>
                <a:gd name="connsiteX3" fmla="*/ 91912 w 182070"/>
                <a:gd name="connsiteY3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070" h="6743">
                  <a:moveTo>
                    <a:pt x="47204" y="0"/>
                  </a:moveTo>
                  <a:lnTo>
                    <a:pt x="182071" y="0"/>
                  </a:lnTo>
                  <a:lnTo>
                    <a:pt x="0" y="0"/>
                  </a:lnTo>
                  <a:lnTo>
                    <a:pt x="91912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7" name="任意多边形: 形状 1566">
              <a:extLst>
                <a:ext uri="{FF2B5EF4-FFF2-40B4-BE49-F238E27FC236}">
                  <a16:creationId xmlns:a16="http://schemas.microsoft.com/office/drawing/2014/main" id="{227CB257-D125-9A3B-FCE9-7F4CB24665DF}"/>
                </a:ext>
              </a:extLst>
            </p:cNvPr>
            <p:cNvSpPr/>
            <p:nvPr/>
          </p:nvSpPr>
          <p:spPr>
            <a:xfrm>
              <a:off x="6992058" y="5199132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68" name="图形 1456">
            <a:extLst>
              <a:ext uri="{FF2B5EF4-FFF2-40B4-BE49-F238E27FC236}">
                <a16:creationId xmlns:a16="http://schemas.microsoft.com/office/drawing/2014/main" id="{029071F7-BC04-6AFC-D797-EC486A0291BE}"/>
              </a:ext>
            </a:extLst>
          </p:cNvPr>
          <p:cNvGrpSpPr/>
          <p:nvPr/>
        </p:nvGrpSpPr>
        <p:grpSpPr>
          <a:xfrm>
            <a:off x="6621982" y="4649548"/>
            <a:ext cx="337168" cy="1146371"/>
            <a:chOff x="6621982" y="4649548"/>
            <a:chExt cx="337168" cy="1146371"/>
          </a:xfrm>
          <a:solidFill>
            <a:srgbClr val="DAE8FC"/>
          </a:solidFill>
        </p:grpSpPr>
        <p:sp>
          <p:nvSpPr>
            <p:cNvPr id="1569" name="任意多边形: 形状 1568">
              <a:extLst>
                <a:ext uri="{FF2B5EF4-FFF2-40B4-BE49-F238E27FC236}">
                  <a16:creationId xmlns:a16="http://schemas.microsoft.com/office/drawing/2014/main" id="{1822C12E-5BF0-B2E4-FC5F-688EACB43959}"/>
                </a:ext>
              </a:extLst>
            </p:cNvPr>
            <p:cNvSpPr/>
            <p:nvPr/>
          </p:nvSpPr>
          <p:spPr>
            <a:xfrm>
              <a:off x="6621982" y="4649548"/>
              <a:ext cx="337168" cy="1146371"/>
            </a:xfrm>
            <a:custGeom>
              <a:avLst/>
              <a:gdLst>
                <a:gd name="connsiteX0" fmla="*/ 286593 w 337168"/>
                <a:gd name="connsiteY0" fmla="*/ 0 h 1146371"/>
                <a:gd name="connsiteX1" fmla="*/ 337168 w 337168"/>
                <a:gd name="connsiteY1" fmla="*/ 50575 h 1146371"/>
                <a:gd name="connsiteX2" fmla="*/ 337168 w 337168"/>
                <a:gd name="connsiteY2" fmla="*/ 1095797 h 1146371"/>
                <a:gd name="connsiteX3" fmla="*/ 286593 w 337168"/>
                <a:gd name="connsiteY3" fmla="*/ 1146372 h 1146371"/>
                <a:gd name="connsiteX4" fmla="*/ 50575 w 337168"/>
                <a:gd name="connsiteY4" fmla="*/ 1146372 h 1146371"/>
                <a:gd name="connsiteX5" fmla="*/ 0 w 337168"/>
                <a:gd name="connsiteY5" fmla="*/ 1095797 h 1146371"/>
                <a:gd name="connsiteX6" fmla="*/ 0 w 337168"/>
                <a:gd name="connsiteY6" fmla="*/ 50575 h 1146371"/>
                <a:gd name="connsiteX7" fmla="*/ 50575 w 337168"/>
                <a:gd name="connsiteY7" fmla="*/ 0 h 114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168" h="1146371">
                  <a:moveTo>
                    <a:pt x="286593" y="0"/>
                  </a:moveTo>
                  <a:cubicBezTo>
                    <a:pt x="314525" y="0"/>
                    <a:pt x="337168" y="22643"/>
                    <a:pt x="337168" y="50575"/>
                  </a:cubicBezTo>
                  <a:lnTo>
                    <a:pt x="337168" y="1095797"/>
                  </a:lnTo>
                  <a:cubicBezTo>
                    <a:pt x="337168" y="1123729"/>
                    <a:pt x="314525" y="1146372"/>
                    <a:pt x="286593" y="1146372"/>
                  </a:cubicBezTo>
                  <a:lnTo>
                    <a:pt x="50575" y="1146372"/>
                  </a:lnTo>
                  <a:cubicBezTo>
                    <a:pt x="22643" y="1146372"/>
                    <a:pt x="0" y="1123729"/>
                    <a:pt x="0" y="1095797"/>
                  </a:cubicBezTo>
                  <a:lnTo>
                    <a:pt x="0" y="50575"/>
                  </a:lnTo>
                  <a:cubicBezTo>
                    <a:pt x="0" y="22643"/>
                    <a:pt x="22643" y="0"/>
                    <a:pt x="50575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570" name="图片 1569">
              <a:extLst>
                <a:ext uri="{FF2B5EF4-FFF2-40B4-BE49-F238E27FC236}">
                  <a16:creationId xmlns:a16="http://schemas.microsoft.com/office/drawing/2014/main" id="{54E84428-F42E-E441-5D59-5C6FCED22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625353" y="4740583"/>
              <a:ext cx="323681" cy="1004761"/>
            </a:xfrm>
            <a:custGeom>
              <a:avLst/>
              <a:gdLst>
                <a:gd name="connsiteX0" fmla="*/ -1 w 323681"/>
                <a:gd name="connsiteY0" fmla="*/ -1 h 1004761"/>
                <a:gd name="connsiteX1" fmla="*/ 323681 w 323681"/>
                <a:gd name="connsiteY1" fmla="*/ -1 h 1004761"/>
                <a:gd name="connsiteX2" fmla="*/ 323681 w 323681"/>
                <a:gd name="connsiteY2" fmla="*/ 1004761 h 1004761"/>
                <a:gd name="connsiteX3" fmla="*/ -1 w 323681"/>
                <a:gd name="connsiteY3" fmla="*/ 1004761 h 100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81" h="1004761">
                  <a:moveTo>
                    <a:pt x="-1" y="-1"/>
                  </a:moveTo>
                  <a:lnTo>
                    <a:pt x="323681" y="-1"/>
                  </a:lnTo>
                  <a:lnTo>
                    <a:pt x="323681" y="1004761"/>
                  </a:lnTo>
                  <a:lnTo>
                    <a:pt x="-1" y="1004761"/>
                  </a:lnTo>
                  <a:close/>
                </a:path>
              </a:pathLst>
            </a:custGeom>
          </p:spPr>
        </p:pic>
      </p:grpSp>
      <p:grpSp>
        <p:nvGrpSpPr>
          <p:cNvPr id="1571" name="图形 1456">
            <a:extLst>
              <a:ext uri="{FF2B5EF4-FFF2-40B4-BE49-F238E27FC236}">
                <a16:creationId xmlns:a16="http://schemas.microsoft.com/office/drawing/2014/main" id="{C5093C19-EF4F-0830-C20A-6D577940A5A9}"/>
              </a:ext>
            </a:extLst>
          </p:cNvPr>
          <p:cNvGrpSpPr/>
          <p:nvPr/>
        </p:nvGrpSpPr>
        <p:grpSpPr>
          <a:xfrm>
            <a:off x="7046814" y="4649548"/>
            <a:ext cx="337168" cy="1146371"/>
            <a:chOff x="7046814" y="4649548"/>
            <a:chExt cx="337168" cy="1146371"/>
          </a:xfrm>
          <a:solidFill>
            <a:srgbClr val="6EA0BF"/>
          </a:solidFill>
        </p:grpSpPr>
        <p:sp>
          <p:nvSpPr>
            <p:cNvPr id="1572" name="任意多边形: 形状 1571">
              <a:extLst>
                <a:ext uri="{FF2B5EF4-FFF2-40B4-BE49-F238E27FC236}">
                  <a16:creationId xmlns:a16="http://schemas.microsoft.com/office/drawing/2014/main" id="{AF2877A8-B925-FDFC-5BD8-6F9229A4F59C}"/>
                </a:ext>
              </a:extLst>
            </p:cNvPr>
            <p:cNvSpPr/>
            <p:nvPr/>
          </p:nvSpPr>
          <p:spPr>
            <a:xfrm rot="10800000" flipV="1">
              <a:off x="7046814" y="4649548"/>
              <a:ext cx="337168" cy="1146371"/>
            </a:xfrm>
            <a:custGeom>
              <a:avLst/>
              <a:gdLst>
                <a:gd name="connsiteX0" fmla="*/ 286593 w 337168"/>
                <a:gd name="connsiteY0" fmla="*/ 0 h 1146371"/>
                <a:gd name="connsiteX1" fmla="*/ 337168 w 337168"/>
                <a:gd name="connsiteY1" fmla="*/ 50575 h 1146371"/>
                <a:gd name="connsiteX2" fmla="*/ 337168 w 337168"/>
                <a:gd name="connsiteY2" fmla="*/ 1095797 h 1146371"/>
                <a:gd name="connsiteX3" fmla="*/ 286593 w 337168"/>
                <a:gd name="connsiteY3" fmla="*/ 1146372 h 1146371"/>
                <a:gd name="connsiteX4" fmla="*/ 50575 w 337168"/>
                <a:gd name="connsiteY4" fmla="*/ 1146372 h 1146371"/>
                <a:gd name="connsiteX5" fmla="*/ 0 w 337168"/>
                <a:gd name="connsiteY5" fmla="*/ 1095797 h 1146371"/>
                <a:gd name="connsiteX6" fmla="*/ 0 w 337168"/>
                <a:gd name="connsiteY6" fmla="*/ 50575 h 1146371"/>
                <a:gd name="connsiteX7" fmla="*/ 50575 w 337168"/>
                <a:gd name="connsiteY7" fmla="*/ 0 h 114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168" h="1146371">
                  <a:moveTo>
                    <a:pt x="286593" y="0"/>
                  </a:moveTo>
                  <a:cubicBezTo>
                    <a:pt x="314525" y="0"/>
                    <a:pt x="337168" y="22643"/>
                    <a:pt x="337168" y="50575"/>
                  </a:cubicBezTo>
                  <a:lnTo>
                    <a:pt x="337168" y="1095797"/>
                  </a:lnTo>
                  <a:cubicBezTo>
                    <a:pt x="337168" y="1123729"/>
                    <a:pt x="314525" y="1146372"/>
                    <a:pt x="286593" y="1146372"/>
                  </a:cubicBezTo>
                  <a:lnTo>
                    <a:pt x="50575" y="1146372"/>
                  </a:lnTo>
                  <a:cubicBezTo>
                    <a:pt x="22644" y="1146372"/>
                    <a:pt x="0" y="1123729"/>
                    <a:pt x="0" y="1095797"/>
                  </a:cubicBezTo>
                  <a:lnTo>
                    <a:pt x="0" y="50575"/>
                  </a:lnTo>
                  <a:cubicBezTo>
                    <a:pt x="0" y="22643"/>
                    <a:pt x="22644" y="0"/>
                    <a:pt x="50575" y="0"/>
                  </a:cubicBezTo>
                  <a:close/>
                </a:path>
              </a:pathLst>
            </a:custGeom>
            <a:solidFill>
              <a:srgbClr val="6EA0BF"/>
            </a:solidFill>
            <a:ln w="6743" cap="flat">
              <a:solidFill>
                <a:srgbClr val="6080A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573" name="图片 1572">
              <a:extLst>
                <a:ext uri="{FF2B5EF4-FFF2-40B4-BE49-F238E27FC236}">
                  <a16:creationId xmlns:a16="http://schemas.microsoft.com/office/drawing/2014/main" id="{644A8DE8-F276-5C5C-8642-07909E137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50185" y="4983344"/>
              <a:ext cx="323681" cy="519238"/>
            </a:xfrm>
            <a:custGeom>
              <a:avLst/>
              <a:gdLst>
                <a:gd name="connsiteX0" fmla="*/ -1 w 323681"/>
                <a:gd name="connsiteY0" fmla="*/ -1 h 519238"/>
                <a:gd name="connsiteX1" fmla="*/ 323681 w 323681"/>
                <a:gd name="connsiteY1" fmla="*/ -1 h 519238"/>
                <a:gd name="connsiteX2" fmla="*/ 323681 w 323681"/>
                <a:gd name="connsiteY2" fmla="*/ 519238 h 519238"/>
                <a:gd name="connsiteX3" fmla="*/ -1 w 323681"/>
                <a:gd name="connsiteY3" fmla="*/ 519238 h 51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81" h="519238">
                  <a:moveTo>
                    <a:pt x="-1" y="-1"/>
                  </a:moveTo>
                  <a:lnTo>
                    <a:pt x="323681" y="-1"/>
                  </a:lnTo>
                  <a:lnTo>
                    <a:pt x="323681" y="519238"/>
                  </a:lnTo>
                  <a:lnTo>
                    <a:pt x="-1" y="519238"/>
                  </a:lnTo>
                  <a:close/>
                </a:path>
              </a:pathLst>
            </a:custGeom>
          </p:spPr>
        </p:pic>
      </p:grpSp>
      <p:grpSp>
        <p:nvGrpSpPr>
          <p:cNvPr id="1574" name="图形 1456">
            <a:extLst>
              <a:ext uri="{FF2B5EF4-FFF2-40B4-BE49-F238E27FC236}">
                <a16:creationId xmlns:a16="http://schemas.microsoft.com/office/drawing/2014/main" id="{1BB9BD91-EBA1-82E3-71BD-CD847D5BE5BF}"/>
              </a:ext>
            </a:extLst>
          </p:cNvPr>
          <p:cNvGrpSpPr/>
          <p:nvPr/>
        </p:nvGrpSpPr>
        <p:grpSpPr>
          <a:xfrm>
            <a:off x="6271327" y="4693380"/>
            <a:ext cx="343102" cy="556327"/>
            <a:chOff x="6271327" y="4693380"/>
            <a:chExt cx="343102" cy="556327"/>
          </a:xfrm>
        </p:grpSpPr>
        <p:sp>
          <p:nvSpPr>
            <p:cNvPr id="1575" name="任意多边形: 形状 1574">
              <a:extLst>
                <a:ext uri="{FF2B5EF4-FFF2-40B4-BE49-F238E27FC236}">
                  <a16:creationId xmlns:a16="http://schemas.microsoft.com/office/drawing/2014/main" id="{936CDA83-87D6-1614-5727-2D244A6A6E74}"/>
                </a:ext>
              </a:extLst>
            </p:cNvPr>
            <p:cNvSpPr/>
            <p:nvPr/>
          </p:nvSpPr>
          <p:spPr>
            <a:xfrm>
              <a:off x="6271327" y="4693380"/>
              <a:ext cx="307699" cy="532725"/>
            </a:xfrm>
            <a:custGeom>
              <a:avLst/>
              <a:gdLst>
                <a:gd name="connsiteX0" fmla="*/ 0 w 307699"/>
                <a:gd name="connsiteY0" fmla="*/ 0 h 532725"/>
                <a:gd name="connsiteX1" fmla="*/ 134867 w 307699"/>
                <a:gd name="connsiteY1" fmla="*/ 0 h 532725"/>
                <a:gd name="connsiteX2" fmla="*/ 202301 w 307699"/>
                <a:gd name="connsiteY2" fmla="*/ 67434 h 532725"/>
                <a:gd name="connsiteX3" fmla="*/ 202301 w 307699"/>
                <a:gd name="connsiteY3" fmla="*/ 465292 h 532725"/>
                <a:gd name="connsiteX4" fmla="*/ 255034 w 307699"/>
                <a:gd name="connsiteY4" fmla="*/ 532726 h 532725"/>
                <a:gd name="connsiteX5" fmla="*/ 307700 w 307699"/>
                <a:gd name="connsiteY5" fmla="*/ 532726 h 53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7699" h="532725">
                  <a:moveTo>
                    <a:pt x="0" y="0"/>
                  </a:moveTo>
                  <a:lnTo>
                    <a:pt x="134867" y="0"/>
                  </a:lnTo>
                  <a:cubicBezTo>
                    <a:pt x="179823" y="0"/>
                    <a:pt x="202301" y="22478"/>
                    <a:pt x="202301" y="67434"/>
                  </a:cubicBezTo>
                  <a:lnTo>
                    <a:pt x="202301" y="465292"/>
                  </a:lnTo>
                  <a:cubicBezTo>
                    <a:pt x="202301" y="510248"/>
                    <a:pt x="219879" y="532726"/>
                    <a:pt x="255034" y="532726"/>
                  </a:cubicBezTo>
                  <a:lnTo>
                    <a:pt x="307700" y="532726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6" name="任意多边形: 形状 1575">
              <a:extLst>
                <a:ext uri="{FF2B5EF4-FFF2-40B4-BE49-F238E27FC236}">
                  <a16:creationId xmlns:a16="http://schemas.microsoft.com/office/drawing/2014/main" id="{49A35FC0-A6D2-692F-5891-360B994CF14D}"/>
                </a:ext>
              </a:extLst>
            </p:cNvPr>
            <p:cNvSpPr/>
            <p:nvPr/>
          </p:nvSpPr>
          <p:spPr>
            <a:xfrm>
              <a:off x="6567226" y="5202503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77" name="图形 1456">
            <a:extLst>
              <a:ext uri="{FF2B5EF4-FFF2-40B4-BE49-F238E27FC236}">
                <a16:creationId xmlns:a16="http://schemas.microsoft.com/office/drawing/2014/main" id="{3E1DACA3-1944-C1E1-94B6-F8A097DE2867}"/>
              </a:ext>
            </a:extLst>
          </p:cNvPr>
          <p:cNvGrpSpPr/>
          <p:nvPr/>
        </p:nvGrpSpPr>
        <p:grpSpPr>
          <a:xfrm>
            <a:off x="6278070" y="5199132"/>
            <a:ext cx="336358" cy="505752"/>
            <a:chOff x="6278070" y="5199132"/>
            <a:chExt cx="336358" cy="505752"/>
          </a:xfrm>
        </p:grpSpPr>
        <p:sp>
          <p:nvSpPr>
            <p:cNvPr id="1578" name="任意多边形: 形状 1577">
              <a:extLst>
                <a:ext uri="{FF2B5EF4-FFF2-40B4-BE49-F238E27FC236}">
                  <a16:creationId xmlns:a16="http://schemas.microsoft.com/office/drawing/2014/main" id="{80433CB1-65E9-6C48-FA68-B72324B91F51}"/>
                </a:ext>
              </a:extLst>
            </p:cNvPr>
            <p:cNvSpPr/>
            <p:nvPr/>
          </p:nvSpPr>
          <p:spPr>
            <a:xfrm>
              <a:off x="6278070" y="5222733"/>
              <a:ext cx="300956" cy="482150"/>
            </a:xfrm>
            <a:custGeom>
              <a:avLst/>
              <a:gdLst>
                <a:gd name="connsiteX0" fmla="*/ 0 w 300956"/>
                <a:gd name="connsiteY0" fmla="*/ 482150 h 482150"/>
                <a:gd name="connsiteX1" fmla="*/ 128124 w 300956"/>
                <a:gd name="connsiteY1" fmla="*/ 482150 h 482150"/>
                <a:gd name="connsiteX2" fmla="*/ 195558 w 300956"/>
                <a:gd name="connsiteY2" fmla="*/ 414717 h 482150"/>
                <a:gd name="connsiteX3" fmla="*/ 195558 w 300956"/>
                <a:gd name="connsiteY3" fmla="*/ 67434 h 482150"/>
                <a:gd name="connsiteX4" fmla="*/ 248291 w 300956"/>
                <a:gd name="connsiteY4" fmla="*/ 0 h 482150"/>
                <a:gd name="connsiteX5" fmla="*/ 300956 w 300956"/>
                <a:gd name="connsiteY5" fmla="*/ 0 h 48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956" h="482150">
                  <a:moveTo>
                    <a:pt x="0" y="482150"/>
                  </a:moveTo>
                  <a:lnTo>
                    <a:pt x="128124" y="482150"/>
                  </a:lnTo>
                  <a:cubicBezTo>
                    <a:pt x="173080" y="482150"/>
                    <a:pt x="195558" y="459673"/>
                    <a:pt x="195558" y="414717"/>
                  </a:cubicBezTo>
                  <a:lnTo>
                    <a:pt x="195558" y="67434"/>
                  </a:lnTo>
                  <a:cubicBezTo>
                    <a:pt x="195558" y="22478"/>
                    <a:pt x="213135" y="0"/>
                    <a:pt x="248291" y="0"/>
                  </a:cubicBezTo>
                  <a:lnTo>
                    <a:pt x="300956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9" name="任意多边形: 形状 1578">
              <a:extLst>
                <a:ext uri="{FF2B5EF4-FFF2-40B4-BE49-F238E27FC236}">
                  <a16:creationId xmlns:a16="http://schemas.microsoft.com/office/drawing/2014/main" id="{C6D37E61-1542-0A2C-6B36-67DEA0383914}"/>
                </a:ext>
              </a:extLst>
            </p:cNvPr>
            <p:cNvSpPr/>
            <p:nvPr/>
          </p:nvSpPr>
          <p:spPr>
            <a:xfrm>
              <a:off x="6567226" y="5199132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80" name="图形 1456">
            <a:extLst>
              <a:ext uri="{FF2B5EF4-FFF2-40B4-BE49-F238E27FC236}">
                <a16:creationId xmlns:a16="http://schemas.microsoft.com/office/drawing/2014/main" id="{9D560D23-49B9-D04B-0231-F39F413B6141}"/>
              </a:ext>
            </a:extLst>
          </p:cNvPr>
          <p:cNvGrpSpPr/>
          <p:nvPr/>
        </p:nvGrpSpPr>
        <p:grpSpPr>
          <a:xfrm>
            <a:off x="6412938" y="5145185"/>
            <a:ext cx="141610" cy="195557"/>
            <a:chOff x="6412938" y="5145185"/>
            <a:chExt cx="141610" cy="195557"/>
          </a:xfrm>
          <a:solidFill>
            <a:srgbClr val="FFFFFF"/>
          </a:solidFill>
        </p:grpSpPr>
        <p:sp>
          <p:nvSpPr>
            <p:cNvPr id="1581" name="任意多边形: 形状 1580">
              <a:extLst>
                <a:ext uri="{FF2B5EF4-FFF2-40B4-BE49-F238E27FC236}">
                  <a16:creationId xmlns:a16="http://schemas.microsoft.com/office/drawing/2014/main" id="{2103A07D-E936-816B-A051-FA552F07CBEE}"/>
                </a:ext>
              </a:extLst>
            </p:cNvPr>
            <p:cNvSpPr/>
            <p:nvPr/>
          </p:nvSpPr>
          <p:spPr>
            <a:xfrm>
              <a:off x="6412938" y="5151928"/>
              <a:ext cx="141610" cy="141610"/>
            </a:xfrm>
            <a:custGeom>
              <a:avLst/>
              <a:gdLst>
                <a:gd name="connsiteX0" fmla="*/ 141611 w 141610"/>
                <a:gd name="connsiteY0" fmla="*/ 70805 h 141610"/>
                <a:gd name="connsiteX1" fmla="*/ 70805 w 141610"/>
                <a:gd name="connsiteY1" fmla="*/ 141611 h 141610"/>
                <a:gd name="connsiteX2" fmla="*/ 0 w 141610"/>
                <a:gd name="connsiteY2" fmla="*/ 70805 h 141610"/>
                <a:gd name="connsiteX3" fmla="*/ 70805 w 141610"/>
                <a:gd name="connsiteY3" fmla="*/ 0 h 141610"/>
                <a:gd name="connsiteX4" fmla="*/ 141611 w 141610"/>
                <a:gd name="connsiteY4" fmla="*/ 70805 h 14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610" h="141610">
                  <a:moveTo>
                    <a:pt x="141611" y="70805"/>
                  </a:moveTo>
                  <a:cubicBezTo>
                    <a:pt x="141611" y="109910"/>
                    <a:pt x="109910" y="141611"/>
                    <a:pt x="70805" y="141611"/>
                  </a:cubicBezTo>
                  <a:cubicBezTo>
                    <a:pt x="31700" y="141611"/>
                    <a:pt x="0" y="109910"/>
                    <a:pt x="0" y="70805"/>
                  </a:cubicBezTo>
                  <a:cubicBezTo>
                    <a:pt x="0" y="31700"/>
                    <a:pt x="31700" y="0"/>
                    <a:pt x="70805" y="0"/>
                  </a:cubicBezTo>
                  <a:cubicBezTo>
                    <a:pt x="109910" y="0"/>
                    <a:pt x="141611" y="31700"/>
                    <a:pt x="141611" y="70805"/>
                  </a:cubicBezTo>
                  <a:close/>
                </a:path>
              </a:pathLst>
            </a:custGeom>
            <a:solidFill>
              <a:srgbClr val="FFFFFF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582" name="图片 1581">
              <a:extLst>
                <a:ext uri="{FF2B5EF4-FFF2-40B4-BE49-F238E27FC236}">
                  <a16:creationId xmlns:a16="http://schemas.microsoft.com/office/drawing/2014/main" id="{3A16DC9A-8924-CC83-3B41-3D258F8C0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16309" y="5145185"/>
              <a:ext cx="128123" cy="195557"/>
            </a:xfrm>
            <a:custGeom>
              <a:avLst/>
              <a:gdLst>
                <a:gd name="connsiteX0" fmla="*/ -1 w 128123"/>
                <a:gd name="connsiteY0" fmla="*/ -1 h 195557"/>
                <a:gd name="connsiteX1" fmla="*/ 128123 w 128123"/>
                <a:gd name="connsiteY1" fmla="*/ -1 h 195557"/>
                <a:gd name="connsiteX2" fmla="*/ 128123 w 128123"/>
                <a:gd name="connsiteY2" fmla="*/ 195557 h 195557"/>
                <a:gd name="connsiteX3" fmla="*/ -1 w 128123"/>
                <a:gd name="connsiteY3" fmla="*/ 195557 h 19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123" h="195557">
                  <a:moveTo>
                    <a:pt x="-1" y="-1"/>
                  </a:moveTo>
                  <a:lnTo>
                    <a:pt x="128123" y="-1"/>
                  </a:lnTo>
                  <a:lnTo>
                    <a:pt x="128123" y="195557"/>
                  </a:lnTo>
                  <a:lnTo>
                    <a:pt x="-1" y="195557"/>
                  </a:lnTo>
                  <a:close/>
                </a:path>
              </a:pathLst>
            </a:custGeom>
          </p:spPr>
        </p:pic>
      </p:grpSp>
      <p:grpSp>
        <p:nvGrpSpPr>
          <p:cNvPr id="1583" name="图形 1456">
            <a:extLst>
              <a:ext uri="{FF2B5EF4-FFF2-40B4-BE49-F238E27FC236}">
                <a16:creationId xmlns:a16="http://schemas.microsoft.com/office/drawing/2014/main" id="{B95A6A55-2045-6896-EE46-847559AB3CD3}"/>
              </a:ext>
            </a:extLst>
          </p:cNvPr>
          <p:cNvGrpSpPr/>
          <p:nvPr/>
        </p:nvGrpSpPr>
        <p:grpSpPr>
          <a:xfrm>
            <a:off x="4551769" y="3042672"/>
            <a:ext cx="161099" cy="46933"/>
            <a:chOff x="4551769" y="3042672"/>
            <a:chExt cx="161099" cy="46933"/>
          </a:xfrm>
        </p:grpSpPr>
        <p:sp>
          <p:nvSpPr>
            <p:cNvPr id="1584" name="任意多边形: 形状 1583">
              <a:extLst>
                <a:ext uri="{FF2B5EF4-FFF2-40B4-BE49-F238E27FC236}">
                  <a16:creationId xmlns:a16="http://schemas.microsoft.com/office/drawing/2014/main" id="{BD83FA08-7A50-71FF-EB60-317D2B93FEAE}"/>
                </a:ext>
              </a:extLst>
            </p:cNvPr>
            <p:cNvSpPr/>
            <p:nvPr/>
          </p:nvSpPr>
          <p:spPr>
            <a:xfrm>
              <a:off x="4551769" y="3067352"/>
              <a:ext cx="134867" cy="876"/>
            </a:xfrm>
            <a:custGeom>
              <a:avLst/>
              <a:gdLst>
                <a:gd name="connsiteX0" fmla="*/ 0 w 134867"/>
                <a:gd name="connsiteY0" fmla="*/ 877 h 876"/>
                <a:gd name="connsiteX1" fmla="*/ 134867 w 134867"/>
                <a:gd name="connsiteY1" fmla="*/ 877 h 876"/>
                <a:gd name="connsiteX2" fmla="*/ 125831 w 134867"/>
                <a:gd name="connsiteY2" fmla="*/ 0 h 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867" h="876">
                  <a:moveTo>
                    <a:pt x="0" y="877"/>
                  </a:moveTo>
                  <a:lnTo>
                    <a:pt x="134867" y="877"/>
                  </a:lnTo>
                  <a:lnTo>
                    <a:pt x="125831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5" name="任意多边形: 形状 1584">
              <a:extLst>
                <a:ext uri="{FF2B5EF4-FFF2-40B4-BE49-F238E27FC236}">
                  <a16:creationId xmlns:a16="http://schemas.microsoft.com/office/drawing/2014/main" id="{3E107A1F-2953-8F79-9E4E-EEC7EB96D8B9}"/>
                </a:ext>
              </a:extLst>
            </p:cNvPr>
            <p:cNvSpPr/>
            <p:nvPr/>
          </p:nvSpPr>
          <p:spPr>
            <a:xfrm>
              <a:off x="4663507" y="3042672"/>
              <a:ext cx="49361" cy="46933"/>
            </a:xfrm>
            <a:custGeom>
              <a:avLst/>
              <a:gdLst>
                <a:gd name="connsiteX0" fmla="*/ 49361 w 49361"/>
                <a:gd name="connsiteY0" fmla="*/ 28187 h 46933"/>
                <a:gd name="connsiteX1" fmla="*/ 0 w 49361"/>
                <a:gd name="connsiteY1" fmla="*/ 46934 h 46933"/>
                <a:gd name="connsiteX2" fmla="*/ 14093 w 49361"/>
                <a:gd name="connsiteY2" fmla="*/ 24681 h 46933"/>
                <a:gd name="connsiteX3" fmla="*/ 4720 w 49361"/>
                <a:gd name="connsiteY3" fmla="*/ 0 h 46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61" h="46933">
                  <a:moveTo>
                    <a:pt x="49361" y="28187"/>
                  </a:moveTo>
                  <a:lnTo>
                    <a:pt x="0" y="46934"/>
                  </a:lnTo>
                  <a:lnTo>
                    <a:pt x="14093" y="24681"/>
                  </a:lnTo>
                  <a:lnTo>
                    <a:pt x="472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86" name="图形 1456">
            <a:extLst>
              <a:ext uri="{FF2B5EF4-FFF2-40B4-BE49-F238E27FC236}">
                <a16:creationId xmlns:a16="http://schemas.microsoft.com/office/drawing/2014/main" id="{72BE5FDD-AAF0-2031-EF77-55C190741379}"/>
              </a:ext>
            </a:extLst>
          </p:cNvPr>
          <p:cNvGrpSpPr/>
          <p:nvPr/>
        </p:nvGrpSpPr>
        <p:grpSpPr>
          <a:xfrm>
            <a:off x="3810000" y="2899645"/>
            <a:ext cx="741769" cy="350654"/>
            <a:chOff x="3810000" y="2899645"/>
            <a:chExt cx="741769" cy="350654"/>
          </a:xfrm>
          <a:solidFill>
            <a:srgbClr val="6EA0BF"/>
          </a:solidFill>
        </p:grpSpPr>
        <p:sp>
          <p:nvSpPr>
            <p:cNvPr id="1587" name="任意多边形: 形状 1586">
              <a:extLst>
                <a:ext uri="{FF2B5EF4-FFF2-40B4-BE49-F238E27FC236}">
                  <a16:creationId xmlns:a16="http://schemas.microsoft.com/office/drawing/2014/main" id="{7D9DD831-8D82-BBD1-F2C7-E8731378D372}"/>
                </a:ext>
              </a:extLst>
            </p:cNvPr>
            <p:cNvSpPr/>
            <p:nvPr/>
          </p:nvSpPr>
          <p:spPr>
            <a:xfrm rot="10800000" flipV="1">
              <a:off x="3810000" y="2899645"/>
              <a:ext cx="741769" cy="337168"/>
            </a:xfrm>
            <a:custGeom>
              <a:avLst/>
              <a:gdLst>
                <a:gd name="connsiteX0" fmla="*/ 691195 w 741769"/>
                <a:gd name="connsiteY0" fmla="*/ 0 h 337168"/>
                <a:gd name="connsiteX1" fmla="*/ 741770 w 741769"/>
                <a:gd name="connsiteY1" fmla="*/ 50575 h 337168"/>
                <a:gd name="connsiteX2" fmla="*/ 741770 w 741769"/>
                <a:gd name="connsiteY2" fmla="*/ 286593 h 337168"/>
                <a:gd name="connsiteX3" fmla="*/ 691195 w 741769"/>
                <a:gd name="connsiteY3" fmla="*/ 337168 h 337168"/>
                <a:gd name="connsiteX4" fmla="*/ 50575 w 741769"/>
                <a:gd name="connsiteY4" fmla="*/ 337168 h 337168"/>
                <a:gd name="connsiteX5" fmla="*/ 0 w 741769"/>
                <a:gd name="connsiteY5" fmla="*/ 286593 h 337168"/>
                <a:gd name="connsiteX6" fmla="*/ 0 w 741769"/>
                <a:gd name="connsiteY6" fmla="*/ 50575 h 337168"/>
                <a:gd name="connsiteX7" fmla="*/ 50575 w 741769"/>
                <a:gd name="connsiteY7" fmla="*/ 0 h 33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769" h="337168">
                  <a:moveTo>
                    <a:pt x="691195" y="0"/>
                  </a:moveTo>
                  <a:cubicBezTo>
                    <a:pt x="719127" y="0"/>
                    <a:pt x="741770" y="22643"/>
                    <a:pt x="741770" y="50575"/>
                  </a:cubicBezTo>
                  <a:lnTo>
                    <a:pt x="741770" y="286593"/>
                  </a:lnTo>
                  <a:cubicBezTo>
                    <a:pt x="741770" y="314525"/>
                    <a:pt x="719127" y="337168"/>
                    <a:pt x="691195" y="337168"/>
                  </a:cubicBezTo>
                  <a:lnTo>
                    <a:pt x="50575" y="337168"/>
                  </a:lnTo>
                  <a:cubicBezTo>
                    <a:pt x="22643" y="337168"/>
                    <a:pt x="0" y="314525"/>
                    <a:pt x="0" y="286593"/>
                  </a:cubicBezTo>
                  <a:lnTo>
                    <a:pt x="0" y="50575"/>
                  </a:lnTo>
                  <a:cubicBezTo>
                    <a:pt x="0" y="22643"/>
                    <a:pt x="22643" y="0"/>
                    <a:pt x="50575" y="0"/>
                  </a:cubicBezTo>
                  <a:close/>
                </a:path>
              </a:pathLst>
            </a:custGeom>
            <a:solidFill>
              <a:srgbClr val="6EA0BF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588" name="图片 1587">
              <a:extLst>
                <a:ext uri="{FF2B5EF4-FFF2-40B4-BE49-F238E27FC236}">
                  <a16:creationId xmlns:a16="http://schemas.microsoft.com/office/drawing/2014/main" id="{2A9219F5-8B56-FF7F-EC32-A7D936F49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813371" y="2906388"/>
              <a:ext cx="728283" cy="343911"/>
            </a:xfrm>
            <a:custGeom>
              <a:avLst/>
              <a:gdLst>
                <a:gd name="connsiteX0" fmla="*/ -1 w 728283"/>
                <a:gd name="connsiteY0" fmla="*/ -1 h 343911"/>
                <a:gd name="connsiteX1" fmla="*/ 728283 w 728283"/>
                <a:gd name="connsiteY1" fmla="*/ -1 h 343911"/>
                <a:gd name="connsiteX2" fmla="*/ 728283 w 728283"/>
                <a:gd name="connsiteY2" fmla="*/ 343911 h 343911"/>
                <a:gd name="connsiteX3" fmla="*/ -1 w 728283"/>
                <a:gd name="connsiteY3" fmla="*/ 343911 h 34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283" h="343911">
                  <a:moveTo>
                    <a:pt x="-1" y="-1"/>
                  </a:moveTo>
                  <a:lnTo>
                    <a:pt x="728283" y="-1"/>
                  </a:lnTo>
                  <a:lnTo>
                    <a:pt x="728283" y="343911"/>
                  </a:lnTo>
                  <a:lnTo>
                    <a:pt x="-1" y="343911"/>
                  </a:lnTo>
                  <a:close/>
                </a:path>
              </a:pathLst>
            </a:custGeom>
          </p:spPr>
        </p:pic>
      </p:grpSp>
      <p:grpSp>
        <p:nvGrpSpPr>
          <p:cNvPr id="1589" name="图形 1456">
            <a:extLst>
              <a:ext uri="{FF2B5EF4-FFF2-40B4-BE49-F238E27FC236}">
                <a16:creationId xmlns:a16="http://schemas.microsoft.com/office/drawing/2014/main" id="{6E58AD74-5C8E-7D31-29B1-637D760FFC8D}"/>
              </a:ext>
            </a:extLst>
          </p:cNvPr>
          <p:cNvGrpSpPr/>
          <p:nvPr/>
        </p:nvGrpSpPr>
        <p:grpSpPr>
          <a:xfrm>
            <a:off x="3544446" y="3044627"/>
            <a:ext cx="258001" cy="47203"/>
            <a:chOff x="3544446" y="3044627"/>
            <a:chExt cx="258001" cy="47203"/>
          </a:xfrm>
        </p:grpSpPr>
        <p:sp>
          <p:nvSpPr>
            <p:cNvPr id="1590" name="任意多边形: 形状 1589">
              <a:extLst>
                <a:ext uri="{FF2B5EF4-FFF2-40B4-BE49-F238E27FC236}">
                  <a16:creationId xmlns:a16="http://schemas.microsoft.com/office/drawing/2014/main" id="{E784DA27-D502-67D9-6D84-D69498D88028}"/>
                </a:ext>
              </a:extLst>
            </p:cNvPr>
            <p:cNvSpPr/>
            <p:nvPr/>
          </p:nvSpPr>
          <p:spPr>
            <a:xfrm>
              <a:off x="3544446" y="3068229"/>
              <a:ext cx="222598" cy="6743"/>
            </a:xfrm>
            <a:custGeom>
              <a:avLst/>
              <a:gdLst>
                <a:gd name="connsiteX0" fmla="*/ 0 w 222598"/>
                <a:gd name="connsiteY0" fmla="*/ 0 h 6743"/>
                <a:gd name="connsiteX1" fmla="*/ 134058 w 222598"/>
                <a:gd name="connsiteY1" fmla="*/ 0 h 6743"/>
                <a:gd name="connsiteX2" fmla="*/ 222598 w 222598"/>
                <a:gd name="connsiteY2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2598" h="6743">
                  <a:moveTo>
                    <a:pt x="0" y="0"/>
                  </a:moveTo>
                  <a:lnTo>
                    <a:pt x="134058" y="0"/>
                  </a:lnTo>
                  <a:lnTo>
                    <a:pt x="222598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1" name="任意多边形: 形状 1590">
              <a:extLst>
                <a:ext uri="{FF2B5EF4-FFF2-40B4-BE49-F238E27FC236}">
                  <a16:creationId xmlns:a16="http://schemas.microsoft.com/office/drawing/2014/main" id="{B08494DC-D300-FFD9-6243-455514BCFFFB}"/>
                </a:ext>
              </a:extLst>
            </p:cNvPr>
            <p:cNvSpPr/>
            <p:nvPr/>
          </p:nvSpPr>
          <p:spPr>
            <a:xfrm>
              <a:off x="3755243" y="3044627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92" name="图形 1456">
            <a:extLst>
              <a:ext uri="{FF2B5EF4-FFF2-40B4-BE49-F238E27FC236}">
                <a16:creationId xmlns:a16="http://schemas.microsoft.com/office/drawing/2014/main" id="{5F362384-844D-A396-6025-E0920931205B}"/>
              </a:ext>
            </a:extLst>
          </p:cNvPr>
          <p:cNvGrpSpPr/>
          <p:nvPr/>
        </p:nvGrpSpPr>
        <p:grpSpPr>
          <a:xfrm>
            <a:off x="5057522" y="3047999"/>
            <a:ext cx="167774" cy="47203"/>
            <a:chOff x="5057522" y="3047999"/>
            <a:chExt cx="167774" cy="47203"/>
          </a:xfrm>
        </p:grpSpPr>
        <p:sp>
          <p:nvSpPr>
            <p:cNvPr id="1593" name="任意多边形: 形状 1592">
              <a:extLst>
                <a:ext uri="{FF2B5EF4-FFF2-40B4-BE49-F238E27FC236}">
                  <a16:creationId xmlns:a16="http://schemas.microsoft.com/office/drawing/2014/main" id="{04AC61D0-345E-D711-2EFD-3E8CA015D79A}"/>
                </a:ext>
              </a:extLst>
            </p:cNvPr>
            <p:cNvSpPr/>
            <p:nvPr/>
          </p:nvSpPr>
          <p:spPr>
            <a:xfrm>
              <a:off x="5057522" y="3071601"/>
              <a:ext cx="134867" cy="6743"/>
            </a:xfrm>
            <a:custGeom>
              <a:avLst/>
              <a:gdLst>
                <a:gd name="connsiteX0" fmla="*/ 0 w 134867"/>
                <a:gd name="connsiteY0" fmla="*/ 0 h 6743"/>
                <a:gd name="connsiteX1" fmla="*/ 134867 w 134867"/>
                <a:gd name="connsiteY1" fmla="*/ 0 h 6743"/>
                <a:gd name="connsiteX2" fmla="*/ 40460 w 134867"/>
                <a:gd name="connsiteY2" fmla="*/ 0 h 6743"/>
                <a:gd name="connsiteX3" fmla="*/ 132372 w 134867"/>
                <a:gd name="connsiteY3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67" h="6743">
                  <a:moveTo>
                    <a:pt x="0" y="0"/>
                  </a:moveTo>
                  <a:lnTo>
                    <a:pt x="134867" y="0"/>
                  </a:lnTo>
                  <a:lnTo>
                    <a:pt x="40460" y="0"/>
                  </a:lnTo>
                  <a:lnTo>
                    <a:pt x="132372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4" name="任意多边形: 形状 1593">
              <a:extLst>
                <a:ext uri="{FF2B5EF4-FFF2-40B4-BE49-F238E27FC236}">
                  <a16:creationId xmlns:a16="http://schemas.microsoft.com/office/drawing/2014/main" id="{00E289FC-7E3D-B1E6-7E52-F560D54DADB0}"/>
                </a:ext>
              </a:extLst>
            </p:cNvPr>
            <p:cNvSpPr/>
            <p:nvPr/>
          </p:nvSpPr>
          <p:spPr>
            <a:xfrm>
              <a:off x="5178093" y="3047999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95" name="图形 1456">
            <a:extLst>
              <a:ext uri="{FF2B5EF4-FFF2-40B4-BE49-F238E27FC236}">
                <a16:creationId xmlns:a16="http://schemas.microsoft.com/office/drawing/2014/main" id="{C3B3EC9B-8DFA-7F4B-C466-07CFABCD81FC}"/>
              </a:ext>
            </a:extLst>
          </p:cNvPr>
          <p:cNvGrpSpPr/>
          <p:nvPr/>
        </p:nvGrpSpPr>
        <p:grpSpPr>
          <a:xfrm>
            <a:off x="4720353" y="2633282"/>
            <a:ext cx="337168" cy="876637"/>
            <a:chOff x="4720353" y="2633282"/>
            <a:chExt cx="337168" cy="876637"/>
          </a:xfrm>
          <a:solidFill>
            <a:srgbClr val="DAE8FC"/>
          </a:solidFill>
        </p:grpSpPr>
        <p:sp>
          <p:nvSpPr>
            <p:cNvPr id="1596" name="任意多边形: 形状 1595">
              <a:extLst>
                <a:ext uri="{FF2B5EF4-FFF2-40B4-BE49-F238E27FC236}">
                  <a16:creationId xmlns:a16="http://schemas.microsoft.com/office/drawing/2014/main" id="{B9A389D2-4923-554B-7FD2-C71952FE8126}"/>
                </a:ext>
              </a:extLst>
            </p:cNvPr>
            <p:cNvSpPr/>
            <p:nvPr/>
          </p:nvSpPr>
          <p:spPr>
            <a:xfrm rot="10800000" flipV="1">
              <a:off x="4720353" y="2633282"/>
              <a:ext cx="337168" cy="876637"/>
            </a:xfrm>
            <a:custGeom>
              <a:avLst/>
              <a:gdLst>
                <a:gd name="connsiteX0" fmla="*/ 286593 w 337168"/>
                <a:gd name="connsiteY0" fmla="*/ 0 h 876637"/>
                <a:gd name="connsiteX1" fmla="*/ 337168 w 337168"/>
                <a:gd name="connsiteY1" fmla="*/ 50575 h 876637"/>
                <a:gd name="connsiteX2" fmla="*/ 337168 w 337168"/>
                <a:gd name="connsiteY2" fmla="*/ 826062 h 876637"/>
                <a:gd name="connsiteX3" fmla="*/ 286593 w 337168"/>
                <a:gd name="connsiteY3" fmla="*/ 876637 h 876637"/>
                <a:gd name="connsiteX4" fmla="*/ 50575 w 337168"/>
                <a:gd name="connsiteY4" fmla="*/ 876637 h 876637"/>
                <a:gd name="connsiteX5" fmla="*/ 0 w 337168"/>
                <a:gd name="connsiteY5" fmla="*/ 826062 h 876637"/>
                <a:gd name="connsiteX6" fmla="*/ 0 w 337168"/>
                <a:gd name="connsiteY6" fmla="*/ 50575 h 876637"/>
                <a:gd name="connsiteX7" fmla="*/ 50575 w 337168"/>
                <a:gd name="connsiteY7" fmla="*/ 0 h 87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168" h="876637">
                  <a:moveTo>
                    <a:pt x="286593" y="0"/>
                  </a:moveTo>
                  <a:cubicBezTo>
                    <a:pt x="314525" y="0"/>
                    <a:pt x="337168" y="22643"/>
                    <a:pt x="337168" y="50575"/>
                  </a:cubicBezTo>
                  <a:lnTo>
                    <a:pt x="337168" y="826062"/>
                  </a:lnTo>
                  <a:cubicBezTo>
                    <a:pt x="337168" y="853994"/>
                    <a:pt x="314525" y="876637"/>
                    <a:pt x="286593" y="876637"/>
                  </a:cubicBezTo>
                  <a:lnTo>
                    <a:pt x="50575" y="876637"/>
                  </a:lnTo>
                  <a:cubicBezTo>
                    <a:pt x="22643" y="876637"/>
                    <a:pt x="0" y="853994"/>
                    <a:pt x="0" y="826062"/>
                  </a:cubicBezTo>
                  <a:lnTo>
                    <a:pt x="0" y="50575"/>
                  </a:lnTo>
                  <a:cubicBezTo>
                    <a:pt x="0" y="22643"/>
                    <a:pt x="22643" y="0"/>
                    <a:pt x="50575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597" name="图片 1596">
              <a:extLst>
                <a:ext uri="{FF2B5EF4-FFF2-40B4-BE49-F238E27FC236}">
                  <a16:creationId xmlns:a16="http://schemas.microsoft.com/office/drawing/2014/main" id="{89D7295D-05B2-1B38-E6C5-ECCCD4469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723725" y="2751291"/>
              <a:ext cx="323681" cy="681079"/>
            </a:xfrm>
            <a:custGeom>
              <a:avLst/>
              <a:gdLst>
                <a:gd name="connsiteX0" fmla="*/ -1 w 323681"/>
                <a:gd name="connsiteY0" fmla="*/ -1 h 681079"/>
                <a:gd name="connsiteX1" fmla="*/ 323681 w 323681"/>
                <a:gd name="connsiteY1" fmla="*/ -1 h 681079"/>
                <a:gd name="connsiteX2" fmla="*/ 323681 w 323681"/>
                <a:gd name="connsiteY2" fmla="*/ 681079 h 681079"/>
                <a:gd name="connsiteX3" fmla="*/ -1 w 323681"/>
                <a:gd name="connsiteY3" fmla="*/ 681079 h 681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81" h="681079">
                  <a:moveTo>
                    <a:pt x="-1" y="-1"/>
                  </a:moveTo>
                  <a:lnTo>
                    <a:pt x="323681" y="-1"/>
                  </a:lnTo>
                  <a:lnTo>
                    <a:pt x="323681" y="681079"/>
                  </a:lnTo>
                  <a:lnTo>
                    <a:pt x="-1" y="681079"/>
                  </a:lnTo>
                  <a:close/>
                </a:path>
              </a:pathLst>
            </a:custGeom>
          </p:spPr>
        </p:pic>
      </p:grpSp>
      <p:grpSp>
        <p:nvGrpSpPr>
          <p:cNvPr id="1598" name="图形 1456">
            <a:extLst>
              <a:ext uri="{FF2B5EF4-FFF2-40B4-BE49-F238E27FC236}">
                <a16:creationId xmlns:a16="http://schemas.microsoft.com/office/drawing/2014/main" id="{43BB82E9-5053-A1E4-A3BC-178149D83BB7}"/>
              </a:ext>
            </a:extLst>
          </p:cNvPr>
          <p:cNvGrpSpPr/>
          <p:nvPr/>
        </p:nvGrpSpPr>
        <p:grpSpPr>
          <a:xfrm>
            <a:off x="5570017" y="2666999"/>
            <a:ext cx="390305" cy="404601"/>
            <a:chOff x="5570017" y="2666999"/>
            <a:chExt cx="390305" cy="404601"/>
          </a:xfrm>
        </p:grpSpPr>
        <p:sp>
          <p:nvSpPr>
            <p:cNvPr id="1599" name="任意多边形: 形状 1598">
              <a:extLst>
                <a:ext uri="{FF2B5EF4-FFF2-40B4-BE49-F238E27FC236}">
                  <a16:creationId xmlns:a16="http://schemas.microsoft.com/office/drawing/2014/main" id="{F5304F9B-C51D-034F-C404-B9479B813B61}"/>
                </a:ext>
              </a:extLst>
            </p:cNvPr>
            <p:cNvSpPr/>
            <p:nvPr/>
          </p:nvSpPr>
          <p:spPr>
            <a:xfrm>
              <a:off x="5570017" y="2690601"/>
              <a:ext cx="354903" cy="380999"/>
            </a:xfrm>
            <a:custGeom>
              <a:avLst/>
              <a:gdLst>
                <a:gd name="connsiteX0" fmla="*/ 0 w 354903"/>
                <a:gd name="connsiteY0" fmla="*/ 381000 h 380999"/>
                <a:gd name="connsiteX1" fmla="*/ 131496 w 354903"/>
                <a:gd name="connsiteY1" fmla="*/ 381000 h 380999"/>
                <a:gd name="connsiteX2" fmla="*/ 198929 w 354903"/>
                <a:gd name="connsiteY2" fmla="*/ 313566 h 380999"/>
                <a:gd name="connsiteX3" fmla="*/ 198929 w 354903"/>
                <a:gd name="connsiteY3" fmla="*/ 67434 h 380999"/>
                <a:gd name="connsiteX4" fmla="*/ 266363 w 354903"/>
                <a:gd name="connsiteY4" fmla="*/ 0 h 380999"/>
                <a:gd name="connsiteX5" fmla="*/ 354903 w 354903"/>
                <a:gd name="connsiteY5" fmla="*/ 0 h 38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4903" h="380999">
                  <a:moveTo>
                    <a:pt x="0" y="381000"/>
                  </a:moveTo>
                  <a:lnTo>
                    <a:pt x="131496" y="381000"/>
                  </a:lnTo>
                  <a:cubicBezTo>
                    <a:pt x="176451" y="381000"/>
                    <a:pt x="198929" y="358522"/>
                    <a:pt x="198929" y="313566"/>
                  </a:cubicBezTo>
                  <a:lnTo>
                    <a:pt x="198929" y="67434"/>
                  </a:lnTo>
                  <a:cubicBezTo>
                    <a:pt x="198929" y="22478"/>
                    <a:pt x="221407" y="0"/>
                    <a:pt x="266363" y="0"/>
                  </a:cubicBezTo>
                  <a:lnTo>
                    <a:pt x="354903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0" name="任意多边形: 形状 1599">
              <a:extLst>
                <a:ext uri="{FF2B5EF4-FFF2-40B4-BE49-F238E27FC236}">
                  <a16:creationId xmlns:a16="http://schemas.microsoft.com/office/drawing/2014/main" id="{90638AB1-26A5-C3B2-2050-03412363DD11}"/>
                </a:ext>
              </a:extLst>
            </p:cNvPr>
            <p:cNvSpPr/>
            <p:nvPr/>
          </p:nvSpPr>
          <p:spPr>
            <a:xfrm>
              <a:off x="5913120" y="2666999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01" name="图形 1456">
            <a:extLst>
              <a:ext uri="{FF2B5EF4-FFF2-40B4-BE49-F238E27FC236}">
                <a16:creationId xmlns:a16="http://schemas.microsoft.com/office/drawing/2014/main" id="{0BC66D36-BFCE-8E97-026B-DB05E844EA59}"/>
              </a:ext>
            </a:extLst>
          </p:cNvPr>
          <p:cNvGrpSpPr/>
          <p:nvPr/>
        </p:nvGrpSpPr>
        <p:grpSpPr>
          <a:xfrm>
            <a:off x="5570017" y="3071601"/>
            <a:ext cx="390305" cy="404601"/>
            <a:chOff x="5570017" y="3071601"/>
            <a:chExt cx="390305" cy="404601"/>
          </a:xfrm>
        </p:grpSpPr>
        <p:sp>
          <p:nvSpPr>
            <p:cNvPr id="1602" name="任意多边形: 形状 1601">
              <a:extLst>
                <a:ext uri="{FF2B5EF4-FFF2-40B4-BE49-F238E27FC236}">
                  <a16:creationId xmlns:a16="http://schemas.microsoft.com/office/drawing/2014/main" id="{E1034F1C-9D12-7066-1A4B-41345B89DFF6}"/>
                </a:ext>
              </a:extLst>
            </p:cNvPr>
            <p:cNvSpPr/>
            <p:nvPr/>
          </p:nvSpPr>
          <p:spPr>
            <a:xfrm>
              <a:off x="5570017" y="3071601"/>
              <a:ext cx="354903" cy="380999"/>
            </a:xfrm>
            <a:custGeom>
              <a:avLst/>
              <a:gdLst>
                <a:gd name="connsiteX0" fmla="*/ 0 w 354903"/>
                <a:gd name="connsiteY0" fmla="*/ 0 h 380999"/>
                <a:gd name="connsiteX1" fmla="*/ 131496 w 354903"/>
                <a:gd name="connsiteY1" fmla="*/ 0 h 380999"/>
                <a:gd name="connsiteX2" fmla="*/ 198929 w 354903"/>
                <a:gd name="connsiteY2" fmla="*/ 67434 h 380999"/>
                <a:gd name="connsiteX3" fmla="*/ 198929 w 354903"/>
                <a:gd name="connsiteY3" fmla="*/ 313566 h 380999"/>
                <a:gd name="connsiteX4" fmla="*/ 266363 w 354903"/>
                <a:gd name="connsiteY4" fmla="*/ 381000 h 380999"/>
                <a:gd name="connsiteX5" fmla="*/ 354903 w 354903"/>
                <a:gd name="connsiteY5" fmla="*/ 381000 h 38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4903" h="380999">
                  <a:moveTo>
                    <a:pt x="0" y="0"/>
                  </a:moveTo>
                  <a:lnTo>
                    <a:pt x="131496" y="0"/>
                  </a:lnTo>
                  <a:cubicBezTo>
                    <a:pt x="176451" y="0"/>
                    <a:pt x="198929" y="22478"/>
                    <a:pt x="198929" y="67434"/>
                  </a:cubicBezTo>
                  <a:lnTo>
                    <a:pt x="198929" y="313566"/>
                  </a:lnTo>
                  <a:cubicBezTo>
                    <a:pt x="198929" y="358522"/>
                    <a:pt x="221407" y="381000"/>
                    <a:pt x="266363" y="381000"/>
                  </a:cubicBezTo>
                  <a:lnTo>
                    <a:pt x="354903" y="38100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3" name="任意多边形: 形状 1602">
              <a:extLst>
                <a:ext uri="{FF2B5EF4-FFF2-40B4-BE49-F238E27FC236}">
                  <a16:creationId xmlns:a16="http://schemas.microsoft.com/office/drawing/2014/main" id="{3D4F279A-A0B6-8B36-784B-D5D1720DC466}"/>
                </a:ext>
              </a:extLst>
            </p:cNvPr>
            <p:cNvSpPr/>
            <p:nvPr/>
          </p:nvSpPr>
          <p:spPr>
            <a:xfrm>
              <a:off x="5913120" y="3428999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04" name="图形 1456">
            <a:extLst>
              <a:ext uri="{FF2B5EF4-FFF2-40B4-BE49-F238E27FC236}">
                <a16:creationId xmlns:a16="http://schemas.microsoft.com/office/drawing/2014/main" id="{7F647434-49E7-422D-5073-890670D4DA80}"/>
              </a:ext>
            </a:extLst>
          </p:cNvPr>
          <p:cNvGrpSpPr/>
          <p:nvPr/>
        </p:nvGrpSpPr>
        <p:grpSpPr>
          <a:xfrm>
            <a:off x="5232849" y="2633282"/>
            <a:ext cx="337168" cy="880008"/>
            <a:chOff x="5232849" y="2633282"/>
            <a:chExt cx="337168" cy="880008"/>
          </a:xfrm>
          <a:solidFill>
            <a:srgbClr val="DAE8FC"/>
          </a:solidFill>
        </p:grpSpPr>
        <p:sp>
          <p:nvSpPr>
            <p:cNvPr id="1605" name="任意多边形: 形状 1604">
              <a:extLst>
                <a:ext uri="{FF2B5EF4-FFF2-40B4-BE49-F238E27FC236}">
                  <a16:creationId xmlns:a16="http://schemas.microsoft.com/office/drawing/2014/main" id="{06875F03-DB70-FB40-0404-704A08B913BF}"/>
                </a:ext>
              </a:extLst>
            </p:cNvPr>
            <p:cNvSpPr/>
            <p:nvPr/>
          </p:nvSpPr>
          <p:spPr>
            <a:xfrm rot="10800000" flipV="1">
              <a:off x="5232849" y="2633282"/>
              <a:ext cx="337168" cy="876637"/>
            </a:xfrm>
            <a:custGeom>
              <a:avLst/>
              <a:gdLst>
                <a:gd name="connsiteX0" fmla="*/ 286593 w 337168"/>
                <a:gd name="connsiteY0" fmla="*/ 0 h 876637"/>
                <a:gd name="connsiteX1" fmla="*/ 337168 w 337168"/>
                <a:gd name="connsiteY1" fmla="*/ 50575 h 876637"/>
                <a:gd name="connsiteX2" fmla="*/ 337168 w 337168"/>
                <a:gd name="connsiteY2" fmla="*/ 826062 h 876637"/>
                <a:gd name="connsiteX3" fmla="*/ 286593 w 337168"/>
                <a:gd name="connsiteY3" fmla="*/ 876637 h 876637"/>
                <a:gd name="connsiteX4" fmla="*/ 50575 w 337168"/>
                <a:gd name="connsiteY4" fmla="*/ 876637 h 876637"/>
                <a:gd name="connsiteX5" fmla="*/ 0 w 337168"/>
                <a:gd name="connsiteY5" fmla="*/ 826062 h 876637"/>
                <a:gd name="connsiteX6" fmla="*/ 0 w 337168"/>
                <a:gd name="connsiteY6" fmla="*/ 50575 h 876637"/>
                <a:gd name="connsiteX7" fmla="*/ 50575 w 337168"/>
                <a:gd name="connsiteY7" fmla="*/ 0 h 87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168" h="876637">
                  <a:moveTo>
                    <a:pt x="286593" y="0"/>
                  </a:moveTo>
                  <a:cubicBezTo>
                    <a:pt x="314525" y="0"/>
                    <a:pt x="337168" y="22643"/>
                    <a:pt x="337168" y="50575"/>
                  </a:cubicBezTo>
                  <a:lnTo>
                    <a:pt x="337168" y="826062"/>
                  </a:lnTo>
                  <a:cubicBezTo>
                    <a:pt x="337168" y="853994"/>
                    <a:pt x="314525" y="876637"/>
                    <a:pt x="286593" y="876637"/>
                  </a:cubicBezTo>
                  <a:lnTo>
                    <a:pt x="50575" y="876637"/>
                  </a:lnTo>
                  <a:cubicBezTo>
                    <a:pt x="22643" y="876637"/>
                    <a:pt x="0" y="853994"/>
                    <a:pt x="0" y="826062"/>
                  </a:cubicBezTo>
                  <a:lnTo>
                    <a:pt x="0" y="50575"/>
                  </a:lnTo>
                  <a:cubicBezTo>
                    <a:pt x="0" y="22643"/>
                    <a:pt x="22643" y="0"/>
                    <a:pt x="50575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06" name="图片 1605">
              <a:extLst>
                <a:ext uri="{FF2B5EF4-FFF2-40B4-BE49-F238E27FC236}">
                  <a16:creationId xmlns:a16="http://schemas.microsoft.com/office/drawing/2014/main" id="{F362A43E-8567-4606-B833-3396D610B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236221" y="2670371"/>
              <a:ext cx="323681" cy="842920"/>
            </a:xfrm>
            <a:custGeom>
              <a:avLst/>
              <a:gdLst>
                <a:gd name="connsiteX0" fmla="*/ -1 w 323681"/>
                <a:gd name="connsiteY0" fmla="*/ -1 h 842920"/>
                <a:gd name="connsiteX1" fmla="*/ 323681 w 323681"/>
                <a:gd name="connsiteY1" fmla="*/ -1 h 842920"/>
                <a:gd name="connsiteX2" fmla="*/ 323681 w 323681"/>
                <a:gd name="connsiteY2" fmla="*/ 842920 h 842920"/>
                <a:gd name="connsiteX3" fmla="*/ -1 w 323681"/>
                <a:gd name="connsiteY3" fmla="*/ 842920 h 84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81" h="842920">
                  <a:moveTo>
                    <a:pt x="-1" y="-1"/>
                  </a:moveTo>
                  <a:lnTo>
                    <a:pt x="323681" y="-1"/>
                  </a:lnTo>
                  <a:lnTo>
                    <a:pt x="323681" y="842920"/>
                  </a:lnTo>
                  <a:lnTo>
                    <a:pt x="-1" y="842920"/>
                  </a:lnTo>
                  <a:close/>
                </a:path>
              </a:pathLst>
            </a:custGeom>
          </p:spPr>
        </p:pic>
      </p:grpSp>
      <p:grpSp>
        <p:nvGrpSpPr>
          <p:cNvPr id="1607" name="图形 1456">
            <a:extLst>
              <a:ext uri="{FF2B5EF4-FFF2-40B4-BE49-F238E27FC236}">
                <a16:creationId xmlns:a16="http://schemas.microsoft.com/office/drawing/2014/main" id="{58CC827B-F556-9FB0-0A5C-C8D9A3382930}"/>
              </a:ext>
            </a:extLst>
          </p:cNvPr>
          <p:cNvGrpSpPr/>
          <p:nvPr/>
        </p:nvGrpSpPr>
        <p:grpSpPr>
          <a:xfrm>
            <a:off x="6675929" y="2690601"/>
            <a:ext cx="349845" cy="389429"/>
            <a:chOff x="6675929" y="2690601"/>
            <a:chExt cx="349845" cy="389429"/>
          </a:xfrm>
        </p:grpSpPr>
        <p:sp>
          <p:nvSpPr>
            <p:cNvPr id="1608" name="任意多边形: 形状 1607">
              <a:extLst>
                <a:ext uri="{FF2B5EF4-FFF2-40B4-BE49-F238E27FC236}">
                  <a16:creationId xmlns:a16="http://schemas.microsoft.com/office/drawing/2014/main" id="{CCF0214B-BB97-BDCA-4E36-888E6298777E}"/>
                </a:ext>
              </a:extLst>
            </p:cNvPr>
            <p:cNvSpPr/>
            <p:nvPr/>
          </p:nvSpPr>
          <p:spPr>
            <a:xfrm>
              <a:off x="6675929" y="2690601"/>
              <a:ext cx="314443" cy="365827"/>
            </a:xfrm>
            <a:custGeom>
              <a:avLst/>
              <a:gdLst>
                <a:gd name="connsiteX0" fmla="*/ 0 w 314443"/>
                <a:gd name="connsiteY0" fmla="*/ 0 h 365827"/>
                <a:gd name="connsiteX1" fmla="*/ 111265 w 314443"/>
                <a:gd name="connsiteY1" fmla="*/ 0 h 365827"/>
                <a:gd name="connsiteX2" fmla="*/ 178699 w 314443"/>
                <a:gd name="connsiteY2" fmla="*/ 67434 h 365827"/>
                <a:gd name="connsiteX3" fmla="*/ 178699 w 314443"/>
                <a:gd name="connsiteY3" fmla="*/ 298394 h 365827"/>
                <a:gd name="connsiteX4" fmla="*/ 246133 w 314443"/>
                <a:gd name="connsiteY4" fmla="*/ 365827 h 365827"/>
                <a:gd name="connsiteX5" fmla="*/ 314443 w 314443"/>
                <a:gd name="connsiteY5" fmla="*/ 365827 h 365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4443" h="365827">
                  <a:moveTo>
                    <a:pt x="0" y="0"/>
                  </a:moveTo>
                  <a:lnTo>
                    <a:pt x="111265" y="0"/>
                  </a:lnTo>
                  <a:cubicBezTo>
                    <a:pt x="156221" y="0"/>
                    <a:pt x="178699" y="22478"/>
                    <a:pt x="178699" y="67434"/>
                  </a:cubicBezTo>
                  <a:lnTo>
                    <a:pt x="178699" y="298394"/>
                  </a:lnTo>
                  <a:cubicBezTo>
                    <a:pt x="178699" y="343350"/>
                    <a:pt x="201177" y="365827"/>
                    <a:pt x="246133" y="365827"/>
                  </a:cubicBezTo>
                  <a:lnTo>
                    <a:pt x="314443" y="365827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9" name="任意多边形: 形状 1608">
              <a:extLst>
                <a:ext uri="{FF2B5EF4-FFF2-40B4-BE49-F238E27FC236}">
                  <a16:creationId xmlns:a16="http://schemas.microsoft.com/office/drawing/2014/main" id="{BACF4632-62DE-2ACF-E57F-1FD76E929E06}"/>
                </a:ext>
              </a:extLst>
            </p:cNvPr>
            <p:cNvSpPr/>
            <p:nvPr/>
          </p:nvSpPr>
          <p:spPr>
            <a:xfrm>
              <a:off x="6978571" y="3032826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10" name="图形 1456">
            <a:extLst>
              <a:ext uri="{FF2B5EF4-FFF2-40B4-BE49-F238E27FC236}">
                <a16:creationId xmlns:a16="http://schemas.microsoft.com/office/drawing/2014/main" id="{9A46B924-90F3-FFD0-57C6-F3A40DBD31DD}"/>
              </a:ext>
            </a:extLst>
          </p:cNvPr>
          <p:cNvGrpSpPr/>
          <p:nvPr/>
        </p:nvGrpSpPr>
        <p:grpSpPr>
          <a:xfrm>
            <a:off x="6675929" y="3032826"/>
            <a:ext cx="349845" cy="419774"/>
            <a:chOff x="6675929" y="3032826"/>
            <a:chExt cx="349845" cy="419774"/>
          </a:xfrm>
        </p:grpSpPr>
        <p:sp>
          <p:nvSpPr>
            <p:cNvPr id="1611" name="任意多边形: 形状 1610">
              <a:extLst>
                <a:ext uri="{FF2B5EF4-FFF2-40B4-BE49-F238E27FC236}">
                  <a16:creationId xmlns:a16="http://schemas.microsoft.com/office/drawing/2014/main" id="{64321849-79E7-29E6-57EE-6A1D05755333}"/>
                </a:ext>
              </a:extLst>
            </p:cNvPr>
            <p:cNvSpPr/>
            <p:nvPr/>
          </p:nvSpPr>
          <p:spPr>
            <a:xfrm>
              <a:off x="6675929" y="3056428"/>
              <a:ext cx="314443" cy="396172"/>
            </a:xfrm>
            <a:custGeom>
              <a:avLst/>
              <a:gdLst>
                <a:gd name="connsiteX0" fmla="*/ 0 w 314443"/>
                <a:gd name="connsiteY0" fmla="*/ 396173 h 396172"/>
                <a:gd name="connsiteX1" fmla="*/ 111265 w 314443"/>
                <a:gd name="connsiteY1" fmla="*/ 396173 h 396172"/>
                <a:gd name="connsiteX2" fmla="*/ 178699 w 314443"/>
                <a:gd name="connsiteY2" fmla="*/ 328739 h 396172"/>
                <a:gd name="connsiteX3" fmla="*/ 178699 w 314443"/>
                <a:gd name="connsiteY3" fmla="*/ 67434 h 396172"/>
                <a:gd name="connsiteX4" fmla="*/ 246133 w 314443"/>
                <a:gd name="connsiteY4" fmla="*/ 0 h 396172"/>
                <a:gd name="connsiteX5" fmla="*/ 314443 w 314443"/>
                <a:gd name="connsiteY5" fmla="*/ 0 h 39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4443" h="396172">
                  <a:moveTo>
                    <a:pt x="0" y="396173"/>
                  </a:moveTo>
                  <a:lnTo>
                    <a:pt x="111265" y="396173"/>
                  </a:lnTo>
                  <a:cubicBezTo>
                    <a:pt x="156221" y="396173"/>
                    <a:pt x="178699" y="373695"/>
                    <a:pt x="178699" y="328739"/>
                  </a:cubicBezTo>
                  <a:lnTo>
                    <a:pt x="178699" y="67434"/>
                  </a:lnTo>
                  <a:cubicBezTo>
                    <a:pt x="178699" y="22478"/>
                    <a:pt x="201177" y="0"/>
                    <a:pt x="246133" y="0"/>
                  </a:cubicBezTo>
                  <a:lnTo>
                    <a:pt x="314443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2" name="任意多边形: 形状 1611">
              <a:extLst>
                <a:ext uri="{FF2B5EF4-FFF2-40B4-BE49-F238E27FC236}">
                  <a16:creationId xmlns:a16="http://schemas.microsoft.com/office/drawing/2014/main" id="{DFBE9699-3FC0-ADEC-2BFF-254D53E549D0}"/>
                </a:ext>
              </a:extLst>
            </p:cNvPr>
            <p:cNvSpPr/>
            <p:nvPr/>
          </p:nvSpPr>
          <p:spPr>
            <a:xfrm>
              <a:off x="6978571" y="3032826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13" name="图形 1456">
            <a:extLst>
              <a:ext uri="{FF2B5EF4-FFF2-40B4-BE49-F238E27FC236}">
                <a16:creationId xmlns:a16="http://schemas.microsoft.com/office/drawing/2014/main" id="{1D848A87-5529-C594-4EE3-529154A3742A}"/>
              </a:ext>
            </a:extLst>
          </p:cNvPr>
          <p:cNvGrpSpPr/>
          <p:nvPr/>
        </p:nvGrpSpPr>
        <p:grpSpPr>
          <a:xfrm>
            <a:off x="6783823" y="2973822"/>
            <a:ext cx="141610" cy="195557"/>
            <a:chOff x="6783823" y="2973822"/>
            <a:chExt cx="141610" cy="195557"/>
          </a:xfrm>
          <a:solidFill>
            <a:srgbClr val="FFFFFF"/>
          </a:solidFill>
        </p:grpSpPr>
        <p:sp>
          <p:nvSpPr>
            <p:cNvPr id="1614" name="任意多边形: 形状 1613">
              <a:extLst>
                <a:ext uri="{FF2B5EF4-FFF2-40B4-BE49-F238E27FC236}">
                  <a16:creationId xmlns:a16="http://schemas.microsoft.com/office/drawing/2014/main" id="{C8D175DE-5F4E-0478-C5AA-EDA1FD6CA01B}"/>
                </a:ext>
              </a:extLst>
            </p:cNvPr>
            <p:cNvSpPr/>
            <p:nvPr/>
          </p:nvSpPr>
          <p:spPr>
            <a:xfrm>
              <a:off x="6783823" y="2985623"/>
              <a:ext cx="141610" cy="141610"/>
            </a:xfrm>
            <a:custGeom>
              <a:avLst/>
              <a:gdLst>
                <a:gd name="connsiteX0" fmla="*/ 141611 w 141610"/>
                <a:gd name="connsiteY0" fmla="*/ 70805 h 141610"/>
                <a:gd name="connsiteX1" fmla="*/ 70805 w 141610"/>
                <a:gd name="connsiteY1" fmla="*/ 141611 h 141610"/>
                <a:gd name="connsiteX2" fmla="*/ 0 w 141610"/>
                <a:gd name="connsiteY2" fmla="*/ 70805 h 141610"/>
                <a:gd name="connsiteX3" fmla="*/ 70805 w 141610"/>
                <a:gd name="connsiteY3" fmla="*/ 0 h 141610"/>
                <a:gd name="connsiteX4" fmla="*/ 141611 w 141610"/>
                <a:gd name="connsiteY4" fmla="*/ 70805 h 14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610" h="141610">
                  <a:moveTo>
                    <a:pt x="141611" y="70805"/>
                  </a:moveTo>
                  <a:cubicBezTo>
                    <a:pt x="141611" y="109910"/>
                    <a:pt x="109910" y="141611"/>
                    <a:pt x="70805" y="141611"/>
                  </a:cubicBezTo>
                  <a:cubicBezTo>
                    <a:pt x="31700" y="141611"/>
                    <a:pt x="0" y="109910"/>
                    <a:pt x="0" y="70805"/>
                  </a:cubicBezTo>
                  <a:cubicBezTo>
                    <a:pt x="0" y="31701"/>
                    <a:pt x="31700" y="0"/>
                    <a:pt x="70805" y="0"/>
                  </a:cubicBezTo>
                  <a:cubicBezTo>
                    <a:pt x="109910" y="0"/>
                    <a:pt x="141611" y="31701"/>
                    <a:pt x="141611" y="70805"/>
                  </a:cubicBezTo>
                  <a:close/>
                </a:path>
              </a:pathLst>
            </a:custGeom>
            <a:solidFill>
              <a:srgbClr val="FFFFFF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15" name="图片 1614">
              <a:extLst>
                <a:ext uri="{FF2B5EF4-FFF2-40B4-BE49-F238E27FC236}">
                  <a16:creationId xmlns:a16="http://schemas.microsoft.com/office/drawing/2014/main" id="{773D93BA-E5CC-4419-8D90-A3C80A493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87194" y="2973822"/>
              <a:ext cx="128123" cy="195557"/>
            </a:xfrm>
            <a:custGeom>
              <a:avLst/>
              <a:gdLst>
                <a:gd name="connsiteX0" fmla="*/ -1 w 128123"/>
                <a:gd name="connsiteY0" fmla="*/ -1 h 195557"/>
                <a:gd name="connsiteX1" fmla="*/ 128123 w 128123"/>
                <a:gd name="connsiteY1" fmla="*/ -1 h 195557"/>
                <a:gd name="connsiteX2" fmla="*/ 128123 w 128123"/>
                <a:gd name="connsiteY2" fmla="*/ 195557 h 195557"/>
                <a:gd name="connsiteX3" fmla="*/ -1 w 128123"/>
                <a:gd name="connsiteY3" fmla="*/ 195557 h 19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123" h="195557">
                  <a:moveTo>
                    <a:pt x="-1" y="-1"/>
                  </a:moveTo>
                  <a:lnTo>
                    <a:pt x="128123" y="-1"/>
                  </a:lnTo>
                  <a:lnTo>
                    <a:pt x="128123" y="195557"/>
                  </a:lnTo>
                  <a:lnTo>
                    <a:pt x="-1" y="195557"/>
                  </a:lnTo>
                  <a:close/>
                </a:path>
              </a:pathLst>
            </a:custGeom>
          </p:spPr>
        </p:pic>
      </p:grpSp>
      <p:grpSp>
        <p:nvGrpSpPr>
          <p:cNvPr id="1616" name="图形 1456">
            <a:extLst>
              <a:ext uri="{FF2B5EF4-FFF2-40B4-BE49-F238E27FC236}">
                <a16:creationId xmlns:a16="http://schemas.microsoft.com/office/drawing/2014/main" id="{91F7426A-794C-2B4B-DE05-1A4ECCFD43D8}"/>
              </a:ext>
            </a:extLst>
          </p:cNvPr>
          <p:cNvGrpSpPr/>
          <p:nvPr/>
        </p:nvGrpSpPr>
        <p:grpSpPr>
          <a:xfrm>
            <a:off x="7033327" y="2483242"/>
            <a:ext cx="337168" cy="1146371"/>
            <a:chOff x="7033327" y="2483242"/>
            <a:chExt cx="337168" cy="1146371"/>
          </a:xfrm>
          <a:solidFill>
            <a:srgbClr val="6EA0BF"/>
          </a:solidFill>
        </p:grpSpPr>
        <p:sp>
          <p:nvSpPr>
            <p:cNvPr id="1617" name="任意多边形: 形状 1616">
              <a:extLst>
                <a:ext uri="{FF2B5EF4-FFF2-40B4-BE49-F238E27FC236}">
                  <a16:creationId xmlns:a16="http://schemas.microsoft.com/office/drawing/2014/main" id="{8118B09D-865A-E897-800C-F0BCC135BB35}"/>
                </a:ext>
              </a:extLst>
            </p:cNvPr>
            <p:cNvSpPr/>
            <p:nvPr/>
          </p:nvSpPr>
          <p:spPr>
            <a:xfrm rot="10800000" flipV="1">
              <a:off x="7033327" y="2483242"/>
              <a:ext cx="337168" cy="1146371"/>
            </a:xfrm>
            <a:custGeom>
              <a:avLst/>
              <a:gdLst>
                <a:gd name="connsiteX0" fmla="*/ 286593 w 337168"/>
                <a:gd name="connsiteY0" fmla="*/ 0 h 1146371"/>
                <a:gd name="connsiteX1" fmla="*/ 337168 w 337168"/>
                <a:gd name="connsiteY1" fmla="*/ 50575 h 1146371"/>
                <a:gd name="connsiteX2" fmla="*/ 337168 w 337168"/>
                <a:gd name="connsiteY2" fmla="*/ 1095797 h 1146371"/>
                <a:gd name="connsiteX3" fmla="*/ 286593 w 337168"/>
                <a:gd name="connsiteY3" fmla="*/ 1146372 h 1146371"/>
                <a:gd name="connsiteX4" fmla="*/ 50575 w 337168"/>
                <a:gd name="connsiteY4" fmla="*/ 1146372 h 1146371"/>
                <a:gd name="connsiteX5" fmla="*/ 0 w 337168"/>
                <a:gd name="connsiteY5" fmla="*/ 1095797 h 1146371"/>
                <a:gd name="connsiteX6" fmla="*/ 0 w 337168"/>
                <a:gd name="connsiteY6" fmla="*/ 50575 h 1146371"/>
                <a:gd name="connsiteX7" fmla="*/ 50575 w 337168"/>
                <a:gd name="connsiteY7" fmla="*/ 0 h 114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168" h="1146371">
                  <a:moveTo>
                    <a:pt x="286593" y="0"/>
                  </a:moveTo>
                  <a:cubicBezTo>
                    <a:pt x="314525" y="0"/>
                    <a:pt x="337168" y="22643"/>
                    <a:pt x="337168" y="50575"/>
                  </a:cubicBezTo>
                  <a:lnTo>
                    <a:pt x="337168" y="1095797"/>
                  </a:lnTo>
                  <a:cubicBezTo>
                    <a:pt x="337168" y="1123729"/>
                    <a:pt x="314525" y="1146372"/>
                    <a:pt x="286593" y="1146372"/>
                  </a:cubicBezTo>
                  <a:lnTo>
                    <a:pt x="50575" y="1146372"/>
                  </a:lnTo>
                  <a:cubicBezTo>
                    <a:pt x="22644" y="1146372"/>
                    <a:pt x="0" y="1123729"/>
                    <a:pt x="0" y="1095797"/>
                  </a:cubicBezTo>
                  <a:lnTo>
                    <a:pt x="0" y="50575"/>
                  </a:lnTo>
                  <a:cubicBezTo>
                    <a:pt x="0" y="22643"/>
                    <a:pt x="22644" y="0"/>
                    <a:pt x="50575" y="0"/>
                  </a:cubicBezTo>
                  <a:close/>
                </a:path>
              </a:pathLst>
            </a:custGeom>
            <a:solidFill>
              <a:srgbClr val="6EA0BF"/>
            </a:solidFill>
            <a:ln w="6743" cap="flat">
              <a:solidFill>
                <a:srgbClr val="6080A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18" name="图片 1617">
              <a:extLst>
                <a:ext uri="{FF2B5EF4-FFF2-40B4-BE49-F238E27FC236}">
                  <a16:creationId xmlns:a16="http://schemas.microsoft.com/office/drawing/2014/main" id="{CC5E7F7F-7907-A3C9-828B-F1773A70E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36699" y="2811981"/>
              <a:ext cx="323681" cy="519238"/>
            </a:xfrm>
            <a:custGeom>
              <a:avLst/>
              <a:gdLst>
                <a:gd name="connsiteX0" fmla="*/ -1 w 323681"/>
                <a:gd name="connsiteY0" fmla="*/ -1 h 519238"/>
                <a:gd name="connsiteX1" fmla="*/ 323681 w 323681"/>
                <a:gd name="connsiteY1" fmla="*/ -1 h 519238"/>
                <a:gd name="connsiteX2" fmla="*/ 323681 w 323681"/>
                <a:gd name="connsiteY2" fmla="*/ 519238 h 519238"/>
                <a:gd name="connsiteX3" fmla="*/ -1 w 323681"/>
                <a:gd name="connsiteY3" fmla="*/ 519238 h 51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81" h="519238">
                  <a:moveTo>
                    <a:pt x="-1" y="-1"/>
                  </a:moveTo>
                  <a:lnTo>
                    <a:pt x="323681" y="-1"/>
                  </a:lnTo>
                  <a:lnTo>
                    <a:pt x="323681" y="519238"/>
                  </a:lnTo>
                  <a:lnTo>
                    <a:pt x="-1" y="519238"/>
                  </a:lnTo>
                  <a:close/>
                </a:path>
              </a:pathLst>
            </a:custGeom>
          </p:spPr>
        </p:pic>
      </p:grpSp>
      <p:grpSp>
        <p:nvGrpSpPr>
          <p:cNvPr id="1619" name="图形 1456">
            <a:extLst>
              <a:ext uri="{FF2B5EF4-FFF2-40B4-BE49-F238E27FC236}">
                <a16:creationId xmlns:a16="http://schemas.microsoft.com/office/drawing/2014/main" id="{5F53BFEF-4B70-3E17-F2DE-F870E6392B54}"/>
              </a:ext>
            </a:extLst>
          </p:cNvPr>
          <p:cNvGrpSpPr/>
          <p:nvPr/>
        </p:nvGrpSpPr>
        <p:grpSpPr>
          <a:xfrm>
            <a:off x="5967876" y="3320363"/>
            <a:ext cx="708053" cy="264474"/>
            <a:chOff x="5967876" y="3320363"/>
            <a:chExt cx="708053" cy="264474"/>
          </a:xfrm>
          <a:solidFill>
            <a:srgbClr val="DAE8FC"/>
          </a:solidFill>
        </p:grpSpPr>
        <p:sp>
          <p:nvSpPr>
            <p:cNvPr id="1620" name="任意多边形: 形状 1619">
              <a:extLst>
                <a:ext uri="{FF2B5EF4-FFF2-40B4-BE49-F238E27FC236}">
                  <a16:creationId xmlns:a16="http://schemas.microsoft.com/office/drawing/2014/main" id="{F0796D82-BC07-B7AE-0372-22BF3BDEE056}"/>
                </a:ext>
              </a:extLst>
            </p:cNvPr>
            <p:cNvSpPr/>
            <p:nvPr/>
          </p:nvSpPr>
          <p:spPr>
            <a:xfrm>
              <a:off x="5967876" y="3320363"/>
              <a:ext cx="708053" cy="264474"/>
            </a:xfrm>
            <a:custGeom>
              <a:avLst/>
              <a:gdLst>
                <a:gd name="connsiteX0" fmla="*/ 668402 w 708053"/>
                <a:gd name="connsiteY0" fmla="*/ 0 h 264474"/>
                <a:gd name="connsiteX1" fmla="*/ 708053 w 708053"/>
                <a:gd name="connsiteY1" fmla="*/ 39651 h 264474"/>
                <a:gd name="connsiteX2" fmla="*/ 708053 w 708053"/>
                <a:gd name="connsiteY2" fmla="*/ 224824 h 264474"/>
                <a:gd name="connsiteX3" fmla="*/ 668402 w 708053"/>
                <a:gd name="connsiteY3" fmla="*/ 264475 h 264474"/>
                <a:gd name="connsiteX4" fmla="*/ 39651 w 708053"/>
                <a:gd name="connsiteY4" fmla="*/ 264475 h 264474"/>
                <a:gd name="connsiteX5" fmla="*/ 0 w 708053"/>
                <a:gd name="connsiteY5" fmla="*/ 224824 h 264474"/>
                <a:gd name="connsiteX6" fmla="*/ 0 w 708053"/>
                <a:gd name="connsiteY6" fmla="*/ 39651 h 264474"/>
                <a:gd name="connsiteX7" fmla="*/ 39651 w 708053"/>
                <a:gd name="connsiteY7" fmla="*/ 0 h 26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8053" h="264474">
                  <a:moveTo>
                    <a:pt x="668402" y="0"/>
                  </a:moveTo>
                  <a:cubicBezTo>
                    <a:pt x="690301" y="0"/>
                    <a:pt x="708053" y="17752"/>
                    <a:pt x="708053" y="39651"/>
                  </a:cubicBezTo>
                  <a:lnTo>
                    <a:pt x="708053" y="224824"/>
                  </a:lnTo>
                  <a:cubicBezTo>
                    <a:pt x="708053" y="246722"/>
                    <a:pt x="690301" y="264475"/>
                    <a:pt x="668402" y="264475"/>
                  </a:cubicBezTo>
                  <a:lnTo>
                    <a:pt x="39651" y="264475"/>
                  </a:lnTo>
                  <a:cubicBezTo>
                    <a:pt x="17752" y="264475"/>
                    <a:pt x="0" y="246722"/>
                    <a:pt x="0" y="224824"/>
                  </a:cubicBezTo>
                  <a:lnTo>
                    <a:pt x="0" y="39651"/>
                  </a:lnTo>
                  <a:cubicBezTo>
                    <a:pt x="0" y="17752"/>
                    <a:pt x="17752" y="0"/>
                    <a:pt x="39651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21" name="图片 1620">
              <a:extLst>
                <a:ext uri="{FF2B5EF4-FFF2-40B4-BE49-F238E27FC236}">
                  <a16:creationId xmlns:a16="http://schemas.microsoft.com/office/drawing/2014/main" id="{B4E6B783-8315-832E-5C35-4B5A31C01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971247" y="3371680"/>
              <a:ext cx="694566" cy="195557"/>
            </a:xfrm>
            <a:custGeom>
              <a:avLst/>
              <a:gdLst>
                <a:gd name="connsiteX0" fmla="*/ -1 w 694566"/>
                <a:gd name="connsiteY0" fmla="*/ -1 h 195557"/>
                <a:gd name="connsiteX1" fmla="*/ 694566 w 694566"/>
                <a:gd name="connsiteY1" fmla="*/ -1 h 195557"/>
                <a:gd name="connsiteX2" fmla="*/ 694566 w 694566"/>
                <a:gd name="connsiteY2" fmla="*/ 195557 h 195557"/>
                <a:gd name="connsiteX3" fmla="*/ -1 w 694566"/>
                <a:gd name="connsiteY3" fmla="*/ 195557 h 19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4566" h="195557">
                  <a:moveTo>
                    <a:pt x="-1" y="-1"/>
                  </a:moveTo>
                  <a:lnTo>
                    <a:pt x="694566" y="-1"/>
                  </a:lnTo>
                  <a:lnTo>
                    <a:pt x="694566" y="195557"/>
                  </a:lnTo>
                  <a:lnTo>
                    <a:pt x="-1" y="195557"/>
                  </a:lnTo>
                  <a:close/>
                </a:path>
              </a:pathLst>
            </a:custGeom>
          </p:spPr>
        </p:pic>
      </p:grpSp>
      <p:grpSp>
        <p:nvGrpSpPr>
          <p:cNvPr id="1622" name="图形 1456">
            <a:extLst>
              <a:ext uri="{FF2B5EF4-FFF2-40B4-BE49-F238E27FC236}">
                <a16:creationId xmlns:a16="http://schemas.microsoft.com/office/drawing/2014/main" id="{5EF7FD2F-3D49-18C0-1FF1-0DD117966C4E}"/>
              </a:ext>
            </a:extLst>
          </p:cNvPr>
          <p:cNvGrpSpPr/>
          <p:nvPr/>
        </p:nvGrpSpPr>
        <p:grpSpPr>
          <a:xfrm>
            <a:off x="5967876" y="2558363"/>
            <a:ext cx="708053" cy="264474"/>
            <a:chOff x="5967876" y="2558363"/>
            <a:chExt cx="708053" cy="264474"/>
          </a:xfrm>
          <a:solidFill>
            <a:srgbClr val="DAE8FC"/>
          </a:solidFill>
        </p:grpSpPr>
        <p:sp>
          <p:nvSpPr>
            <p:cNvPr id="1623" name="任意多边形: 形状 1622">
              <a:extLst>
                <a:ext uri="{FF2B5EF4-FFF2-40B4-BE49-F238E27FC236}">
                  <a16:creationId xmlns:a16="http://schemas.microsoft.com/office/drawing/2014/main" id="{91847928-B9A4-02B2-E12F-19328A6D11CC}"/>
                </a:ext>
              </a:extLst>
            </p:cNvPr>
            <p:cNvSpPr/>
            <p:nvPr/>
          </p:nvSpPr>
          <p:spPr>
            <a:xfrm>
              <a:off x="5967876" y="2558363"/>
              <a:ext cx="708053" cy="264474"/>
            </a:xfrm>
            <a:custGeom>
              <a:avLst/>
              <a:gdLst>
                <a:gd name="connsiteX0" fmla="*/ 668402 w 708053"/>
                <a:gd name="connsiteY0" fmla="*/ 0 h 264474"/>
                <a:gd name="connsiteX1" fmla="*/ 708053 w 708053"/>
                <a:gd name="connsiteY1" fmla="*/ 39651 h 264474"/>
                <a:gd name="connsiteX2" fmla="*/ 708053 w 708053"/>
                <a:gd name="connsiteY2" fmla="*/ 224824 h 264474"/>
                <a:gd name="connsiteX3" fmla="*/ 668402 w 708053"/>
                <a:gd name="connsiteY3" fmla="*/ 264475 h 264474"/>
                <a:gd name="connsiteX4" fmla="*/ 39651 w 708053"/>
                <a:gd name="connsiteY4" fmla="*/ 264475 h 264474"/>
                <a:gd name="connsiteX5" fmla="*/ 0 w 708053"/>
                <a:gd name="connsiteY5" fmla="*/ 224824 h 264474"/>
                <a:gd name="connsiteX6" fmla="*/ 0 w 708053"/>
                <a:gd name="connsiteY6" fmla="*/ 39651 h 264474"/>
                <a:gd name="connsiteX7" fmla="*/ 39651 w 708053"/>
                <a:gd name="connsiteY7" fmla="*/ 0 h 26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8053" h="264474">
                  <a:moveTo>
                    <a:pt x="668402" y="0"/>
                  </a:moveTo>
                  <a:cubicBezTo>
                    <a:pt x="690301" y="0"/>
                    <a:pt x="708053" y="17752"/>
                    <a:pt x="708053" y="39651"/>
                  </a:cubicBezTo>
                  <a:lnTo>
                    <a:pt x="708053" y="224824"/>
                  </a:lnTo>
                  <a:cubicBezTo>
                    <a:pt x="708053" y="246722"/>
                    <a:pt x="690301" y="264475"/>
                    <a:pt x="668402" y="264475"/>
                  </a:cubicBezTo>
                  <a:lnTo>
                    <a:pt x="39651" y="264475"/>
                  </a:lnTo>
                  <a:cubicBezTo>
                    <a:pt x="17752" y="264475"/>
                    <a:pt x="0" y="246722"/>
                    <a:pt x="0" y="224824"/>
                  </a:cubicBezTo>
                  <a:lnTo>
                    <a:pt x="0" y="39651"/>
                  </a:lnTo>
                  <a:cubicBezTo>
                    <a:pt x="0" y="17752"/>
                    <a:pt x="17752" y="0"/>
                    <a:pt x="39651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24" name="图片 1623">
              <a:extLst>
                <a:ext uri="{FF2B5EF4-FFF2-40B4-BE49-F238E27FC236}">
                  <a16:creationId xmlns:a16="http://schemas.microsoft.com/office/drawing/2014/main" id="{DEF92167-2064-F5B5-9138-09F31175F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971247" y="2609680"/>
              <a:ext cx="694566" cy="195557"/>
            </a:xfrm>
            <a:custGeom>
              <a:avLst/>
              <a:gdLst>
                <a:gd name="connsiteX0" fmla="*/ -1 w 694566"/>
                <a:gd name="connsiteY0" fmla="*/ -1 h 195557"/>
                <a:gd name="connsiteX1" fmla="*/ 694566 w 694566"/>
                <a:gd name="connsiteY1" fmla="*/ -1 h 195557"/>
                <a:gd name="connsiteX2" fmla="*/ 694566 w 694566"/>
                <a:gd name="connsiteY2" fmla="*/ 195557 h 195557"/>
                <a:gd name="connsiteX3" fmla="*/ -1 w 694566"/>
                <a:gd name="connsiteY3" fmla="*/ 195557 h 19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4566" h="195557">
                  <a:moveTo>
                    <a:pt x="-1" y="-1"/>
                  </a:moveTo>
                  <a:lnTo>
                    <a:pt x="694566" y="-1"/>
                  </a:lnTo>
                  <a:lnTo>
                    <a:pt x="694566" y="195557"/>
                  </a:lnTo>
                  <a:lnTo>
                    <a:pt x="-1" y="195557"/>
                  </a:lnTo>
                  <a:close/>
                </a:path>
              </a:pathLst>
            </a:custGeom>
          </p:spPr>
        </p:pic>
      </p:grpSp>
      <p:grpSp>
        <p:nvGrpSpPr>
          <p:cNvPr id="1625" name="图形 1456">
            <a:extLst>
              <a:ext uri="{FF2B5EF4-FFF2-40B4-BE49-F238E27FC236}">
                <a16:creationId xmlns:a16="http://schemas.microsoft.com/office/drawing/2014/main" id="{5BA4B902-62F7-B8B2-4338-892763AD8154}"/>
              </a:ext>
            </a:extLst>
          </p:cNvPr>
          <p:cNvGrpSpPr/>
          <p:nvPr/>
        </p:nvGrpSpPr>
        <p:grpSpPr>
          <a:xfrm>
            <a:off x="3970154" y="1385760"/>
            <a:ext cx="189690" cy="47203"/>
            <a:chOff x="3970154" y="1385760"/>
            <a:chExt cx="189690" cy="47203"/>
          </a:xfrm>
        </p:grpSpPr>
        <p:sp>
          <p:nvSpPr>
            <p:cNvPr id="1626" name="任意多边形: 形状 1625">
              <a:extLst>
                <a:ext uri="{FF2B5EF4-FFF2-40B4-BE49-F238E27FC236}">
                  <a16:creationId xmlns:a16="http://schemas.microsoft.com/office/drawing/2014/main" id="{2C4D92F4-5D30-AF4A-8A20-59A72EA63B1A}"/>
                </a:ext>
              </a:extLst>
            </p:cNvPr>
            <p:cNvSpPr/>
            <p:nvPr/>
          </p:nvSpPr>
          <p:spPr>
            <a:xfrm>
              <a:off x="3970154" y="1409362"/>
              <a:ext cx="154288" cy="6743"/>
            </a:xfrm>
            <a:custGeom>
              <a:avLst/>
              <a:gdLst>
                <a:gd name="connsiteX0" fmla="*/ 0 w 154288"/>
                <a:gd name="connsiteY0" fmla="*/ 0 h 6743"/>
                <a:gd name="connsiteX1" fmla="*/ 134867 w 154288"/>
                <a:gd name="connsiteY1" fmla="*/ 0 h 6743"/>
                <a:gd name="connsiteX2" fmla="*/ 62376 w 154288"/>
                <a:gd name="connsiteY2" fmla="*/ 0 h 6743"/>
                <a:gd name="connsiteX3" fmla="*/ 154288 w 154288"/>
                <a:gd name="connsiteY3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288" h="6743">
                  <a:moveTo>
                    <a:pt x="0" y="0"/>
                  </a:moveTo>
                  <a:lnTo>
                    <a:pt x="134867" y="0"/>
                  </a:lnTo>
                  <a:lnTo>
                    <a:pt x="62376" y="0"/>
                  </a:lnTo>
                  <a:lnTo>
                    <a:pt x="154288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7" name="任意多边形: 形状 1626">
              <a:extLst>
                <a:ext uri="{FF2B5EF4-FFF2-40B4-BE49-F238E27FC236}">
                  <a16:creationId xmlns:a16="http://schemas.microsoft.com/office/drawing/2014/main" id="{4C01075F-28B1-CEF4-FAB3-88C41732ABCB}"/>
                </a:ext>
              </a:extLst>
            </p:cNvPr>
            <p:cNvSpPr/>
            <p:nvPr/>
          </p:nvSpPr>
          <p:spPr>
            <a:xfrm>
              <a:off x="4112642" y="1385760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28" name="图形 1456">
            <a:extLst>
              <a:ext uri="{FF2B5EF4-FFF2-40B4-BE49-F238E27FC236}">
                <a16:creationId xmlns:a16="http://schemas.microsoft.com/office/drawing/2014/main" id="{44E89B45-F2B1-4DC4-8D42-BC50E8A62E5E}"/>
              </a:ext>
            </a:extLst>
          </p:cNvPr>
          <p:cNvGrpSpPr/>
          <p:nvPr/>
        </p:nvGrpSpPr>
        <p:grpSpPr>
          <a:xfrm>
            <a:off x="3160951" y="1240778"/>
            <a:ext cx="809203" cy="364141"/>
            <a:chOff x="3160951" y="1240778"/>
            <a:chExt cx="809203" cy="364141"/>
          </a:xfrm>
          <a:solidFill>
            <a:srgbClr val="6EA0BF"/>
          </a:solidFill>
        </p:grpSpPr>
        <p:sp>
          <p:nvSpPr>
            <p:cNvPr id="1629" name="任意多边形: 形状 1628">
              <a:extLst>
                <a:ext uri="{FF2B5EF4-FFF2-40B4-BE49-F238E27FC236}">
                  <a16:creationId xmlns:a16="http://schemas.microsoft.com/office/drawing/2014/main" id="{6CDD47E3-A794-C49C-38AF-45AE2ACBB002}"/>
                </a:ext>
              </a:extLst>
            </p:cNvPr>
            <p:cNvSpPr/>
            <p:nvPr/>
          </p:nvSpPr>
          <p:spPr>
            <a:xfrm>
              <a:off x="3160951" y="1240778"/>
              <a:ext cx="809203" cy="337168"/>
            </a:xfrm>
            <a:custGeom>
              <a:avLst/>
              <a:gdLst>
                <a:gd name="connsiteX0" fmla="*/ 758628 w 809203"/>
                <a:gd name="connsiteY0" fmla="*/ 0 h 337168"/>
                <a:gd name="connsiteX1" fmla="*/ 809204 w 809203"/>
                <a:gd name="connsiteY1" fmla="*/ 50575 h 337168"/>
                <a:gd name="connsiteX2" fmla="*/ 809204 w 809203"/>
                <a:gd name="connsiteY2" fmla="*/ 286593 h 337168"/>
                <a:gd name="connsiteX3" fmla="*/ 758628 w 809203"/>
                <a:gd name="connsiteY3" fmla="*/ 337168 h 337168"/>
                <a:gd name="connsiteX4" fmla="*/ 50575 w 809203"/>
                <a:gd name="connsiteY4" fmla="*/ 337168 h 337168"/>
                <a:gd name="connsiteX5" fmla="*/ 0 w 809203"/>
                <a:gd name="connsiteY5" fmla="*/ 286593 h 337168"/>
                <a:gd name="connsiteX6" fmla="*/ 0 w 809203"/>
                <a:gd name="connsiteY6" fmla="*/ 50575 h 337168"/>
                <a:gd name="connsiteX7" fmla="*/ 50575 w 809203"/>
                <a:gd name="connsiteY7" fmla="*/ 0 h 33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9203" h="337168">
                  <a:moveTo>
                    <a:pt x="758628" y="0"/>
                  </a:moveTo>
                  <a:cubicBezTo>
                    <a:pt x="786560" y="0"/>
                    <a:pt x="809204" y="22643"/>
                    <a:pt x="809204" y="50575"/>
                  </a:cubicBezTo>
                  <a:lnTo>
                    <a:pt x="809204" y="286593"/>
                  </a:lnTo>
                  <a:cubicBezTo>
                    <a:pt x="809204" y="314525"/>
                    <a:pt x="786560" y="337168"/>
                    <a:pt x="758628" y="337168"/>
                  </a:cubicBezTo>
                  <a:lnTo>
                    <a:pt x="50575" y="337168"/>
                  </a:lnTo>
                  <a:cubicBezTo>
                    <a:pt x="22643" y="337168"/>
                    <a:pt x="0" y="314525"/>
                    <a:pt x="0" y="286593"/>
                  </a:cubicBezTo>
                  <a:lnTo>
                    <a:pt x="0" y="50575"/>
                  </a:lnTo>
                  <a:cubicBezTo>
                    <a:pt x="0" y="22643"/>
                    <a:pt x="22643" y="0"/>
                    <a:pt x="50575" y="0"/>
                  </a:cubicBezTo>
                  <a:close/>
                </a:path>
              </a:pathLst>
            </a:custGeom>
            <a:solidFill>
              <a:srgbClr val="6EA0BF"/>
            </a:solidFill>
            <a:ln w="6743" cap="flat">
              <a:solidFill>
                <a:srgbClr val="6080A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30" name="图片 1629">
              <a:extLst>
                <a:ext uri="{FF2B5EF4-FFF2-40B4-BE49-F238E27FC236}">
                  <a16:creationId xmlns:a16="http://schemas.microsoft.com/office/drawing/2014/main" id="{1B53470E-D4C0-737F-58D8-65B4ABF9C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166008" y="1247521"/>
              <a:ext cx="795716" cy="357398"/>
            </a:xfrm>
            <a:custGeom>
              <a:avLst/>
              <a:gdLst>
                <a:gd name="connsiteX0" fmla="*/ -1 w 795716"/>
                <a:gd name="connsiteY0" fmla="*/ -1 h 357398"/>
                <a:gd name="connsiteX1" fmla="*/ 795716 w 795716"/>
                <a:gd name="connsiteY1" fmla="*/ -1 h 357398"/>
                <a:gd name="connsiteX2" fmla="*/ 795716 w 795716"/>
                <a:gd name="connsiteY2" fmla="*/ 357398 h 357398"/>
                <a:gd name="connsiteX3" fmla="*/ -1 w 795716"/>
                <a:gd name="connsiteY3" fmla="*/ 357398 h 357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5716" h="357398">
                  <a:moveTo>
                    <a:pt x="-1" y="-1"/>
                  </a:moveTo>
                  <a:lnTo>
                    <a:pt x="795716" y="-1"/>
                  </a:lnTo>
                  <a:lnTo>
                    <a:pt x="795716" y="357398"/>
                  </a:lnTo>
                  <a:lnTo>
                    <a:pt x="-1" y="357398"/>
                  </a:lnTo>
                  <a:close/>
                </a:path>
              </a:pathLst>
            </a:custGeom>
          </p:spPr>
        </p:pic>
      </p:grpSp>
      <p:grpSp>
        <p:nvGrpSpPr>
          <p:cNvPr id="1631" name="图形 1456">
            <a:extLst>
              <a:ext uri="{FF2B5EF4-FFF2-40B4-BE49-F238E27FC236}">
                <a16:creationId xmlns:a16="http://schemas.microsoft.com/office/drawing/2014/main" id="{9FFF2E2F-9067-46B7-E063-AE7D49BC2E8D}"/>
              </a:ext>
            </a:extLst>
          </p:cNvPr>
          <p:cNvGrpSpPr/>
          <p:nvPr/>
        </p:nvGrpSpPr>
        <p:grpSpPr>
          <a:xfrm>
            <a:off x="5637451" y="1017842"/>
            <a:ext cx="282479" cy="391587"/>
            <a:chOff x="5637451" y="1017842"/>
            <a:chExt cx="282479" cy="391587"/>
          </a:xfrm>
        </p:grpSpPr>
        <p:sp>
          <p:nvSpPr>
            <p:cNvPr id="1632" name="任意多边形: 形状 1631">
              <a:extLst>
                <a:ext uri="{FF2B5EF4-FFF2-40B4-BE49-F238E27FC236}">
                  <a16:creationId xmlns:a16="http://schemas.microsoft.com/office/drawing/2014/main" id="{C217703C-4713-DF75-C514-7B8625F89314}"/>
                </a:ext>
              </a:extLst>
            </p:cNvPr>
            <p:cNvSpPr/>
            <p:nvPr/>
          </p:nvSpPr>
          <p:spPr>
            <a:xfrm>
              <a:off x="5637451" y="1041377"/>
              <a:ext cx="247076" cy="368052"/>
            </a:xfrm>
            <a:custGeom>
              <a:avLst/>
              <a:gdLst>
                <a:gd name="connsiteX0" fmla="*/ 0 w 247076"/>
                <a:gd name="connsiteY0" fmla="*/ 368053 h 368052"/>
                <a:gd name="connsiteX1" fmla="*/ 77549 w 247076"/>
                <a:gd name="connsiteY1" fmla="*/ 367985 h 368052"/>
                <a:gd name="connsiteX2" fmla="*/ 144982 w 247076"/>
                <a:gd name="connsiteY2" fmla="*/ 300552 h 368052"/>
                <a:gd name="connsiteX3" fmla="*/ 144982 w 247076"/>
                <a:gd name="connsiteY3" fmla="*/ 67906 h 368052"/>
                <a:gd name="connsiteX4" fmla="*/ 196030 w 247076"/>
                <a:gd name="connsiteY4" fmla="*/ 202 h 368052"/>
                <a:gd name="connsiteX5" fmla="*/ 247077 w 247076"/>
                <a:gd name="connsiteY5" fmla="*/ 0 h 368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7076" h="368052">
                  <a:moveTo>
                    <a:pt x="0" y="368053"/>
                  </a:moveTo>
                  <a:lnTo>
                    <a:pt x="77549" y="367985"/>
                  </a:lnTo>
                  <a:cubicBezTo>
                    <a:pt x="122505" y="367985"/>
                    <a:pt x="144982" y="345507"/>
                    <a:pt x="144982" y="300552"/>
                  </a:cubicBezTo>
                  <a:lnTo>
                    <a:pt x="144982" y="67906"/>
                  </a:lnTo>
                  <a:cubicBezTo>
                    <a:pt x="144982" y="22950"/>
                    <a:pt x="161998" y="382"/>
                    <a:pt x="196030" y="202"/>
                  </a:cubicBezTo>
                  <a:lnTo>
                    <a:pt x="247077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3" name="任意多边形: 形状 1632">
              <a:extLst>
                <a:ext uri="{FF2B5EF4-FFF2-40B4-BE49-F238E27FC236}">
                  <a16:creationId xmlns:a16="http://schemas.microsoft.com/office/drawing/2014/main" id="{B38AB117-F767-7087-BA0C-A2F89BAFBED0}"/>
                </a:ext>
              </a:extLst>
            </p:cNvPr>
            <p:cNvSpPr/>
            <p:nvPr/>
          </p:nvSpPr>
          <p:spPr>
            <a:xfrm>
              <a:off x="5872592" y="1017842"/>
              <a:ext cx="47338" cy="47203"/>
            </a:xfrm>
            <a:custGeom>
              <a:avLst/>
              <a:gdLst>
                <a:gd name="connsiteX0" fmla="*/ 47339 w 47338"/>
                <a:gd name="connsiteY0" fmla="*/ 23332 h 47203"/>
                <a:gd name="connsiteX1" fmla="*/ 202 w 47338"/>
                <a:gd name="connsiteY1" fmla="*/ 47204 h 47203"/>
                <a:gd name="connsiteX2" fmla="*/ 11936 w 47338"/>
                <a:gd name="connsiteY2" fmla="*/ 23534 h 47203"/>
                <a:gd name="connsiteX3" fmla="*/ 0 w 47338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38" h="47203">
                  <a:moveTo>
                    <a:pt x="47339" y="23332"/>
                  </a:moveTo>
                  <a:lnTo>
                    <a:pt x="202" y="47204"/>
                  </a:lnTo>
                  <a:lnTo>
                    <a:pt x="11936" y="235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34" name="图形 1456">
            <a:extLst>
              <a:ext uri="{FF2B5EF4-FFF2-40B4-BE49-F238E27FC236}">
                <a16:creationId xmlns:a16="http://schemas.microsoft.com/office/drawing/2014/main" id="{8525A009-CFA4-1619-CB86-C5F5BA6F9414}"/>
              </a:ext>
            </a:extLst>
          </p:cNvPr>
          <p:cNvGrpSpPr/>
          <p:nvPr/>
        </p:nvGrpSpPr>
        <p:grpSpPr>
          <a:xfrm>
            <a:off x="5637451" y="1409362"/>
            <a:ext cx="289222" cy="391587"/>
            <a:chOff x="5637451" y="1409362"/>
            <a:chExt cx="289222" cy="391587"/>
          </a:xfrm>
        </p:grpSpPr>
        <p:sp>
          <p:nvSpPr>
            <p:cNvPr id="1635" name="任意多边形: 形状 1634">
              <a:extLst>
                <a:ext uri="{FF2B5EF4-FFF2-40B4-BE49-F238E27FC236}">
                  <a16:creationId xmlns:a16="http://schemas.microsoft.com/office/drawing/2014/main" id="{28DB0B74-04E0-85BD-8429-004144C4EF1B}"/>
                </a:ext>
              </a:extLst>
            </p:cNvPr>
            <p:cNvSpPr/>
            <p:nvPr/>
          </p:nvSpPr>
          <p:spPr>
            <a:xfrm>
              <a:off x="5637451" y="1409362"/>
              <a:ext cx="253820" cy="368052"/>
            </a:xfrm>
            <a:custGeom>
              <a:avLst/>
              <a:gdLst>
                <a:gd name="connsiteX0" fmla="*/ 0 w 253820"/>
                <a:gd name="connsiteY0" fmla="*/ 67 h 368052"/>
                <a:gd name="connsiteX1" fmla="*/ 80920 w 253820"/>
                <a:gd name="connsiteY1" fmla="*/ 0 h 368052"/>
                <a:gd name="connsiteX2" fmla="*/ 148354 w 253820"/>
                <a:gd name="connsiteY2" fmla="*/ 67434 h 368052"/>
                <a:gd name="connsiteX3" fmla="*/ 148354 w 253820"/>
                <a:gd name="connsiteY3" fmla="*/ 300080 h 368052"/>
                <a:gd name="connsiteX4" fmla="*/ 201087 w 253820"/>
                <a:gd name="connsiteY4" fmla="*/ 367783 h 368052"/>
                <a:gd name="connsiteX5" fmla="*/ 253820 w 253820"/>
                <a:gd name="connsiteY5" fmla="*/ 368053 h 368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3820" h="368052">
                  <a:moveTo>
                    <a:pt x="0" y="67"/>
                  </a:moveTo>
                  <a:lnTo>
                    <a:pt x="80920" y="0"/>
                  </a:lnTo>
                  <a:cubicBezTo>
                    <a:pt x="125876" y="0"/>
                    <a:pt x="148354" y="22478"/>
                    <a:pt x="148354" y="67434"/>
                  </a:cubicBezTo>
                  <a:lnTo>
                    <a:pt x="148354" y="300080"/>
                  </a:lnTo>
                  <a:cubicBezTo>
                    <a:pt x="148354" y="345035"/>
                    <a:pt x="165932" y="367603"/>
                    <a:pt x="201087" y="367783"/>
                  </a:cubicBezTo>
                  <a:lnTo>
                    <a:pt x="253820" y="368053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6" name="任意多边形: 形状 1635">
              <a:extLst>
                <a:ext uri="{FF2B5EF4-FFF2-40B4-BE49-F238E27FC236}">
                  <a16:creationId xmlns:a16="http://schemas.microsoft.com/office/drawing/2014/main" id="{21149065-EF93-F44E-2056-58E08416886D}"/>
                </a:ext>
              </a:extLst>
            </p:cNvPr>
            <p:cNvSpPr/>
            <p:nvPr/>
          </p:nvSpPr>
          <p:spPr>
            <a:xfrm>
              <a:off x="5879335" y="1753745"/>
              <a:ext cx="47338" cy="47203"/>
            </a:xfrm>
            <a:custGeom>
              <a:avLst/>
              <a:gdLst>
                <a:gd name="connsiteX0" fmla="*/ 47339 w 47338"/>
                <a:gd name="connsiteY0" fmla="*/ 23804 h 47203"/>
                <a:gd name="connsiteX1" fmla="*/ 0 w 47338"/>
                <a:gd name="connsiteY1" fmla="*/ 47204 h 47203"/>
                <a:gd name="connsiteX2" fmla="*/ 11936 w 47338"/>
                <a:gd name="connsiteY2" fmla="*/ 23669 h 47203"/>
                <a:gd name="connsiteX3" fmla="*/ 202 w 47338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38" h="47203">
                  <a:moveTo>
                    <a:pt x="47339" y="23804"/>
                  </a:moveTo>
                  <a:lnTo>
                    <a:pt x="0" y="47204"/>
                  </a:lnTo>
                  <a:lnTo>
                    <a:pt x="11936" y="23669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37" name="图形 1456">
            <a:extLst>
              <a:ext uri="{FF2B5EF4-FFF2-40B4-BE49-F238E27FC236}">
                <a16:creationId xmlns:a16="http://schemas.microsoft.com/office/drawing/2014/main" id="{38BA5895-8066-528C-C659-A624ED651CB0}"/>
              </a:ext>
            </a:extLst>
          </p:cNvPr>
          <p:cNvGrpSpPr/>
          <p:nvPr/>
        </p:nvGrpSpPr>
        <p:grpSpPr>
          <a:xfrm>
            <a:off x="5300283" y="869960"/>
            <a:ext cx="337168" cy="1078938"/>
            <a:chOff x="5300283" y="869960"/>
            <a:chExt cx="337168" cy="1078938"/>
          </a:xfrm>
          <a:solidFill>
            <a:srgbClr val="DAE8FC"/>
          </a:solidFill>
        </p:grpSpPr>
        <p:sp>
          <p:nvSpPr>
            <p:cNvPr id="1638" name="任意多边形: 形状 1637">
              <a:extLst>
                <a:ext uri="{FF2B5EF4-FFF2-40B4-BE49-F238E27FC236}">
                  <a16:creationId xmlns:a16="http://schemas.microsoft.com/office/drawing/2014/main" id="{753E66B1-AA3E-5309-BC7F-6EDEC29507A9}"/>
                </a:ext>
              </a:extLst>
            </p:cNvPr>
            <p:cNvSpPr/>
            <p:nvPr/>
          </p:nvSpPr>
          <p:spPr>
            <a:xfrm>
              <a:off x="5300283" y="869960"/>
              <a:ext cx="337168" cy="1078938"/>
            </a:xfrm>
            <a:custGeom>
              <a:avLst/>
              <a:gdLst>
                <a:gd name="connsiteX0" fmla="*/ 286593 w 337168"/>
                <a:gd name="connsiteY0" fmla="*/ 0 h 1078938"/>
                <a:gd name="connsiteX1" fmla="*/ 337168 w 337168"/>
                <a:gd name="connsiteY1" fmla="*/ 50575 h 1078938"/>
                <a:gd name="connsiteX2" fmla="*/ 337168 w 337168"/>
                <a:gd name="connsiteY2" fmla="*/ 1028363 h 1078938"/>
                <a:gd name="connsiteX3" fmla="*/ 286593 w 337168"/>
                <a:gd name="connsiteY3" fmla="*/ 1078938 h 1078938"/>
                <a:gd name="connsiteX4" fmla="*/ 50575 w 337168"/>
                <a:gd name="connsiteY4" fmla="*/ 1078938 h 1078938"/>
                <a:gd name="connsiteX5" fmla="*/ 0 w 337168"/>
                <a:gd name="connsiteY5" fmla="*/ 1028363 h 1078938"/>
                <a:gd name="connsiteX6" fmla="*/ 0 w 337168"/>
                <a:gd name="connsiteY6" fmla="*/ 50575 h 1078938"/>
                <a:gd name="connsiteX7" fmla="*/ 50575 w 337168"/>
                <a:gd name="connsiteY7" fmla="*/ 0 h 107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168" h="1078938">
                  <a:moveTo>
                    <a:pt x="286593" y="0"/>
                  </a:moveTo>
                  <a:cubicBezTo>
                    <a:pt x="314525" y="0"/>
                    <a:pt x="337168" y="22643"/>
                    <a:pt x="337168" y="50575"/>
                  </a:cubicBezTo>
                  <a:lnTo>
                    <a:pt x="337168" y="1028363"/>
                  </a:lnTo>
                  <a:cubicBezTo>
                    <a:pt x="337168" y="1056295"/>
                    <a:pt x="314525" y="1078938"/>
                    <a:pt x="286593" y="1078938"/>
                  </a:cubicBezTo>
                  <a:lnTo>
                    <a:pt x="50575" y="1078938"/>
                  </a:lnTo>
                  <a:cubicBezTo>
                    <a:pt x="22643" y="1078938"/>
                    <a:pt x="0" y="1056295"/>
                    <a:pt x="0" y="1028363"/>
                  </a:cubicBezTo>
                  <a:lnTo>
                    <a:pt x="0" y="50575"/>
                  </a:lnTo>
                  <a:cubicBezTo>
                    <a:pt x="0" y="22643"/>
                    <a:pt x="22643" y="0"/>
                    <a:pt x="50575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39" name="图片 1638">
              <a:extLst>
                <a:ext uri="{FF2B5EF4-FFF2-40B4-BE49-F238E27FC236}">
                  <a16:creationId xmlns:a16="http://schemas.microsoft.com/office/drawing/2014/main" id="{29F0E8BB-C079-3832-7A34-B9D1F854C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303654" y="923840"/>
              <a:ext cx="323681" cy="1004761"/>
            </a:xfrm>
            <a:custGeom>
              <a:avLst/>
              <a:gdLst>
                <a:gd name="connsiteX0" fmla="*/ -1 w 323681"/>
                <a:gd name="connsiteY0" fmla="*/ -1 h 1004761"/>
                <a:gd name="connsiteX1" fmla="*/ 323681 w 323681"/>
                <a:gd name="connsiteY1" fmla="*/ -1 h 1004761"/>
                <a:gd name="connsiteX2" fmla="*/ 323681 w 323681"/>
                <a:gd name="connsiteY2" fmla="*/ 1004761 h 1004761"/>
                <a:gd name="connsiteX3" fmla="*/ -1 w 323681"/>
                <a:gd name="connsiteY3" fmla="*/ 1004761 h 100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81" h="1004761">
                  <a:moveTo>
                    <a:pt x="-1" y="-1"/>
                  </a:moveTo>
                  <a:lnTo>
                    <a:pt x="323681" y="-1"/>
                  </a:lnTo>
                  <a:lnTo>
                    <a:pt x="323681" y="1004761"/>
                  </a:lnTo>
                  <a:lnTo>
                    <a:pt x="-1" y="1004761"/>
                  </a:lnTo>
                  <a:close/>
                </a:path>
              </a:pathLst>
            </a:custGeom>
          </p:spPr>
        </p:pic>
      </p:grpSp>
      <p:grpSp>
        <p:nvGrpSpPr>
          <p:cNvPr id="1640" name="图形 1456">
            <a:extLst>
              <a:ext uri="{FF2B5EF4-FFF2-40B4-BE49-F238E27FC236}">
                <a16:creationId xmlns:a16="http://schemas.microsoft.com/office/drawing/2014/main" id="{0295C744-AC52-3B46-D813-F4569E638B67}"/>
              </a:ext>
            </a:extLst>
          </p:cNvPr>
          <p:cNvGrpSpPr/>
          <p:nvPr/>
        </p:nvGrpSpPr>
        <p:grpSpPr>
          <a:xfrm>
            <a:off x="5934226" y="1645380"/>
            <a:ext cx="708053" cy="264474"/>
            <a:chOff x="5934226" y="1645380"/>
            <a:chExt cx="708053" cy="264474"/>
          </a:xfrm>
          <a:solidFill>
            <a:srgbClr val="DAE8FC"/>
          </a:solidFill>
        </p:grpSpPr>
        <p:sp>
          <p:nvSpPr>
            <p:cNvPr id="1641" name="任意多边形: 形状 1640">
              <a:extLst>
                <a:ext uri="{FF2B5EF4-FFF2-40B4-BE49-F238E27FC236}">
                  <a16:creationId xmlns:a16="http://schemas.microsoft.com/office/drawing/2014/main" id="{4DBB7474-BE3E-A1BD-8921-C7605B8D38D4}"/>
                </a:ext>
              </a:extLst>
            </p:cNvPr>
            <p:cNvSpPr/>
            <p:nvPr/>
          </p:nvSpPr>
          <p:spPr>
            <a:xfrm>
              <a:off x="5934226" y="1645380"/>
              <a:ext cx="708053" cy="264474"/>
            </a:xfrm>
            <a:custGeom>
              <a:avLst/>
              <a:gdLst>
                <a:gd name="connsiteX0" fmla="*/ 668402 w 708053"/>
                <a:gd name="connsiteY0" fmla="*/ 0 h 264474"/>
                <a:gd name="connsiteX1" fmla="*/ 708053 w 708053"/>
                <a:gd name="connsiteY1" fmla="*/ 39651 h 264474"/>
                <a:gd name="connsiteX2" fmla="*/ 708053 w 708053"/>
                <a:gd name="connsiteY2" fmla="*/ 224824 h 264474"/>
                <a:gd name="connsiteX3" fmla="*/ 668402 w 708053"/>
                <a:gd name="connsiteY3" fmla="*/ 264475 h 264474"/>
                <a:gd name="connsiteX4" fmla="*/ 39651 w 708053"/>
                <a:gd name="connsiteY4" fmla="*/ 264475 h 264474"/>
                <a:gd name="connsiteX5" fmla="*/ 0 w 708053"/>
                <a:gd name="connsiteY5" fmla="*/ 224824 h 264474"/>
                <a:gd name="connsiteX6" fmla="*/ 0 w 708053"/>
                <a:gd name="connsiteY6" fmla="*/ 39651 h 264474"/>
                <a:gd name="connsiteX7" fmla="*/ 39651 w 708053"/>
                <a:gd name="connsiteY7" fmla="*/ 0 h 26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8053" h="264474">
                  <a:moveTo>
                    <a:pt x="668402" y="0"/>
                  </a:moveTo>
                  <a:cubicBezTo>
                    <a:pt x="690301" y="0"/>
                    <a:pt x="708053" y="17752"/>
                    <a:pt x="708053" y="39651"/>
                  </a:cubicBezTo>
                  <a:lnTo>
                    <a:pt x="708053" y="224824"/>
                  </a:lnTo>
                  <a:cubicBezTo>
                    <a:pt x="708053" y="246722"/>
                    <a:pt x="690301" y="264475"/>
                    <a:pt x="668402" y="264475"/>
                  </a:cubicBezTo>
                  <a:lnTo>
                    <a:pt x="39651" y="264475"/>
                  </a:lnTo>
                  <a:cubicBezTo>
                    <a:pt x="17752" y="264475"/>
                    <a:pt x="0" y="246722"/>
                    <a:pt x="0" y="224824"/>
                  </a:cubicBezTo>
                  <a:lnTo>
                    <a:pt x="0" y="39651"/>
                  </a:lnTo>
                  <a:cubicBezTo>
                    <a:pt x="0" y="17752"/>
                    <a:pt x="17752" y="0"/>
                    <a:pt x="39651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42" name="图片 1641">
              <a:extLst>
                <a:ext uri="{FF2B5EF4-FFF2-40B4-BE49-F238E27FC236}">
                  <a16:creationId xmlns:a16="http://schemas.microsoft.com/office/drawing/2014/main" id="{6009A112-D7B2-9EE6-FD70-2B8F758D8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937530" y="1699326"/>
              <a:ext cx="694566" cy="195557"/>
            </a:xfrm>
            <a:custGeom>
              <a:avLst/>
              <a:gdLst>
                <a:gd name="connsiteX0" fmla="*/ -1 w 694566"/>
                <a:gd name="connsiteY0" fmla="*/ -1 h 195557"/>
                <a:gd name="connsiteX1" fmla="*/ 694566 w 694566"/>
                <a:gd name="connsiteY1" fmla="*/ -1 h 195557"/>
                <a:gd name="connsiteX2" fmla="*/ 694566 w 694566"/>
                <a:gd name="connsiteY2" fmla="*/ 195557 h 195557"/>
                <a:gd name="connsiteX3" fmla="*/ -1 w 694566"/>
                <a:gd name="connsiteY3" fmla="*/ 195557 h 19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4566" h="195557">
                  <a:moveTo>
                    <a:pt x="-1" y="-1"/>
                  </a:moveTo>
                  <a:lnTo>
                    <a:pt x="694566" y="-1"/>
                  </a:lnTo>
                  <a:lnTo>
                    <a:pt x="694566" y="195557"/>
                  </a:lnTo>
                  <a:lnTo>
                    <a:pt x="-1" y="195557"/>
                  </a:lnTo>
                  <a:close/>
                </a:path>
              </a:pathLst>
            </a:custGeom>
          </p:spPr>
        </p:pic>
      </p:grpSp>
      <p:grpSp>
        <p:nvGrpSpPr>
          <p:cNvPr id="1643" name="图形 1456">
            <a:extLst>
              <a:ext uri="{FF2B5EF4-FFF2-40B4-BE49-F238E27FC236}">
                <a16:creationId xmlns:a16="http://schemas.microsoft.com/office/drawing/2014/main" id="{E703CE7B-019A-402E-2D63-1323DF6CDB34}"/>
              </a:ext>
            </a:extLst>
          </p:cNvPr>
          <p:cNvGrpSpPr/>
          <p:nvPr/>
        </p:nvGrpSpPr>
        <p:grpSpPr>
          <a:xfrm>
            <a:off x="5927483" y="908937"/>
            <a:ext cx="708053" cy="264474"/>
            <a:chOff x="5927483" y="908937"/>
            <a:chExt cx="708053" cy="264474"/>
          </a:xfrm>
          <a:solidFill>
            <a:srgbClr val="DAE8FC"/>
          </a:solidFill>
        </p:grpSpPr>
        <p:sp>
          <p:nvSpPr>
            <p:cNvPr id="1644" name="任意多边形: 形状 1643">
              <a:extLst>
                <a:ext uri="{FF2B5EF4-FFF2-40B4-BE49-F238E27FC236}">
                  <a16:creationId xmlns:a16="http://schemas.microsoft.com/office/drawing/2014/main" id="{A53F0AFE-2A6B-D3EC-9C76-9806FB829CCC}"/>
                </a:ext>
              </a:extLst>
            </p:cNvPr>
            <p:cNvSpPr/>
            <p:nvPr/>
          </p:nvSpPr>
          <p:spPr>
            <a:xfrm>
              <a:off x="5927483" y="908937"/>
              <a:ext cx="708053" cy="264474"/>
            </a:xfrm>
            <a:custGeom>
              <a:avLst/>
              <a:gdLst>
                <a:gd name="connsiteX0" fmla="*/ 668402 w 708053"/>
                <a:gd name="connsiteY0" fmla="*/ 0 h 264474"/>
                <a:gd name="connsiteX1" fmla="*/ 708053 w 708053"/>
                <a:gd name="connsiteY1" fmla="*/ 39651 h 264474"/>
                <a:gd name="connsiteX2" fmla="*/ 708053 w 708053"/>
                <a:gd name="connsiteY2" fmla="*/ 224824 h 264474"/>
                <a:gd name="connsiteX3" fmla="*/ 668402 w 708053"/>
                <a:gd name="connsiteY3" fmla="*/ 264475 h 264474"/>
                <a:gd name="connsiteX4" fmla="*/ 39651 w 708053"/>
                <a:gd name="connsiteY4" fmla="*/ 264475 h 264474"/>
                <a:gd name="connsiteX5" fmla="*/ 0 w 708053"/>
                <a:gd name="connsiteY5" fmla="*/ 224824 h 264474"/>
                <a:gd name="connsiteX6" fmla="*/ 0 w 708053"/>
                <a:gd name="connsiteY6" fmla="*/ 39651 h 264474"/>
                <a:gd name="connsiteX7" fmla="*/ 39651 w 708053"/>
                <a:gd name="connsiteY7" fmla="*/ 0 h 26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8053" h="264474">
                  <a:moveTo>
                    <a:pt x="668402" y="0"/>
                  </a:moveTo>
                  <a:cubicBezTo>
                    <a:pt x="690301" y="0"/>
                    <a:pt x="708053" y="17752"/>
                    <a:pt x="708053" y="39651"/>
                  </a:cubicBezTo>
                  <a:lnTo>
                    <a:pt x="708053" y="224824"/>
                  </a:lnTo>
                  <a:cubicBezTo>
                    <a:pt x="708053" y="246722"/>
                    <a:pt x="690301" y="264475"/>
                    <a:pt x="668402" y="264475"/>
                  </a:cubicBezTo>
                  <a:lnTo>
                    <a:pt x="39651" y="264475"/>
                  </a:lnTo>
                  <a:cubicBezTo>
                    <a:pt x="17752" y="264475"/>
                    <a:pt x="0" y="246722"/>
                    <a:pt x="0" y="224824"/>
                  </a:cubicBezTo>
                  <a:lnTo>
                    <a:pt x="0" y="39651"/>
                  </a:lnTo>
                  <a:cubicBezTo>
                    <a:pt x="0" y="17752"/>
                    <a:pt x="17752" y="0"/>
                    <a:pt x="39651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45" name="图片 1644">
              <a:extLst>
                <a:ext uri="{FF2B5EF4-FFF2-40B4-BE49-F238E27FC236}">
                  <a16:creationId xmlns:a16="http://schemas.microsoft.com/office/drawing/2014/main" id="{48F4A223-D5EF-9E3D-ED91-BE5077E5C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930787" y="957557"/>
              <a:ext cx="694566" cy="195557"/>
            </a:xfrm>
            <a:custGeom>
              <a:avLst/>
              <a:gdLst>
                <a:gd name="connsiteX0" fmla="*/ -1 w 694566"/>
                <a:gd name="connsiteY0" fmla="*/ -1 h 195557"/>
                <a:gd name="connsiteX1" fmla="*/ 694566 w 694566"/>
                <a:gd name="connsiteY1" fmla="*/ -1 h 195557"/>
                <a:gd name="connsiteX2" fmla="*/ 694566 w 694566"/>
                <a:gd name="connsiteY2" fmla="*/ 195557 h 195557"/>
                <a:gd name="connsiteX3" fmla="*/ -1 w 694566"/>
                <a:gd name="connsiteY3" fmla="*/ 195557 h 19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4566" h="195557">
                  <a:moveTo>
                    <a:pt x="-1" y="-1"/>
                  </a:moveTo>
                  <a:lnTo>
                    <a:pt x="694566" y="-1"/>
                  </a:lnTo>
                  <a:lnTo>
                    <a:pt x="694566" y="195557"/>
                  </a:lnTo>
                  <a:lnTo>
                    <a:pt x="-1" y="195557"/>
                  </a:lnTo>
                  <a:close/>
                </a:path>
              </a:pathLst>
            </a:custGeom>
          </p:spPr>
        </p:pic>
      </p:grpSp>
      <p:grpSp>
        <p:nvGrpSpPr>
          <p:cNvPr id="1646" name="图形 1456">
            <a:extLst>
              <a:ext uri="{FF2B5EF4-FFF2-40B4-BE49-F238E27FC236}">
                <a16:creationId xmlns:a16="http://schemas.microsoft.com/office/drawing/2014/main" id="{973C794A-C862-77E6-B71E-681028B0025D}"/>
              </a:ext>
            </a:extLst>
          </p:cNvPr>
          <p:cNvGrpSpPr/>
          <p:nvPr/>
        </p:nvGrpSpPr>
        <p:grpSpPr>
          <a:xfrm>
            <a:off x="6635536" y="1041174"/>
            <a:ext cx="375065" cy="391856"/>
            <a:chOff x="6635536" y="1041174"/>
            <a:chExt cx="375065" cy="391856"/>
          </a:xfrm>
        </p:grpSpPr>
        <p:sp>
          <p:nvSpPr>
            <p:cNvPr id="1647" name="任意多边形: 形状 1646">
              <a:extLst>
                <a:ext uri="{FF2B5EF4-FFF2-40B4-BE49-F238E27FC236}">
                  <a16:creationId xmlns:a16="http://schemas.microsoft.com/office/drawing/2014/main" id="{0EA19BBD-3139-35E0-76AB-70910DCDAFA5}"/>
                </a:ext>
              </a:extLst>
            </p:cNvPr>
            <p:cNvSpPr/>
            <p:nvPr/>
          </p:nvSpPr>
          <p:spPr>
            <a:xfrm>
              <a:off x="6635536" y="1041174"/>
              <a:ext cx="339663" cy="368255"/>
            </a:xfrm>
            <a:custGeom>
              <a:avLst/>
              <a:gdLst>
                <a:gd name="connsiteX0" fmla="*/ 0 w 339663"/>
                <a:gd name="connsiteY0" fmla="*/ 0 h 368255"/>
                <a:gd name="connsiteX1" fmla="*/ 124685 w 339663"/>
                <a:gd name="connsiteY1" fmla="*/ 405 h 368255"/>
                <a:gd name="connsiteX2" fmla="*/ 192118 w 339663"/>
                <a:gd name="connsiteY2" fmla="*/ 68108 h 368255"/>
                <a:gd name="connsiteX3" fmla="*/ 192118 w 339663"/>
                <a:gd name="connsiteY3" fmla="*/ 300754 h 368255"/>
                <a:gd name="connsiteX4" fmla="*/ 259552 w 339663"/>
                <a:gd name="connsiteY4" fmla="*/ 368188 h 368255"/>
                <a:gd name="connsiteX5" fmla="*/ 339663 w 339663"/>
                <a:gd name="connsiteY5" fmla="*/ 368255 h 36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663" h="368255">
                  <a:moveTo>
                    <a:pt x="0" y="0"/>
                  </a:moveTo>
                  <a:lnTo>
                    <a:pt x="124685" y="405"/>
                  </a:lnTo>
                  <a:cubicBezTo>
                    <a:pt x="169641" y="584"/>
                    <a:pt x="192118" y="23152"/>
                    <a:pt x="192118" y="68108"/>
                  </a:cubicBezTo>
                  <a:lnTo>
                    <a:pt x="192118" y="300754"/>
                  </a:lnTo>
                  <a:cubicBezTo>
                    <a:pt x="192118" y="345710"/>
                    <a:pt x="214596" y="368188"/>
                    <a:pt x="259552" y="368188"/>
                  </a:cubicBezTo>
                  <a:lnTo>
                    <a:pt x="339663" y="368255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8" name="任意多边形: 形状 1647">
              <a:extLst>
                <a:ext uri="{FF2B5EF4-FFF2-40B4-BE49-F238E27FC236}">
                  <a16:creationId xmlns:a16="http://schemas.microsoft.com/office/drawing/2014/main" id="{A1E7CA0B-3DBF-5771-4217-59675E35770F}"/>
                </a:ext>
              </a:extLst>
            </p:cNvPr>
            <p:cNvSpPr/>
            <p:nvPr/>
          </p:nvSpPr>
          <p:spPr>
            <a:xfrm>
              <a:off x="6963398" y="1385828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49" name="图形 1456">
            <a:extLst>
              <a:ext uri="{FF2B5EF4-FFF2-40B4-BE49-F238E27FC236}">
                <a16:creationId xmlns:a16="http://schemas.microsoft.com/office/drawing/2014/main" id="{57E2C820-9D84-14FD-5D1E-3E9BD52D1B1E}"/>
              </a:ext>
            </a:extLst>
          </p:cNvPr>
          <p:cNvGrpSpPr/>
          <p:nvPr/>
        </p:nvGrpSpPr>
        <p:grpSpPr>
          <a:xfrm>
            <a:off x="6642279" y="1385828"/>
            <a:ext cx="368322" cy="391789"/>
            <a:chOff x="6642279" y="1385828"/>
            <a:chExt cx="368322" cy="391789"/>
          </a:xfrm>
        </p:grpSpPr>
        <p:sp>
          <p:nvSpPr>
            <p:cNvPr id="1650" name="任意多边形: 形状 1649">
              <a:extLst>
                <a:ext uri="{FF2B5EF4-FFF2-40B4-BE49-F238E27FC236}">
                  <a16:creationId xmlns:a16="http://schemas.microsoft.com/office/drawing/2014/main" id="{57DBEEDD-53F0-3095-948A-DB71C7046399}"/>
                </a:ext>
              </a:extLst>
            </p:cNvPr>
            <p:cNvSpPr/>
            <p:nvPr/>
          </p:nvSpPr>
          <p:spPr>
            <a:xfrm>
              <a:off x="6642279" y="1409362"/>
              <a:ext cx="332919" cy="368255"/>
            </a:xfrm>
            <a:custGeom>
              <a:avLst/>
              <a:gdLst>
                <a:gd name="connsiteX0" fmla="*/ 0 w 332919"/>
                <a:gd name="connsiteY0" fmla="*/ 368255 h 368255"/>
                <a:gd name="connsiteX1" fmla="*/ 121313 w 332919"/>
                <a:gd name="connsiteY1" fmla="*/ 367783 h 368255"/>
                <a:gd name="connsiteX2" fmla="*/ 188747 w 332919"/>
                <a:gd name="connsiteY2" fmla="*/ 300080 h 368255"/>
                <a:gd name="connsiteX3" fmla="*/ 188747 w 332919"/>
                <a:gd name="connsiteY3" fmla="*/ 67434 h 368255"/>
                <a:gd name="connsiteX4" fmla="*/ 256180 w 332919"/>
                <a:gd name="connsiteY4" fmla="*/ 0 h 368255"/>
                <a:gd name="connsiteX5" fmla="*/ 332920 w 332919"/>
                <a:gd name="connsiteY5" fmla="*/ 67 h 368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2919" h="368255">
                  <a:moveTo>
                    <a:pt x="0" y="368255"/>
                  </a:moveTo>
                  <a:lnTo>
                    <a:pt x="121313" y="367783"/>
                  </a:lnTo>
                  <a:cubicBezTo>
                    <a:pt x="166269" y="367603"/>
                    <a:pt x="188747" y="345035"/>
                    <a:pt x="188747" y="300080"/>
                  </a:cubicBezTo>
                  <a:lnTo>
                    <a:pt x="188747" y="67434"/>
                  </a:lnTo>
                  <a:cubicBezTo>
                    <a:pt x="188747" y="22478"/>
                    <a:pt x="211224" y="0"/>
                    <a:pt x="256180" y="0"/>
                  </a:cubicBezTo>
                  <a:lnTo>
                    <a:pt x="332920" y="67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1" name="任意多边形: 形状 1650">
              <a:extLst>
                <a:ext uri="{FF2B5EF4-FFF2-40B4-BE49-F238E27FC236}">
                  <a16:creationId xmlns:a16="http://schemas.microsoft.com/office/drawing/2014/main" id="{FEFCCB3F-9DEA-ACCB-AF44-D92C2F83471E}"/>
                </a:ext>
              </a:extLst>
            </p:cNvPr>
            <p:cNvSpPr/>
            <p:nvPr/>
          </p:nvSpPr>
          <p:spPr>
            <a:xfrm>
              <a:off x="6963398" y="1385828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52" name="图形 1456">
            <a:extLst>
              <a:ext uri="{FF2B5EF4-FFF2-40B4-BE49-F238E27FC236}">
                <a16:creationId xmlns:a16="http://schemas.microsoft.com/office/drawing/2014/main" id="{42926460-CBFB-A05E-C9C6-5F7BB4FE3CE6}"/>
              </a:ext>
            </a:extLst>
          </p:cNvPr>
          <p:cNvGrpSpPr/>
          <p:nvPr/>
        </p:nvGrpSpPr>
        <p:grpSpPr>
          <a:xfrm>
            <a:off x="6750106" y="1321698"/>
            <a:ext cx="141610" cy="195557"/>
            <a:chOff x="6750106" y="1321698"/>
            <a:chExt cx="141610" cy="195557"/>
          </a:xfrm>
          <a:solidFill>
            <a:srgbClr val="FFFFFF"/>
          </a:solidFill>
        </p:grpSpPr>
        <p:sp>
          <p:nvSpPr>
            <p:cNvPr id="1653" name="任意多边形: 形状 1652">
              <a:extLst>
                <a:ext uri="{FF2B5EF4-FFF2-40B4-BE49-F238E27FC236}">
                  <a16:creationId xmlns:a16="http://schemas.microsoft.com/office/drawing/2014/main" id="{F1640206-94CF-E7B7-E6D1-128D7095E27D}"/>
                </a:ext>
              </a:extLst>
            </p:cNvPr>
            <p:cNvSpPr/>
            <p:nvPr/>
          </p:nvSpPr>
          <p:spPr>
            <a:xfrm>
              <a:off x="6750106" y="1328442"/>
              <a:ext cx="141610" cy="141610"/>
            </a:xfrm>
            <a:custGeom>
              <a:avLst/>
              <a:gdLst>
                <a:gd name="connsiteX0" fmla="*/ 141611 w 141610"/>
                <a:gd name="connsiteY0" fmla="*/ 70805 h 141610"/>
                <a:gd name="connsiteX1" fmla="*/ 70805 w 141610"/>
                <a:gd name="connsiteY1" fmla="*/ 141611 h 141610"/>
                <a:gd name="connsiteX2" fmla="*/ 0 w 141610"/>
                <a:gd name="connsiteY2" fmla="*/ 70805 h 141610"/>
                <a:gd name="connsiteX3" fmla="*/ 70805 w 141610"/>
                <a:gd name="connsiteY3" fmla="*/ 0 h 141610"/>
                <a:gd name="connsiteX4" fmla="*/ 141611 w 141610"/>
                <a:gd name="connsiteY4" fmla="*/ 70805 h 14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610" h="141610">
                  <a:moveTo>
                    <a:pt x="141611" y="70805"/>
                  </a:moveTo>
                  <a:cubicBezTo>
                    <a:pt x="141611" y="109910"/>
                    <a:pt x="109910" y="141611"/>
                    <a:pt x="70805" y="141611"/>
                  </a:cubicBezTo>
                  <a:cubicBezTo>
                    <a:pt x="31700" y="141611"/>
                    <a:pt x="0" y="109910"/>
                    <a:pt x="0" y="70805"/>
                  </a:cubicBezTo>
                  <a:cubicBezTo>
                    <a:pt x="0" y="31701"/>
                    <a:pt x="31700" y="0"/>
                    <a:pt x="70805" y="0"/>
                  </a:cubicBezTo>
                  <a:cubicBezTo>
                    <a:pt x="109910" y="0"/>
                    <a:pt x="141611" y="31701"/>
                    <a:pt x="141611" y="70805"/>
                  </a:cubicBezTo>
                  <a:close/>
                </a:path>
              </a:pathLst>
            </a:custGeom>
            <a:solidFill>
              <a:srgbClr val="FFFFFF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54" name="图片 1653">
              <a:extLst>
                <a:ext uri="{FF2B5EF4-FFF2-40B4-BE49-F238E27FC236}">
                  <a16:creationId xmlns:a16="http://schemas.microsoft.com/office/drawing/2014/main" id="{6CA5FC17-0FDE-8581-77B8-CFC417073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53477" y="1321698"/>
              <a:ext cx="128123" cy="195557"/>
            </a:xfrm>
            <a:custGeom>
              <a:avLst/>
              <a:gdLst>
                <a:gd name="connsiteX0" fmla="*/ -1 w 128123"/>
                <a:gd name="connsiteY0" fmla="*/ -1 h 195557"/>
                <a:gd name="connsiteX1" fmla="*/ 128123 w 128123"/>
                <a:gd name="connsiteY1" fmla="*/ -1 h 195557"/>
                <a:gd name="connsiteX2" fmla="*/ 128123 w 128123"/>
                <a:gd name="connsiteY2" fmla="*/ 195557 h 195557"/>
                <a:gd name="connsiteX3" fmla="*/ -1 w 128123"/>
                <a:gd name="connsiteY3" fmla="*/ 195557 h 19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123" h="195557">
                  <a:moveTo>
                    <a:pt x="-1" y="-1"/>
                  </a:moveTo>
                  <a:lnTo>
                    <a:pt x="128123" y="-1"/>
                  </a:lnTo>
                  <a:lnTo>
                    <a:pt x="128123" y="195557"/>
                  </a:lnTo>
                  <a:lnTo>
                    <a:pt x="-1" y="195557"/>
                  </a:lnTo>
                  <a:close/>
                </a:path>
              </a:pathLst>
            </a:custGeom>
          </p:spPr>
        </p:pic>
      </p:grpSp>
      <p:grpSp>
        <p:nvGrpSpPr>
          <p:cNvPr id="1655" name="图形 1456">
            <a:extLst>
              <a:ext uri="{FF2B5EF4-FFF2-40B4-BE49-F238E27FC236}">
                <a16:creationId xmlns:a16="http://schemas.microsoft.com/office/drawing/2014/main" id="{4F91885B-0001-C0E5-475E-FDF8FA70FF75}"/>
              </a:ext>
            </a:extLst>
          </p:cNvPr>
          <p:cNvGrpSpPr/>
          <p:nvPr/>
        </p:nvGrpSpPr>
        <p:grpSpPr>
          <a:xfrm>
            <a:off x="4504566" y="1385760"/>
            <a:ext cx="208235" cy="47203"/>
            <a:chOff x="4504566" y="1385760"/>
            <a:chExt cx="208235" cy="47203"/>
          </a:xfrm>
        </p:grpSpPr>
        <p:sp>
          <p:nvSpPr>
            <p:cNvPr id="1656" name="任意多边形: 形状 1655">
              <a:extLst>
                <a:ext uri="{FF2B5EF4-FFF2-40B4-BE49-F238E27FC236}">
                  <a16:creationId xmlns:a16="http://schemas.microsoft.com/office/drawing/2014/main" id="{A9C27F56-B442-0BFB-640B-4E7876616A6B}"/>
                </a:ext>
              </a:extLst>
            </p:cNvPr>
            <p:cNvSpPr/>
            <p:nvPr/>
          </p:nvSpPr>
          <p:spPr>
            <a:xfrm>
              <a:off x="4504566" y="1409362"/>
              <a:ext cx="172832" cy="6743"/>
            </a:xfrm>
            <a:custGeom>
              <a:avLst/>
              <a:gdLst>
                <a:gd name="connsiteX0" fmla="*/ 0 w 172832"/>
                <a:gd name="connsiteY0" fmla="*/ 0 h 6743"/>
                <a:gd name="connsiteX1" fmla="*/ 134867 w 172832"/>
                <a:gd name="connsiteY1" fmla="*/ 0 h 6743"/>
                <a:gd name="connsiteX2" fmla="*/ 80920 w 172832"/>
                <a:gd name="connsiteY2" fmla="*/ 0 h 6743"/>
                <a:gd name="connsiteX3" fmla="*/ 172832 w 172832"/>
                <a:gd name="connsiteY3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832" h="6743">
                  <a:moveTo>
                    <a:pt x="0" y="0"/>
                  </a:moveTo>
                  <a:lnTo>
                    <a:pt x="134867" y="0"/>
                  </a:lnTo>
                  <a:lnTo>
                    <a:pt x="80920" y="0"/>
                  </a:lnTo>
                  <a:lnTo>
                    <a:pt x="172832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7" name="任意多边形: 形状 1656">
              <a:extLst>
                <a:ext uri="{FF2B5EF4-FFF2-40B4-BE49-F238E27FC236}">
                  <a16:creationId xmlns:a16="http://schemas.microsoft.com/office/drawing/2014/main" id="{797F40FB-1BBA-1120-9AF3-77FE8DF35A69}"/>
                </a:ext>
              </a:extLst>
            </p:cNvPr>
            <p:cNvSpPr/>
            <p:nvPr/>
          </p:nvSpPr>
          <p:spPr>
            <a:xfrm>
              <a:off x="4665597" y="1385760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58" name="图形 1456">
            <a:extLst>
              <a:ext uri="{FF2B5EF4-FFF2-40B4-BE49-F238E27FC236}">
                <a16:creationId xmlns:a16="http://schemas.microsoft.com/office/drawing/2014/main" id="{192710E7-A0EE-DFBE-3069-06F2AC0ED6E7}"/>
              </a:ext>
            </a:extLst>
          </p:cNvPr>
          <p:cNvGrpSpPr/>
          <p:nvPr/>
        </p:nvGrpSpPr>
        <p:grpSpPr>
          <a:xfrm>
            <a:off x="4167398" y="971111"/>
            <a:ext cx="337168" cy="876637"/>
            <a:chOff x="4167398" y="971111"/>
            <a:chExt cx="337168" cy="876637"/>
          </a:xfrm>
          <a:solidFill>
            <a:srgbClr val="DAE8FC"/>
          </a:solidFill>
        </p:grpSpPr>
        <p:sp>
          <p:nvSpPr>
            <p:cNvPr id="1659" name="任意多边形: 形状 1658">
              <a:extLst>
                <a:ext uri="{FF2B5EF4-FFF2-40B4-BE49-F238E27FC236}">
                  <a16:creationId xmlns:a16="http://schemas.microsoft.com/office/drawing/2014/main" id="{007F14CE-90EF-B270-04BA-EDC5D2057693}"/>
                </a:ext>
              </a:extLst>
            </p:cNvPr>
            <p:cNvSpPr/>
            <p:nvPr/>
          </p:nvSpPr>
          <p:spPr>
            <a:xfrm rot="10800000" flipV="1">
              <a:off x="4167398" y="971111"/>
              <a:ext cx="337168" cy="876637"/>
            </a:xfrm>
            <a:custGeom>
              <a:avLst/>
              <a:gdLst>
                <a:gd name="connsiteX0" fmla="*/ 286593 w 337168"/>
                <a:gd name="connsiteY0" fmla="*/ 0 h 876637"/>
                <a:gd name="connsiteX1" fmla="*/ 337168 w 337168"/>
                <a:gd name="connsiteY1" fmla="*/ 50575 h 876637"/>
                <a:gd name="connsiteX2" fmla="*/ 337168 w 337168"/>
                <a:gd name="connsiteY2" fmla="*/ 826062 h 876637"/>
                <a:gd name="connsiteX3" fmla="*/ 286593 w 337168"/>
                <a:gd name="connsiteY3" fmla="*/ 876637 h 876637"/>
                <a:gd name="connsiteX4" fmla="*/ 50575 w 337168"/>
                <a:gd name="connsiteY4" fmla="*/ 876637 h 876637"/>
                <a:gd name="connsiteX5" fmla="*/ 0 w 337168"/>
                <a:gd name="connsiteY5" fmla="*/ 826062 h 876637"/>
                <a:gd name="connsiteX6" fmla="*/ 0 w 337168"/>
                <a:gd name="connsiteY6" fmla="*/ 50575 h 876637"/>
                <a:gd name="connsiteX7" fmla="*/ 50575 w 337168"/>
                <a:gd name="connsiteY7" fmla="*/ 0 h 87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168" h="876637">
                  <a:moveTo>
                    <a:pt x="286593" y="0"/>
                  </a:moveTo>
                  <a:cubicBezTo>
                    <a:pt x="314525" y="0"/>
                    <a:pt x="337168" y="22643"/>
                    <a:pt x="337168" y="50575"/>
                  </a:cubicBezTo>
                  <a:lnTo>
                    <a:pt x="337168" y="826062"/>
                  </a:lnTo>
                  <a:cubicBezTo>
                    <a:pt x="337168" y="853994"/>
                    <a:pt x="314525" y="876637"/>
                    <a:pt x="286593" y="876637"/>
                  </a:cubicBezTo>
                  <a:lnTo>
                    <a:pt x="50575" y="876637"/>
                  </a:lnTo>
                  <a:cubicBezTo>
                    <a:pt x="22643" y="876637"/>
                    <a:pt x="0" y="853994"/>
                    <a:pt x="0" y="826062"/>
                  </a:cubicBezTo>
                  <a:lnTo>
                    <a:pt x="0" y="50575"/>
                  </a:lnTo>
                  <a:cubicBezTo>
                    <a:pt x="0" y="22643"/>
                    <a:pt x="22643" y="0"/>
                    <a:pt x="50575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60" name="图片 1659">
              <a:extLst>
                <a:ext uri="{FF2B5EF4-FFF2-40B4-BE49-F238E27FC236}">
                  <a16:creationId xmlns:a16="http://schemas.microsoft.com/office/drawing/2014/main" id="{CF88B48D-BF0D-7E8F-B95C-E8FD76DA4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170769" y="1085680"/>
              <a:ext cx="323681" cy="681079"/>
            </a:xfrm>
            <a:custGeom>
              <a:avLst/>
              <a:gdLst>
                <a:gd name="connsiteX0" fmla="*/ -1 w 323681"/>
                <a:gd name="connsiteY0" fmla="*/ -1 h 681079"/>
                <a:gd name="connsiteX1" fmla="*/ 323681 w 323681"/>
                <a:gd name="connsiteY1" fmla="*/ -1 h 681079"/>
                <a:gd name="connsiteX2" fmla="*/ 323681 w 323681"/>
                <a:gd name="connsiteY2" fmla="*/ 681079 h 681079"/>
                <a:gd name="connsiteX3" fmla="*/ -1 w 323681"/>
                <a:gd name="connsiteY3" fmla="*/ 681079 h 681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81" h="681079">
                  <a:moveTo>
                    <a:pt x="-1" y="-1"/>
                  </a:moveTo>
                  <a:lnTo>
                    <a:pt x="323681" y="-1"/>
                  </a:lnTo>
                  <a:lnTo>
                    <a:pt x="323681" y="681079"/>
                  </a:lnTo>
                  <a:lnTo>
                    <a:pt x="-1" y="681079"/>
                  </a:lnTo>
                  <a:close/>
                </a:path>
              </a:pathLst>
            </a:custGeom>
          </p:spPr>
        </p:pic>
      </p:grpSp>
      <p:grpSp>
        <p:nvGrpSpPr>
          <p:cNvPr id="1661" name="图形 1456">
            <a:extLst>
              <a:ext uri="{FF2B5EF4-FFF2-40B4-BE49-F238E27FC236}">
                <a16:creationId xmlns:a16="http://schemas.microsoft.com/office/drawing/2014/main" id="{E572B4F7-4D4F-91EF-DC46-12003FC3A0BD}"/>
              </a:ext>
            </a:extLst>
          </p:cNvPr>
          <p:cNvGrpSpPr/>
          <p:nvPr/>
        </p:nvGrpSpPr>
        <p:grpSpPr>
          <a:xfrm>
            <a:off x="5057522" y="1385760"/>
            <a:ext cx="235208" cy="47203"/>
            <a:chOff x="5057522" y="1385760"/>
            <a:chExt cx="235208" cy="47203"/>
          </a:xfrm>
        </p:grpSpPr>
        <p:sp>
          <p:nvSpPr>
            <p:cNvPr id="1662" name="任意多边形: 形状 1661">
              <a:extLst>
                <a:ext uri="{FF2B5EF4-FFF2-40B4-BE49-F238E27FC236}">
                  <a16:creationId xmlns:a16="http://schemas.microsoft.com/office/drawing/2014/main" id="{2052E628-EB5F-03C3-6CF4-473F159BBE19}"/>
                </a:ext>
              </a:extLst>
            </p:cNvPr>
            <p:cNvSpPr/>
            <p:nvPr/>
          </p:nvSpPr>
          <p:spPr>
            <a:xfrm>
              <a:off x="5057522" y="1409362"/>
              <a:ext cx="199805" cy="6743"/>
            </a:xfrm>
            <a:custGeom>
              <a:avLst/>
              <a:gdLst>
                <a:gd name="connsiteX0" fmla="*/ 0 w 199805"/>
                <a:gd name="connsiteY0" fmla="*/ 0 h 6743"/>
                <a:gd name="connsiteX1" fmla="*/ 134867 w 199805"/>
                <a:gd name="connsiteY1" fmla="*/ 0 h 6743"/>
                <a:gd name="connsiteX2" fmla="*/ 107894 w 199805"/>
                <a:gd name="connsiteY2" fmla="*/ 0 h 6743"/>
                <a:gd name="connsiteX3" fmla="*/ 199806 w 199805"/>
                <a:gd name="connsiteY3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805" h="6743">
                  <a:moveTo>
                    <a:pt x="0" y="0"/>
                  </a:moveTo>
                  <a:lnTo>
                    <a:pt x="134867" y="0"/>
                  </a:lnTo>
                  <a:lnTo>
                    <a:pt x="107894" y="0"/>
                  </a:lnTo>
                  <a:lnTo>
                    <a:pt x="199806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3" name="任意多边形: 形状 1662">
              <a:extLst>
                <a:ext uri="{FF2B5EF4-FFF2-40B4-BE49-F238E27FC236}">
                  <a16:creationId xmlns:a16="http://schemas.microsoft.com/office/drawing/2014/main" id="{7E95B996-48F9-6EBB-AFC5-8ADD0864039F}"/>
                </a:ext>
              </a:extLst>
            </p:cNvPr>
            <p:cNvSpPr/>
            <p:nvPr/>
          </p:nvSpPr>
          <p:spPr>
            <a:xfrm>
              <a:off x="5245527" y="1385760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64" name="图形 1456">
            <a:extLst>
              <a:ext uri="{FF2B5EF4-FFF2-40B4-BE49-F238E27FC236}">
                <a16:creationId xmlns:a16="http://schemas.microsoft.com/office/drawing/2014/main" id="{675A688B-C3EE-8A19-4363-2E0DB47FAA26}"/>
              </a:ext>
            </a:extLst>
          </p:cNvPr>
          <p:cNvGrpSpPr/>
          <p:nvPr/>
        </p:nvGrpSpPr>
        <p:grpSpPr>
          <a:xfrm>
            <a:off x="4720353" y="971111"/>
            <a:ext cx="337168" cy="876637"/>
            <a:chOff x="4720353" y="971111"/>
            <a:chExt cx="337168" cy="876637"/>
          </a:xfrm>
          <a:solidFill>
            <a:srgbClr val="DAE8FC"/>
          </a:solidFill>
        </p:grpSpPr>
        <p:sp>
          <p:nvSpPr>
            <p:cNvPr id="1665" name="任意多边形: 形状 1664">
              <a:extLst>
                <a:ext uri="{FF2B5EF4-FFF2-40B4-BE49-F238E27FC236}">
                  <a16:creationId xmlns:a16="http://schemas.microsoft.com/office/drawing/2014/main" id="{57ABCF40-85F9-E473-58E0-37BAD5F1C404}"/>
                </a:ext>
              </a:extLst>
            </p:cNvPr>
            <p:cNvSpPr/>
            <p:nvPr/>
          </p:nvSpPr>
          <p:spPr>
            <a:xfrm rot="10800000" flipV="1">
              <a:off x="4720353" y="971111"/>
              <a:ext cx="337168" cy="876637"/>
            </a:xfrm>
            <a:custGeom>
              <a:avLst/>
              <a:gdLst>
                <a:gd name="connsiteX0" fmla="*/ 286593 w 337168"/>
                <a:gd name="connsiteY0" fmla="*/ 0 h 876637"/>
                <a:gd name="connsiteX1" fmla="*/ 337168 w 337168"/>
                <a:gd name="connsiteY1" fmla="*/ 50575 h 876637"/>
                <a:gd name="connsiteX2" fmla="*/ 337168 w 337168"/>
                <a:gd name="connsiteY2" fmla="*/ 826062 h 876637"/>
                <a:gd name="connsiteX3" fmla="*/ 286593 w 337168"/>
                <a:gd name="connsiteY3" fmla="*/ 876637 h 876637"/>
                <a:gd name="connsiteX4" fmla="*/ 50575 w 337168"/>
                <a:gd name="connsiteY4" fmla="*/ 876637 h 876637"/>
                <a:gd name="connsiteX5" fmla="*/ 0 w 337168"/>
                <a:gd name="connsiteY5" fmla="*/ 826062 h 876637"/>
                <a:gd name="connsiteX6" fmla="*/ 0 w 337168"/>
                <a:gd name="connsiteY6" fmla="*/ 50575 h 876637"/>
                <a:gd name="connsiteX7" fmla="*/ 50575 w 337168"/>
                <a:gd name="connsiteY7" fmla="*/ 0 h 87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168" h="876637">
                  <a:moveTo>
                    <a:pt x="286593" y="0"/>
                  </a:moveTo>
                  <a:cubicBezTo>
                    <a:pt x="314525" y="0"/>
                    <a:pt x="337168" y="22643"/>
                    <a:pt x="337168" y="50575"/>
                  </a:cubicBezTo>
                  <a:lnTo>
                    <a:pt x="337168" y="826062"/>
                  </a:lnTo>
                  <a:cubicBezTo>
                    <a:pt x="337168" y="853994"/>
                    <a:pt x="314525" y="876637"/>
                    <a:pt x="286593" y="876637"/>
                  </a:cubicBezTo>
                  <a:lnTo>
                    <a:pt x="50575" y="876637"/>
                  </a:lnTo>
                  <a:cubicBezTo>
                    <a:pt x="22643" y="876637"/>
                    <a:pt x="0" y="853994"/>
                    <a:pt x="0" y="826062"/>
                  </a:cubicBezTo>
                  <a:lnTo>
                    <a:pt x="0" y="50575"/>
                  </a:lnTo>
                  <a:cubicBezTo>
                    <a:pt x="0" y="22643"/>
                    <a:pt x="22643" y="0"/>
                    <a:pt x="50575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66" name="图片 1665">
              <a:extLst>
                <a:ext uri="{FF2B5EF4-FFF2-40B4-BE49-F238E27FC236}">
                  <a16:creationId xmlns:a16="http://schemas.microsoft.com/office/drawing/2014/main" id="{E68399B5-DA35-ACA3-B1D2-1C875EFDF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723725" y="1004760"/>
              <a:ext cx="323681" cy="842920"/>
            </a:xfrm>
            <a:custGeom>
              <a:avLst/>
              <a:gdLst>
                <a:gd name="connsiteX0" fmla="*/ -1 w 323681"/>
                <a:gd name="connsiteY0" fmla="*/ -1 h 842920"/>
                <a:gd name="connsiteX1" fmla="*/ 323681 w 323681"/>
                <a:gd name="connsiteY1" fmla="*/ -1 h 842920"/>
                <a:gd name="connsiteX2" fmla="*/ 323681 w 323681"/>
                <a:gd name="connsiteY2" fmla="*/ 842920 h 842920"/>
                <a:gd name="connsiteX3" fmla="*/ -1 w 323681"/>
                <a:gd name="connsiteY3" fmla="*/ 842920 h 84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81" h="842920">
                  <a:moveTo>
                    <a:pt x="-1" y="-1"/>
                  </a:moveTo>
                  <a:lnTo>
                    <a:pt x="323681" y="-1"/>
                  </a:lnTo>
                  <a:lnTo>
                    <a:pt x="323681" y="842920"/>
                  </a:lnTo>
                  <a:lnTo>
                    <a:pt x="-1" y="842920"/>
                  </a:lnTo>
                  <a:close/>
                </a:path>
              </a:pathLst>
            </a:custGeom>
          </p:spPr>
        </p:pic>
      </p:grpSp>
      <p:grpSp>
        <p:nvGrpSpPr>
          <p:cNvPr id="1667" name="图形 1456">
            <a:extLst>
              <a:ext uri="{FF2B5EF4-FFF2-40B4-BE49-F238E27FC236}">
                <a16:creationId xmlns:a16="http://schemas.microsoft.com/office/drawing/2014/main" id="{E6228206-8525-BB86-8889-26796A7F3774}"/>
              </a:ext>
            </a:extLst>
          </p:cNvPr>
          <p:cNvGrpSpPr/>
          <p:nvPr/>
        </p:nvGrpSpPr>
        <p:grpSpPr>
          <a:xfrm>
            <a:off x="7018154" y="836243"/>
            <a:ext cx="337168" cy="1146371"/>
            <a:chOff x="7018154" y="836243"/>
            <a:chExt cx="337168" cy="1146371"/>
          </a:xfrm>
          <a:solidFill>
            <a:srgbClr val="6EA0BF"/>
          </a:solidFill>
        </p:grpSpPr>
        <p:sp>
          <p:nvSpPr>
            <p:cNvPr id="1668" name="任意多边形: 形状 1667">
              <a:extLst>
                <a:ext uri="{FF2B5EF4-FFF2-40B4-BE49-F238E27FC236}">
                  <a16:creationId xmlns:a16="http://schemas.microsoft.com/office/drawing/2014/main" id="{7DEE955E-1C0D-B5F5-52A5-C503286A8111}"/>
                </a:ext>
              </a:extLst>
            </p:cNvPr>
            <p:cNvSpPr/>
            <p:nvPr/>
          </p:nvSpPr>
          <p:spPr>
            <a:xfrm rot="10800000" flipV="1">
              <a:off x="7018154" y="836243"/>
              <a:ext cx="337168" cy="1146371"/>
            </a:xfrm>
            <a:custGeom>
              <a:avLst/>
              <a:gdLst>
                <a:gd name="connsiteX0" fmla="*/ 286593 w 337168"/>
                <a:gd name="connsiteY0" fmla="*/ 0 h 1146371"/>
                <a:gd name="connsiteX1" fmla="*/ 337168 w 337168"/>
                <a:gd name="connsiteY1" fmla="*/ 50575 h 1146371"/>
                <a:gd name="connsiteX2" fmla="*/ 337168 w 337168"/>
                <a:gd name="connsiteY2" fmla="*/ 1095797 h 1146371"/>
                <a:gd name="connsiteX3" fmla="*/ 286593 w 337168"/>
                <a:gd name="connsiteY3" fmla="*/ 1146372 h 1146371"/>
                <a:gd name="connsiteX4" fmla="*/ 50575 w 337168"/>
                <a:gd name="connsiteY4" fmla="*/ 1146372 h 1146371"/>
                <a:gd name="connsiteX5" fmla="*/ 0 w 337168"/>
                <a:gd name="connsiteY5" fmla="*/ 1095797 h 1146371"/>
                <a:gd name="connsiteX6" fmla="*/ 0 w 337168"/>
                <a:gd name="connsiteY6" fmla="*/ 50575 h 1146371"/>
                <a:gd name="connsiteX7" fmla="*/ 50575 w 337168"/>
                <a:gd name="connsiteY7" fmla="*/ 0 h 114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168" h="1146371">
                  <a:moveTo>
                    <a:pt x="286593" y="0"/>
                  </a:moveTo>
                  <a:cubicBezTo>
                    <a:pt x="314525" y="0"/>
                    <a:pt x="337168" y="22643"/>
                    <a:pt x="337168" y="50575"/>
                  </a:cubicBezTo>
                  <a:lnTo>
                    <a:pt x="337168" y="1095797"/>
                  </a:lnTo>
                  <a:cubicBezTo>
                    <a:pt x="337168" y="1123728"/>
                    <a:pt x="314525" y="1146372"/>
                    <a:pt x="286593" y="1146372"/>
                  </a:cubicBezTo>
                  <a:lnTo>
                    <a:pt x="50575" y="1146372"/>
                  </a:lnTo>
                  <a:cubicBezTo>
                    <a:pt x="22644" y="1146372"/>
                    <a:pt x="0" y="1123728"/>
                    <a:pt x="0" y="1095797"/>
                  </a:cubicBezTo>
                  <a:lnTo>
                    <a:pt x="0" y="50575"/>
                  </a:lnTo>
                  <a:cubicBezTo>
                    <a:pt x="0" y="22643"/>
                    <a:pt x="22644" y="0"/>
                    <a:pt x="50575" y="0"/>
                  </a:cubicBezTo>
                  <a:close/>
                </a:path>
              </a:pathLst>
            </a:custGeom>
            <a:solidFill>
              <a:srgbClr val="6EA0BF"/>
            </a:solidFill>
            <a:ln w="6743" cap="flat">
              <a:solidFill>
                <a:srgbClr val="6080A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69" name="图片 1668">
              <a:extLst>
                <a:ext uri="{FF2B5EF4-FFF2-40B4-BE49-F238E27FC236}">
                  <a16:creationId xmlns:a16="http://schemas.microsoft.com/office/drawing/2014/main" id="{B1D07521-1098-44AE-E500-65393E9B6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23212" y="1166601"/>
              <a:ext cx="323681" cy="519238"/>
            </a:xfrm>
            <a:custGeom>
              <a:avLst/>
              <a:gdLst>
                <a:gd name="connsiteX0" fmla="*/ -1 w 323681"/>
                <a:gd name="connsiteY0" fmla="*/ -1 h 519238"/>
                <a:gd name="connsiteX1" fmla="*/ 323681 w 323681"/>
                <a:gd name="connsiteY1" fmla="*/ -1 h 519238"/>
                <a:gd name="connsiteX2" fmla="*/ 323681 w 323681"/>
                <a:gd name="connsiteY2" fmla="*/ 519238 h 519238"/>
                <a:gd name="connsiteX3" fmla="*/ -1 w 323681"/>
                <a:gd name="connsiteY3" fmla="*/ 519238 h 51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81" h="519238">
                  <a:moveTo>
                    <a:pt x="-1" y="-1"/>
                  </a:moveTo>
                  <a:lnTo>
                    <a:pt x="323681" y="-1"/>
                  </a:lnTo>
                  <a:lnTo>
                    <a:pt x="323681" y="519238"/>
                  </a:lnTo>
                  <a:lnTo>
                    <a:pt x="-1" y="519238"/>
                  </a:lnTo>
                  <a:close/>
                </a:path>
              </a:pathLst>
            </a:custGeom>
          </p:spPr>
        </p:pic>
      </p:grpSp>
      <p:grpSp>
        <p:nvGrpSpPr>
          <p:cNvPr id="1670" name="图形 1456">
            <a:extLst>
              <a:ext uri="{FF2B5EF4-FFF2-40B4-BE49-F238E27FC236}">
                <a16:creationId xmlns:a16="http://schemas.microsoft.com/office/drawing/2014/main" id="{CD1219AB-8AF4-8ABF-8E62-37445C13994F}"/>
              </a:ext>
            </a:extLst>
          </p:cNvPr>
          <p:cNvGrpSpPr/>
          <p:nvPr/>
        </p:nvGrpSpPr>
        <p:grpSpPr>
          <a:xfrm>
            <a:off x="3614442" y="4669778"/>
            <a:ext cx="141610" cy="47203"/>
            <a:chOff x="3614442" y="4669778"/>
            <a:chExt cx="141610" cy="47203"/>
          </a:xfrm>
        </p:grpSpPr>
        <p:sp>
          <p:nvSpPr>
            <p:cNvPr id="1671" name="任意多边形: 形状 1670">
              <a:extLst>
                <a:ext uri="{FF2B5EF4-FFF2-40B4-BE49-F238E27FC236}">
                  <a16:creationId xmlns:a16="http://schemas.microsoft.com/office/drawing/2014/main" id="{6A102100-6352-BB02-3D07-346AECFB7A42}"/>
                </a:ext>
              </a:extLst>
            </p:cNvPr>
            <p:cNvSpPr/>
            <p:nvPr/>
          </p:nvSpPr>
          <p:spPr>
            <a:xfrm>
              <a:off x="3614442" y="4693380"/>
              <a:ext cx="141610" cy="6743"/>
            </a:xfrm>
            <a:custGeom>
              <a:avLst/>
              <a:gdLst>
                <a:gd name="connsiteX0" fmla="*/ 6743 w 141610"/>
                <a:gd name="connsiteY0" fmla="*/ 0 h 6743"/>
                <a:gd name="connsiteX1" fmla="*/ 141611 w 141610"/>
                <a:gd name="connsiteY1" fmla="*/ 0 h 6743"/>
                <a:gd name="connsiteX2" fmla="*/ 0 w 141610"/>
                <a:gd name="connsiteY2" fmla="*/ 0 h 6743"/>
                <a:gd name="connsiteX3" fmla="*/ 91912 w 141610"/>
                <a:gd name="connsiteY3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610" h="6743">
                  <a:moveTo>
                    <a:pt x="6743" y="0"/>
                  </a:moveTo>
                  <a:lnTo>
                    <a:pt x="141611" y="0"/>
                  </a:lnTo>
                  <a:lnTo>
                    <a:pt x="0" y="0"/>
                  </a:lnTo>
                  <a:lnTo>
                    <a:pt x="91912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2" name="任意多边形: 形状 1671">
              <a:extLst>
                <a:ext uri="{FF2B5EF4-FFF2-40B4-BE49-F238E27FC236}">
                  <a16:creationId xmlns:a16="http://schemas.microsoft.com/office/drawing/2014/main" id="{67BB6E6C-C3C4-3C7F-728C-C31CDD6BF662}"/>
                </a:ext>
              </a:extLst>
            </p:cNvPr>
            <p:cNvSpPr/>
            <p:nvPr/>
          </p:nvSpPr>
          <p:spPr>
            <a:xfrm>
              <a:off x="3694553" y="4669778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73" name="图形 1456">
            <a:extLst>
              <a:ext uri="{FF2B5EF4-FFF2-40B4-BE49-F238E27FC236}">
                <a16:creationId xmlns:a16="http://schemas.microsoft.com/office/drawing/2014/main" id="{CD890371-4583-AA07-1F89-409557010CCC}"/>
              </a:ext>
            </a:extLst>
          </p:cNvPr>
          <p:cNvGrpSpPr/>
          <p:nvPr/>
        </p:nvGrpSpPr>
        <p:grpSpPr>
          <a:xfrm>
            <a:off x="3351451" y="4369698"/>
            <a:ext cx="269734" cy="681079"/>
            <a:chOff x="3351451" y="4369698"/>
            <a:chExt cx="269734" cy="681079"/>
          </a:xfrm>
          <a:solidFill>
            <a:srgbClr val="DAE8FC"/>
          </a:solidFill>
        </p:grpSpPr>
        <p:sp>
          <p:nvSpPr>
            <p:cNvPr id="1674" name="任意多边形: 形状 1673">
              <a:extLst>
                <a:ext uri="{FF2B5EF4-FFF2-40B4-BE49-F238E27FC236}">
                  <a16:creationId xmlns:a16="http://schemas.microsoft.com/office/drawing/2014/main" id="{6DAFAAEC-DF2E-898A-43F1-3E2B9191993B}"/>
                </a:ext>
              </a:extLst>
            </p:cNvPr>
            <p:cNvSpPr/>
            <p:nvPr/>
          </p:nvSpPr>
          <p:spPr>
            <a:xfrm>
              <a:off x="3351451" y="4373070"/>
              <a:ext cx="269734" cy="640619"/>
            </a:xfrm>
            <a:custGeom>
              <a:avLst/>
              <a:gdLst>
                <a:gd name="connsiteX0" fmla="*/ 229274 w 269734"/>
                <a:gd name="connsiteY0" fmla="*/ 0 h 640619"/>
                <a:gd name="connsiteX1" fmla="*/ 269735 w 269734"/>
                <a:gd name="connsiteY1" fmla="*/ 40460 h 640619"/>
                <a:gd name="connsiteX2" fmla="*/ 269735 w 269734"/>
                <a:gd name="connsiteY2" fmla="*/ 600159 h 640619"/>
                <a:gd name="connsiteX3" fmla="*/ 229274 w 269734"/>
                <a:gd name="connsiteY3" fmla="*/ 640619 h 640619"/>
                <a:gd name="connsiteX4" fmla="*/ 40460 w 269734"/>
                <a:gd name="connsiteY4" fmla="*/ 640619 h 640619"/>
                <a:gd name="connsiteX5" fmla="*/ 0 w 269734"/>
                <a:gd name="connsiteY5" fmla="*/ 600159 h 640619"/>
                <a:gd name="connsiteX6" fmla="*/ 0 w 269734"/>
                <a:gd name="connsiteY6" fmla="*/ 40460 h 640619"/>
                <a:gd name="connsiteX7" fmla="*/ 40460 w 269734"/>
                <a:gd name="connsiteY7" fmla="*/ 0 h 640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9734" h="640619">
                  <a:moveTo>
                    <a:pt x="229274" y="0"/>
                  </a:moveTo>
                  <a:cubicBezTo>
                    <a:pt x="251620" y="0"/>
                    <a:pt x="269735" y="18115"/>
                    <a:pt x="269735" y="40460"/>
                  </a:cubicBezTo>
                  <a:lnTo>
                    <a:pt x="269735" y="600159"/>
                  </a:lnTo>
                  <a:cubicBezTo>
                    <a:pt x="269735" y="622505"/>
                    <a:pt x="251620" y="640619"/>
                    <a:pt x="229274" y="640619"/>
                  </a:cubicBezTo>
                  <a:lnTo>
                    <a:pt x="40460" y="640619"/>
                  </a:lnTo>
                  <a:cubicBezTo>
                    <a:pt x="18115" y="640619"/>
                    <a:pt x="0" y="622505"/>
                    <a:pt x="0" y="600159"/>
                  </a:cubicBezTo>
                  <a:lnTo>
                    <a:pt x="0" y="40460"/>
                  </a:lnTo>
                  <a:cubicBezTo>
                    <a:pt x="0" y="18115"/>
                    <a:pt x="18115" y="0"/>
                    <a:pt x="40460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75" name="图片 1674">
              <a:extLst>
                <a:ext uri="{FF2B5EF4-FFF2-40B4-BE49-F238E27FC236}">
                  <a16:creationId xmlns:a16="http://schemas.microsoft.com/office/drawing/2014/main" id="{7F0DE1F1-1A26-FE5F-086F-8265994D6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354823" y="4369698"/>
              <a:ext cx="256247" cy="681079"/>
            </a:xfrm>
            <a:custGeom>
              <a:avLst/>
              <a:gdLst>
                <a:gd name="connsiteX0" fmla="*/ -1 w 256247"/>
                <a:gd name="connsiteY0" fmla="*/ -1 h 681079"/>
                <a:gd name="connsiteX1" fmla="*/ 256247 w 256247"/>
                <a:gd name="connsiteY1" fmla="*/ -1 h 681079"/>
                <a:gd name="connsiteX2" fmla="*/ 256247 w 256247"/>
                <a:gd name="connsiteY2" fmla="*/ 681079 h 681079"/>
                <a:gd name="connsiteX3" fmla="*/ -1 w 256247"/>
                <a:gd name="connsiteY3" fmla="*/ 681079 h 681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247" h="681079">
                  <a:moveTo>
                    <a:pt x="-1" y="-1"/>
                  </a:moveTo>
                  <a:lnTo>
                    <a:pt x="256247" y="-1"/>
                  </a:lnTo>
                  <a:lnTo>
                    <a:pt x="256247" y="681079"/>
                  </a:lnTo>
                  <a:lnTo>
                    <a:pt x="-1" y="681079"/>
                  </a:lnTo>
                  <a:close/>
                </a:path>
              </a:pathLst>
            </a:custGeom>
          </p:spPr>
        </p:pic>
      </p:grpSp>
      <p:grpSp>
        <p:nvGrpSpPr>
          <p:cNvPr id="1676" name="图形 1456">
            <a:extLst>
              <a:ext uri="{FF2B5EF4-FFF2-40B4-BE49-F238E27FC236}">
                <a16:creationId xmlns:a16="http://schemas.microsoft.com/office/drawing/2014/main" id="{50987C5D-9676-4B42-3557-1F5295695772}"/>
              </a:ext>
            </a:extLst>
          </p:cNvPr>
          <p:cNvGrpSpPr/>
          <p:nvPr/>
        </p:nvGrpSpPr>
        <p:grpSpPr>
          <a:xfrm>
            <a:off x="4491079" y="4669778"/>
            <a:ext cx="134867" cy="47203"/>
            <a:chOff x="4491079" y="4669778"/>
            <a:chExt cx="134867" cy="47203"/>
          </a:xfrm>
        </p:grpSpPr>
        <p:sp>
          <p:nvSpPr>
            <p:cNvPr id="1677" name="任意多边形: 形状 1676">
              <a:extLst>
                <a:ext uri="{FF2B5EF4-FFF2-40B4-BE49-F238E27FC236}">
                  <a16:creationId xmlns:a16="http://schemas.microsoft.com/office/drawing/2014/main" id="{494E8095-6D7C-DDFD-ED36-A2938D79DCDD}"/>
                </a:ext>
              </a:extLst>
            </p:cNvPr>
            <p:cNvSpPr/>
            <p:nvPr/>
          </p:nvSpPr>
          <p:spPr>
            <a:xfrm>
              <a:off x="4491079" y="4693380"/>
              <a:ext cx="134867" cy="6743"/>
            </a:xfrm>
            <a:custGeom>
              <a:avLst/>
              <a:gdLst>
                <a:gd name="connsiteX0" fmla="*/ 0 w 134867"/>
                <a:gd name="connsiteY0" fmla="*/ 0 h 6743"/>
                <a:gd name="connsiteX1" fmla="*/ 134867 w 134867"/>
                <a:gd name="connsiteY1" fmla="*/ 0 h 6743"/>
                <a:gd name="connsiteX2" fmla="*/ 0 w 134867"/>
                <a:gd name="connsiteY2" fmla="*/ 0 h 6743"/>
                <a:gd name="connsiteX3" fmla="*/ 91912 w 134867"/>
                <a:gd name="connsiteY3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67" h="6743">
                  <a:moveTo>
                    <a:pt x="0" y="0"/>
                  </a:moveTo>
                  <a:lnTo>
                    <a:pt x="134867" y="0"/>
                  </a:lnTo>
                  <a:lnTo>
                    <a:pt x="0" y="0"/>
                  </a:lnTo>
                  <a:lnTo>
                    <a:pt x="91912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8" name="任意多边形: 形状 1677">
              <a:extLst>
                <a:ext uri="{FF2B5EF4-FFF2-40B4-BE49-F238E27FC236}">
                  <a16:creationId xmlns:a16="http://schemas.microsoft.com/office/drawing/2014/main" id="{FA2F0DD2-3AED-BAC3-865D-4FBB4669BFAF}"/>
                </a:ext>
              </a:extLst>
            </p:cNvPr>
            <p:cNvSpPr/>
            <p:nvPr/>
          </p:nvSpPr>
          <p:spPr>
            <a:xfrm>
              <a:off x="4571190" y="4669778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79" name="图形 1456">
            <a:extLst>
              <a:ext uri="{FF2B5EF4-FFF2-40B4-BE49-F238E27FC236}">
                <a16:creationId xmlns:a16="http://schemas.microsoft.com/office/drawing/2014/main" id="{DFC91770-A4F0-B483-98B2-4785FB85C9E8}"/>
              </a:ext>
            </a:extLst>
          </p:cNvPr>
          <p:cNvGrpSpPr/>
          <p:nvPr/>
        </p:nvGrpSpPr>
        <p:grpSpPr>
          <a:xfrm>
            <a:off x="3749309" y="4592229"/>
            <a:ext cx="741769" cy="215787"/>
            <a:chOff x="3749309" y="4592229"/>
            <a:chExt cx="741769" cy="215787"/>
          </a:xfrm>
          <a:solidFill>
            <a:srgbClr val="DAE8FC"/>
          </a:solidFill>
        </p:grpSpPr>
        <p:sp>
          <p:nvSpPr>
            <p:cNvPr id="1680" name="任意多边形: 形状 1679">
              <a:extLst>
                <a:ext uri="{FF2B5EF4-FFF2-40B4-BE49-F238E27FC236}">
                  <a16:creationId xmlns:a16="http://schemas.microsoft.com/office/drawing/2014/main" id="{EDCF3DEF-BBB5-9A1B-CCDB-75179ECC042A}"/>
                </a:ext>
              </a:extLst>
            </p:cNvPr>
            <p:cNvSpPr/>
            <p:nvPr/>
          </p:nvSpPr>
          <p:spPr>
            <a:xfrm>
              <a:off x="3749309" y="4592229"/>
              <a:ext cx="741769" cy="202300"/>
            </a:xfrm>
            <a:custGeom>
              <a:avLst/>
              <a:gdLst>
                <a:gd name="connsiteX0" fmla="*/ 711425 w 741769"/>
                <a:gd name="connsiteY0" fmla="*/ 0 h 202300"/>
                <a:gd name="connsiteX1" fmla="*/ 741770 w 741769"/>
                <a:gd name="connsiteY1" fmla="*/ 30345 h 202300"/>
                <a:gd name="connsiteX2" fmla="*/ 741770 w 741769"/>
                <a:gd name="connsiteY2" fmla="*/ 171956 h 202300"/>
                <a:gd name="connsiteX3" fmla="*/ 711425 w 741769"/>
                <a:gd name="connsiteY3" fmla="*/ 202301 h 202300"/>
                <a:gd name="connsiteX4" fmla="*/ 30345 w 741769"/>
                <a:gd name="connsiteY4" fmla="*/ 202301 h 202300"/>
                <a:gd name="connsiteX5" fmla="*/ 0 w 741769"/>
                <a:gd name="connsiteY5" fmla="*/ 171956 h 202300"/>
                <a:gd name="connsiteX6" fmla="*/ 0 w 741769"/>
                <a:gd name="connsiteY6" fmla="*/ 30345 h 202300"/>
                <a:gd name="connsiteX7" fmla="*/ 30345 w 741769"/>
                <a:gd name="connsiteY7" fmla="*/ 0 h 202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769" h="202300">
                  <a:moveTo>
                    <a:pt x="711425" y="0"/>
                  </a:moveTo>
                  <a:cubicBezTo>
                    <a:pt x="728184" y="0"/>
                    <a:pt x="741770" y="13586"/>
                    <a:pt x="741770" y="30345"/>
                  </a:cubicBezTo>
                  <a:lnTo>
                    <a:pt x="741770" y="171956"/>
                  </a:lnTo>
                  <a:cubicBezTo>
                    <a:pt x="741770" y="188715"/>
                    <a:pt x="728184" y="202301"/>
                    <a:pt x="711425" y="202301"/>
                  </a:cubicBezTo>
                  <a:lnTo>
                    <a:pt x="30345" y="202301"/>
                  </a:lnTo>
                  <a:cubicBezTo>
                    <a:pt x="13586" y="202301"/>
                    <a:pt x="0" y="188715"/>
                    <a:pt x="0" y="171956"/>
                  </a:cubicBezTo>
                  <a:lnTo>
                    <a:pt x="0" y="30345"/>
                  </a:lnTo>
                  <a:cubicBezTo>
                    <a:pt x="0" y="13586"/>
                    <a:pt x="13586" y="0"/>
                    <a:pt x="30345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81" name="图片 1680">
              <a:extLst>
                <a:ext uri="{FF2B5EF4-FFF2-40B4-BE49-F238E27FC236}">
                  <a16:creationId xmlns:a16="http://schemas.microsoft.com/office/drawing/2014/main" id="{598958B2-79B7-BD39-8F98-F27FB7155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752681" y="4612459"/>
              <a:ext cx="728283" cy="195557"/>
            </a:xfrm>
            <a:custGeom>
              <a:avLst/>
              <a:gdLst>
                <a:gd name="connsiteX0" fmla="*/ -1 w 728283"/>
                <a:gd name="connsiteY0" fmla="*/ -1 h 195557"/>
                <a:gd name="connsiteX1" fmla="*/ 728283 w 728283"/>
                <a:gd name="connsiteY1" fmla="*/ -1 h 195557"/>
                <a:gd name="connsiteX2" fmla="*/ 728283 w 728283"/>
                <a:gd name="connsiteY2" fmla="*/ 195557 h 195557"/>
                <a:gd name="connsiteX3" fmla="*/ -1 w 728283"/>
                <a:gd name="connsiteY3" fmla="*/ 195557 h 19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283" h="195557">
                  <a:moveTo>
                    <a:pt x="-1" y="-1"/>
                  </a:moveTo>
                  <a:lnTo>
                    <a:pt x="728283" y="-1"/>
                  </a:lnTo>
                  <a:lnTo>
                    <a:pt x="728283" y="195557"/>
                  </a:lnTo>
                  <a:lnTo>
                    <a:pt x="-1" y="195557"/>
                  </a:lnTo>
                  <a:close/>
                </a:path>
              </a:pathLst>
            </a:custGeom>
          </p:spPr>
        </p:pic>
      </p:grpSp>
      <p:grpSp>
        <p:nvGrpSpPr>
          <p:cNvPr id="1682" name="图形 1456">
            <a:extLst>
              <a:ext uri="{FF2B5EF4-FFF2-40B4-BE49-F238E27FC236}">
                <a16:creationId xmlns:a16="http://schemas.microsoft.com/office/drawing/2014/main" id="{A62260F6-FCF1-4C46-21A4-B5C911C6117C}"/>
              </a:ext>
            </a:extLst>
          </p:cNvPr>
          <p:cNvGrpSpPr/>
          <p:nvPr/>
        </p:nvGrpSpPr>
        <p:grpSpPr>
          <a:xfrm>
            <a:off x="5367716" y="4669778"/>
            <a:ext cx="134867" cy="47203"/>
            <a:chOff x="5367716" y="4669778"/>
            <a:chExt cx="134867" cy="47203"/>
          </a:xfrm>
        </p:grpSpPr>
        <p:sp>
          <p:nvSpPr>
            <p:cNvPr id="1683" name="任意多边形: 形状 1682">
              <a:extLst>
                <a:ext uri="{FF2B5EF4-FFF2-40B4-BE49-F238E27FC236}">
                  <a16:creationId xmlns:a16="http://schemas.microsoft.com/office/drawing/2014/main" id="{FC3B7E2A-27E5-40AA-D81E-C37DFA4802C7}"/>
                </a:ext>
              </a:extLst>
            </p:cNvPr>
            <p:cNvSpPr/>
            <p:nvPr/>
          </p:nvSpPr>
          <p:spPr>
            <a:xfrm>
              <a:off x="5367716" y="4693380"/>
              <a:ext cx="134867" cy="6743"/>
            </a:xfrm>
            <a:custGeom>
              <a:avLst/>
              <a:gdLst>
                <a:gd name="connsiteX0" fmla="*/ 0 w 134867"/>
                <a:gd name="connsiteY0" fmla="*/ 0 h 6743"/>
                <a:gd name="connsiteX1" fmla="*/ 134867 w 134867"/>
                <a:gd name="connsiteY1" fmla="*/ 0 h 6743"/>
                <a:gd name="connsiteX2" fmla="*/ 6743 w 134867"/>
                <a:gd name="connsiteY2" fmla="*/ 0 h 6743"/>
                <a:gd name="connsiteX3" fmla="*/ 98655 w 134867"/>
                <a:gd name="connsiteY3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67" h="6743">
                  <a:moveTo>
                    <a:pt x="0" y="0"/>
                  </a:moveTo>
                  <a:lnTo>
                    <a:pt x="134867" y="0"/>
                  </a:lnTo>
                  <a:lnTo>
                    <a:pt x="6743" y="0"/>
                  </a:lnTo>
                  <a:lnTo>
                    <a:pt x="98655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4" name="任意多边形: 形状 1683">
              <a:extLst>
                <a:ext uri="{FF2B5EF4-FFF2-40B4-BE49-F238E27FC236}">
                  <a16:creationId xmlns:a16="http://schemas.microsoft.com/office/drawing/2014/main" id="{97687413-85F7-DF14-3B83-D964E0D7B71B}"/>
                </a:ext>
              </a:extLst>
            </p:cNvPr>
            <p:cNvSpPr/>
            <p:nvPr/>
          </p:nvSpPr>
          <p:spPr>
            <a:xfrm>
              <a:off x="5454571" y="4669778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85" name="图形 1456">
            <a:extLst>
              <a:ext uri="{FF2B5EF4-FFF2-40B4-BE49-F238E27FC236}">
                <a16:creationId xmlns:a16="http://schemas.microsoft.com/office/drawing/2014/main" id="{624C7F7C-F97D-8E67-6FA8-8C0438A20A3C}"/>
              </a:ext>
            </a:extLst>
          </p:cNvPr>
          <p:cNvGrpSpPr/>
          <p:nvPr/>
        </p:nvGrpSpPr>
        <p:grpSpPr>
          <a:xfrm>
            <a:off x="4625946" y="4524795"/>
            <a:ext cx="741769" cy="350654"/>
            <a:chOff x="4625946" y="4524795"/>
            <a:chExt cx="741769" cy="350654"/>
          </a:xfrm>
          <a:solidFill>
            <a:srgbClr val="6EA0BF"/>
          </a:solidFill>
        </p:grpSpPr>
        <p:sp>
          <p:nvSpPr>
            <p:cNvPr id="1686" name="任意多边形: 形状 1685">
              <a:extLst>
                <a:ext uri="{FF2B5EF4-FFF2-40B4-BE49-F238E27FC236}">
                  <a16:creationId xmlns:a16="http://schemas.microsoft.com/office/drawing/2014/main" id="{8B48CA66-F196-8E62-AC19-A390789CE143}"/>
                </a:ext>
              </a:extLst>
            </p:cNvPr>
            <p:cNvSpPr/>
            <p:nvPr/>
          </p:nvSpPr>
          <p:spPr>
            <a:xfrm rot="10800000" flipV="1">
              <a:off x="4625946" y="4524795"/>
              <a:ext cx="741769" cy="337168"/>
            </a:xfrm>
            <a:custGeom>
              <a:avLst/>
              <a:gdLst>
                <a:gd name="connsiteX0" fmla="*/ 691195 w 741769"/>
                <a:gd name="connsiteY0" fmla="*/ 0 h 337168"/>
                <a:gd name="connsiteX1" fmla="*/ 741770 w 741769"/>
                <a:gd name="connsiteY1" fmla="*/ 50575 h 337168"/>
                <a:gd name="connsiteX2" fmla="*/ 741770 w 741769"/>
                <a:gd name="connsiteY2" fmla="*/ 286593 h 337168"/>
                <a:gd name="connsiteX3" fmla="*/ 691195 w 741769"/>
                <a:gd name="connsiteY3" fmla="*/ 337168 h 337168"/>
                <a:gd name="connsiteX4" fmla="*/ 50575 w 741769"/>
                <a:gd name="connsiteY4" fmla="*/ 337168 h 337168"/>
                <a:gd name="connsiteX5" fmla="*/ 0 w 741769"/>
                <a:gd name="connsiteY5" fmla="*/ 286593 h 337168"/>
                <a:gd name="connsiteX6" fmla="*/ 0 w 741769"/>
                <a:gd name="connsiteY6" fmla="*/ 50575 h 337168"/>
                <a:gd name="connsiteX7" fmla="*/ 50575 w 741769"/>
                <a:gd name="connsiteY7" fmla="*/ 0 h 33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769" h="337168">
                  <a:moveTo>
                    <a:pt x="691195" y="0"/>
                  </a:moveTo>
                  <a:cubicBezTo>
                    <a:pt x="719127" y="0"/>
                    <a:pt x="741770" y="22643"/>
                    <a:pt x="741770" y="50575"/>
                  </a:cubicBezTo>
                  <a:lnTo>
                    <a:pt x="741770" y="286593"/>
                  </a:lnTo>
                  <a:cubicBezTo>
                    <a:pt x="741770" y="314525"/>
                    <a:pt x="719127" y="337168"/>
                    <a:pt x="691195" y="337168"/>
                  </a:cubicBezTo>
                  <a:lnTo>
                    <a:pt x="50575" y="337168"/>
                  </a:lnTo>
                  <a:cubicBezTo>
                    <a:pt x="22643" y="337168"/>
                    <a:pt x="0" y="314525"/>
                    <a:pt x="0" y="286593"/>
                  </a:cubicBezTo>
                  <a:lnTo>
                    <a:pt x="0" y="50575"/>
                  </a:lnTo>
                  <a:cubicBezTo>
                    <a:pt x="0" y="22643"/>
                    <a:pt x="22643" y="0"/>
                    <a:pt x="50575" y="0"/>
                  </a:cubicBezTo>
                  <a:close/>
                </a:path>
              </a:pathLst>
            </a:custGeom>
            <a:solidFill>
              <a:srgbClr val="6EA0BF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87" name="图片 1686">
              <a:extLst>
                <a:ext uri="{FF2B5EF4-FFF2-40B4-BE49-F238E27FC236}">
                  <a16:creationId xmlns:a16="http://schemas.microsoft.com/office/drawing/2014/main" id="{25509661-4411-B963-9468-FDA4097D0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29318" y="4531539"/>
              <a:ext cx="728283" cy="343911"/>
            </a:xfrm>
            <a:custGeom>
              <a:avLst/>
              <a:gdLst>
                <a:gd name="connsiteX0" fmla="*/ -1 w 728283"/>
                <a:gd name="connsiteY0" fmla="*/ -1 h 343911"/>
                <a:gd name="connsiteX1" fmla="*/ 728283 w 728283"/>
                <a:gd name="connsiteY1" fmla="*/ -1 h 343911"/>
                <a:gd name="connsiteX2" fmla="*/ 728283 w 728283"/>
                <a:gd name="connsiteY2" fmla="*/ 343911 h 343911"/>
                <a:gd name="connsiteX3" fmla="*/ -1 w 728283"/>
                <a:gd name="connsiteY3" fmla="*/ 343911 h 34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283" h="343911">
                  <a:moveTo>
                    <a:pt x="-1" y="-1"/>
                  </a:moveTo>
                  <a:lnTo>
                    <a:pt x="728283" y="-1"/>
                  </a:lnTo>
                  <a:lnTo>
                    <a:pt x="728283" y="343911"/>
                  </a:lnTo>
                  <a:lnTo>
                    <a:pt x="-1" y="343911"/>
                  </a:lnTo>
                  <a:close/>
                </a:path>
              </a:pathLst>
            </a:custGeom>
          </p:spPr>
        </p:pic>
      </p:grpSp>
      <p:grpSp>
        <p:nvGrpSpPr>
          <p:cNvPr id="1688" name="图形 1456">
            <a:extLst>
              <a:ext uri="{FF2B5EF4-FFF2-40B4-BE49-F238E27FC236}">
                <a16:creationId xmlns:a16="http://schemas.microsoft.com/office/drawing/2014/main" id="{B091C5B4-477A-9D99-4E82-986F1C61FB44}"/>
              </a:ext>
            </a:extLst>
          </p:cNvPr>
          <p:cNvGrpSpPr/>
          <p:nvPr/>
        </p:nvGrpSpPr>
        <p:grpSpPr>
          <a:xfrm>
            <a:off x="5779061" y="4669778"/>
            <a:ext cx="161031" cy="47203"/>
            <a:chOff x="5779061" y="4669778"/>
            <a:chExt cx="161031" cy="47203"/>
          </a:xfrm>
        </p:grpSpPr>
        <p:sp>
          <p:nvSpPr>
            <p:cNvPr id="1689" name="任意多边形: 形状 1688">
              <a:extLst>
                <a:ext uri="{FF2B5EF4-FFF2-40B4-BE49-F238E27FC236}">
                  <a16:creationId xmlns:a16="http://schemas.microsoft.com/office/drawing/2014/main" id="{75A4F5BF-E7E0-F8DD-5F8C-98879CAA78AE}"/>
                </a:ext>
              </a:extLst>
            </p:cNvPr>
            <p:cNvSpPr/>
            <p:nvPr/>
          </p:nvSpPr>
          <p:spPr>
            <a:xfrm>
              <a:off x="5779061" y="4693380"/>
              <a:ext cx="134867" cy="6743"/>
            </a:xfrm>
            <a:custGeom>
              <a:avLst/>
              <a:gdLst>
                <a:gd name="connsiteX0" fmla="*/ 0 w 134867"/>
                <a:gd name="connsiteY0" fmla="*/ 0 h 6743"/>
                <a:gd name="connsiteX1" fmla="*/ 134867 w 134867"/>
                <a:gd name="connsiteY1" fmla="*/ 0 h 6743"/>
                <a:gd name="connsiteX2" fmla="*/ 33717 w 134867"/>
                <a:gd name="connsiteY2" fmla="*/ 0 h 6743"/>
                <a:gd name="connsiteX3" fmla="*/ 125629 w 134867"/>
                <a:gd name="connsiteY3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67" h="6743">
                  <a:moveTo>
                    <a:pt x="0" y="0"/>
                  </a:moveTo>
                  <a:lnTo>
                    <a:pt x="134867" y="0"/>
                  </a:lnTo>
                  <a:lnTo>
                    <a:pt x="33717" y="0"/>
                  </a:lnTo>
                  <a:lnTo>
                    <a:pt x="125629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0" name="任意多边形: 形状 1689">
              <a:extLst>
                <a:ext uri="{FF2B5EF4-FFF2-40B4-BE49-F238E27FC236}">
                  <a16:creationId xmlns:a16="http://schemas.microsoft.com/office/drawing/2014/main" id="{FBF1AC7F-25B3-BBA7-FD56-3D93D9BFCD86}"/>
                </a:ext>
              </a:extLst>
            </p:cNvPr>
            <p:cNvSpPr/>
            <p:nvPr/>
          </p:nvSpPr>
          <p:spPr>
            <a:xfrm>
              <a:off x="5892889" y="4669778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91" name="图形 1456">
            <a:extLst>
              <a:ext uri="{FF2B5EF4-FFF2-40B4-BE49-F238E27FC236}">
                <a16:creationId xmlns:a16="http://schemas.microsoft.com/office/drawing/2014/main" id="{C3F9EEEA-A3D9-4C4A-DD48-9359B9365128}"/>
              </a:ext>
            </a:extLst>
          </p:cNvPr>
          <p:cNvGrpSpPr/>
          <p:nvPr/>
        </p:nvGrpSpPr>
        <p:grpSpPr>
          <a:xfrm>
            <a:off x="5509327" y="4369698"/>
            <a:ext cx="269734" cy="681079"/>
            <a:chOff x="5509327" y="4369698"/>
            <a:chExt cx="269734" cy="681079"/>
          </a:xfrm>
          <a:solidFill>
            <a:srgbClr val="DAE8FC"/>
          </a:solidFill>
        </p:grpSpPr>
        <p:sp>
          <p:nvSpPr>
            <p:cNvPr id="1692" name="任意多边形: 形状 1691">
              <a:extLst>
                <a:ext uri="{FF2B5EF4-FFF2-40B4-BE49-F238E27FC236}">
                  <a16:creationId xmlns:a16="http://schemas.microsoft.com/office/drawing/2014/main" id="{41915691-F249-5D75-3E6A-74A0F823E8F5}"/>
                </a:ext>
              </a:extLst>
            </p:cNvPr>
            <p:cNvSpPr/>
            <p:nvPr/>
          </p:nvSpPr>
          <p:spPr>
            <a:xfrm>
              <a:off x="5509327" y="4373070"/>
              <a:ext cx="269734" cy="640619"/>
            </a:xfrm>
            <a:custGeom>
              <a:avLst/>
              <a:gdLst>
                <a:gd name="connsiteX0" fmla="*/ 229274 w 269734"/>
                <a:gd name="connsiteY0" fmla="*/ 0 h 640619"/>
                <a:gd name="connsiteX1" fmla="*/ 269735 w 269734"/>
                <a:gd name="connsiteY1" fmla="*/ 40460 h 640619"/>
                <a:gd name="connsiteX2" fmla="*/ 269735 w 269734"/>
                <a:gd name="connsiteY2" fmla="*/ 600159 h 640619"/>
                <a:gd name="connsiteX3" fmla="*/ 229274 w 269734"/>
                <a:gd name="connsiteY3" fmla="*/ 640619 h 640619"/>
                <a:gd name="connsiteX4" fmla="*/ 40460 w 269734"/>
                <a:gd name="connsiteY4" fmla="*/ 640619 h 640619"/>
                <a:gd name="connsiteX5" fmla="*/ 0 w 269734"/>
                <a:gd name="connsiteY5" fmla="*/ 600159 h 640619"/>
                <a:gd name="connsiteX6" fmla="*/ 0 w 269734"/>
                <a:gd name="connsiteY6" fmla="*/ 40460 h 640619"/>
                <a:gd name="connsiteX7" fmla="*/ 40460 w 269734"/>
                <a:gd name="connsiteY7" fmla="*/ 0 h 640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9734" h="640619">
                  <a:moveTo>
                    <a:pt x="229274" y="0"/>
                  </a:moveTo>
                  <a:cubicBezTo>
                    <a:pt x="251620" y="0"/>
                    <a:pt x="269735" y="18115"/>
                    <a:pt x="269735" y="40460"/>
                  </a:cubicBezTo>
                  <a:lnTo>
                    <a:pt x="269735" y="600159"/>
                  </a:lnTo>
                  <a:cubicBezTo>
                    <a:pt x="269735" y="622505"/>
                    <a:pt x="251620" y="640619"/>
                    <a:pt x="229274" y="640619"/>
                  </a:cubicBezTo>
                  <a:lnTo>
                    <a:pt x="40460" y="640619"/>
                  </a:lnTo>
                  <a:cubicBezTo>
                    <a:pt x="18115" y="640619"/>
                    <a:pt x="0" y="622505"/>
                    <a:pt x="0" y="600159"/>
                  </a:cubicBezTo>
                  <a:lnTo>
                    <a:pt x="0" y="40460"/>
                  </a:lnTo>
                  <a:cubicBezTo>
                    <a:pt x="0" y="18115"/>
                    <a:pt x="18115" y="0"/>
                    <a:pt x="40460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93" name="图片 1692">
              <a:extLst>
                <a:ext uri="{FF2B5EF4-FFF2-40B4-BE49-F238E27FC236}">
                  <a16:creationId xmlns:a16="http://schemas.microsoft.com/office/drawing/2014/main" id="{EEDE098E-0A56-56BB-5134-E529540AC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512699" y="4369698"/>
              <a:ext cx="256247" cy="681079"/>
            </a:xfrm>
            <a:custGeom>
              <a:avLst/>
              <a:gdLst>
                <a:gd name="connsiteX0" fmla="*/ -1 w 256247"/>
                <a:gd name="connsiteY0" fmla="*/ -1 h 681079"/>
                <a:gd name="connsiteX1" fmla="*/ 256247 w 256247"/>
                <a:gd name="connsiteY1" fmla="*/ -1 h 681079"/>
                <a:gd name="connsiteX2" fmla="*/ 256247 w 256247"/>
                <a:gd name="connsiteY2" fmla="*/ 681079 h 681079"/>
                <a:gd name="connsiteX3" fmla="*/ -1 w 256247"/>
                <a:gd name="connsiteY3" fmla="*/ 681079 h 681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247" h="681079">
                  <a:moveTo>
                    <a:pt x="-1" y="-1"/>
                  </a:moveTo>
                  <a:lnTo>
                    <a:pt x="256247" y="-1"/>
                  </a:lnTo>
                  <a:lnTo>
                    <a:pt x="256247" y="681079"/>
                  </a:lnTo>
                  <a:lnTo>
                    <a:pt x="-1" y="681079"/>
                  </a:lnTo>
                  <a:close/>
                </a:path>
              </a:pathLst>
            </a:custGeom>
          </p:spPr>
        </p:pic>
      </p:grpSp>
      <p:grpSp>
        <p:nvGrpSpPr>
          <p:cNvPr id="1694" name="图形 1456">
            <a:extLst>
              <a:ext uri="{FF2B5EF4-FFF2-40B4-BE49-F238E27FC236}">
                <a16:creationId xmlns:a16="http://schemas.microsoft.com/office/drawing/2014/main" id="{D05CFDED-3CBF-21A6-2C0B-743BB048693A}"/>
              </a:ext>
            </a:extLst>
          </p:cNvPr>
          <p:cNvGrpSpPr/>
          <p:nvPr/>
        </p:nvGrpSpPr>
        <p:grpSpPr>
          <a:xfrm>
            <a:off x="5947646" y="4373070"/>
            <a:ext cx="323681" cy="640619"/>
            <a:chOff x="5947646" y="4373070"/>
            <a:chExt cx="323681" cy="640619"/>
          </a:xfrm>
          <a:solidFill>
            <a:srgbClr val="DAE8FC"/>
          </a:solidFill>
        </p:grpSpPr>
        <p:sp>
          <p:nvSpPr>
            <p:cNvPr id="1695" name="任意多边形: 形状 1694">
              <a:extLst>
                <a:ext uri="{FF2B5EF4-FFF2-40B4-BE49-F238E27FC236}">
                  <a16:creationId xmlns:a16="http://schemas.microsoft.com/office/drawing/2014/main" id="{3D6AC0E9-685F-FACA-6688-16F5ABEA5911}"/>
                </a:ext>
              </a:extLst>
            </p:cNvPr>
            <p:cNvSpPr/>
            <p:nvPr/>
          </p:nvSpPr>
          <p:spPr>
            <a:xfrm>
              <a:off x="5947646" y="4373070"/>
              <a:ext cx="323681" cy="640619"/>
            </a:xfrm>
            <a:custGeom>
              <a:avLst/>
              <a:gdLst>
                <a:gd name="connsiteX0" fmla="*/ 275129 w 323681"/>
                <a:gd name="connsiteY0" fmla="*/ 0 h 640619"/>
                <a:gd name="connsiteX1" fmla="*/ 323681 w 323681"/>
                <a:gd name="connsiteY1" fmla="*/ 48552 h 640619"/>
                <a:gd name="connsiteX2" fmla="*/ 323681 w 323681"/>
                <a:gd name="connsiteY2" fmla="*/ 592067 h 640619"/>
                <a:gd name="connsiteX3" fmla="*/ 275129 w 323681"/>
                <a:gd name="connsiteY3" fmla="*/ 640619 h 640619"/>
                <a:gd name="connsiteX4" fmla="*/ 48552 w 323681"/>
                <a:gd name="connsiteY4" fmla="*/ 640619 h 640619"/>
                <a:gd name="connsiteX5" fmla="*/ 0 w 323681"/>
                <a:gd name="connsiteY5" fmla="*/ 592067 h 640619"/>
                <a:gd name="connsiteX6" fmla="*/ 0 w 323681"/>
                <a:gd name="connsiteY6" fmla="*/ 48552 h 640619"/>
                <a:gd name="connsiteX7" fmla="*/ 48552 w 323681"/>
                <a:gd name="connsiteY7" fmla="*/ 0 h 640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681" h="640619">
                  <a:moveTo>
                    <a:pt x="275129" y="0"/>
                  </a:moveTo>
                  <a:cubicBezTo>
                    <a:pt x="301944" y="0"/>
                    <a:pt x="323681" y="21738"/>
                    <a:pt x="323681" y="48552"/>
                  </a:cubicBezTo>
                  <a:lnTo>
                    <a:pt x="323681" y="592067"/>
                  </a:lnTo>
                  <a:cubicBezTo>
                    <a:pt x="323681" y="618882"/>
                    <a:pt x="301944" y="640619"/>
                    <a:pt x="275129" y="640619"/>
                  </a:cubicBezTo>
                  <a:lnTo>
                    <a:pt x="48552" y="640619"/>
                  </a:lnTo>
                  <a:cubicBezTo>
                    <a:pt x="21738" y="640619"/>
                    <a:pt x="0" y="618882"/>
                    <a:pt x="0" y="592067"/>
                  </a:cubicBezTo>
                  <a:lnTo>
                    <a:pt x="0" y="48552"/>
                  </a:lnTo>
                  <a:cubicBezTo>
                    <a:pt x="0" y="21738"/>
                    <a:pt x="21738" y="0"/>
                    <a:pt x="48552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696" name="图片 1695">
              <a:extLst>
                <a:ext uri="{FF2B5EF4-FFF2-40B4-BE49-F238E27FC236}">
                  <a16:creationId xmlns:a16="http://schemas.microsoft.com/office/drawing/2014/main" id="{8A336AD1-5677-CDBF-7736-36F0393DB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951017" y="4450618"/>
              <a:ext cx="310194" cy="519238"/>
            </a:xfrm>
            <a:custGeom>
              <a:avLst/>
              <a:gdLst>
                <a:gd name="connsiteX0" fmla="*/ -1 w 310194"/>
                <a:gd name="connsiteY0" fmla="*/ -1 h 519238"/>
                <a:gd name="connsiteX1" fmla="*/ 310194 w 310194"/>
                <a:gd name="connsiteY1" fmla="*/ -1 h 519238"/>
                <a:gd name="connsiteX2" fmla="*/ 310194 w 310194"/>
                <a:gd name="connsiteY2" fmla="*/ 519238 h 519238"/>
                <a:gd name="connsiteX3" fmla="*/ -1 w 310194"/>
                <a:gd name="connsiteY3" fmla="*/ 519238 h 51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194" h="519238">
                  <a:moveTo>
                    <a:pt x="-1" y="-1"/>
                  </a:moveTo>
                  <a:lnTo>
                    <a:pt x="310194" y="-1"/>
                  </a:lnTo>
                  <a:lnTo>
                    <a:pt x="310194" y="519238"/>
                  </a:lnTo>
                  <a:lnTo>
                    <a:pt x="-1" y="519238"/>
                  </a:lnTo>
                  <a:close/>
                </a:path>
              </a:pathLst>
            </a:custGeom>
          </p:spPr>
        </p:pic>
      </p:grpSp>
      <p:grpSp>
        <p:nvGrpSpPr>
          <p:cNvPr id="1697" name="图形 1456">
            <a:extLst>
              <a:ext uri="{FF2B5EF4-FFF2-40B4-BE49-F238E27FC236}">
                <a16:creationId xmlns:a16="http://schemas.microsoft.com/office/drawing/2014/main" id="{45C7FAD6-334D-C507-AA5E-9E3911FEA88B}"/>
              </a:ext>
            </a:extLst>
          </p:cNvPr>
          <p:cNvGrpSpPr/>
          <p:nvPr/>
        </p:nvGrpSpPr>
        <p:grpSpPr>
          <a:xfrm>
            <a:off x="3614442" y="5681282"/>
            <a:ext cx="141610" cy="47203"/>
            <a:chOff x="3614442" y="5681282"/>
            <a:chExt cx="141610" cy="47203"/>
          </a:xfrm>
        </p:grpSpPr>
        <p:sp>
          <p:nvSpPr>
            <p:cNvPr id="1698" name="任意多边形: 形状 1697">
              <a:extLst>
                <a:ext uri="{FF2B5EF4-FFF2-40B4-BE49-F238E27FC236}">
                  <a16:creationId xmlns:a16="http://schemas.microsoft.com/office/drawing/2014/main" id="{705391AC-520D-5B0B-CC02-5F9340A207C1}"/>
                </a:ext>
              </a:extLst>
            </p:cNvPr>
            <p:cNvSpPr/>
            <p:nvPr/>
          </p:nvSpPr>
          <p:spPr>
            <a:xfrm>
              <a:off x="3614442" y="5704884"/>
              <a:ext cx="141610" cy="6743"/>
            </a:xfrm>
            <a:custGeom>
              <a:avLst/>
              <a:gdLst>
                <a:gd name="connsiteX0" fmla="*/ 6743 w 141610"/>
                <a:gd name="connsiteY0" fmla="*/ 0 h 6743"/>
                <a:gd name="connsiteX1" fmla="*/ 141611 w 141610"/>
                <a:gd name="connsiteY1" fmla="*/ 0 h 6743"/>
                <a:gd name="connsiteX2" fmla="*/ 0 w 141610"/>
                <a:gd name="connsiteY2" fmla="*/ 0 h 6743"/>
                <a:gd name="connsiteX3" fmla="*/ 91912 w 141610"/>
                <a:gd name="connsiteY3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610" h="6743">
                  <a:moveTo>
                    <a:pt x="6743" y="0"/>
                  </a:moveTo>
                  <a:lnTo>
                    <a:pt x="141611" y="0"/>
                  </a:lnTo>
                  <a:lnTo>
                    <a:pt x="0" y="0"/>
                  </a:lnTo>
                  <a:lnTo>
                    <a:pt x="91912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9" name="任意多边形: 形状 1698">
              <a:extLst>
                <a:ext uri="{FF2B5EF4-FFF2-40B4-BE49-F238E27FC236}">
                  <a16:creationId xmlns:a16="http://schemas.microsoft.com/office/drawing/2014/main" id="{3767BA2F-5C23-8021-2359-E65CA30F2031}"/>
                </a:ext>
              </a:extLst>
            </p:cNvPr>
            <p:cNvSpPr/>
            <p:nvPr/>
          </p:nvSpPr>
          <p:spPr>
            <a:xfrm>
              <a:off x="3694553" y="5681282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700" name="图形 1456">
            <a:extLst>
              <a:ext uri="{FF2B5EF4-FFF2-40B4-BE49-F238E27FC236}">
                <a16:creationId xmlns:a16="http://schemas.microsoft.com/office/drawing/2014/main" id="{8F56EDB5-1EE5-406C-C293-744F78053C53}"/>
              </a:ext>
            </a:extLst>
          </p:cNvPr>
          <p:cNvGrpSpPr/>
          <p:nvPr/>
        </p:nvGrpSpPr>
        <p:grpSpPr>
          <a:xfrm>
            <a:off x="3351451" y="5381203"/>
            <a:ext cx="269734" cy="681079"/>
            <a:chOff x="3351451" y="5381203"/>
            <a:chExt cx="269734" cy="681079"/>
          </a:xfrm>
          <a:solidFill>
            <a:srgbClr val="DAE8FC"/>
          </a:solidFill>
        </p:grpSpPr>
        <p:sp>
          <p:nvSpPr>
            <p:cNvPr id="1701" name="任意多边形: 形状 1700">
              <a:extLst>
                <a:ext uri="{FF2B5EF4-FFF2-40B4-BE49-F238E27FC236}">
                  <a16:creationId xmlns:a16="http://schemas.microsoft.com/office/drawing/2014/main" id="{101F0CD5-1C03-919B-C290-388091DD3CF5}"/>
                </a:ext>
              </a:extLst>
            </p:cNvPr>
            <p:cNvSpPr/>
            <p:nvPr/>
          </p:nvSpPr>
          <p:spPr>
            <a:xfrm>
              <a:off x="3351451" y="5384574"/>
              <a:ext cx="269734" cy="640619"/>
            </a:xfrm>
            <a:custGeom>
              <a:avLst/>
              <a:gdLst>
                <a:gd name="connsiteX0" fmla="*/ 229274 w 269734"/>
                <a:gd name="connsiteY0" fmla="*/ 0 h 640619"/>
                <a:gd name="connsiteX1" fmla="*/ 269735 w 269734"/>
                <a:gd name="connsiteY1" fmla="*/ 40460 h 640619"/>
                <a:gd name="connsiteX2" fmla="*/ 269735 w 269734"/>
                <a:gd name="connsiteY2" fmla="*/ 600159 h 640619"/>
                <a:gd name="connsiteX3" fmla="*/ 229274 w 269734"/>
                <a:gd name="connsiteY3" fmla="*/ 640619 h 640619"/>
                <a:gd name="connsiteX4" fmla="*/ 40460 w 269734"/>
                <a:gd name="connsiteY4" fmla="*/ 640619 h 640619"/>
                <a:gd name="connsiteX5" fmla="*/ 0 w 269734"/>
                <a:gd name="connsiteY5" fmla="*/ 600159 h 640619"/>
                <a:gd name="connsiteX6" fmla="*/ 0 w 269734"/>
                <a:gd name="connsiteY6" fmla="*/ 40460 h 640619"/>
                <a:gd name="connsiteX7" fmla="*/ 40460 w 269734"/>
                <a:gd name="connsiteY7" fmla="*/ 0 h 640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9734" h="640619">
                  <a:moveTo>
                    <a:pt x="229274" y="0"/>
                  </a:moveTo>
                  <a:cubicBezTo>
                    <a:pt x="251620" y="0"/>
                    <a:pt x="269735" y="18115"/>
                    <a:pt x="269735" y="40460"/>
                  </a:cubicBezTo>
                  <a:lnTo>
                    <a:pt x="269735" y="600159"/>
                  </a:lnTo>
                  <a:cubicBezTo>
                    <a:pt x="269735" y="622505"/>
                    <a:pt x="251620" y="640619"/>
                    <a:pt x="229274" y="640619"/>
                  </a:cubicBezTo>
                  <a:lnTo>
                    <a:pt x="40460" y="640619"/>
                  </a:lnTo>
                  <a:cubicBezTo>
                    <a:pt x="18115" y="640619"/>
                    <a:pt x="0" y="622505"/>
                    <a:pt x="0" y="600159"/>
                  </a:cubicBezTo>
                  <a:lnTo>
                    <a:pt x="0" y="40460"/>
                  </a:lnTo>
                  <a:cubicBezTo>
                    <a:pt x="0" y="18115"/>
                    <a:pt x="18115" y="0"/>
                    <a:pt x="40460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702" name="图片 1701">
              <a:extLst>
                <a:ext uri="{FF2B5EF4-FFF2-40B4-BE49-F238E27FC236}">
                  <a16:creationId xmlns:a16="http://schemas.microsoft.com/office/drawing/2014/main" id="{7BF63C68-F463-C830-BB9D-20C9B440F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354823" y="5381203"/>
              <a:ext cx="256247" cy="681079"/>
            </a:xfrm>
            <a:custGeom>
              <a:avLst/>
              <a:gdLst>
                <a:gd name="connsiteX0" fmla="*/ -1 w 256247"/>
                <a:gd name="connsiteY0" fmla="*/ -1 h 681079"/>
                <a:gd name="connsiteX1" fmla="*/ 256247 w 256247"/>
                <a:gd name="connsiteY1" fmla="*/ -1 h 681079"/>
                <a:gd name="connsiteX2" fmla="*/ 256247 w 256247"/>
                <a:gd name="connsiteY2" fmla="*/ 681079 h 681079"/>
                <a:gd name="connsiteX3" fmla="*/ -1 w 256247"/>
                <a:gd name="connsiteY3" fmla="*/ 681079 h 681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247" h="681079">
                  <a:moveTo>
                    <a:pt x="-1" y="-1"/>
                  </a:moveTo>
                  <a:lnTo>
                    <a:pt x="256247" y="-1"/>
                  </a:lnTo>
                  <a:lnTo>
                    <a:pt x="256247" y="681079"/>
                  </a:lnTo>
                  <a:lnTo>
                    <a:pt x="-1" y="681079"/>
                  </a:lnTo>
                  <a:close/>
                </a:path>
              </a:pathLst>
            </a:custGeom>
          </p:spPr>
        </p:pic>
      </p:grpSp>
      <p:grpSp>
        <p:nvGrpSpPr>
          <p:cNvPr id="1703" name="图形 1456">
            <a:extLst>
              <a:ext uri="{FF2B5EF4-FFF2-40B4-BE49-F238E27FC236}">
                <a16:creationId xmlns:a16="http://schemas.microsoft.com/office/drawing/2014/main" id="{61D51BA6-B0A9-25F0-5B9C-DA69E13FDD69}"/>
              </a:ext>
            </a:extLst>
          </p:cNvPr>
          <p:cNvGrpSpPr/>
          <p:nvPr/>
        </p:nvGrpSpPr>
        <p:grpSpPr>
          <a:xfrm>
            <a:off x="4491079" y="5681282"/>
            <a:ext cx="134867" cy="47203"/>
            <a:chOff x="4491079" y="5681282"/>
            <a:chExt cx="134867" cy="47203"/>
          </a:xfrm>
        </p:grpSpPr>
        <p:sp>
          <p:nvSpPr>
            <p:cNvPr id="1704" name="任意多边形: 形状 1703">
              <a:extLst>
                <a:ext uri="{FF2B5EF4-FFF2-40B4-BE49-F238E27FC236}">
                  <a16:creationId xmlns:a16="http://schemas.microsoft.com/office/drawing/2014/main" id="{5A840865-3324-35E5-0860-48B2BF520631}"/>
                </a:ext>
              </a:extLst>
            </p:cNvPr>
            <p:cNvSpPr/>
            <p:nvPr/>
          </p:nvSpPr>
          <p:spPr>
            <a:xfrm>
              <a:off x="4491079" y="5704884"/>
              <a:ext cx="134867" cy="6743"/>
            </a:xfrm>
            <a:custGeom>
              <a:avLst/>
              <a:gdLst>
                <a:gd name="connsiteX0" fmla="*/ 0 w 134867"/>
                <a:gd name="connsiteY0" fmla="*/ 0 h 6743"/>
                <a:gd name="connsiteX1" fmla="*/ 134867 w 134867"/>
                <a:gd name="connsiteY1" fmla="*/ 0 h 6743"/>
                <a:gd name="connsiteX2" fmla="*/ 0 w 134867"/>
                <a:gd name="connsiteY2" fmla="*/ 0 h 6743"/>
                <a:gd name="connsiteX3" fmla="*/ 91912 w 134867"/>
                <a:gd name="connsiteY3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67" h="6743">
                  <a:moveTo>
                    <a:pt x="0" y="0"/>
                  </a:moveTo>
                  <a:lnTo>
                    <a:pt x="134867" y="0"/>
                  </a:lnTo>
                  <a:lnTo>
                    <a:pt x="0" y="0"/>
                  </a:lnTo>
                  <a:lnTo>
                    <a:pt x="91912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5" name="任意多边形: 形状 1704">
              <a:extLst>
                <a:ext uri="{FF2B5EF4-FFF2-40B4-BE49-F238E27FC236}">
                  <a16:creationId xmlns:a16="http://schemas.microsoft.com/office/drawing/2014/main" id="{EE280680-BC51-4F6B-DB45-AD40A32722AD}"/>
                </a:ext>
              </a:extLst>
            </p:cNvPr>
            <p:cNvSpPr/>
            <p:nvPr/>
          </p:nvSpPr>
          <p:spPr>
            <a:xfrm>
              <a:off x="4571190" y="5681282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706" name="图形 1456">
            <a:extLst>
              <a:ext uri="{FF2B5EF4-FFF2-40B4-BE49-F238E27FC236}">
                <a16:creationId xmlns:a16="http://schemas.microsoft.com/office/drawing/2014/main" id="{8E5DA25A-0A1C-23A9-5EF7-764E11B94FED}"/>
              </a:ext>
            </a:extLst>
          </p:cNvPr>
          <p:cNvGrpSpPr/>
          <p:nvPr/>
        </p:nvGrpSpPr>
        <p:grpSpPr>
          <a:xfrm>
            <a:off x="3749309" y="5603733"/>
            <a:ext cx="741769" cy="215787"/>
            <a:chOff x="3749309" y="5603733"/>
            <a:chExt cx="741769" cy="215787"/>
          </a:xfrm>
          <a:solidFill>
            <a:srgbClr val="DAE8FC"/>
          </a:solidFill>
        </p:grpSpPr>
        <p:sp>
          <p:nvSpPr>
            <p:cNvPr id="1707" name="任意多边形: 形状 1706">
              <a:extLst>
                <a:ext uri="{FF2B5EF4-FFF2-40B4-BE49-F238E27FC236}">
                  <a16:creationId xmlns:a16="http://schemas.microsoft.com/office/drawing/2014/main" id="{3AAD5E98-A665-8D1F-4D44-5144DA633401}"/>
                </a:ext>
              </a:extLst>
            </p:cNvPr>
            <p:cNvSpPr/>
            <p:nvPr/>
          </p:nvSpPr>
          <p:spPr>
            <a:xfrm>
              <a:off x="3749309" y="5603733"/>
              <a:ext cx="741769" cy="202300"/>
            </a:xfrm>
            <a:custGeom>
              <a:avLst/>
              <a:gdLst>
                <a:gd name="connsiteX0" fmla="*/ 711425 w 741769"/>
                <a:gd name="connsiteY0" fmla="*/ 0 h 202300"/>
                <a:gd name="connsiteX1" fmla="*/ 741770 w 741769"/>
                <a:gd name="connsiteY1" fmla="*/ 30345 h 202300"/>
                <a:gd name="connsiteX2" fmla="*/ 741770 w 741769"/>
                <a:gd name="connsiteY2" fmla="*/ 171956 h 202300"/>
                <a:gd name="connsiteX3" fmla="*/ 711425 w 741769"/>
                <a:gd name="connsiteY3" fmla="*/ 202301 h 202300"/>
                <a:gd name="connsiteX4" fmla="*/ 30345 w 741769"/>
                <a:gd name="connsiteY4" fmla="*/ 202301 h 202300"/>
                <a:gd name="connsiteX5" fmla="*/ 0 w 741769"/>
                <a:gd name="connsiteY5" fmla="*/ 171956 h 202300"/>
                <a:gd name="connsiteX6" fmla="*/ 0 w 741769"/>
                <a:gd name="connsiteY6" fmla="*/ 30345 h 202300"/>
                <a:gd name="connsiteX7" fmla="*/ 30345 w 741769"/>
                <a:gd name="connsiteY7" fmla="*/ 0 h 202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769" h="202300">
                  <a:moveTo>
                    <a:pt x="711425" y="0"/>
                  </a:moveTo>
                  <a:cubicBezTo>
                    <a:pt x="728184" y="0"/>
                    <a:pt x="741770" y="13586"/>
                    <a:pt x="741770" y="30345"/>
                  </a:cubicBezTo>
                  <a:lnTo>
                    <a:pt x="741770" y="171956"/>
                  </a:lnTo>
                  <a:cubicBezTo>
                    <a:pt x="741770" y="188715"/>
                    <a:pt x="728184" y="202301"/>
                    <a:pt x="711425" y="202301"/>
                  </a:cubicBezTo>
                  <a:lnTo>
                    <a:pt x="30345" y="202301"/>
                  </a:lnTo>
                  <a:cubicBezTo>
                    <a:pt x="13586" y="202301"/>
                    <a:pt x="0" y="188715"/>
                    <a:pt x="0" y="171956"/>
                  </a:cubicBezTo>
                  <a:lnTo>
                    <a:pt x="0" y="30345"/>
                  </a:lnTo>
                  <a:cubicBezTo>
                    <a:pt x="0" y="13586"/>
                    <a:pt x="13586" y="0"/>
                    <a:pt x="30345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708" name="图片 1707">
              <a:extLst>
                <a:ext uri="{FF2B5EF4-FFF2-40B4-BE49-F238E27FC236}">
                  <a16:creationId xmlns:a16="http://schemas.microsoft.com/office/drawing/2014/main" id="{F0F7FCEB-DBA4-F7F1-6039-71771530C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752681" y="5623964"/>
              <a:ext cx="728283" cy="195557"/>
            </a:xfrm>
            <a:custGeom>
              <a:avLst/>
              <a:gdLst>
                <a:gd name="connsiteX0" fmla="*/ -1 w 728283"/>
                <a:gd name="connsiteY0" fmla="*/ -1 h 195557"/>
                <a:gd name="connsiteX1" fmla="*/ 728283 w 728283"/>
                <a:gd name="connsiteY1" fmla="*/ -1 h 195557"/>
                <a:gd name="connsiteX2" fmla="*/ 728283 w 728283"/>
                <a:gd name="connsiteY2" fmla="*/ 195557 h 195557"/>
                <a:gd name="connsiteX3" fmla="*/ -1 w 728283"/>
                <a:gd name="connsiteY3" fmla="*/ 195557 h 19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283" h="195557">
                  <a:moveTo>
                    <a:pt x="-1" y="-1"/>
                  </a:moveTo>
                  <a:lnTo>
                    <a:pt x="728283" y="-1"/>
                  </a:lnTo>
                  <a:lnTo>
                    <a:pt x="728283" y="195557"/>
                  </a:lnTo>
                  <a:lnTo>
                    <a:pt x="-1" y="195557"/>
                  </a:lnTo>
                  <a:close/>
                </a:path>
              </a:pathLst>
            </a:custGeom>
          </p:spPr>
        </p:pic>
      </p:grpSp>
      <p:grpSp>
        <p:nvGrpSpPr>
          <p:cNvPr id="1709" name="图形 1456">
            <a:extLst>
              <a:ext uri="{FF2B5EF4-FFF2-40B4-BE49-F238E27FC236}">
                <a16:creationId xmlns:a16="http://schemas.microsoft.com/office/drawing/2014/main" id="{5D534362-1678-1BF9-2EEF-9511B84AAB4E}"/>
              </a:ext>
            </a:extLst>
          </p:cNvPr>
          <p:cNvGrpSpPr/>
          <p:nvPr/>
        </p:nvGrpSpPr>
        <p:grpSpPr>
          <a:xfrm>
            <a:off x="5367716" y="5681282"/>
            <a:ext cx="134867" cy="47203"/>
            <a:chOff x="5367716" y="5681282"/>
            <a:chExt cx="134867" cy="47203"/>
          </a:xfrm>
        </p:grpSpPr>
        <p:sp>
          <p:nvSpPr>
            <p:cNvPr id="1710" name="任意多边形: 形状 1709">
              <a:extLst>
                <a:ext uri="{FF2B5EF4-FFF2-40B4-BE49-F238E27FC236}">
                  <a16:creationId xmlns:a16="http://schemas.microsoft.com/office/drawing/2014/main" id="{60986E45-5CA8-2244-D498-48972F68E980}"/>
                </a:ext>
              </a:extLst>
            </p:cNvPr>
            <p:cNvSpPr/>
            <p:nvPr/>
          </p:nvSpPr>
          <p:spPr>
            <a:xfrm>
              <a:off x="5367716" y="5704884"/>
              <a:ext cx="134867" cy="6743"/>
            </a:xfrm>
            <a:custGeom>
              <a:avLst/>
              <a:gdLst>
                <a:gd name="connsiteX0" fmla="*/ 0 w 134867"/>
                <a:gd name="connsiteY0" fmla="*/ 0 h 6743"/>
                <a:gd name="connsiteX1" fmla="*/ 134867 w 134867"/>
                <a:gd name="connsiteY1" fmla="*/ 0 h 6743"/>
                <a:gd name="connsiteX2" fmla="*/ 6743 w 134867"/>
                <a:gd name="connsiteY2" fmla="*/ 0 h 6743"/>
                <a:gd name="connsiteX3" fmla="*/ 98655 w 134867"/>
                <a:gd name="connsiteY3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67" h="6743">
                  <a:moveTo>
                    <a:pt x="0" y="0"/>
                  </a:moveTo>
                  <a:lnTo>
                    <a:pt x="134867" y="0"/>
                  </a:lnTo>
                  <a:lnTo>
                    <a:pt x="6743" y="0"/>
                  </a:lnTo>
                  <a:lnTo>
                    <a:pt x="98655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1" name="任意多边形: 形状 1710">
              <a:extLst>
                <a:ext uri="{FF2B5EF4-FFF2-40B4-BE49-F238E27FC236}">
                  <a16:creationId xmlns:a16="http://schemas.microsoft.com/office/drawing/2014/main" id="{5800E1A4-6161-A4EA-3FE1-D98EAF98061A}"/>
                </a:ext>
              </a:extLst>
            </p:cNvPr>
            <p:cNvSpPr/>
            <p:nvPr/>
          </p:nvSpPr>
          <p:spPr>
            <a:xfrm>
              <a:off x="5454571" y="5681282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712" name="图形 1456">
            <a:extLst>
              <a:ext uri="{FF2B5EF4-FFF2-40B4-BE49-F238E27FC236}">
                <a16:creationId xmlns:a16="http://schemas.microsoft.com/office/drawing/2014/main" id="{F878E29A-3BDC-383F-E749-493321AE2FAB}"/>
              </a:ext>
            </a:extLst>
          </p:cNvPr>
          <p:cNvGrpSpPr/>
          <p:nvPr/>
        </p:nvGrpSpPr>
        <p:grpSpPr>
          <a:xfrm>
            <a:off x="4625946" y="5536300"/>
            <a:ext cx="741769" cy="350654"/>
            <a:chOff x="4625946" y="5536300"/>
            <a:chExt cx="741769" cy="350654"/>
          </a:xfrm>
          <a:solidFill>
            <a:srgbClr val="6EA0BF"/>
          </a:solidFill>
        </p:grpSpPr>
        <p:sp>
          <p:nvSpPr>
            <p:cNvPr id="1713" name="任意多边形: 形状 1712">
              <a:extLst>
                <a:ext uri="{FF2B5EF4-FFF2-40B4-BE49-F238E27FC236}">
                  <a16:creationId xmlns:a16="http://schemas.microsoft.com/office/drawing/2014/main" id="{5A326C34-35E3-6B0E-C363-D013BF83F1AF}"/>
                </a:ext>
              </a:extLst>
            </p:cNvPr>
            <p:cNvSpPr/>
            <p:nvPr/>
          </p:nvSpPr>
          <p:spPr>
            <a:xfrm rot="10800000" flipV="1">
              <a:off x="4625946" y="5536300"/>
              <a:ext cx="741769" cy="337168"/>
            </a:xfrm>
            <a:custGeom>
              <a:avLst/>
              <a:gdLst>
                <a:gd name="connsiteX0" fmla="*/ 691195 w 741769"/>
                <a:gd name="connsiteY0" fmla="*/ 0 h 337168"/>
                <a:gd name="connsiteX1" fmla="*/ 741770 w 741769"/>
                <a:gd name="connsiteY1" fmla="*/ 50575 h 337168"/>
                <a:gd name="connsiteX2" fmla="*/ 741770 w 741769"/>
                <a:gd name="connsiteY2" fmla="*/ 286593 h 337168"/>
                <a:gd name="connsiteX3" fmla="*/ 691195 w 741769"/>
                <a:gd name="connsiteY3" fmla="*/ 337168 h 337168"/>
                <a:gd name="connsiteX4" fmla="*/ 50575 w 741769"/>
                <a:gd name="connsiteY4" fmla="*/ 337168 h 337168"/>
                <a:gd name="connsiteX5" fmla="*/ 0 w 741769"/>
                <a:gd name="connsiteY5" fmla="*/ 286593 h 337168"/>
                <a:gd name="connsiteX6" fmla="*/ 0 w 741769"/>
                <a:gd name="connsiteY6" fmla="*/ 50575 h 337168"/>
                <a:gd name="connsiteX7" fmla="*/ 50575 w 741769"/>
                <a:gd name="connsiteY7" fmla="*/ 0 h 33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769" h="337168">
                  <a:moveTo>
                    <a:pt x="691195" y="0"/>
                  </a:moveTo>
                  <a:cubicBezTo>
                    <a:pt x="719127" y="0"/>
                    <a:pt x="741770" y="22643"/>
                    <a:pt x="741770" y="50575"/>
                  </a:cubicBezTo>
                  <a:lnTo>
                    <a:pt x="741770" y="286593"/>
                  </a:lnTo>
                  <a:cubicBezTo>
                    <a:pt x="741770" y="314525"/>
                    <a:pt x="719127" y="337168"/>
                    <a:pt x="691195" y="337168"/>
                  </a:cubicBezTo>
                  <a:lnTo>
                    <a:pt x="50575" y="337168"/>
                  </a:lnTo>
                  <a:cubicBezTo>
                    <a:pt x="22643" y="337168"/>
                    <a:pt x="0" y="314525"/>
                    <a:pt x="0" y="286593"/>
                  </a:cubicBezTo>
                  <a:lnTo>
                    <a:pt x="0" y="50575"/>
                  </a:lnTo>
                  <a:cubicBezTo>
                    <a:pt x="0" y="22643"/>
                    <a:pt x="22643" y="0"/>
                    <a:pt x="50575" y="0"/>
                  </a:cubicBezTo>
                  <a:close/>
                </a:path>
              </a:pathLst>
            </a:custGeom>
            <a:solidFill>
              <a:srgbClr val="6EA0BF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714" name="图片 1713">
              <a:extLst>
                <a:ext uri="{FF2B5EF4-FFF2-40B4-BE49-F238E27FC236}">
                  <a16:creationId xmlns:a16="http://schemas.microsoft.com/office/drawing/2014/main" id="{35AFEE33-432A-5732-98AA-82927CE63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29318" y="5543043"/>
              <a:ext cx="728283" cy="343911"/>
            </a:xfrm>
            <a:custGeom>
              <a:avLst/>
              <a:gdLst>
                <a:gd name="connsiteX0" fmla="*/ -1 w 728283"/>
                <a:gd name="connsiteY0" fmla="*/ -1 h 343911"/>
                <a:gd name="connsiteX1" fmla="*/ 728283 w 728283"/>
                <a:gd name="connsiteY1" fmla="*/ -1 h 343911"/>
                <a:gd name="connsiteX2" fmla="*/ 728283 w 728283"/>
                <a:gd name="connsiteY2" fmla="*/ 343911 h 343911"/>
                <a:gd name="connsiteX3" fmla="*/ -1 w 728283"/>
                <a:gd name="connsiteY3" fmla="*/ 343911 h 34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283" h="343911">
                  <a:moveTo>
                    <a:pt x="-1" y="-1"/>
                  </a:moveTo>
                  <a:lnTo>
                    <a:pt x="728283" y="-1"/>
                  </a:lnTo>
                  <a:lnTo>
                    <a:pt x="728283" y="343911"/>
                  </a:lnTo>
                  <a:lnTo>
                    <a:pt x="-1" y="343911"/>
                  </a:lnTo>
                  <a:close/>
                </a:path>
              </a:pathLst>
            </a:custGeom>
          </p:spPr>
        </p:pic>
      </p:grpSp>
      <p:grpSp>
        <p:nvGrpSpPr>
          <p:cNvPr id="1715" name="图形 1456">
            <a:extLst>
              <a:ext uri="{FF2B5EF4-FFF2-40B4-BE49-F238E27FC236}">
                <a16:creationId xmlns:a16="http://schemas.microsoft.com/office/drawing/2014/main" id="{12594DB5-86EF-9802-75CE-93737CDCA348}"/>
              </a:ext>
            </a:extLst>
          </p:cNvPr>
          <p:cNvGrpSpPr/>
          <p:nvPr/>
        </p:nvGrpSpPr>
        <p:grpSpPr>
          <a:xfrm>
            <a:off x="5779061" y="5681282"/>
            <a:ext cx="167774" cy="47203"/>
            <a:chOff x="5779061" y="5681282"/>
            <a:chExt cx="167774" cy="47203"/>
          </a:xfrm>
        </p:grpSpPr>
        <p:sp>
          <p:nvSpPr>
            <p:cNvPr id="1716" name="任意多边形: 形状 1715">
              <a:extLst>
                <a:ext uri="{FF2B5EF4-FFF2-40B4-BE49-F238E27FC236}">
                  <a16:creationId xmlns:a16="http://schemas.microsoft.com/office/drawing/2014/main" id="{E842AA11-8A17-4A7A-34F7-219534000321}"/>
                </a:ext>
              </a:extLst>
            </p:cNvPr>
            <p:cNvSpPr/>
            <p:nvPr/>
          </p:nvSpPr>
          <p:spPr>
            <a:xfrm>
              <a:off x="5779061" y="5704884"/>
              <a:ext cx="134867" cy="6743"/>
            </a:xfrm>
            <a:custGeom>
              <a:avLst/>
              <a:gdLst>
                <a:gd name="connsiteX0" fmla="*/ 0 w 134867"/>
                <a:gd name="connsiteY0" fmla="*/ 0 h 6743"/>
                <a:gd name="connsiteX1" fmla="*/ 134867 w 134867"/>
                <a:gd name="connsiteY1" fmla="*/ 0 h 6743"/>
                <a:gd name="connsiteX2" fmla="*/ 40460 w 134867"/>
                <a:gd name="connsiteY2" fmla="*/ 0 h 6743"/>
                <a:gd name="connsiteX3" fmla="*/ 132372 w 134867"/>
                <a:gd name="connsiteY3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867" h="6743">
                  <a:moveTo>
                    <a:pt x="0" y="0"/>
                  </a:moveTo>
                  <a:lnTo>
                    <a:pt x="134867" y="0"/>
                  </a:lnTo>
                  <a:lnTo>
                    <a:pt x="40460" y="0"/>
                  </a:lnTo>
                  <a:lnTo>
                    <a:pt x="132372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7" name="任意多边形: 形状 1716">
              <a:extLst>
                <a:ext uri="{FF2B5EF4-FFF2-40B4-BE49-F238E27FC236}">
                  <a16:creationId xmlns:a16="http://schemas.microsoft.com/office/drawing/2014/main" id="{C883D590-8969-5001-5151-00C3CD177325}"/>
                </a:ext>
              </a:extLst>
            </p:cNvPr>
            <p:cNvSpPr/>
            <p:nvPr/>
          </p:nvSpPr>
          <p:spPr>
            <a:xfrm>
              <a:off x="5899633" y="5681282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718" name="图形 1456">
            <a:extLst>
              <a:ext uri="{FF2B5EF4-FFF2-40B4-BE49-F238E27FC236}">
                <a16:creationId xmlns:a16="http://schemas.microsoft.com/office/drawing/2014/main" id="{45BD3F1C-413A-8EF9-FFE9-7456B1C8D73B}"/>
              </a:ext>
            </a:extLst>
          </p:cNvPr>
          <p:cNvGrpSpPr/>
          <p:nvPr/>
        </p:nvGrpSpPr>
        <p:grpSpPr>
          <a:xfrm>
            <a:off x="5509327" y="5381203"/>
            <a:ext cx="269734" cy="681079"/>
            <a:chOff x="5509327" y="5381203"/>
            <a:chExt cx="269734" cy="681079"/>
          </a:xfrm>
          <a:solidFill>
            <a:srgbClr val="DAE8FC"/>
          </a:solidFill>
        </p:grpSpPr>
        <p:sp>
          <p:nvSpPr>
            <p:cNvPr id="1719" name="任意多边形: 形状 1718">
              <a:extLst>
                <a:ext uri="{FF2B5EF4-FFF2-40B4-BE49-F238E27FC236}">
                  <a16:creationId xmlns:a16="http://schemas.microsoft.com/office/drawing/2014/main" id="{B7875C91-FFA2-BD92-B0A1-112B526AF821}"/>
                </a:ext>
              </a:extLst>
            </p:cNvPr>
            <p:cNvSpPr/>
            <p:nvPr/>
          </p:nvSpPr>
          <p:spPr>
            <a:xfrm>
              <a:off x="5509327" y="5384574"/>
              <a:ext cx="269734" cy="640619"/>
            </a:xfrm>
            <a:custGeom>
              <a:avLst/>
              <a:gdLst>
                <a:gd name="connsiteX0" fmla="*/ 229274 w 269734"/>
                <a:gd name="connsiteY0" fmla="*/ 0 h 640619"/>
                <a:gd name="connsiteX1" fmla="*/ 269735 w 269734"/>
                <a:gd name="connsiteY1" fmla="*/ 40460 h 640619"/>
                <a:gd name="connsiteX2" fmla="*/ 269735 w 269734"/>
                <a:gd name="connsiteY2" fmla="*/ 600159 h 640619"/>
                <a:gd name="connsiteX3" fmla="*/ 229274 w 269734"/>
                <a:gd name="connsiteY3" fmla="*/ 640619 h 640619"/>
                <a:gd name="connsiteX4" fmla="*/ 40460 w 269734"/>
                <a:gd name="connsiteY4" fmla="*/ 640619 h 640619"/>
                <a:gd name="connsiteX5" fmla="*/ 0 w 269734"/>
                <a:gd name="connsiteY5" fmla="*/ 600159 h 640619"/>
                <a:gd name="connsiteX6" fmla="*/ 0 w 269734"/>
                <a:gd name="connsiteY6" fmla="*/ 40460 h 640619"/>
                <a:gd name="connsiteX7" fmla="*/ 40460 w 269734"/>
                <a:gd name="connsiteY7" fmla="*/ 0 h 640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9734" h="640619">
                  <a:moveTo>
                    <a:pt x="229274" y="0"/>
                  </a:moveTo>
                  <a:cubicBezTo>
                    <a:pt x="251620" y="0"/>
                    <a:pt x="269735" y="18115"/>
                    <a:pt x="269735" y="40460"/>
                  </a:cubicBezTo>
                  <a:lnTo>
                    <a:pt x="269735" y="600159"/>
                  </a:lnTo>
                  <a:cubicBezTo>
                    <a:pt x="269735" y="622505"/>
                    <a:pt x="251620" y="640619"/>
                    <a:pt x="229274" y="640619"/>
                  </a:cubicBezTo>
                  <a:lnTo>
                    <a:pt x="40460" y="640619"/>
                  </a:lnTo>
                  <a:cubicBezTo>
                    <a:pt x="18115" y="640619"/>
                    <a:pt x="0" y="622505"/>
                    <a:pt x="0" y="600159"/>
                  </a:cubicBezTo>
                  <a:lnTo>
                    <a:pt x="0" y="40460"/>
                  </a:lnTo>
                  <a:cubicBezTo>
                    <a:pt x="0" y="18115"/>
                    <a:pt x="18115" y="0"/>
                    <a:pt x="40460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720" name="图片 1719">
              <a:extLst>
                <a:ext uri="{FF2B5EF4-FFF2-40B4-BE49-F238E27FC236}">
                  <a16:creationId xmlns:a16="http://schemas.microsoft.com/office/drawing/2014/main" id="{0093391E-DF70-59F0-F709-0BDDEF053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512699" y="5381203"/>
              <a:ext cx="256247" cy="681079"/>
            </a:xfrm>
            <a:custGeom>
              <a:avLst/>
              <a:gdLst>
                <a:gd name="connsiteX0" fmla="*/ -1 w 256247"/>
                <a:gd name="connsiteY0" fmla="*/ -1 h 681079"/>
                <a:gd name="connsiteX1" fmla="*/ 256247 w 256247"/>
                <a:gd name="connsiteY1" fmla="*/ -1 h 681079"/>
                <a:gd name="connsiteX2" fmla="*/ 256247 w 256247"/>
                <a:gd name="connsiteY2" fmla="*/ 681079 h 681079"/>
                <a:gd name="connsiteX3" fmla="*/ -1 w 256247"/>
                <a:gd name="connsiteY3" fmla="*/ 681079 h 681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247" h="681079">
                  <a:moveTo>
                    <a:pt x="-1" y="-1"/>
                  </a:moveTo>
                  <a:lnTo>
                    <a:pt x="256247" y="-1"/>
                  </a:lnTo>
                  <a:lnTo>
                    <a:pt x="256247" y="681079"/>
                  </a:lnTo>
                  <a:lnTo>
                    <a:pt x="-1" y="681079"/>
                  </a:lnTo>
                  <a:close/>
                </a:path>
              </a:pathLst>
            </a:custGeom>
          </p:spPr>
        </p:pic>
      </p:grpSp>
      <p:grpSp>
        <p:nvGrpSpPr>
          <p:cNvPr id="1721" name="图形 1456">
            <a:extLst>
              <a:ext uri="{FF2B5EF4-FFF2-40B4-BE49-F238E27FC236}">
                <a16:creationId xmlns:a16="http://schemas.microsoft.com/office/drawing/2014/main" id="{346180C7-A14F-06AC-C03B-AA1F27E66889}"/>
              </a:ext>
            </a:extLst>
          </p:cNvPr>
          <p:cNvGrpSpPr/>
          <p:nvPr/>
        </p:nvGrpSpPr>
        <p:grpSpPr>
          <a:xfrm>
            <a:off x="5954389" y="5384574"/>
            <a:ext cx="323681" cy="640619"/>
            <a:chOff x="5954389" y="5384574"/>
            <a:chExt cx="323681" cy="640619"/>
          </a:xfrm>
          <a:solidFill>
            <a:srgbClr val="DAE8FC"/>
          </a:solidFill>
        </p:grpSpPr>
        <p:sp>
          <p:nvSpPr>
            <p:cNvPr id="1722" name="任意多边形: 形状 1721">
              <a:extLst>
                <a:ext uri="{FF2B5EF4-FFF2-40B4-BE49-F238E27FC236}">
                  <a16:creationId xmlns:a16="http://schemas.microsoft.com/office/drawing/2014/main" id="{05F6F295-0BB2-88B3-C2D9-8AAE3E1A4847}"/>
                </a:ext>
              </a:extLst>
            </p:cNvPr>
            <p:cNvSpPr/>
            <p:nvPr/>
          </p:nvSpPr>
          <p:spPr>
            <a:xfrm>
              <a:off x="5954389" y="5384574"/>
              <a:ext cx="323681" cy="640619"/>
            </a:xfrm>
            <a:custGeom>
              <a:avLst/>
              <a:gdLst>
                <a:gd name="connsiteX0" fmla="*/ 275129 w 323681"/>
                <a:gd name="connsiteY0" fmla="*/ 0 h 640619"/>
                <a:gd name="connsiteX1" fmla="*/ 323681 w 323681"/>
                <a:gd name="connsiteY1" fmla="*/ 48552 h 640619"/>
                <a:gd name="connsiteX2" fmla="*/ 323681 w 323681"/>
                <a:gd name="connsiteY2" fmla="*/ 592067 h 640619"/>
                <a:gd name="connsiteX3" fmla="*/ 275129 w 323681"/>
                <a:gd name="connsiteY3" fmla="*/ 640619 h 640619"/>
                <a:gd name="connsiteX4" fmla="*/ 48552 w 323681"/>
                <a:gd name="connsiteY4" fmla="*/ 640619 h 640619"/>
                <a:gd name="connsiteX5" fmla="*/ 0 w 323681"/>
                <a:gd name="connsiteY5" fmla="*/ 592067 h 640619"/>
                <a:gd name="connsiteX6" fmla="*/ 0 w 323681"/>
                <a:gd name="connsiteY6" fmla="*/ 48552 h 640619"/>
                <a:gd name="connsiteX7" fmla="*/ 48552 w 323681"/>
                <a:gd name="connsiteY7" fmla="*/ 0 h 640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3681" h="640619">
                  <a:moveTo>
                    <a:pt x="275129" y="0"/>
                  </a:moveTo>
                  <a:cubicBezTo>
                    <a:pt x="301944" y="0"/>
                    <a:pt x="323681" y="21738"/>
                    <a:pt x="323681" y="48552"/>
                  </a:cubicBezTo>
                  <a:lnTo>
                    <a:pt x="323681" y="592067"/>
                  </a:lnTo>
                  <a:cubicBezTo>
                    <a:pt x="323681" y="618882"/>
                    <a:pt x="301944" y="640619"/>
                    <a:pt x="275129" y="640619"/>
                  </a:cubicBezTo>
                  <a:lnTo>
                    <a:pt x="48552" y="640619"/>
                  </a:lnTo>
                  <a:cubicBezTo>
                    <a:pt x="21738" y="640619"/>
                    <a:pt x="0" y="618882"/>
                    <a:pt x="0" y="592067"/>
                  </a:cubicBezTo>
                  <a:lnTo>
                    <a:pt x="0" y="48552"/>
                  </a:lnTo>
                  <a:cubicBezTo>
                    <a:pt x="0" y="21738"/>
                    <a:pt x="21738" y="0"/>
                    <a:pt x="48552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723" name="图片 1722">
              <a:extLst>
                <a:ext uri="{FF2B5EF4-FFF2-40B4-BE49-F238E27FC236}">
                  <a16:creationId xmlns:a16="http://schemas.microsoft.com/office/drawing/2014/main" id="{2AC32F2E-68FD-0AA3-7A82-ADB939FAE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957761" y="5462123"/>
              <a:ext cx="310194" cy="519238"/>
            </a:xfrm>
            <a:custGeom>
              <a:avLst/>
              <a:gdLst>
                <a:gd name="connsiteX0" fmla="*/ -1 w 310194"/>
                <a:gd name="connsiteY0" fmla="*/ -1 h 519238"/>
                <a:gd name="connsiteX1" fmla="*/ 310194 w 310194"/>
                <a:gd name="connsiteY1" fmla="*/ -1 h 519238"/>
                <a:gd name="connsiteX2" fmla="*/ 310194 w 310194"/>
                <a:gd name="connsiteY2" fmla="*/ 519238 h 519238"/>
                <a:gd name="connsiteX3" fmla="*/ -1 w 310194"/>
                <a:gd name="connsiteY3" fmla="*/ 519238 h 51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194" h="519238">
                  <a:moveTo>
                    <a:pt x="-1" y="-1"/>
                  </a:moveTo>
                  <a:lnTo>
                    <a:pt x="310194" y="-1"/>
                  </a:lnTo>
                  <a:lnTo>
                    <a:pt x="310194" y="519238"/>
                  </a:lnTo>
                  <a:lnTo>
                    <a:pt x="-1" y="519238"/>
                  </a:lnTo>
                  <a:close/>
                </a:path>
              </a:pathLst>
            </a:custGeom>
          </p:spPr>
        </p:pic>
      </p:grpSp>
      <p:grpSp>
        <p:nvGrpSpPr>
          <p:cNvPr id="1724" name="图形 1456">
            <a:extLst>
              <a:ext uri="{FF2B5EF4-FFF2-40B4-BE49-F238E27FC236}">
                <a16:creationId xmlns:a16="http://schemas.microsoft.com/office/drawing/2014/main" id="{52E98E6F-651C-49AF-E604-C74C729F44F5}"/>
              </a:ext>
            </a:extLst>
          </p:cNvPr>
          <p:cNvGrpSpPr/>
          <p:nvPr/>
        </p:nvGrpSpPr>
        <p:grpSpPr>
          <a:xfrm>
            <a:off x="8584300" y="3037884"/>
            <a:ext cx="174518" cy="47203"/>
            <a:chOff x="8584300" y="3037884"/>
            <a:chExt cx="174518" cy="47203"/>
          </a:xfrm>
        </p:grpSpPr>
        <p:sp>
          <p:nvSpPr>
            <p:cNvPr id="1725" name="任意多边形: 形状 1724">
              <a:extLst>
                <a:ext uri="{FF2B5EF4-FFF2-40B4-BE49-F238E27FC236}">
                  <a16:creationId xmlns:a16="http://schemas.microsoft.com/office/drawing/2014/main" id="{B8A3DABF-693E-60EE-9842-98386FEA812A}"/>
                </a:ext>
              </a:extLst>
            </p:cNvPr>
            <p:cNvSpPr/>
            <p:nvPr/>
          </p:nvSpPr>
          <p:spPr>
            <a:xfrm>
              <a:off x="8584300" y="3061486"/>
              <a:ext cx="139115" cy="6743"/>
            </a:xfrm>
            <a:custGeom>
              <a:avLst/>
              <a:gdLst>
                <a:gd name="connsiteX0" fmla="*/ 0 w 139115"/>
                <a:gd name="connsiteY0" fmla="*/ 0 h 6743"/>
                <a:gd name="connsiteX1" fmla="*/ 134867 w 139115"/>
                <a:gd name="connsiteY1" fmla="*/ 0 h 6743"/>
                <a:gd name="connsiteX2" fmla="*/ 47204 w 139115"/>
                <a:gd name="connsiteY2" fmla="*/ 0 h 6743"/>
                <a:gd name="connsiteX3" fmla="*/ 139116 w 139115"/>
                <a:gd name="connsiteY3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115" h="6743">
                  <a:moveTo>
                    <a:pt x="0" y="0"/>
                  </a:moveTo>
                  <a:lnTo>
                    <a:pt x="134867" y="0"/>
                  </a:lnTo>
                  <a:lnTo>
                    <a:pt x="47204" y="0"/>
                  </a:lnTo>
                  <a:lnTo>
                    <a:pt x="139116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6" name="任意多边形: 形状 1725">
              <a:extLst>
                <a:ext uri="{FF2B5EF4-FFF2-40B4-BE49-F238E27FC236}">
                  <a16:creationId xmlns:a16="http://schemas.microsoft.com/office/drawing/2014/main" id="{846FFE9E-1CAA-55A0-BA54-F0D24FFE49B7}"/>
                </a:ext>
              </a:extLst>
            </p:cNvPr>
            <p:cNvSpPr/>
            <p:nvPr/>
          </p:nvSpPr>
          <p:spPr>
            <a:xfrm>
              <a:off x="8711615" y="3037884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727" name="图形 1456">
            <a:extLst>
              <a:ext uri="{FF2B5EF4-FFF2-40B4-BE49-F238E27FC236}">
                <a16:creationId xmlns:a16="http://schemas.microsoft.com/office/drawing/2014/main" id="{84DD2059-B8F6-979C-2C81-33BD6E4E9FCA}"/>
              </a:ext>
            </a:extLst>
          </p:cNvPr>
          <p:cNvGrpSpPr/>
          <p:nvPr/>
        </p:nvGrpSpPr>
        <p:grpSpPr>
          <a:xfrm>
            <a:off x="8442690" y="2980565"/>
            <a:ext cx="141610" cy="195557"/>
            <a:chOff x="8442690" y="2980565"/>
            <a:chExt cx="141610" cy="195557"/>
          </a:xfrm>
          <a:solidFill>
            <a:srgbClr val="FFFFFF"/>
          </a:solidFill>
        </p:grpSpPr>
        <p:sp>
          <p:nvSpPr>
            <p:cNvPr id="1728" name="任意多边形: 形状 1727">
              <a:extLst>
                <a:ext uri="{FF2B5EF4-FFF2-40B4-BE49-F238E27FC236}">
                  <a16:creationId xmlns:a16="http://schemas.microsoft.com/office/drawing/2014/main" id="{C909C877-3B6E-A73C-F085-1769F46E2927}"/>
                </a:ext>
              </a:extLst>
            </p:cNvPr>
            <p:cNvSpPr/>
            <p:nvPr/>
          </p:nvSpPr>
          <p:spPr>
            <a:xfrm>
              <a:off x="8442690" y="2990680"/>
              <a:ext cx="141610" cy="141610"/>
            </a:xfrm>
            <a:custGeom>
              <a:avLst/>
              <a:gdLst>
                <a:gd name="connsiteX0" fmla="*/ 141611 w 141610"/>
                <a:gd name="connsiteY0" fmla="*/ 70805 h 141610"/>
                <a:gd name="connsiteX1" fmla="*/ 70805 w 141610"/>
                <a:gd name="connsiteY1" fmla="*/ 141611 h 141610"/>
                <a:gd name="connsiteX2" fmla="*/ 0 w 141610"/>
                <a:gd name="connsiteY2" fmla="*/ 70805 h 141610"/>
                <a:gd name="connsiteX3" fmla="*/ 70805 w 141610"/>
                <a:gd name="connsiteY3" fmla="*/ 0 h 141610"/>
                <a:gd name="connsiteX4" fmla="*/ 141611 w 141610"/>
                <a:gd name="connsiteY4" fmla="*/ 70805 h 14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610" h="141610">
                  <a:moveTo>
                    <a:pt x="141611" y="70805"/>
                  </a:moveTo>
                  <a:cubicBezTo>
                    <a:pt x="141611" y="109910"/>
                    <a:pt x="109910" y="141611"/>
                    <a:pt x="70805" y="141611"/>
                  </a:cubicBezTo>
                  <a:cubicBezTo>
                    <a:pt x="31701" y="141611"/>
                    <a:pt x="0" y="109910"/>
                    <a:pt x="0" y="70805"/>
                  </a:cubicBezTo>
                  <a:cubicBezTo>
                    <a:pt x="0" y="31701"/>
                    <a:pt x="31701" y="0"/>
                    <a:pt x="70805" y="0"/>
                  </a:cubicBezTo>
                  <a:cubicBezTo>
                    <a:pt x="109910" y="0"/>
                    <a:pt x="141611" y="31701"/>
                    <a:pt x="141611" y="70805"/>
                  </a:cubicBezTo>
                  <a:close/>
                </a:path>
              </a:pathLst>
            </a:custGeom>
            <a:solidFill>
              <a:srgbClr val="FFFFFF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729" name="图片 1728">
              <a:extLst>
                <a:ext uri="{FF2B5EF4-FFF2-40B4-BE49-F238E27FC236}">
                  <a16:creationId xmlns:a16="http://schemas.microsoft.com/office/drawing/2014/main" id="{B5E73DBC-1C7F-43A4-C8D9-E81AE66AA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46061" y="2980565"/>
              <a:ext cx="128123" cy="195557"/>
            </a:xfrm>
            <a:custGeom>
              <a:avLst/>
              <a:gdLst>
                <a:gd name="connsiteX0" fmla="*/ -1 w 128123"/>
                <a:gd name="connsiteY0" fmla="*/ -1 h 195557"/>
                <a:gd name="connsiteX1" fmla="*/ 128123 w 128123"/>
                <a:gd name="connsiteY1" fmla="*/ -1 h 195557"/>
                <a:gd name="connsiteX2" fmla="*/ 128123 w 128123"/>
                <a:gd name="connsiteY2" fmla="*/ 195557 h 195557"/>
                <a:gd name="connsiteX3" fmla="*/ -1 w 128123"/>
                <a:gd name="connsiteY3" fmla="*/ 195557 h 19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123" h="195557">
                  <a:moveTo>
                    <a:pt x="-1" y="-1"/>
                  </a:moveTo>
                  <a:lnTo>
                    <a:pt x="128123" y="-1"/>
                  </a:lnTo>
                  <a:lnTo>
                    <a:pt x="128123" y="195557"/>
                  </a:lnTo>
                  <a:lnTo>
                    <a:pt x="-1" y="195557"/>
                  </a:lnTo>
                  <a:close/>
                </a:path>
              </a:pathLst>
            </a:custGeom>
          </p:spPr>
        </p:pic>
      </p:grpSp>
      <p:grpSp>
        <p:nvGrpSpPr>
          <p:cNvPr id="1730" name="图形 1456">
            <a:extLst>
              <a:ext uri="{FF2B5EF4-FFF2-40B4-BE49-F238E27FC236}">
                <a16:creationId xmlns:a16="http://schemas.microsoft.com/office/drawing/2014/main" id="{6336CAAF-FA29-6478-27FD-6CD5E36A5BB0}"/>
              </a:ext>
            </a:extLst>
          </p:cNvPr>
          <p:cNvGrpSpPr/>
          <p:nvPr/>
        </p:nvGrpSpPr>
        <p:grpSpPr>
          <a:xfrm>
            <a:off x="9103539" y="3037884"/>
            <a:ext cx="194748" cy="47203"/>
            <a:chOff x="9103539" y="3037884"/>
            <a:chExt cx="194748" cy="47203"/>
          </a:xfrm>
        </p:grpSpPr>
        <p:sp>
          <p:nvSpPr>
            <p:cNvPr id="1731" name="任意多边形: 形状 1730">
              <a:extLst>
                <a:ext uri="{FF2B5EF4-FFF2-40B4-BE49-F238E27FC236}">
                  <a16:creationId xmlns:a16="http://schemas.microsoft.com/office/drawing/2014/main" id="{C3B5A289-8528-C846-D812-4189A92C04A0}"/>
                </a:ext>
              </a:extLst>
            </p:cNvPr>
            <p:cNvSpPr/>
            <p:nvPr/>
          </p:nvSpPr>
          <p:spPr>
            <a:xfrm>
              <a:off x="9103539" y="3061486"/>
              <a:ext cx="159345" cy="6743"/>
            </a:xfrm>
            <a:custGeom>
              <a:avLst/>
              <a:gdLst>
                <a:gd name="connsiteX0" fmla="*/ 0 w 159345"/>
                <a:gd name="connsiteY0" fmla="*/ 0 h 6743"/>
                <a:gd name="connsiteX1" fmla="*/ 134867 w 159345"/>
                <a:gd name="connsiteY1" fmla="*/ 0 h 6743"/>
                <a:gd name="connsiteX2" fmla="*/ 67434 w 159345"/>
                <a:gd name="connsiteY2" fmla="*/ 0 h 6743"/>
                <a:gd name="connsiteX3" fmla="*/ 159346 w 159345"/>
                <a:gd name="connsiteY3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345" h="6743">
                  <a:moveTo>
                    <a:pt x="0" y="0"/>
                  </a:moveTo>
                  <a:lnTo>
                    <a:pt x="134867" y="0"/>
                  </a:lnTo>
                  <a:lnTo>
                    <a:pt x="67434" y="0"/>
                  </a:lnTo>
                  <a:lnTo>
                    <a:pt x="159346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2" name="任意多边形: 形状 1731">
              <a:extLst>
                <a:ext uri="{FF2B5EF4-FFF2-40B4-BE49-F238E27FC236}">
                  <a16:creationId xmlns:a16="http://schemas.microsoft.com/office/drawing/2014/main" id="{BA780B4F-1A92-E512-A158-23C34E7B503E}"/>
                </a:ext>
              </a:extLst>
            </p:cNvPr>
            <p:cNvSpPr/>
            <p:nvPr/>
          </p:nvSpPr>
          <p:spPr>
            <a:xfrm>
              <a:off x="9251084" y="3037884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733" name="图形 1456">
            <a:extLst>
              <a:ext uri="{FF2B5EF4-FFF2-40B4-BE49-F238E27FC236}">
                <a16:creationId xmlns:a16="http://schemas.microsoft.com/office/drawing/2014/main" id="{C3A7CD84-8CE1-363C-2914-790D4BF19327}"/>
              </a:ext>
            </a:extLst>
          </p:cNvPr>
          <p:cNvGrpSpPr/>
          <p:nvPr/>
        </p:nvGrpSpPr>
        <p:grpSpPr>
          <a:xfrm>
            <a:off x="8766371" y="2488300"/>
            <a:ext cx="337168" cy="1146371"/>
            <a:chOff x="8766371" y="2488300"/>
            <a:chExt cx="337168" cy="1146371"/>
          </a:xfrm>
          <a:solidFill>
            <a:srgbClr val="DAE8FC"/>
          </a:solidFill>
        </p:grpSpPr>
        <p:sp>
          <p:nvSpPr>
            <p:cNvPr id="1734" name="任意多边形: 形状 1733">
              <a:extLst>
                <a:ext uri="{FF2B5EF4-FFF2-40B4-BE49-F238E27FC236}">
                  <a16:creationId xmlns:a16="http://schemas.microsoft.com/office/drawing/2014/main" id="{280D174C-8CE7-CB90-32A3-9C3DA5BF6A68}"/>
                </a:ext>
              </a:extLst>
            </p:cNvPr>
            <p:cNvSpPr/>
            <p:nvPr/>
          </p:nvSpPr>
          <p:spPr>
            <a:xfrm rot="10800000" flipV="1">
              <a:off x="8766371" y="2488300"/>
              <a:ext cx="337168" cy="1146371"/>
            </a:xfrm>
            <a:custGeom>
              <a:avLst/>
              <a:gdLst>
                <a:gd name="connsiteX0" fmla="*/ 286593 w 337168"/>
                <a:gd name="connsiteY0" fmla="*/ 0 h 1146371"/>
                <a:gd name="connsiteX1" fmla="*/ 337168 w 337168"/>
                <a:gd name="connsiteY1" fmla="*/ 50575 h 1146371"/>
                <a:gd name="connsiteX2" fmla="*/ 337168 w 337168"/>
                <a:gd name="connsiteY2" fmla="*/ 1095797 h 1146371"/>
                <a:gd name="connsiteX3" fmla="*/ 286593 w 337168"/>
                <a:gd name="connsiteY3" fmla="*/ 1146372 h 1146371"/>
                <a:gd name="connsiteX4" fmla="*/ 50575 w 337168"/>
                <a:gd name="connsiteY4" fmla="*/ 1146372 h 1146371"/>
                <a:gd name="connsiteX5" fmla="*/ 0 w 337168"/>
                <a:gd name="connsiteY5" fmla="*/ 1095797 h 1146371"/>
                <a:gd name="connsiteX6" fmla="*/ 0 w 337168"/>
                <a:gd name="connsiteY6" fmla="*/ 50575 h 1146371"/>
                <a:gd name="connsiteX7" fmla="*/ 50575 w 337168"/>
                <a:gd name="connsiteY7" fmla="*/ 0 h 114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168" h="1146371">
                  <a:moveTo>
                    <a:pt x="286593" y="0"/>
                  </a:moveTo>
                  <a:cubicBezTo>
                    <a:pt x="314525" y="0"/>
                    <a:pt x="337168" y="22643"/>
                    <a:pt x="337168" y="50575"/>
                  </a:cubicBezTo>
                  <a:lnTo>
                    <a:pt x="337168" y="1095797"/>
                  </a:lnTo>
                  <a:cubicBezTo>
                    <a:pt x="337168" y="1123729"/>
                    <a:pt x="314525" y="1146372"/>
                    <a:pt x="286593" y="1146372"/>
                  </a:cubicBezTo>
                  <a:lnTo>
                    <a:pt x="50575" y="1146372"/>
                  </a:lnTo>
                  <a:cubicBezTo>
                    <a:pt x="22644" y="1146372"/>
                    <a:pt x="0" y="1123729"/>
                    <a:pt x="0" y="1095797"/>
                  </a:cubicBezTo>
                  <a:lnTo>
                    <a:pt x="0" y="50575"/>
                  </a:lnTo>
                  <a:cubicBezTo>
                    <a:pt x="0" y="22643"/>
                    <a:pt x="22644" y="0"/>
                    <a:pt x="50575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735" name="图片 1734">
              <a:extLst>
                <a:ext uri="{FF2B5EF4-FFF2-40B4-BE49-F238E27FC236}">
                  <a16:creationId xmlns:a16="http://schemas.microsoft.com/office/drawing/2014/main" id="{76A173E3-AA61-00CD-C432-9949522AB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769743" y="2656884"/>
              <a:ext cx="323681" cy="842920"/>
            </a:xfrm>
            <a:custGeom>
              <a:avLst/>
              <a:gdLst>
                <a:gd name="connsiteX0" fmla="*/ -1 w 323681"/>
                <a:gd name="connsiteY0" fmla="*/ -1 h 842920"/>
                <a:gd name="connsiteX1" fmla="*/ 323681 w 323681"/>
                <a:gd name="connsiteY1" fmla="*/ -1 h 842920"/>
                <a:gd name="connsiteX2" fmla="*/ 323681 w 323681"/>
                <a:gd name="connsiteY2" fmla="*/ 842920 h 842920"/>
                <a:gd name="connsiteX3" fmla="*/ -1 w 323681"/>
                <a:gd name="connsiteY3" fmla="*/ 842920 h 84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81" h="842920">
                  <a:moveTo>
                    <a:pt x="-1" y="-1"/>
                  </a:moveTo>
                  <a:lnTo>
                    <a:pt x="323681" y="-1"/>
                  </a:lnTo>
                  <a:lnTo>
                    <a:pt x="323681" y="842920"/>
                  </a:lnTo>
                  <a:lnTo>
                    <a:pt x="-1" y="842920"/>
                  </a:lnTo>
                  <a:close/>
                </a:path>
              </a:pathLst>
            </a:custGeom>
          </p:spPr>
        </p:pic>
      </p:grpSp>
      <p:grpSp>
        <p:nvGrpSpPr>
          <p:cNvPr id="1736" name="图形 1456">
            <a:extLst>
              <a:ext uri="{FF2B5EF4-FFF2-40B4-BE49-F238E27FC236}">
                <a16:creationId xmlns:a16="http://schemas.microsoft.com/office/drawing/2014/main" id="{C37B68BE-F1E2-6731-5609-32DC067357EA}"/>
              </a:ext>
            </a:extLst>
          </p:cNvPr>
          <p:cNvGrpSpPr/>
          <p:nvPr/>
        </p:nvGrpSpPr>
        <p:grpSpPr>
          <a:xfrm>
            <a:off x="9643008" y="3037884"/>
            <a:ext cx="262181" cy="47203"/>
            <a:chOff x="9643008" y="3037884"/>
            <a:chExt cx="262181" cy="47203"/>
          </a:xfrm>
        </p:grpSpPr>
        <p:sp>
          <p:nvSpPr>
            <p:cNvPr id="1737" name="任意多边形: 形状 1736">
              <a:extLst>
                <a:ext uri="{FF2B5EF4-FFF2-40B4-BE49-F238E27FC236}">
                  <a16:creationId xmlns:a16="http://schemas.microsoft.com/office/drawing/2014/main" id="{4EFB52BC-E00A-EB90-4657-0B8F33183AFF}"/>
                </a:ext>
              </a:extLst>
            </p:cNvPr>
            <p:cNvSpPr/>
            <p:nvPr/>
          </p:nvSpPr>
          <p:spPr>
            <a:xfrm>
              <a:off x="9643008" y="3061486"/>
              <a:ext cx="226779" cy="6743"/>
            </a:xfrm>
            <a:custGeom>
              <a:avLst/>
              <a:gdLst>
                <a:gd name="connsiteX0" fmla="*/ 0 w 226779"/>
                <a:gd name="connsiteY0" fmla="*/ 0 h 6743"/>
                <a:gd name="connsiteX1" fmla="*/ 226779 w 226779"/>
                <a:gd name="connsiteY1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6779" h="6743">
                  <a:moveTo>
                    <a:pt x="0" y="0"/>
                  </a:moveTo>
                  <a:lnTo>
                    <a:pt x="226779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8" name="任意多边形: 形状 1737">
              <a:extLst>
                <a:ext uri="{FF2B5EF4-FFF2-40B4-BE49-F238E27FC236}">
                  <a16:creationId xmlns:a16="http://schemas.microsoft.com/office/drawing/2014/main" id="{DBA2FB13-A103-2C44-B76D-B0080C5D0F0F}"/>
                </a:ext>
              </a:extLst>
            </p:cNvPr>
            <p:cNvSpPr/>
            <p:nvPr/>
          </p:nvSpPr>
          <p:spPr>
            <a:xfrm>
              <a:off x="9857987" y="3037884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739" name="图形 1456">
            <a:extLst>
              <a:ext uri="{FF2B5EF4-FFF2-40B4-BE49-F238E27FC236}">
                <a16:creationId xmlns:a16="http://schemas.microsoft.com/office/drawing/2014/main" id="{D7595974-D623-8997-B1A5-71BF1DA683B5}"/>
              </a:ext>
            </a:extLst>
          </p:cNvPr>
          <p:cNvGrpSpPr/>
          <p:nvPr/>
        </p:nvGrpSpPr>
        <p:grpSpPr>
          <a:xfrm>
            <a:off x="9449137" y="3215706"/>
            <a:ext cx="1397561" cy="553832"/>
            <a:chOff x="9449137" y="3215706"/>
            <a:chExt cx="1397561" cy="553832"/>
          </a:xfrm>
        </p:grpSpPr>
        <p:sp>
          <p:nvSpPr>
            <p:cNvPr id="1740" name="任意多边形: 形状 1739">
              <a:extLst>
                <a:ext uri="{FF2B5EF4-FFF2-40B4-BE49-F238E27FC236}">
                  <a16:creationId xmlns:a16="http://schemas.microsoft.com/office/drawing/2014/main" id="{89A5E06E-18D3-F8D7-98A4-29C2914B8F71}"/>
                </a:ext>
              </a:extLst>
            </p:cNvPr>
            <p:cNvSpPr/>
            <p:nvPr/>
          </p:nvSpPr>
          <p:spPr>
            <a:xfrm>
              <a:off x="9449137" y="3251109"/>
              <a:ext cx="1373960" cy="518429"/>
            </a:xfrm>
            <a:custGeom>
              <a:avLst/>
              <a:gdLst>
                <a:gd name="connsiteX0" fmla="*/ 674 w 1373960"/>
                <a:gd name="connsiteY0" fmla="*/ 382416 h 518429"/>
                <a:gd name="connsiteX1" fmla="*/ 0 w 1373960"/>
                <a:gd name="connsiteY1" fmla="*/ 518430 h 518429"/>
                <a:gd name="connsiteX2" fmla="*/ 1373960 w 1373960"/>
                <a:gd name="connsiteY2" fmla="*/ 518430 h 518429"/>
                <a:gd name="connsiteX3" fmla="*/ 1373960 w 1373960"/>
                <a:gd name="connsiteY3" fmla="*/ 0 h 51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3960" h="518429">
                  <a:moveTo>
                    <a:pt x="674" y="382416"/>
                  </a:moveTo>
                  <a:lnTo>
                    <a:pt x="0" y="518430"/>
                  </a:lnTo>
                  <a:lnTo>
                    <a:pt x="1373960" y="518430"/>
                  </a:lnTo>
                  <a:lnTo>
                    <a:pt x="1373960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1" name="任意多边形: 形状 1740">
              <a:extLst>
                <a:ext uri="{FF2B5EF4-FFF2-40B4-BE49-F238E27FC236}">
                  <a16:creationId xmlns:a16="http://schemas.microsoft.com/office/drawing/2014/main" id="{FB48E785-E385-8516-BF8D-D64ADD70580D}"/>
                </a:ext>
              </a:extLst>
            </p:cNvPr>
            <p:cNvSpPr/>
            <p:nvPr/>
          </p:nvSpPr>
          <p:spPr>
            <a:xfrm>
              <a:off x="10799495" y="3215706"/>
              <a:ext cx="47203" cy="47203"/>
            </a:xfrm>
            <a:custGeom>
              <a:avLst/>
              <a:gdLst>
                <a:gd name="connsiteX0" fmla="*/ 23602 w 47203"/>
                <a:gd name="connsiteY0" fmla="*/ 0 h 47203"/>
                <a:gd name="connsiteX1" fmla="*/ 47204 w 47203"/>
                <a:gd name="connsiteY1" fmla="*/ 47204 h 47203"/>
                <a:gd name="connsiteX2" fmla="*/ 23602 w 47203"/>
                <a:gd name="connsiteY2" fmla="*/ 35403 h 47203"/>
                <a:gd name="connsiteX3" fmla="*/ 0 w 47203"/>
                <a:gd name="connsiteY3" fmla="*/ 47204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23602" y="0"/>
                  </a:moveTo>
                  <a:lnTo>
                    <a:pt x="47204" y="47204"/>
                  </a:lnTo>
                  <a:lnTo>
                    <a:pt x="23602" y="35403"/>
                  </a:lnTo>
                  <a:lnTo>
                    <a:pt x="0" y="47204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742" name="图形 1456">
            <a:extLst>
              <a:ext uri="{FF2B5EF4-FFF2-40B4-BE49-F238E27FC236}">
                <a16:creationId xmlns:a16="http://schemas.microsoft.com/office/drawing/2014/main" id="{A087E0B2-4AD8-AD9D-8D6F-E80273F72AFD}"/>
              </a:ext>
            </a:extLst>
          </p:cNvPr>
          <p:cNvGrpSpPr/>
          <p:nvPr/>
        </p:nvGrpSpPr>
        <p:grpSpPr>
          <a:xfrm>
            <a:off x="9305840" y="2488300"/>
            <a:ext cx="337168" cy="1146371"/>
            <a:chOff x="9305840" y="2488300"/>
            <a:chExt cx="337168" cy="1146371"/>
          </a:xfrm>
          <a:solidFill>
            <a:srgbClr val="DAE8FC"/>
          </a:solidFill>
        </p:grpSpPr>
        <p:sp>
          <p:nvSpPr>
            <p:cNvPr id="1743" name="任意多边形: 形状 1742">
              <a:extLst>
                <a:ext uri="{FF2B5EF4-FFF2-40B4-BE49-F238E27FC236}">
                  <a16:creationId xmlns:a16="http://schemas.microsoft.com/office/drawing/2014/main" id="{8A68C412-FF35-AB00-0400-1DAA8D4B2822}"/>
                </a:ext>
              </a:extLst>
            </p:cNvPr>
            <p:cNvSpPr/>
            <p:nvPr/>
          </p:nvSpPr>
          <p:spPr>
            <a:xfrm rot="10800000" flipV="1">
              <a:off x="9305840" y="2488300"/>
              <a:ext cx="337168" cy="1146371"/>
            </a:xfrm>
            <a:custGeom>
              <a:avLst/>
              <a:gdLst>
                <a:gd name="connsiteX0" fmla="*/ 286593 w 337168"/>
                <a:gd name="connsiteY0" fmla="*/ 0 h 1146371"/>
                <a:gd name="connsiteX1" fmla="*/ 337168 w 337168"/>
                <a:gd name="connsiteY1" fmla="*/ 50575 h 1146371"/>
                <a:gd name="connsiteX2" fmla="*/ 337168 w 337168"/>
                <a:gd name="connsiteY2" fmla="*/ 1095797 h 1146371"/>
                <a:gd name="connsiteX3" fmla="*/ 286593 w 337168"/>
                <a:gd name="connsiteY3" fmla="*/ 1146372 h 1146371"/>
                <a:gd name="connsiteX4" fmla="*/ 50575 w 337168"/>
                <a:gd name="connsiteY4" fmla="*/ 1146372 h 1146371"/>
                <a:gd name="connsiteX5" fmla="*/ 0 w 337168"/>
                <a:gd name="connsiteY5" fmla="*/ 1095797 h 1146371"/>
                <a:gd name="connsiteX6" fmla="*/ 0 w 337168"/>
                <a:gd name="connsiteY6" fmla="*/ 50575 h 1146371"/>
                <a:gd name="connsiteX7" fmla="*/ 50575 w 337168"/>
                <a:gd name="connsiteY7" fmla="*/ 0 h 114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168" h="1146371">
                  <a:moveTo>
                    <a:pt x="286593" y="0"/>
                  </a:moveTo>
                  <a:cubicBezTo>
                    <a:pt x="314525" y="0"/>
                    <a:pt x="337168" y="22643"/>
                    <a:pt x="337168" y="50575"/>
                  </a:cubicBezTo>
                  <a:lnTo>
                    <a:pt x="337168" y="1095797"/>
                  </a:lnTo>
                  <a:cubicBezTo>
                    <a:pt x="337168" y="1123729"/>
                    <a:pt x="314525" y="1146372"/>
                    <a:pt x="286593" y="1146372"/>
                  </a:cubicBezTo>
                  <a:lnTo>
                    <a:pt x="50575" y="1146372"/>
                  </a:lnTo>
                  <a:cubicBezTo>
                    <a:pt x="22644" y="1146372"/>
                    <a:pt x="0" y="1123729"/>
                    <a:pt x="0" y="1095797"/>
                  </a:cubicBezTo>
                  <a:lnTo>
                    <a:pt x="0" y="50575"/>
                  </a:lnTo>
                  <a:cubicBezTo>
                    <a:pt x="0" y="22643"/>
                    <a:pt x="22644" y="0"/>
                    <a:pt x="50575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744" name="图片 1743">
              <a:extLst>
                <a:ext uri="{FF2B5EF4-FFF2-40B4-BE49-F238E27FC236}">
                  <a16:creationId xmlns:a16="http://schemas.microsoft.com/office/drawing/2014/main" id="{6EFF91EC-E549-0D3C-8C86-F51FDB805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9309212" y="2737804"/>
              <a:ext cx="323681" cy="681079"/>
            </a:xfrm>
            <a:custGeom>
              <a:avLst/>
              <a:gdLst>
                <a:gd name="connsiteX0" fmla="*/ -1 w 323681"/>
                <a:gd name="connsiteY0" fmla="*/ -1 h 681079"/>
                <a:gd name="connsiteX1" fmla="*/ 323681 w 323681"/>
                <a:gd name="connsiteY1" fmla="*/ -1 h 681079"/>
                <a:gd name="connsiteX2" fmla="*/ 323681 w 323681"/>
                <a:gd name="connsiteY2" fmla="*/ 681079 h 681079"/>
                <a:gd name="connsiteX3" fmla="*/ -1 w 323681"/>
                <a:gd name="connsiteY3" fmla="*/ 681079 h 681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81" h="681079">
                  <a:moveTo>
                    <a:pt x="-1" y="-1"/>
                  </a:moveTo>
                  <a:lnTo>
                    <a:pt x="323681" y="-1"/>
                  </a:lnTo>
                  <a:lnTo>
                    <a:pt x="323681" y="681079"/>
                  </a:lnTo>
                  <a:lnTo>
                    <a:pt x="-1" y="681079"/>
                  </a:lnTo>
                  <a:close/>
                </a:path>
              </a:pathLst>
            </a:custGeom>
          </p:spPr>
        </p:pic>
      </p:grpSp>
      <p:grpSp>
        <p:nvGrpSpPr>
          <p:cNvPr id="1745" name="图形 1456">
            <a:extLst>
              <a:ext uri="{FF2B5EF4-FFF2-40B4-BE49-F238E27FC236}">
                <a16:creationId xmlns:a16="http://schemas.microsoft.com/office/drawing/2014/main" id="{B6C8FF60-D953-DAE0-767C-90D32DCB84ED}"/>
              </a:ext>
            </a:extLst>
          </p:cNvPr>
          <p:cNvGrpSpPr/>
          <p:nvPr/>
        </p:nvGrpSpPr>
        <p:grpSpPr>
          <a:xfrm>
            <a:off x="10249911" y="3037884"/>
            <a:ext cx="262181" cy="47203"/>
            <a:chOff x="10249911" y="3037884"/>
            <a:chExt cx="262181" cy="47203"/>
          </a:xfrm>
        </p:grpSpPr>
        <p:sp>
          <p:nvSpPr>
            <p:cNvPr id="1746" name="任意多边形: 形状 1745">
              <a:extLst>
                <a:ext uri="{FF2B5EF4-FFF2-40B4-BE49-F238E27FC236}">
                  <a16:creationId xmlns:a16="http://schemas.microsoft.com/office/drawing/2014/main" id="{A8717326-6D5D-B453-DEF6-D422E5A03DB2}"/>
                </a:ext>
              </a:extLst>
            </p:cNvPr>
            <p:cNvSpPr/>
            <p:nvPr/>
          </p:nvSpPr>
          <p:spPr>
            <a:xfrm>
              <a:off x="10249911" y="3061486"/>
              <a:ext cx="226779" cy="6743"/>
            </a:xfrm>
            <a:custGeom>
              <a:avLst/>
              <a:gdLst>
                <a:gd name="connsiteX0" fmla="*/ 0 w 226779"/>
                <a:gd name="connsiteY0" fmla="*/ 0 h 6743"/>
                <a:gd name="connsiteX1" fmla="*/ 226779 w 226779"/>
                <a:gd name="connsiteY1" fmla="*/ 0 h 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6779" h="6743">
                  <a:moveTo>
                    <a:pt x="0" y="0"/>
                  </a:moveTo>
                  <a:lnTo>
                    <a:pt x="226779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7" name="任意多边形: 形状 1746">
              <a:extLst>
                <a:ext uri="{FF2B5EF4-FFF2-40B4-BE49-F238E27FC236}">
                  <a16:creationId xmlns:a16="http://schemas.microsoft.com/office/drawing/2014/main" id="{9FA88890-6CE3-FD74-3125-1638F8078410}"/>
                </a:ext>
              </a:extLst>
            </p:cNvPr>
            <p:cNvSpPr/>
            <p:nvPr/>
          </p:nvSpPr>
          <p:spPr>
            <a:xfrm>
              <a:off x="10464889" y="3037884"/>
              <a:ext cx="47203" cy="47203"/>
            </a:xfrm>
            <a:custGeom>
              <a:avLst/>
              <a:gdLst>
                <a:gd name="connsiteX0" fmla="*/ 47204 w 47203"/>
                <a:gd name="connsiteY0" fmla="*/ 23602 h 47203"/>
                <a:gd name="connsiteX1" fmla="*/ 0 w 47203"/>
                <a:gd name="connsiteY1" fmla="*/ 47204 h 47203"/>
                <a:gd name="connsiteX2" fmla="*/ 11801 w 47203"/>
                <a:gd name="connsiteY2" fmla="*/ 23602 h 47203"/>
                <a:gd name="connsiteX3" fmla="*/ 0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47204" y="23602"/>
                  </a:moveTo>
                  <a:lnTo>
                    <a:pt x="0" y="47204"/>
                  </a:lnTo>
                  <a:lnTo>
                    <a:pt x="11801" y="23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748" name="图形 1456">
            <a:extLst>
              <a:ext uri="{FF2B5EF4-FFF2-40B4-BE49-F238E27FC236}">
                <a16:creationId xmlns:a16="http://schemas.microsoft.com/office/drawing/2014/main" id="{D95A64CF-E62B-B965-3EED-D54476DEC02D}"/>
              </a:ext>
            </a:extLst>
          </p:cNvPr>
          <p:cNvGrpSpPr/>
          <p:nvPr/>
        </p:nvGrpSpPr>
        <p:grpSpPr>
          <a:xfrm>
            <a:off x="9912743" y="2488300"/>
            <a:ext cx="337168" cy="1146371"/>
            <a:chOff x="9912743" y="2488300"/>
            <a:chExt cx="337168" cy="1146371"/>
          </a:xfrm>
          <a:solidFill>
            <a:srgbClr val="6EA0BF"/>
          </a:solidFill>
        </p:grpSpPr>
        <p:sp>
          <p:nvSpPr>
            <p:cNvPr id="1749" name="任意多边形: 形状 1748">
              <a:extLst>
                <a:ext uri="{FF2B5EF4-FFF2-40B4-BE49-F238E27FC236}">
                  <a16:creationId xmlns:a16="http://schemas.microsoft.com/office/drawing/2014/main" id="{9A95A7D4-3D40-E8D2-FBB0-63A3FB185BD4}"/>
                </a:ext>
              </a:extLst>
            </p:cNvPr>
            <p:cNvSpPr/>
            <p:nvPr/>
          </p:nvSpPr>
          <p:spPr>
            <a:xfrm rot="10800000" flipV="1">
              <a:off x="9912743" y="2488300"/>
              <a:ext cx="337168" cy="1146371"/>
            </a:xfrm>
            <a:custGeom>
              <a:avLst/>
              <a:gdLst>
                <a:gd name="connsiteX0" fmla="*/ 286593 w 337168"/>
                <a:gd name="connsiteY0" fmla="*/ 0 h 1146371"/>
                <a:gd name="connsiteX1" fmla="*/ 337168 w 337168"/>
                <a:gd name="connsiteY1" fmla="*/ 50575 h 1146371"/>
                <a:gd name="connsiteX2" fmla="*/ 337168 w 337168"/>
                <a:gd name="connsiteY2" fmla="*/ 1095797 h 1146371"/>
                <a:gd name="connsiteX3" fmla="*/ 286593 w 337168"/>
                <a:gd name="connsiteY3" fmla="*/ 1146372 h 1146371"/>
                <a:gd name="connsiteX4" fmla="*/ 50575 w 337168"/>
                <a:gd name="connsiteY4" fmla="*/ 1146372 h 1146371"/>
                <a:gd name="connsiteX5" fmla="*/ 0 w 337168"/>
                <a:gd name="connsiteY5" fmla="*/ 1095797 h 1146371"/>
                <a:gd name="connsiteX6" fmla="*/ 0 w 337168"/>
                <a:gd name="connsiteY6" fmla="*/ 50575 h 1146371"/>
                <a:gd name="connsiteX7" fmla="*/ 50575 w 337168"/>
                <a:gd name="connsiteY7" fmla="*/ 0 h 114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7168" h="1146371">
                  <a:moveTo>
                    <a:pt x="286593" y="0"/>
                  </a:moveTo>
                  <a:cubicBezTo>
                    <a:pt x="314525" y="0"/>
                    <a:pt x="337168" y="22643"/>
                    <a:pt x="337168" y="50575"/>
                  </a:cubicBezTo>
                  <a:lnTo>
                    <a:pt x="337168" y="1095797"/>
                  </a:lnTo>
                  <a:cubicBezTo>
                    <a:pt x="337168" y="1123729"/>
                    <a:pt x="314525" y="1146372"/>
                    <a:pt x="286593" y="1146372"/>
                  </a:cubicBezTo>
                  <a:lnTo>
                    <a:pt x="50575" y="1146372"/>
                  </a:lnTo>
                  <a:cubicBezTo>
                    <a:pt x="22644" y="1146372"/>
                    <a:pt x="0" y="1123729"/>
                    <a:pt x="0" y="1095797"/>
                  </a:cubicBezTo>
                  <a:lnTo>
                    <a:pt x="0" y="50575"/>
                  </a:lnTo>
                  <a:cubicBezTo>
                    <a:pt x="0" y="22643"/>
                    <a:pt x="22644" y="0"/>
                    <a:pt x="50575" y="0"/>
                  </a:cubicBezTo>
                  <a:close/>
                </a:path>
              </a:pathLst>
            </a:custGeom>
            <a:solidFill>
              <a:srgbClr val="6EA0BF"/>
            </a:solidFill>
            <a:ln w="6743" cap="flat">
              <a:solidFill>
                <a:srgbClr val="6080A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750" name="图片 1749">
              <a:extLst>
                <a:ext uri="{FF2B5EF4-FFF2-40B4-BE49-F238E27FC236}">
                  <a16:creationId xmlns:a16="http://schemas.microsoft.com/office/drawing/2014/main" id="{A3CDAE81-B848-2CAC-CC9E-D74F50F31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9916115" y="2575964"/>
              <a:ext cx="323681" cy="1004761"/>
            </a:xfrm>
            <a:custGeom>
              <a:avLst/>
              <a:gdLst>
                <a:gd name="connsiteX0" fmla="*/ -1 w 323681"/>
                <a:gd name="connsiteY0" fmla="*/ -1 h 1004761"/>
                <a:gd name="connsiteX1" fmla="*/ 323681 w 323681"/>
                <a:gd name="connsiteY1" fmla="*/ -1 h 1004761"/>
                <a:gd name="connsiteX2" fmla="*/ 323681 w 323681"/>
                <a:gd name="connsiteY2" fmla="*/ 1004761 h 1004761"/>
                <a:gd name="connsiteX3" fmla="*/ -1 w 323681"/>
                <a:gd name="connsiteY3" fmla="*/ 1004761 h 100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681" h="1004761">
                  <a:moveTo>
                    <a:pt x="-1" y="-1"/>
                  </a:moveTo>
                  <a:lnTo>
                    <a:pt x="323681" y="-1"/>
                  </a:lnTo>
                  <a:lnTo>
                    <a:pt x="323681" y="1004761"/>
                  </a:lnTo>
                  <a:lnTo>
                    <a:pt x="-1" y="1004761"/>
                  </a:lnTo>
                  <a:close/>
                </a:path>
              </a:pathLst>
            </a:custGeom>
          </p:spPr>
        </p:pic>
      </p:grpSp>
      <p:grpSp>
        <p:nvGrpSpPr>
          <p:cNvPr id="1751" name="图形 1456">
            <a:extLst>
              <a:ext uri="{FF2B5EF4-FFF2-40B4-BE49-F238E27FC236}">
                <a16:creationId xmlns:a16="http://schemas.microsoft.com/office/drawing/2014/main" id="{351082B0-916C-1519-1507-53BA4278E03B}"/>
              </a:ext>
            </a:extLst>
          </p:cNvPr>
          <p:cNvGrpSpPr/>
          <p:nvPr/>
        </p:nvGrpSpPr>
        <p:grpSpPr>
          <a:xfrm>
            <a:off x="11126548" y="3036737"/>
            <a:ext cx="336358" cy="47203"/>
            <a:chOff x="11126548" y="3036737"/>
            <a:chExt cx="336358" cy="47203"/>
          </a:xfrm>
        </p:grpSpPr>
        <p:sp>
          <p:nvSpPr>
            <p:cNvPr id="1752" name="任意多边形: 形状 1751">
              <a:extLst>
                <a:ext uri="{FF2B5EF4-FFF2-40B4-BE49-F238E27FC236}">
                  <a16:creationId xmlns:a16="http://schemas.microsoft.com/office/drawing/2014/main" id="{0AFDFADF-CA20-FE80-4762-6002D9CC3CC9}"/>
                </a:ext>
              </a:extLst>
            </p:cNvPr>
            <p:cNvSpPr/>
            <p:nvPr/>
          </p:nvSpPr>
          <p:spPr>
            <a:xfrm>
              <a:off x="11126548" y="3060204"/>
              <a:ext cx="300956" cy="1281"/>
            </a:xfrm>
            <a:custGeom>
              <a:avLst/>
              <a:gdLst>
                <a:gd name="connsiteX0" fmla="*/ 0 w 300956"/>
                <a:gd name="connsiteY0" fmla="*/ 1281 h 1281"/>
                <a:gd name="connsiteX1" fmla="*/ 171956 w 300956"/>
                <a:gd name="connsiteY1" fmla="*/ 1281 h 1281"/>
                <a:gd name="connsiteX2" fmla="*/ 300956 w 300956"/>
                <a:gd name="connsiteY2" fmla="*/ 0 h 1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956" h="1281">
                  <a:moveTo>
                    <a:pt x="0" y="1281"/>
                  </a:moveTo>
                  <a:lnTo>
                    <a:pt x="171956" y="1281"/>
                  </a:lnTo>
                  <a:lnTo>
                    <a:pt x="300956" y="0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3" name="任意多边形: 形状 1752">
              <a:extLst>
                <a:ext uri="{FF2B5EF4-FFF2-40B4-BE49-F238E27FC236}">
                  <a16:creationId xmlns:a16="http://schemas.microsoft.com/office/drawing/2014/main" id="{57CE559E-655F-03D4-F97F-1EF464E3FD43}"/>
                </a:ext>
              </a:extLst>
            </p:cNvPr>
            <p:cNvSpPr/>
            <p:nvPr/>
          </p:nvSpPr>
          <p:spPr>
            <a:xfrm>
              <a:off x="11415501" y="3036737"/>
              <a:ext cx="47406" cy="47203"/>
            </a:xfrm>
            <a:custGeom>
              <a:avLst/>
              <a:gdLst>
                <a:gd name="connsiteX0" fmla="*/ 47406 w 47406"/>
                <a:gd name="connsiteY0" fmla="*/ 23130 h 47203"/>
                <a:gd name="connsiteX1" fmla="*/ 472 w 47406"/>
                <a:gd name="connsiteY1" fmla="*/ 47204 h 47203"/>
                <a:gd name="connsiteX2" fmla="*/ 12003 w 47406"/>
                <a:gd name="connsiteY2" fmla="*/ 23467 h 47203"/>
                <a:gd name="connsiteX3" fmla="*/ 0 w 47406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406" h="47203">
                  <a:moveTo>
                    <a:pt x="47406" y="23130"/>
                  </a:moveTo>
                  <a:lnTo>
                    <a:pt x="472" y="47204"/>
                  </a:lnTo>
                  <a:lnTo>
                    <a:pt x="12003" y="23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754" name="图形 1456">
            <a:extLst>
              <a:ext uri="{FF2B5EF4-FFF2-40B4-BE49-F238E27FC236}">
                <a16:creationId xmlns:a16="http://schemas.microsoft.com/office/drawing/2014/main" id="{1DD9C681-4C06-D227-A8C7-BE722F17AEB2}"/>
              </a:ext>
            </a:extLst>
          </p:cNvPr>
          <p:cNvGrpSpPr/>
          <p:nvPr/>
        </p:nvGrpSpPr>
        <p:grpSpPr>
          <a:xfrm>
            <a:off x="10519646" y="2914818"/>
            <a:ext cx="606902" cy="293336"/>
            <a:chOff x="10519646" y="2914818"/>
            <a:chExt cx="606902" cy="293336"/>
          </a:xfrm>
          <a:solidFill>
            <a:srgbClr val="DAE8FC"/>
          </a:solidFill>
        </p:grpSpPr>
        <p:sp>
          <p:nvSpPr>
            <p:cNvPr id="1755" name="任意多边形: 形状 1754">
              <a:extLst>
                <a:ext uri="{FF2B5EF4-FFF2-40B4-BE49-F238E27FC236}">
                  <a16:creationId xmlns:a16="http://schemas.microsoft.com/office/drawing/2014/main" id="{5C08C0E1-9904-2C43-C87A-14E179F5E1AC}"/>
                </a:ext>
              </a:extLst>
            </p:cNvPr>
            <p:cNvSpPr/>
            <p:nvPr/>
          </p:nvSpPr>
          <p:spPr>
            <a:xfrm rot="10800000" flipV="1">
              <a:off x="10519646" y="2914818"/>
              <a:ext cx="606902" cy="293336"/>
            </a:xfrm>
            <a:custGeom>
              <a:avLst/>
              <a:gdLst>
                <a:gd name="connsiteX0" fmla="*/ 562936 w 606902"/>
                <a:gd name="connsiteY0" fmla="*/ 0 h 293336"/>
                <a:gd name="connsiteX1" fmla="*/ 606903 w 606902"/>
                <a:gd name="connsiteY1" fmla="*/ 43967 h 293336"/>
                <a:gd name="connsiteX2" fmla="*/ 606903 w 606902"/>
                <a:gd name="connsiteY2" fmla="*/ 249369 h 293336"/>
                <a:gd name="connsiteX3" fmla="*/ 562936 w 606902"/>
                <a:gd name="connsiteY3" fmla="*/ 293336 h 293336"/>
                <a:gd name="connsiteX4" fmla="*/ 43967 w 606902"/>
                <a:gd name="connsiteY4" fmla="*/ 293336 h 293336"/>
                <a:gd name="connsiteX5" fmla="*/ 0 w 606902"/>
                <a:gd name="connsiteY5" fmla="*/ 249369 h 293336"/>
                <a:gd name="connsiteX6" fmla="*/ 0 w 606902"/>
                <a:gd name="connsiteY6" fmla="*/ 43967 h 293336"/>
                <a:gd name="connsiteX7" fmla="*/ 43967 w 606902"/>
                <a:gd name="connsiteY7" fmla="*/ 0 h 293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6902" h="293336">
                  <a:moveTo>
                    <a:pt x="562936" y="0"/>
                  </a:moveTo>
                  <a:cubicBezTo>
                    <a:pt x="587218" y="0"/>
                    <a:pt x="606903" y="19685"/>
                    <a:pt x="606903" y="43967"/>
                  </a:cubicBezTo>
                  <a:lnTo>
                    <a:pt x="606903" y="249369"/>
                  </a:lnTo>
                  <a:cubicBezTo>
                    <a:pt x="606903" y="273652"/>
                    <a:pt x="587218" y="293336"/>
                    <a:pt x="562936" y="293336"/>
                  </a:cubicBezTo>
                  <a:lnTo>
                    <a:pt x="43967" y="293336"/>
                  </a:lnTo>
                  <a:cubicBezTo>
                    <a:pt x="19684" y="293336"/>
                    <a:pt x="0" y="273652"/>
                    <a:pt x="0" y="249369"/>
                  </a:cubicBezTo>
                  <a:lnTo>
                    <a:pt x="0" y="43967"/>
                  </a:lnTo>
                  <a:cubicBezTo>
                    <a:pt x="0" y="19685"/>
                    <a:pt x="19684" y="0"/>
                    <a:pt x="43967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756" name="图片 1755">
              <a:extLst>
                <a:ext uri="{FF2B5EF4-FFF2-40B4-BE49-F238E27FC236}">
                  <a16:creationId xmlns:a16="http://schemas.microsoft.com/office/drawing/2014/main" id="{095390DA-3CDA-FE1F-0018-89750BD41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0523017" y="2980565"/>
              <a:ext cx="593415" cy="195557"/>
            </a:xfrm>
            <a:custGeom>
              <a:avLst/>
              <a:gdLst>
                <a:gd name="connsiteX0" fmla="*/ -1 w 593415"/>
                <a:gd name="connsiteY0" fmla="*/ -1 h 195557"/>
                <a:gd name="connsiteX1" fmla="*/ 593415 w 593415"/>
                <a:gd name="connsiteY1" fmla="*/ -1 h 195557"/>
                <a:gd name="connsiteX2" fmla="*/ 593415 w 593415"/>
                <a:gd name="connsiteY2" fmla="*/ 195557 h 195557"/>
                <a:gd name="connsiteX3" fmla="*/ -1 w 593415"/>
                <a:gd name="connsiteY3" fmla="*/ 195557 h 19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3415" h="195557">
                  <a:moveTo>
                    <a:pt x="-1" y="-1"/>
                  </a:moveTo>
                  <a:lnTo>
                    <a:pt x="593415" y="-1"/>
                  </a:lnTo>
                  <a:lnTo>
                    <a:pt x="593415" y="195557"/>
                  </a:lnTo>
                  <a:lnTo>
                    <a:pt x="-1" y="195557"/>
                  </a:lnTo>
                  <a:close/>
                </a:path>
              </a:pathLst>
            </a:custGeom>
          </p:spPr>
        </p:pic>
      </p:grpSp>
      <p:grpSp>
        <p:nvGrpSpPr>
          <p:cNvPr id="1757" name="图形 1456">
            <a:extLst>
              <a:ext uri="{FF2B5EF4-FFF2-40B4-BE49-F238E27FC236}">
                <a16:creationId xmlns:a16="http://schemas.microsoft.com/office/drawing/2014/main" id="{87DB82F3-35D2-0A15-45AC-2F27E4D370BD}"/>
              </a:ext>
            </a:extLst>
          </p:cNvPr>
          <p:cNvGrpSpPr/>
          <p:nvPr/>
        </p:nvGrpSpPr>
        <p:grpSpPr>
          <a:xfrm>
            <a:off x="11750309" y="3206468"/>
            <a:ext cx="47203" cy="319500"/>
            <a:chOff x="11750309" y="3206468"/>
            <a:chExt cx="47203" cy="319500"/>
          </a:xfrm>
        </p:grpSpPr>
        <p:sp>
          <p:nvSpPr>
            <p:cNvPr id="1758" name="任意多边形: 形状 1757">
              <a:extLst>
                <a:ext uri="{FF2B5EF4-FFF2-40B4-BE49-F238E27FC236}">
                  <a16:creationId xmlns:a16="http://schemas.microsoft.com/office/drawing/2014/main" id="{645AAB6B-29EF-4C60-C349-3D111C0270E4}"/>
                </a:ext>
              </a:extLst>
            </p:cNvPr>
            <p:cNvSpPr/>
            <p:nvPr/>
          </p:nvSpPr>
          <p:spPr>
            <a:xfrm>
              <a:off x="11773911" y="3206468"/>
              <a:ext cx="6743" cy="284097"/>
            </a:xfrm>
            <a:custGeom>
              <a:avLst/>
              <a:gdLst>
                <a:gd name="connsiteX0" fmla="*/ 0 w 6743"/>
                <a:gd name="connsiteY0" fmla="*/ 0 h 284097"/>
                <a:gd name="connsiteX1" fmla="*/ 0 w 6743"/>
                <a:gd name="connsiteY1" fmla="*/ 163527 h 284097"/>
                <a:gd name="connsiteX2" fmla="*/ 0 w 6743"/>
                <a:gd name="connsiteY2" fmla="*/ 284098 h 28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43" h="284097">
                  <a:moveTo>
                    <a:pt x="0" y="0"/>
                  </a:moveTo>
                  <a:lnTo>
                    <a:pt x="0" y="163527"/>
                  </a:lnTo>
                  <a:lnTo>
                    <a:pt x="0" y="284098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9" name="任意多边形: 形状 1758">
              <a:extLst>
                <a:ext uri="{FF2B5EF4-FFF2-40B4-BE49-F238E27FC236}">
                  <a16:creationId xmlns:a16="http://schemas.microsoft.com/office/drawing/2014/main" id="{4F69EDA8-A7F6-2336-1ABB-7CAC52063F63}"/>
                </a:ext>
              </a:extLst>
            </p:cNvPr>
            <p:cNvSpPr/>
            <p:nvPr/>
          </p:nvSpPr>
          <p:spPr>
            <a:xfrm>
              <a:off x="11750309" y="3478765"/>
              <a:ext cx="47203" cy="47203"/>
            </a:xfrm>
            <a:custGeom>
              <a:avLst/>
              <a:gdLst>
                <a:gd name="connsiteX0" fmla="*/ 23602 w 47203"/>
                <a:gd name="connsiteY0" fmla="*/ 47204 h 47203"/>
                <a:gd name="connsiteX1" fmla="*/ 0 w 47203"/>
                <a:gd name="connsiteY1" fmla="*/ 0 h 47203"/>
                <a:gd name="connsiteX2" fmla="*/ 23602 w 47203"/>
                <a:gd name="connsiteY2" fmla="*/ 11801 h 47203"/>
                <a:gd name="connsiteX3" fmla="*/ 47204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23602" y="47204"/>
                  </a:moveTo>
                  <a:lnTo>
                    <a:pt x="0" y="0"/>
                  </a:lnTo>
                  <a:lnTo>
                    <a:pt x="23602" y="11801"/>
                  </a:lnTo>
                  <a:lnTo>
                    <a:pt x="47204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760" name="图形 1456">
            <a:extLst>
              <a:ext uri="{FF2B5EF4-FFF2-40B4-BE49-F238E27FC236}">
                <a16:creationId xmlns:a16="http://schemas.microsoft.com/office/drawing/2014/main" id="{A60764CE-923D-EB27-6FA9-1F37697E0AC6}"/>
              </a:ext>
            </a:extLst>
          </p:cNvPr>
          <p:cNvGrpSpPr/>
          <p:nvPr/>
        </p:nvGrpSpPr>
        <p:grpSpPr>
          <a:xfrm>
            <a:off x="11470460" y="2913132"/>
            <a:ext cx="606902" cy="293336"/>
            <a:chOff x="11470460" y="2913132"/>
            <a:chExt cx="606902" cy="293336"/>
          </a:xfrm>
          <a:solidFill>
            <a:srgbClr val="DAE8FC"/>
          </a:solidFill>
        </p:grpSpPr>
        <p:sp>
          <p:nvSpPr>
            <p:cNvPr id="1761" name="任意多边形: 形状 1760">
              <a:extLst>
                <a:ext uri="{FF2B5EF4-FFF2-40B4-BE49-F238E27FC236}">
                  <a16:creationId xmlns:a16="http://schemas.microsoft.com/office/drawing/2014/main" id="{CFCF7583-B50F-126C-8174-52F7B9997759}"/>
                </a:ext>
              </a:extLst>
            </p:cNvPr>
            <p:cNvSpPr/>
            <p:nvPr/>
          </p:nvSpPr>
          <p:spPr>
            <a:xfrm rot="10800000" flipV="1">
              <a:off x="11470460" y="2913132"/>
              <a:ext cx="606902" cy="293336"/>
            </a:xfrm>
            <a:custGeom>
              <a:avLst/>
              <a:gdLst>
                <a:gd name="connsiteX0" fmla="*/ 562936 w 606902"/>
                <a:gd name="connsiteY0" fmla="*/ 0 h 293336"/>
                <a:gd name="connsiteX1" fmla="*/ 606903 w 606902"/>
                <a:gd name="connsiteY1" fmla="*/ 43967 h 293336"/>
                <a:gd name="connsiteX2" fmla="*/ 606903 w 606902"/>
                <a:gd name="connsiteY2" fmla="*/ 249369 h 293336"/>
                <a:gd name="connsiteX3" fmla="*/ 562936 w 606902"/>
                <a:gd name="connsiteY3" fmla="*/ 293336 h 293336"/>
                <a:gd name="connsiteX4" fmla="*/ 43967 w 606902"/>
                <a:gd name="connsiteY4" fmla="*/ 293336 h 293336"/>
                <a:gd name="connsiteX5" fmla="*/ 0 w 606902"/>
                <a:gd name="connsiteY5" fmla="*/ 249369 h 293336"/>
                <a:gd name="connsiteX6" fmla="*/ 0 w 606902"/>
                <a:gd name="connsiteY6" fmla="*/ 43967 h 293336"/>
                <a:gd name="connsiteX7" fmla="*/ 43967 w 606902"/>
                <a:gd name="connsiteY7" fmla="*/ 0 h 293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6902" h="293336">
                  <a:moveTo>
                    <a:pt x="562936" y="0"/>
                  </a:moveTo>
                  <a:cubicBezTo>
                    <a:pt x="587218" y="0"/>
                    <a:pt x="606903" y="19685"/>
                    <a:pt x="606903" y="43967"/>
                  </a:cubicBezTo>
                  <a:lnTo>
                    <a:pt x="606903" y="249369"/>
                  </a:lnTo>
                  <a:cubicBezTo>
                    <a:pt x="606903" y="273652"/>
                    <a:pt x="587218" y="293336"/>
                    <a:pt x="562936" y="293336"/>
                  </a:cubicBezTo>
                  <a:lnTo>
                    <a:pt x="43967" y="293336"/>
                  </a:lnTo>
                  <a:cubicBezTo>
                    <a:pt x="19684" y="293336"/>
                    <a:pt x="0" y="273652"/>
                    <a:pt x="0" y="249369"/>
                  </a:cubicBezTo>
                  <a:lnTo>
                    <a:pt x="0" y="43967"/>
                  </a:lnTo>
                  <a:cubicBezTo>
                    <a:pt x="0" y="19685"/>
                    <a:pt x="19684" y="0"/>
                    <a:pt x="43967" y="0"/>
                  </a:cubicBezTo>
                  <a:close/>
                </a:path>
              </a:pathLst>
            </a:custGeom>
            <a:solidFill>
              <a:srgbClr val="DAE8FC"/>
            </a:solidFill>
            <a:ln w="6743" cap="flat">
              <a:solidFill>
                <a:srgbClr val="6C8EB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762" name="图片 1761">
              <a:extLst>
                <a:ext uri="{FF2B5EF4-FFF2-40B4-BE49-F238E27FC236}">
                  <a16:creationId xmlns:a16="http://schemas.microsoft.com/office/drawing/2014/main" id="{3CE775B7-B681-F007-CB5C-FE2C75219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1473831" y="2980565"/>
              <a:ext cx="593415" cy="195557"/>
            </a:xfrm>
            <a:custGeom>
              <a:avLst/>
              <a:gdLst>
                <a:gd name="connsiteX0" fmla="*/ -1 w 593415"/>
                <a:gd name="connsiteY0" fmla="*/ -1 h 195557"/>
                <a:gd name="connsiteX1" fmla="*/ 593415 w 593415"/>
                <a:gd name="connsiteY1" fmla="*/ -1 h 195557"/>
                <a:gd name="connsiteX2" fmla="*/ 593415 w 593415"/>
                <a:gd name="connsiteY2" fmla="*/ 195557 h 195557"/>
                <a:gd name="connsiteX3" fmla="*/ -1 w 593415"/>
                <a:gd name="connsiteY3" fmla="*/ 195557 h 19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3415" h="195557">
                  <a:moveTo>
                    <a:pt x="-1" y="-1"/>
                  </a:moveTo>
                  <a:lnTo>
                    <a:pt x="593415" y="-1"/>
                  </a:lnTo>
                  <a:lnTo>
                    <a:pt x="593415" y="195557"/>
                  </a:lnTo>
                  <a:lnTo>
                    <a:pt x="-1" y="195557"/>
                  </a:lnTo>
                  <a:close/>
                </a:path>
              </a:pathLst>
            </a:custGeom>
          </p:spPr>
        </p:pic>
      </p:grpSp>
      <p:grpSp>
        <p:nvGrpSpPr>
          <p:cNvPr id="1763" name="图形 1456">
            <a:extLst>
              <a:ext uri="{FF2B5EF4-FFF2-40B4-BE49-F238E27FC236}">
                <a16:creationId xmlns:a16="http://schemas.microsoft.com/office/drawing/2014/main" id="{7D7E6E39-A429-11F9-10A4-C6D1978B544C}"/>
              </a:ext>
            </a:extLst>
          </p:cNvPr>
          <p:cNvGrpSpPr/>
          <p:nvPr/>
        </p:nvGrpSpPr>
        <p:grpSpPr>
          <a:xfrm>
            <a:off x="11359194" y="3591581"/>
            <a:ext cx="829433" cy="218417"/>
            <a:chOff x="11359194" y="3591581"/>
            <a:chExt cx="829433" cy="218417"/>
          </a:xfrm>
          <a:noFill/>
        </p:grpSpPr>
        <p:sp>
          <p:nvSpPr>
            <p:cNvPr id="1764" name="任意多边形: 形状 1763">
              <a:extLst>
                <a:ext uri="{FF2B5EF4-FFF2-40B4-BE49-F238E27FC236}">
                  <a16:creationId xmlns:a16="http://schemas.microsoft.com/office/drawing/2014/main" id="{44DC07E5-9BCF-94DF-DD07-1945D6F84829}"/>
                </a:ext>
              </a:extLst>
            </p:cNvPr>
            <p:cNvSpPr/>
            <p:nvPr/>
          </p:nvSpPr>
          <p:spPr>
            <a:xfrm>
              <a:off x="11359194" y="3591581"/>
              <a:ext cx="829433" cy="202300"/>
            </a:xfrm>
            <a:custGeom>
              <a:avLst/>
              <a:gdLst>
                <a:gd name="connsiteX0" fmla="*/ 0 w 829433"/>
                <a:gd name="connsiteY0" fmla="*/ 0 h 202300"/>
                <a:gd name="connsiteX1" fmla="*/ 829434 w 829433"/>
                <a:gd name="connsiteY1" fmla="*/ 0 h 202300"/>
                <a:gd name="connsiteX2" fmla="*/ 829434 w 829433"/>
                <a:gd name="connsiteY2" fmla="*/ 202301 h 202300"/>
                <a:gd name="connsiteX3" fmla="*/ 0 w 829433"/>
                <a:gd name="connsiteY3" fmla="*/ 202301 h 202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9433" h="202300">
                  <a:moveTo>
                    <a:pt x="0" y="0"/>
                  </a:moveTo>
                  <a:lnTo>
                    <a:pt x="829434" y="0"/>
                  </a:lnTo>
                  <a:lnTo>
                    <a:pt x="829434" y="202301"/>
                  </a:lnTo>
                  <a:lnTo>
                    <a:pt x="0" y="202301"/>
                  </a:lnTo>
                  <a:close/>
                </a:path>
              </a:pathLst>
            </a:custGeom>
            <a:noFill/>
            <a:ln w="6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765" name="图片 1764">
              <a:extLst>
                <a:ext uri="{FF2B5EF4-FFF2-40B4-BE49-F238E27FC236}">
                  <a16:creationId xmlns:a16="http://schemas.microsoft.com/office/drawing/2014/main" id="{A5F40C85-70FF-7D6C-7172-F35123753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1359194" y="3614441"/>
              <a:ext cx="815946" cy="195557"/>
            </a:xfrm>
            <a:custGeom>
              <a:avLst/>
              <a:gdLst>
                <a:gd name="connsiteX0" fmla="*/ -1 w 815946"/>
                <a:gd name="connsiteY0" fmla="*/ -1 h 195557"/>
                <a:gd name="connsiteX1" fmla="*/ 815946 w 815946"/>
                <a:gd name="connsiteY1" fmla="*/ -1 h 195557"/>
                <a:gd name="connsiteX2" fmla="*/ 815946 w 815946"/>
                <a:gd name="connsiteY2" fmla="*/ 195557 h 195557"/>
                <a:gd name="connsiteX3" fmla="*/ -1 w 815946"/>
                <a:gd name="connsiteY3" fmla="*/ 195557 h 19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5946" h="195557">
                  <a:moveTo>
                    <a:pt x="-1" y="-1"/>
                  </a:moveTo>
                  <a:lnTo>
                    <a:pt x="815946" y="-1"/>
                  </a:lnTo>
                  <a:lnTo>
                    <a:pt x="815946" y="195557"/>
                  </a:lnTo>
                  <a:lnTo>
                    <a:pt x="-1" y="195557"/>
                  </a:lnTo>
                  <a:close/>
                </a:path>
              </a:pathLst>
            </a:custGeom>
          </p:spPr>
        </p:pic>
      </p:grpSp>
      <p:grpSp>
        <p:nvGrpSpPr>
          <p:cNvPr id="1766" name="图形 1456">
            <a:extLst>
              <a:ext uri="{FF2B5EF4-FFF2-40B4-BE49-F238E27FC236}">
                <a16:creationId xmlns:a16="http://schemas.microsoft.com/office/drawing/2014/main" id="{90CA8D70-478B-D21B-7AD2-D7AB18A225AA}"/>
              </a:ext>
            </a:extLst>
          </p:cNvPr>
          <p:cNvGrpSpPr/>
          <p:nvPr/>
        </p:nvGrpSpPr>
        <p:grpSpPr>
          <a:xfrm>
            <a:off x="8934955" y="2049981"/>
            <a:ext cx="1685840" cy="202300"/>
            <a:chOff x="8934955" y="2049981"/>
            <a:chExt cx="1685840" cy="202300"/>
          </a:xfrm>
          <a:noFill/>
        </p:grpSpPr>
        <p:sp>
          <p:nvSpPr>
            <p:cNvPr id="1767" name="任意多边形: 形状 1766">
              <a:extLst>
                <a:ext uri="{FF2B5EF4-FFF2-40B4-BE49-F238E27FC236}">
                  <a16:creationId xmlns:a16="http://schemas.microsoft.com/office/drawing/2014/main" id="{46BAB650-41B4-6987-35F0-D7BD68D29CA4}"/>
                </a:ext>
              </a:extLst>
            </p:cNvPr>
            <p:cNvSpPr/>
            <p:nvPr/>
          </p:nvSpPr>
          <p:spPr>
            <a:xfrm>
              <a:off x="8934955" y="2049981"/>
              <a:ext cx="1685840" cy="202300"/>
            </a:xfrm>
            <a:custGeom>
              <a:avLst/>
              <a:gdLst>
                <a:gd name="connsiteX0" fmla="*/ 0 w 1685840"/>
                <a:gd name="connsiteY0" fmla="*/ 0 h 202300"/>
                <a:gd name="connsiteX1" fmla="*/ 1685841 w 1685840"/>
                <a:gd name="connsiteY1" fmla="*/ 0 h 202300"/>
                <a:gd name="connsiteX2" fmla="*/ 1685841 w 1685840"/>
                <a:gd name="connsiteY2" fmla="*/ 202301 h 202300"/>
                <a:gd name="connsiteX3" fmla="*/ 0 w 1685840"/>
                <a:gd name="connsiteY3" fmla="*/ 202301 h 202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840" h="202300">
                  <a:moveTo>
                    <a:pt x="0" y="0"/>
                  </a:moveTo>
                  <a:lnTo>
                    <a:pt x="1685841" y="0"/>
                  </a:lnTo>
                  <a:lnTo>
                    <a:pt x="1685841" y="202301"/>
                  </a:lnTo>
                  <a:lnTo>
                    <a:pt x="0" y="202301"/>
                  </a:lnTo>
                  <a:close/>
                </a:path>
              </a:pathLst>
            </a:custGeom>
            <a:noFill/>
            <a:ln w="67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1768" name="图片 1767">
              <a:extLst>
                <a:ext uri="{FF2B5EF4-FFF2-40B4-BE49-F238E27FC236}">
                  <a16:creationId xmlns:a16="http://schemas.microsoft.com/office/drawing/2014/main" id="{534A33B8-3644-F0B2-C824-BC8EF0BE7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8938327" y="2070211"/>
              <a:ext cx="1672353" cy="182070"/>
            </a:xfrm>
            <a:custGeom>
              <a:avLst/>
              <a:gdLst>
                <a:gd name="connsiteX0" fmla="*/ -1 w 1672353"/>
                <a:gd name="connsiteY0" fmla="*/ -1 h 182070"/>
                <a:gd name="connsiteX1" fmla="*/ 1672354 w 1672353"/>
                <a:gd name="connsiteY1" fmla="*/ -1 h 182070"/>
                <a:gd name="connsiteX2" fmla="*/ 1672354 w 1672353"/>
                <a:gd name="connsiteY2" fmla="*/ 182070 h 182070"/>
                <a:gd name="connsiteX3" fmla="*/ -1 w 1672353"/>
                <a:gd name="connsiteY3" fmla="*/ 182070 h 18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2353" h="182070">
                  <a:moveTo>
                    <a:pt x="-1" y="-1"/>
                  </a:moveTo>
                  <a:lnTo>
                    <a:pt x="1672354" y="-1"/>
                  </a:lnTo>
                  <a:lnTo>
                    <a:pt x="1672354" y="182070"/>
                  </a:lnTo>
                  <a:lnTo>
                    <a:pt x="-1" y="182070"/>
                  </a:lnTo>
                  <a:close/>
                </a:path>
              </a:pathLst>
            </a:custGeom>
          </p:spPr>
        </p:pic>
      </p:grpSp>
      <p:grpSp>
        <p:nvGrpSpPr>
          <p:cNvPr id="1769" name="图形 1456">
            <a:extLst>
              <a:ext uri="{FF2B5EF4-FFF2-40B4-BE49-F238E27FC236}">
                <a16:creationId xmlns:a16="http://schemas.microsoft.com/office/drawing/2014/main" id="{A9B305EB-3E24-EDFC-0B0C-5C4C4687A79C}"/>
              </a:ext>
            </a:extLst>
          </p:cNvPr>
          <p:cNvGrpSpPr/>
          <p:nvPr/>
        </p:nvGrpSpPr>
        <p:grpSpPr>
          <a:xfrm>
            <a:off x="4504566" y="701309"/>
            <a:ext cx="987902" cy="708120"/>
            <a:chOff x="4504566" y="701309"/>
            <a:chExt cx="987902" cy="708120"/>
          </a:xfrm>
        </p:grpSpPr>
        <p:sp>
          <p:nvSpPr>
            <p:cNvPr id="1770" name="任意多边形: 形状 1769">
              <a:extLst>
                <a:ext uri="{FF2B5EF4-FFF2-40B4-BE49-F238E27FC236}">
                  <a16:creationId xmlns:a16="http://schemas.microsoft.com/office/drawing/2014/main" id="{D8893C80-CE3C-01C2-CFD1-8E4B592BE171}"/>
                </a:ext>
              </a:extLst>
            </p:cNvPr>
            <p:cNvSpPr/>
            <p:nvPr/>
          </p:nvSpPr>
          <p:spPr>
            <a:xfrm>
              <a:off x="4504566" y="701309"/>
              <a:ext cx="964300" cy="708120"/>
            </a:xfrm>
            <a:custGeom>
              <a:avLst/>
              <a:gdLst>
                <a:gd name="connsiteX0" fmla="*/ 0 w 964300"/>
                <a:gd name="connsiteY0" fmla="*/ 708121 h 708120"/>
                <a:gd name="connsiteX1" fmla="*/ 80920 w 964300"/>
                <a:gd name="connsiteY1" fmla="*/ 708053 h 708120"/>
                <a:gd name="connsiteX2" fmla="*/ 80920 w 964300"/>
                <a:gd name="connsiteY2" fmla="*/ 0 h 708120"/>
                <a:gd name="connsiteX3" fmla="*/ 964301 w 964300"/>
                <a:gd name="connsiteY3" fmla="*/ 0 h 708120"/>
                <a:gd name="connsiteX4" fmla="*/ 964301 w 964300"/>
                <a:gd name="connsiteY4" fmla="*/ 125696 h 708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4300" h="708120">
                  <a:moveTo>
                    <a:pt x="0" y="708121"/>
                  </a:moveTo>
                  <a:lnTo>
                    <a:pt x="80920" y="708053"/>
                  </a:lnTo>
                  <a:lnTo>
                    <a:pt x="80920" y="0"/>
                  </a:lnTo>
                  <a:lnTo>
                    <a:pt x="964301" y="0"/>
                  </a:lnTo>
                  <a:lnTo>
                    <a:pt x="964301" y="125696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1" name="任意多边形: 形状 1770">
              <a:extLst>
                <a:ext uri="{FF2B5EF4-FFF2-40B4-BE49-F238E27FC236}">
                  <a16:creationId xmlns:a16="http://schemas.microsoft.com/office/drawing/2014/main" id="{A52437C6-A903-FE42-0D4B-2A93CA8E3B73}"/>
                </a:ext>
              </a:extLst>
            </p:cNvPr>
            <p:cNvSpPr/>
            <p:nvPr/>
          </p:nvSpPr>
          <p:spPr>
            <a:xfrm>
              <a:off x="5445265" y="815204"/>
              <a:ext cx="47203" cy="47203"/>
            </a:xfrm>
            <a:custGeom>
              <a:avLst/>
              <a:gdLst>
                <a:gd name="connsiteX0" fmla="*/ 23602 w 47203"/>
                <a:gd name="connsiteY0" fmla="*/ 47204 h 47203"/>
                <a:gd name="connsiteX1" fmla="*/ 0 w 47203"/>
                <a:gd name="connsiteY1" fmla="*/ 0 h 47203"/>
                <a:gd name="connsiteX2" fmla="*/ 23602 w 47203"/>
                <a:gd name="connsiteY2" fmla="*/ 11801 h 47203"/>
                <a:gd name="connsiteX3" fmla="*/ 47204 w 47203"/>
                <a:gd name="connsiteY3" fmla="*/ 0 h 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03" h="47203">
                  <a:moveTo>
                    <a:pt x="23602" y="47204"/>
                  </a:moveTo>
                  <a:lnTo>
                    <a:pt x="0" y="0"/>
                  </a:lnTo>
                  <a:lnTo>
                    <a:pt x="23602" y="11801"/>
                  </a:lnTo>
                  <a:lnTo>
                    <a:pt x="47204" y="0"/>
                  </a:lnTo>
                  <a:close/>
                </a:path>
              </a:pathLst>
            </a:custGeom>
            <a:solidFill>
              <a:srgbClr val="000000"/>
            </a:solidFill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65049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图形 4">
            <a:extLst>
              <a:ext uri="{FF2B5EF4-FFF2-40B4-BE49-F238E27FC236}">
                <a16:creationId xmlns:a16="http://schemas.microsoft.com/office/drawing/2014/main" id="{144F3FD4-EEAA-3152-75EB-300B4E8757E4}"/>
              </a:ext>
            </a:extLst>
          </p:cNvPr>
          <p:cNvGrpSpPr/>
          <p:nvPr/>
        </p:nvGrpSpPr>
        <p:grpSpPr>
          <a:xfrm>
            <a:off x="3014662" y="495300"/>
            <a:ext cx="6153150" cy="5862630"/>
            <a:chOff x="3014662" y="495300"/>
            <a:chExt cx="6153150" cy="5862630"/>
          </a:xfrm>
        </p:grpSpPr>
        <p:grpSp>
          <p:nvGrpSpPr>
            <p:cNvPr id="9" name="图形 4">
              <a:extLst>
                <a:ext uri="{FF2B5EF4-FFF2-40B4-BE49-F238E27FC236}">
                  <a16:creationId xmlns:a16="http://schemas.microsoft.com/office/drawing/2014/main" id="{70309BCA-3BC4-3914-0532-FDD2F216DA59}"/>
                </a:ext>
              </a:extLst>
            </p:cNvPr>
            <p:cNvGrpSpPr/>
            <p:nvPr/>
          </p:nvGrpSpPr>
          <p:grpSpPr>
            <a:xfrm>
              <a:off x="3933824" y="5230367"/>
              <a:ext cx="66675" cy="465582"/>
              <a:chOff x="3933824" y="5230367"/>
              <a:chExt cx="66675" cy="465582"/>
            </a:xfrm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A74BF692-8111-D5CA-BDFF-33450AC90721}"/>
                  </a:ext>
                </a:extLst>
              </p:cNvPr>
              <p:cNvSpPr/>
              <p:nvPr/>
            </p:nvSpPr>
            <p:spPr>
              <a:xfrm>
                <a:off x="3967162" y="5280374"/>
                <a:ext cx="9525" cy="415575"/>
              </a:xfrm>
              <a:custGeom>
                <a:avLst/>
                <a:gdLst>
                  <a:gd name="connsiteX0" fmla="*/ 0 w 9525"/>
                  <a:gd name="connsiteY0" fmla="*/ 415576 h 415575"/>
                  <a:gd name="connsiteX1" fmla="*/ 0 w 9525"/>
                  <a:gd name="connsiteY1" fmla="*/ 0 h 415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415575">
                    <a:moveTo>
                      <a:pt x="0" y="415576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A05BD854-ACC2-C1C0-1D66-64BE1A529ABC}"/>
                  </a:ext>
                </a:extLst>
              </p:cNvPr>
              <p:cNvSpPr/>
              <p:nvPr/>
            </p:nvSpPr>
            <p:spPr>
              <a:xfrm>
                <a:off x="3933824" y="5230367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4781C74E-1C1A-1DBF-73F9-3610B1F41C30}"/>
                </a:ext>
              </a:extLst>
            </p:cNvPr>
            <p:cNvSpPr/>
            <p:nvPr/>
          </p:nvSpPr>
          <p:spPr>
            <a:xfrm>
              <a:off x="3642359" y="5691187"/>
              <a:ext cx="646747" cy="666743"/>
            </a:xfrm>
            <a:custGeom>
              <a:avLst/>
              <a:gdLst>
                <a:gd name="connsiteX0" fmla="*/ 412008 w 646747"/>
                <a:gd name="connsiteY0" fmla="*/ 69 h 666743"/>
                <a:gd name="connsiteX1" fmla="*/ 454393 w 646747"/>
                <a:gd name="connsiteY1" fmla="*/ 17604 h 666743"/>
                <a:gd name="connsiteX2" fmla="*/ 576555 w 646747"/>
                <a:gd name="connsiteY2" fmla="*/ 139506 h 666743"/>
                <a:gd name="connsiteX3" fmla="*/ 594170 w 646747"/>
                <a:gd name="connsiteY3" fmla="*/ 181978 h 666743"/>
                <a:gd name="connsiteX4" fmla="*/ 594170 w 646747"/>
                <a:gd name="connsiteY4" fmla="*/ 260521 h 666743"/>
                <a:gd name="connsiteX5" fmla="*/ 646330 w 646747"/>
                <a:gd name="connsiteY5" fmla="*/ 312668 h 666743"/>
                <a:gd name="connsiteX6" fmla="*/ 646330 w 646747"/>
                <a:gd name="connsiteY6" fmla="*/ 520894 h 666743"/>
                <a:gd name="connsiteX7" fmla="*/ 595831 w 646747"/>
                <a:gd name="connsiteY7" fmla="*/ 573027 h 666743"/>
                <a:gd name="connsiteX8" fmla="*/ 594170 w 646747"/>
                <a:gd name="connsiteY8" fmla="*/ 573047 h 666743"/>
                <a:gd name="connsiteX9" fmla="*/ 594170 w 646747"/>
                <a:gd name="connsiteY9" fmla="*/ 604304 h 666743"/>
                <a:gd name="connsiteX10" fmla="*/ 531583 w 646747"/>
                <a:gd name="connsiteY10" fmla="*/ 666812 h 666743"/>
                <a:gd name="connsiteX11" fmla="*/ 114330 w 646747"/>
                <a:gd name="connsiteY11" fmla="*/ 666812 h 666743"/>
                <a:gd name="connsiteX12" fmla="*/ 51743 w 646747"/>
                <a:gd name="connsiteY12" fmla="*/ 604304 h 666743"/>
                <a:gd name="connsiteX13" fmla="*/ 51743 w 646747"/>
                <a:gd name="connsiteY13" fmla="*/ 573047 h 666743"/>
                <a:gd name="connsiteX14" fmla="*/ -417 w 646747"/>
                <a:gd name="connsiteY14" fmla="*/ 520900 h 666743"/>
                <a:gd name="connsiteX15" fmla="*/ -417 w 646747"/>
                <a:gd name="connsiteY15" fmla="*/ 312674 h 666743"/>
                <a:gd name="connsiteX16" fmla="*/ 50082 w 646747"/>
                <a:gd name="connsiteY16" fmla="*/ 260541 h 666743"/>
                <a:gd name="connsiteX17" fmla="*/ 51743 w 646747"/>
                <a:gd name="connsiteY17" fmla="*/ 260514 h 666743"/>
                <a:gd name="connsiteX18" fmla="*/ 51743 w 646747"/>
                <a:gd name="connsiteY18" fmla="*/ 62576 h 666743"/>
                <a:gd name="connsiteX19" fmla="*/ 114330 w 646747"/>
                <a:gd name="connsiteY19" fmla="*/ 69 h 666743"/>
                <a:gd name="connsiteX20" fmla="*/ 412008 w 646747"/>
                <a:gd name="connsiteY20" fmla="*/ 69 h 666743"/>
                <a:gd name="connsiteX21" fmla="*/ 531583 w 646747"/>
                <a:gd name="connsiteY21" fmla="*/ 573053 h 666743"/>
                <a:gd name="connsiteX22" fmla="*/ 114330 w 646747"/>
                <a:gd name="connsiteY22" fmla="*/ 573053 h 666743"/>
                <a:gd name="connsiteX23" fmla="*/ 114330 w 646747"/>
                <a:gd name="connsiteY23" fmla="*/ 584308 h 666743"/>
                <a:gd name="connsiteX24" fmla="*/ 134333 w 646747"/>
                <a:gd name="connsiteY24" fmla="*/ 604311 h 666743"/>
                <a:gd name="connsiteX25" fmla="*/ 511580 w 646747"/>
                <a:gd name="connsiteY25" fmla="*/ 604311 h 666743"/>
                <a:gd name="connsiteX26" fmla="*/ 531583 w 646747"/>
                <a:gd name="connsiteY26" fmla="*/ 584308 h 666743"/>
                <a:gd name="connsiteX27" fmla="*/ 531583 w 646747"/>
                <a:gd name="connsiteY27" fmla="*/ 573053 h 666743"/>
                <a:gd name="connsiteX28" fmla="*/ 314955 w 646747"/>
                <a:gd name="connsiteY28" fmla="*/ 361954 h 666743"/>
                <a:gd name="connsiteX29" fmla="*/ 287339 w 646747"/>
                <a:gd name="connsiteY29" fmla="*/ 368035 h 666743"/>
                <a:gd name="connsiteX30" fmla="*/ 266316 w 646747"/>
                <a:gd name="connsiteY30" fmla="*/ 386417 h 666743"/>
                <a:gd name="connsiteX31" fmla="*/ 257715 w 646747"/>
                <a:gd name="connsiteY31" fmla="*/ 404366 h 666743"/>
                <a:gd name="connsiteX32" fmla="*/ 254675 w 646747"/>
                <a:gd name="connsiteY32" fmla="*/ 425828 h 666743"/>
                <a:gd name="connsiteX33" fmla="*/ 266869 w 646747"/>
                <a:gd name="connsiteY33" fmla="*/ 459046 h 666743"/>
                <a:gd name="connsiteX34" fmla="*/ 300820 w 646747"/>
                <a:gd name="connsiteY34" fmla="*/ 471027 h 666743"/>
                <a:gd name="connsiteX35" fmla="*/ 327444 w 646747"/>
                <a:gd name="connsiteY35" fmla="*/ 465053 h 666743"/>
                <a:gd name="connsiteX36" fmla="*/ 347993 w 646747"/>
                <a:gd name="connsiteY36" fmla="*/ 447731 h 666743"/>
                <a:gd name="connsiteX37" fmla="*/ 357441 w 646747"/>
                <a:gd name="connsiteY37" fmla="*/ 428722 h 666743"/>
                <a:gd name="connsiteX38" fmla="*/ 360888 w 646747"/>
                <a:gd name="connsiteY38" fmla="*/ 406639 h 666743"/>
                <a:gd name="connsiteX39" fmla="*/ 348726 w 646747"/>
                <a:gd name="connsiteY39" fmla="*/ 373782 h 666743"/>
                <a:gd name="connsiteX40" fmla="*/ 314955 w 646747"/>
                <a:gd name="connsiteY40" fmla="*/ 361954 h 666743"/>
                <a:gd name="connsiteX41" fmla="*/ 440805 w 646747"/>
                <a:gd name="connsiteY41" fmla="*/ 361807 h 666743"/>
                <a:gd name="connsiteX42" fmla="*/ 409601 w 646747"/>
                <a:gd name="connsiteY42" fmla="*/ 366421 h 666743"/>
                <a:gd name="connsiteX43" fmla="*/ 387258 w 646747"/>
                <a:gd name="connsiteY43" fmla="*/ 380996 h 666743"/>
                <a:gd name="connsiteX44" fmla="*/ 375723 w 646747"/>
                <a:gd name="connsiteY44" fmla="*/ 399052 h 666743"/>
                <a:gd name="connsiteX45" fmla="*/ 371803 w 646747"/>
                <a:gd name="connsiteY45" fmla="*/ 421215 h 666743"/>
                <a:gd name="connsiteX46" fmla="*/ 385718 w 646747"/>
                <a:gd name="connsiteY46" fmla="*/ 457619 h 666743"/>
                <a:gd name="connsiteX47" fmla="*/ 424909 w 646747"/>
                <a:gd name="connsiteY47" fmla="*/ 470587 h 666743"/>
                <a:gd name="connsiteX48" fmla="*/ 444178 w 646747"/>
                <a:gd name="connsiteY48" fmla="*/ 469301 h 666743"/>
                <a:gd name="connsiteX49" fmla="*/ 460727 w 646747"/>
                <a:gd name="connsiteY49" fmla="*/ 465460 h 666743"/>
                <a:gd name="connsiteX50" fmla="*/ 473035 w 646747"/>
                <a:gd name="connsiteY50" fmla="*/ 407879 h 666743"/>
                <a:gd name="connsiteX51" fmla="*/ 429670 w 646747"/>
                <a:gd name="connsiteY51" fmla="*/ 407879 h 666743"/>
                <a:gd name="connsiteX52" fmla="*/ 425636 w 646747"/>
                <a:gd name="connsiteY52" fmla="*/ 426789 h 666743"/>
                <a:gd name="connsiteX53" fmla="*/ 442771 w 646747"/>
                <a:gd name="connsiteY53" fmla="*/ 426789 h 666743"/>
                <a:gd name="connsiteX54" fmla="*/ 438084 w 646747"/>
                <a:gd name="connsiteY54" fmla="*/ 448545 h 666743"/>
                <a:gd name="connsiteX55" fmla="*/ 432223 w 646747"/>
                <a:gd name="connsiteY55" fmla="*/ 449751 h 666743"/>
                <a:gd name="connsiteX56" fmla="*/ 426956 w 646747"/>
                <a:gd name="connsiteY56" fmla="*/ 450151 h 666743"/>
                <a:gd name="connsiteX57" fmla="*/ 407174 w 646747"/>
                <a:gd name="connsiteY57" fmla="*/ 442537 h 666743"/>
                <a:gd name="connsiteX58" fmla="*/ 399993 w 646747"/>
                <a:gd name="connsiteY58" fmla="*/ 421515 h 666743"/>
                <a:gd name="connsiteX59" fmla="*/ 411714 w 646747"/>
                <a:gd name="connsiteY59" fmla="*/ 392578 h 666743"/>
                <a:gd name="connsiteX60" fmla="*/ 444092 w 646747"/>
                <a:gd name="connsiteY60" fmla="*/ 382030 h 666743"/>
                <a:gd name="connsiteX61" fmla="*/ 457167 w 646747"/>
                <a:gd name="connsiteY61" fmla="*/ 383603 h 666743"/>
                <a:gd name="connsiteX62" fmla="*/ 469295 w 646747"/>
                <a:gd name="connsiteY62" fmla="*/ 388330 h 666743"/>
                <a:gd name="connsiteX63" fmla="*/ 475296 w 646747"/>
                <a:gd name="connsiteY63" fmla="*/ 366941 h 666743"/>
                <a:gd name="connsiteX64" fmla="*/ 458813 w 646747"/>
                <a:gd name="connsiteY64" fmla="*/ 363061 h 666743"/>
                <a:gd name="connsiteX65" fmla="*/ 440798 w 646747"/>
                <a:gd name="connsiteY65" fmla="*/ 361814 h 666743"/>
                <a:gd name="connsiteX66" fmla="*/ 216577 w 646747"/>
                <a:gd name="connsiteY66" fmla="*/ 364367 h 666743"/>
                <a:gd name="connsiteX67" fmla="*/ 188526 w 646747"/>
                <a:gd name="connsiteY67" fmla="*/ 364367 h 666743"/>
                <a:gd name="connsiteX68" fmla="*/ 166330 w 646747"/>
                <a:gd name="connsiteY68" fmla="*/ 468460 h 666743"/>
                <a:gd name="connsiteX69" fmla="*/ 237239 w 646747"/>
                <a:gd name="connsiteY69" fmla="*/ 468460 h 666743"/>
                <a:gd name="connsiteX70" fmla="*/ 241773 w 646747"/>
                <a:gd name="connsiteY70" fmla="*/ 447724 h 666743"/>
                <a:gd name="connsiteX71" fmla="*/ 198708 w 646747"/>
                <a:gd name="connsiteY71" fmla="*/ 447724 h 666743"/>
                <a:gd name="connsiteX72" fmla="*/ 216577 w 646747"/>
                <a:gd name="connsiteY72" fmla="*/ 364367 h 666743"/>
                <a:gd name="connsiteX73" fmla="*/ 313122 w 646747"/>
                <a:gd name="connsiteY73" fmla="*/ 381289 h 666743"/>
                <a:gd name="connsiteX74" fmla="*/ 327190 w 646747"/>
                <a:gd name="connsiteY74" fmla="*/ 387517 h 666743"/>
                <a:gd name="connsiteX75" fmla="*/ 332171 w 646747"/>
                <a:gd name="connsiteY75" fmla="*/ 405172 h 666743"/>
                <a:gd name="connsiteX76" fmla="*/ 329904 w 646747"/>
                <a:gd name="connsiteY76" fmla="*/ 421575 h 666743"/>
                <a:gd name="connsiteX77" fmla="*/ 323970 w 646747"/>
                <a:gd name="connsiteY77" fmla="*/ 435790 h 666743"/>
                <a:gd name="connsiteX78" fmla="*/ 313569 w 646747"/>
                <a:gd name="connsiteY78" fmla="*/ 446964 h 666743"/>
                <a:gd name="connsiteX79" fmla="*/ 301767 w 646747"/>
                <a:gd name="connsiteY79" fmla="*/ 450585 h 666743"/>
                <a:gd name="connsiteX80" fmla="*/ 287925 w 646747"/>
                <a:gd name="connsiteY80" fmla="*/ 444251 h 666743"/>
                <a:gd name="connsiteX81" fmla="*/ 282871 w 646747"/>
                <a:gd name="connsiteY81" fmla="*/ 426929 h 666743"/>
                <a:gd name="connsiteX82" fmla="*/ 285138 w 646747"/>
                <a:gd name="connsiteY82" fmla="*/ 410406 h 666743"/>
                <a:gd name="connsiteX83" fmla="*/ 291073 w 646747"/>
                <a:gd name="connsiteY83" fmla="*/ 396018 h 666743"/>
                <a:gd name="connsiteX84" fmla="*/ 301147 w 646747"/>
                <a:gd name="connsiteY84" fmla="*/ 385030 h 666743"/>
                <a:gd name="connsiteX85" fmla="*/ 313129 w 646747"/>
                <a:gd name="connsiteY85" fmla="*/ 381296 h 666743"/>
                <a:gd name="connsiteX86" fmla="*/ 382357 w 646747"/>
                <a:gd name="connsiteY86" fmla="*/ 57576 h 666743"/>
                <a:gd name="connsiteX87" fmla="*/ 134333 w 646747"/>
                <a:gd name="connsiteY87" fmla="*/ 57576 h 666743"/>
                <a:gd name="connsiteX88" fmla="*/ 114330 w 646747"/>
                <a:gd name="connsiteY88" fmla="*/ 77578 h 666743"/>
                <a:gd name="connsiteX89" fmla="*/ 114330 w 646747"/>
                <a:gd name="connsiteY89" fmla="*/ 260514 h 666743"/>
                <a:gd name="connsiteX90" fmla="*/ 531583 w 646747"/>
                <a:gd name="connsiteY90" fmla="*/ 260514 h 666743"/>
                <a:gd name="connsiteX91" fmla="*/ 531583 w 646747"/>
                <a:gd name="connsiteY91" fmla="*/ 207408 h 666743"/>
                <a:gd name="connsiteX92" fmla="*/ 442378 w 646747"/>
                <a:gd name="connsiteY92" fmla="*/ 207408 h 666743"/>
                <a:gd name="connsiteX93" fmla="*/ 382371 w 646747"/>
                <a:gd name="connsiteY93" fmla="*/ 147400 h 666743"/>
                <a:gd name="connsiteX94" fmla="*/ 382351 w 646747"/>
                <a:gd name="connsiteY94" fmla="*/ 57576 h 666743"/>
                <a:gd name="connsiteX95" fmla="*/ 444945 w 646747"/>
                <a:gd name="connsiteY95" fmla="*/ 96541 h 666743"/>
                <a:gd name="connsiteX96" fmla="*/ 444945 w 646747"/>
                <a:gd name="connsiteY96" fmla="*/ 134899 h 666743"/>
                <a:gd name="connsiteX97" fmla="*/ 454946 w 646747"/>
                <a:gd name="connsiteY97" fmla="*/ 144900 h 666743"/>
                <a:gd name="connsiteX98" fmla="*/ 493418 w 646747"/>
                <a:gd name="connsiteY98" fmla="*/ 144900 h 666743"/>
                <a:gd name="connsiteX99" fmla="*/ 444945 w 646747"/>
                <a:gd name="connsiteY99" fmla="*/ 96541 h 66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646747" h="666743">
                  <a:moveTo>
                    <a:pt x="412008" y="69"/>
                  </a:moveTo>
                  <a:cubicBezTo>
                    <a:pt x="427901" y="70"/>
                    <a:pt x="443144" y="6377"/>
                    <a:pt x="454393" y="17604"/>
                  </a:cubicBezTo>
                  <a:lnTo>
                    <a:pt x="576555" y="139506"/>
                  </a:lnTo>
                  <a:cubicBezTo>
                    <a:pt x="587833" y="150763"/>
                    <a:pt x="594171" y="166043"/>
                    <a:pt x="594170" y="181978"/>
                  </a:cubicBezTo>
                  <a:lnTo>
                    <a:pt x="594170" y="260521"/>
                  </a:lnTo>
                  <a:cubicBezTo>
                    <a:pt x="622972" y="260521"/>
                    <a:pt x="646323" y="283866"/>
                    <a:pt x="646330" y="312668"/>
                  </a:cubicBezTo>
                  <a:lnTo>
                    <a:pt x="646330" y="520894"/>
                  </a:lnTo>
                  <a:cubicBezTo>
                    <a:pt x="646330" y="549054"/>
                    <a:pt x="623977" y="572130"/>
                    <a:pt x="595831" y="573027"/>
                  </a:cubicBezTo>
                  <a:lnTo>
                    <a:pt x="594170" y="573047"/>
                  </a:lnTo>
                  <a:lnTo>
                    <a:pt x="594170" y="604304"/>
                  </a:lnTo>
                  <a:cubicBezTo>
                    <a:pt x="594170" y="638828"/>
                    <a:pt x="566154" y="666812"/>
                    <a:pt x="531583" y="666812"/>
                  </a:cubicBezTo>
                  <a:lnTo>
                    <a:pt x="114330" y="666812"/>
                  </a:lnTo>
                  <a:cubicBezTo>
                    <a:pt x="79759" y="666812"/>
                    <a:pt x="51743" y="638828"/>
                    <a:pt x="51743" y="604304"/>
                  </a:cubicBezTo>
                  <a:lnTo>
                    <a:pt x="51743" y="573047"/>
                  </a:lnTo>
                  <a:cubicBezTo>
                    <a:pt x="22941" y="573047"/>
                    <a:pt x="-410" y="549702"/>
                    <a:pt x="-417" y="520900"/>
                  </a:cubicBezTo>
                  <a:lnTo>
                    <a:pt x="-417" y="312674"/>
                  </a:lnTo>
                  <a:cubicBezTo>
                    <a:pt x="-417" y="284514"/>
                    <a:pt x="21936" y="261437"/>
                    <a:pt x="50082" y="260541"/>
                  </a:cubicBezTo>
                  <a:lnTo>
                    <a:pt x="51743" y="260514"/>
                  </a:lnTo>
                  <a:lnTo>
                    <a:pt x="51743" y="62576"/>
                  </a:lnTo>
                  <a:cubicBezTo>
                    <a:pt x="51743" y="28052"/>
                    <a:pt x="79759" y="69"/>
                    <a:pt x="114330" y="69"/>
                  </a:cubicBezTo>
                  <a:lnTo>
                    <a:pt x="412008" y="69"/>
                  </a:lnTo>
                  <a:close/>
                  <a:moveTo>
                    <a:pt x="531583" y="573053"/>
                  </a:moveTo>
                  <a:lnTo>
                    <a:pt x="114330" y="573053"/>
                  </a:lnTo>
                  <a:lnTo>
                    <a:pt x="114330" y="584308"/>
                  </a:lnTo>
                  <a:cubicBezTo>
                    <a:pt x="114330" y="595355"/>
                    <a:pt x="123286" y="604311"/>
                    <a:pt x="134333" y="604311"/>
                  </a:cubicBezTo>
                  <a:lnTo>
                    <a:pt x="511580" y="604311"/>
                  </a:lnTo>
                  <a:cubicBezTo>
                    <a:pt x="522627" y="604311"/>
                    <a:pt x="531583" y="595355"/>
                    <a:pt x="531583" y="584308"/>
                  </a:cubicBezTo>
                  <a:lnTo>
                    <a:pt x="531583" y="573053"/>
                  </a:lnTo>
                  <a:close/>
                  <a:moveTo>
                    <a:pt x="314955" y="361954"/>
                  </a:moveTo>
                  <a:cubicBezTo>
                    <a:pt x="304608" y="361954"/>
                    <a:pt x="295400" y="363981"/>
                    <a:pt x="287339" y="368035"/>
                  </a:cubicBezTo>
                  <a:cubicBezTo>
                    <a:pt x="279284" y="372088"/>
                    <a:pt x="272270" y="378216"/>
                    <a:pt x="266316" y="386417"/>
                  </a:cubicBezTo>
                  <a:cubicBezTo>
                    <a:pt x="262609" y="391497"/>
                    <a:pt x="259735" y="397485"/>
                    <a:pt x="257715" y="404366"/>
                  </a:cubicBezTo>
                  <a:cubicBezTo>
                    <a:pt x="255676" y="411337"/>
                    <a:pt x="254652" y="418565"/>
                    <a:pt x="254675" y="425828"/>
                  </a:cubicBezTo>
                  <a:cubicBezTo>
                    <a:pt x="254675" y="439990"/>
                    <a:pt x="258742" y="451065"/>
                    <a:pt x="266869" y="459046"/>
                  </a:cubicBezTo>
                  <a:cubicBezTo>
                    <a:pt x="275004" y="467034"/>
                    <a:pt x="286319" y="471027"/>
                    <a:pt x="300820" y="471027"/>
                  </a:cubicBezTo>
                  <a:cubicBezTo>
                    <a:pt x="310535" y="471027"/>
                    <a:pt x="319416" y="469034"/>
                    <a:pt x="327444" y="465053"/>
                  </a:cubicBezTo>
                  <a:cubicBezTo>
                    <a:pt x="335478" y="461073"/>
                    <a:pt x="342332" y="455299"/>
                    <a:pt x="347993" y="447731"/>
                  </a:cubicBezTo>
                  <a:cubicBezTo>
                    <a:pt x="351993" y="442310"/>
                    <a:pt x="355147" y="435976"/>
                    <a:pt x="357441" y="428722"/>
                  </a:cubicBezTo>
                  <a:cubicBezTo>
                    <a:pt x="359741" y="421468"/>
                    <a:pt x="360888" y="414107"/>
                    <a:pt x="360888" y="406639"/>
                  </a:cubicBezTo>
                  <a:cubicBezTo>
                    <a:pt x="360888" y="392624"/>
                    <a:pt x="356834" y="381670"/>
                    <a:pt x="348726" y="373782"/>
                  </a:cubicBezTo>
                  <a:cubicBezTo>
                    <a:pt x="340619" y="365894"/>
                    <a:pt x="329364" y="361954"/>
                    <a:pt x="314955" y="361954"/>
                  </a:cubicBezTo>
                  <a:close/>
                  <a:moveTo>
                    <a:pt x="440805" y="361807"/>
                  </a:moveTo>
                  <a:cubicBezTo>
                    <a:pt x="428543" y="361807"/>
                    <a:pt x="418142" y="363341"/>
                    <a:pt x="409601" y="366421"/>
                  </a:cubicBezTo>
                  <a:cubicBezTo>
                    <a:pt x="401113" y="369459"/>
                    <a:pt x="393459" y="374452"/>
                    <a:pt x="387258" y="380996"/>
                  </a:cubicBezTo>
                  <a:cubicBezTo>
                    <a:pt x="382197" y="386146"/>
                    <a:pt x="378268" y="392295"/>
                    <a:pt x="375723" y="399052"/>
                  </a:cubicBezTo>
                  <a:cubicBezTo>
                    <a:pt x="373069" y="406137"/>
                    <a:pt x="371740" y="413649"/>
                    <a:pt x="371803" y="421215"/>
                  </a:cubicBezTo>
                  <a:cubicBezTo>
                    <a:pt x="371803" y="436843"/>
                    <a:pt x="376437" y="448978"/>
                    <a:pt x="385718" y="457619"/>
                  </a:cubicBezTo>
                  <a:cubicBezTo>
                    <a:pt x="394999" y="466260"/>
                    <a:pt x="408054" y="470587"/>
                    <a:pt x="424909" y="470587"/>
                  </a:cubicBezTo>
                  <a:cubicBezTo>
                    <a:pt x="431890" y="470587"/>
                    <a:pt x="438311" y="470161"/>
                    <a:pt x="444178" y="469301"/>
                  </a:cubicBezTo>
                  <a:cubicBezTo>
                    <a:pt x="449796" y="468503"/>
                    <a:pt x="455333" y="467218"/>
                    <a:pt x="460727" y="465460"/>
                  </a:cubicBezTo>
                  <a:lnTo>
                    <a:pt x="473035" y="407879"/>
                  </a:lnTo>
                  <a:lnTo>
                    <a:pt x="429670" y="407879"/>
                  </a:lnTo>
                  <a:lnTo>
                    <a:pt x="425636" y="426789"/>
                  </a:lnTo>
                  <a:lnTo>
                    <a:pt x="442771" y="426789"/>
                  </a:lnTo>
                  <a:lnTo>
                    <a:pt x="438084" y="448545"/>
                  </a:lnTo>
                  <a:cubicBezTo>
                    <a:pt x="436153" y="449047"/>
                    <a:pt x="434196" y="449449"/>
                    <a:pt x="432223" y="449751"/>
                  </a:cubicBezTo>
                  <a:cubicBezTo>
                    <a:pt x="430423" y="450018"/>
                    <a:pt x="428663" y="450151"/>
                    <a:pt x="426956" y="450151"/>
                  </a:cubicBezTo>
                  <a:cubicBezTo>
                    <a:pt x="418555" y="450151"/>
                    <a:pt x="411954" y="447618"/>
                    <a:pt x="407174" y="442537"/>
                  </a:cubicBezTo>
                  <a:cubicBezTo>
                    <a:pt x="402386" y="437457"/>
                    <a:pt x="399993" y="430449"/>
                    <a:pt x="399993" y="421515"/>
                  </a:cubicBezTo>
                  <a:cubicBezTo>
                    <a:pt x="399993" y="409253"/>
                    <a:pt x="403900" y="399612"/>
                    <a:pt x="411714" y="392578"/>
                  </a:cubicBezTo>
                  <a:cubicBezTo>
                    <a:pt x="419529" y="385550"/>
                    <a:pt x="430317" y="382030"/>
                    <a:pt x="444092" y="382030"/>
                  </a:cubicBezTo>
                  <a:cubicBezTo>
                    <a:pt x="448632" y="382030"/>
                    <a:pt x="452993" y="382556"/>
                    <a:pt x="457167" y="383603"/>
                  </a:cubicBezTo>
                  <a:cubicBezTo>
                    <a:pt x="461389" y="384671"/>
                    <a:pt x="465463" y="386259"/>
                    <a:pt x="469295" y="388330"/>
                  </a:cubicBezTo>
                  <a:lnTo>
                    <a:pt x="475296" y="366941"/>
                  </a:lnTo>
                  <a:cubicBezTo>
                    <a:pt x="469927" y="365161"/>
                    <a:pt x="464412" y="363863"/>
                    <a:pt x="458813" y="363061"/>
                  </a:cubicBezTo>
                  <a:cubicBezTo>
                    <a:pt x="452846" y="362212"/>
                    <a:pt x="446825" y="361796"/>
                    <a:pt x="440798" y="361814"/>
                  </a:cubicBezTo>
                  <a:close/>
                  <a:moveTo>
                    <a:pt x="216577" y="364367"/>
                  </a:moveTo>
                  <a:lnTo>
                    <a:pt x="188526" y="364367"/>
                  </a:lnTo>
                  <a:lnTo>
                    <a:pt x="166330" y="468460"/>
                  </a:lnTo>
                  <a:lnTo>
                    <a:pt x="237239" y="468460"/>
                  </a:lnTo>
                  <a:lnTo>
                    <a:pt x="241773" y="447724"/>
                  </a:lnTo>
                  <a:lnTo>
                    <a:pt x="198708" y="447724"/>
                  </a:lnTo>
                  <a:lnTo>
                    <a:pt x="216577" y="364367"/>
                  </a:lnTo>
                  <a:close/>
                  <a:moveTo>
                    <a:pt x="313122" y="381289"/>
                  </a:moveTo>
                  <a:cubicBezTo>
                    <a:pt x="319183" y="381289"/>
                    <a:pt x="323870" y="383370"/>
                    <a:pt x="327190" y="387517"/>
                  </a:cubicBezTo>
                  <a:cubicBezTo>
                    <a:pt x="330511" y="391671"/>
                    <a:pt x="332171" y="397552"/>
                    <a:pt x="332171" y="405172"/>
                  </a:cubicBezTo>
                  <a:cubicBezTo>
                    <a:pt x="332171" y="410493"/>
                    <a:pt x="331418" y="415967"/>
                    <a:pt x="329904" y="421575"/>
                  </a:cubicBezTo>
                  <a:cubicBezTo>
                    <a:pt x="328384" y="427195"/>
                    <a:pt x="326410" y="431936"/>
                    <a:pt x="323970" y="435790"/>
                  </a:cubicBezTo>
                  <a:cubicBezTo>
                    <a:pt x="320650" y="440824"/>
                    <a:pt x="317182" y="444544"/>
                    <a:pt x="313569" y="446964"/>
                  </a:cubicBezTo>
                  <a:cubicBezTo>
                    <a:pt x="310092" y="449338"/>
                    <a:pt x="305977" y="450601"/>
                    <a:pt x="301767" y="450585"/>
                  </a:cubicBezTo>
                  <a:cubicBezTo>
                    <a:pt x="295913" y="450585"/>
                    <a:pt x="291299" y="448478"/>
                    <a:pt x="287925" y="444251"/>
                  </a:cubicBezTo>
                  <a:cubicBezTo>
                    <a:pt x="284558" y="440030"/>
                    <a:pt x="282871" y="434249"/>
                    <a:pt x="282871" y="426929"/>
                  </a:cubicBezTo>
                  <a:cubicBezTo>
                    <a:pt x="282871" y="421555"/>
                    <a:pt x="283632" y="416047"/>
                    <a:pt x="285138" y="410406"/>
                  </a:cubicBezTo>
                  <a:cubicBezTo>
                    <a:pt x="286659" y="404766"/>
                    <a:pt x="288639" y="399972"/>
                    <a:pt x="291073" y="396018"/>
                  </a:cubicBezTo>
                  <a:cubicBezTo>
                    <a:pt x="294060" y="391177"/>
                    <a:pt x="297413" y="387517"/>
                    <a:pt x="301147" y="385030"/>
                  </a:cubicBezTo>
                  <a:cubicBezTo>
                    <a:pt x="304673" y="382605"/>
                    <a:pt x="308850" y="381303"/>
                    <a:pt x="313129" y="381296"/>
                  </a:cubicBezTo>
                  <a:close/>
                  <a:moveTo>
                    <a:pt x="382357" y="57576"/>
                  </a:moveTo>
                  <a:lnTo>
                    <a:pt x="134333" y="57576"/>
                  </a:lnTo>
                  <a:cubicBezTo>
                    <a:pt x="123286" y="57576"/>
                    <a:pt x="114330" y="66531"/>
                    <a:pt x="114330" y="77578"/>
                  </a:cubicBezTo>
                  <a:lnTo>
                    <a:pt x="114330" y="260514"/>
                  </a:lnTo>
                  <a:lnTo>
                    <a:pt x="531583" y="260514"/>
                  </a:lnTo>
                  <a:lnTo>
                    <a:pt x="531583" y="207408"/>
                  </a:lnTo>
                  <a:lnTo>
                    <a:pt x="442378" y="207408"/>
                  </a:lnTo>
                  <a:cubicBezTo>
                    <a:pt x="409241" y="207401"/>
                    <a:pt x="382377" y="180538"/>
                    <a:pt x="382371" y="147400"/>
                  </a:cubicBezTo>
                  <a:lnTo>
                    <a:pt x="382351" y="57576"/>
                  </a:lnTo>
                  <a:close/>
                  <a:moveTo>
                    <a:pt x="444945" y="96541"/>
                  </a:moveTo>
                  <a:lnTo>
                    <a:pt x="444945" y="134899"/>
                  </a:lnTo>
                  <a:cubicBezTo>
                    <a:pt x="444945" y="140422"/>
                    <a:pt x="449423" y="144900"/>
                    <a:pt x="454946" y="144900"/>
                  </a:cubicBezTo>
                  <a:lnTo>
                    <a:pt x="493418" y="144900"/>
                  </a:lnTo>
                  <a:lnTo>
                    <a:pt x="444945" y="96541"/>
                  </a:lnTo>
                  <a:close/>
                </a:path>
              </a:pathLst>
            </a:custGeom>
            <a:solidFill>
              <a:srgbClr val="2C2C2C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3" name="图形 4">
              <a:extLst>
                <a:ext uri="{FF2B5EF4-FFF2-40B4-BE49-F238E27FC236}">
                  <a16:creationId xmlns:a16="http://schemas.microsoft.com/office/drawing/2014/main" id="{B5D81704-7BE8-A0F2-1D89-89E3BD059281}"/>
                </a:ext>
              </a:extLst>
            </p:cNvPr>
            <p:cNvGrpSpPr/>
            <p:nvPr/>
          </p:nvGrpSpPr>
          <p:grpSpPr>
            <a:xfrm>
              <a:off x="6076949" y="4087367"/>
              <a:ext cx="66675" cy="1608582"/>
              <a:chOff x="6076949" y="4087367"/>
              <a:chExt cx="66675" cy="1608582"/>
            </a:xfrm>
          </p:grpSpPr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68E155FC-D5CC-7E99-1483-15E68DEB4E2B}"/>
                  </a:ext>
                </a:extLst>
              </p:cNvPr>
              <p:cNvSpPr/>
              <p:nvPr/>
            </p:nvSpPr>
            <p:spPr>
              <a:xfrm>
                <a:off x="6110287" y="4137374"/>
                <a:ext cx="9525" cy="1558575"/>
              </a:xfrm>
              <a:custGeom>
                <a:avLst/>
                <a:gdLst>
                  <a:gd name="connsiteX0" fmla="*/ 0 w 9525"/>
                  <a:gd name="connsiteY0" fmla="*/ 1558576 h 1558575"/>
                  <a:gd name="connsiteX1" fmla="*/ 0 w 9525"/>
                  <a:gd name="connsiteY1" fmla="*/ 0 h 155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1558575">
                    <a:moveTo>
                      <a:pt x="0" y="1558576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C3FC20AE-F547-88F6-316A-1455DC10E5AD}"/>
                  </a:ext>
                </a:extLst>
              </p:cNvPr>
              <p:cNvSpPr/>
              <p:nvPr/>
            </p:nvSpPr>
            <p:spPr>
              <a:xfrm>
                <a:off x="6076949" y="4087367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5FA863CA-B443-0657-FADE-62C691995EA4}"/>
                </a:ext>
              </a:extLst>
            </p:cNvPr>
            <p:cNvSpPr/>
            <p:nvPr/>
          </p:nvSpPr>
          <p:spPr>
            <a:xfrm>
              <a:off x="5799930" y="5718968"/>
              <a:ext cx="611187" cy="611187"/>
            </a:xfrm>
            <a:custGeom>
              <a:avLst/>
              <a:gdLst>
                <a:gd name="connsiteX0" fmla="*/ 499875 w 611187"/>
                <a:gd name="connsiteY0" fmla="*/ 373726 h 611187"/>
                <a:gd name="connsiteX1" fmla="*/ 555438 w 611187"/>
                <a:gd name="connsiteY1" fmla="*/ 319553 h 611187"/>
                <a:gd name="connsiteX2" fmla="*/ 611000 w 611187"/>
                <a:gd name="connsiteY2" fmla="*/ 375115 h 611187"/>
                <a:gd name="connsiteX3" fmla="*/ 555438 w 611187"/>
                <a:gd name="connsiteY3" fmla="*/ 430678 h 611187"/>
                <a:gd name="connsiteX4" fmla="*/ 506820 w 611187"/>
                <a:gd name="connsiteY4" fmla="*/ 401508 h 611187"/>
                <a:gd name="connsiteX5" fmla="*/ 433200 w 611187"/>
                <a:gd name="connsiteY5" fmla="*/ 401508 h 611187"/>
                <a:gd name="connsiteX6" fmla="*/ 419309 w 611187"/>
                <a:gd name="connsiteY6" fmla="*/ 391784 h 611187"/>
                <a:gd name="connsiteX7" fmla="*/ 356802 w 611187"/>
                <a:gd name="connsiteY7" fmla="*/ 152865 h 611187"/>
                <a:gd name="connsiteX8" fmla="*/ 265123 w 611187"/>
                <a:gd name="connsiteY8" fmla="*/ 504298 h 611187"/>
                <a:gd name="connsiteX9" fmla="*/ 238731 w 611187"/>
                <a:gd name="connsiteY9" fmla="*/ 505687 h 611187"/>
                <a:gd name="connsiteX10" fmla="*/ 172056 w 611187"/>
                <a:gd name="connsiteY10" fmla="*/ 297328 h 611187"/>
                <a:gd name="connsiteX11" fmla="*/ 123439 w 611187"/>
                <a:gd name="connsiteY11" fmla="*/ 395951 h 611187"/>
                <a:gd name="connsiteX12" fmla="*/ 110937 w 611187"/>
                <a:gd name="connsiteY12" fmla="*/ 404286 h 611187"/>
                <a:gd name="connsiteX13" fmla="*/ 55375 w 611187"/>
                <a:gd name="connsiteY13" fmla="*/ 404286 h 611187"/>
                <a:gd name="connsiteX14" fmla="*/ 41484 w 611187"/>
                <a:gd name="connsiteY14" fmla="*/ 390395 h 611187"/>
                <a:gd name="connsiteX15" fmla="*/ 55375 w 611187"/>
                <a:gd name="connsiteY15" fmla="*/ 376504 h 611187"/>
                <a:gd name="connsiteX16" fmla="*/ 101214 w 611187"/>
                <a:gd name="connsiteY16" fmla="*/ 376504 h 611187"/>
                <a:gd name="connsiteX17" fmla="*/ 160944 w 611187"/>
                <a:gd name="connsiteY17" fmla="*/ 255656 h 611187"/>
                <a:gd name="connsiteX18" fmla="*/ 185947 w 611187"/>
                <a:gd name="connsiteY18" fmla="*/ 257045 h 611187"/>
                <a:gd name="connsiteX19" fmla="*/ 249844 w 611187"/>
                <a:gd name="connsiteY19" fmla="*/ 450125 h 611187"/>
                <a:gd name="connsiteX20" fmla="*/ 342911 w 611187"/>
                <a:gd name="connsiteY20" fmla="*/ 93136 h 611187"/>
                <a:gd name="connsiteX21" fmla="*/ 369303 w 611187"/>
                <a:gd name="connsiteY21" fmla="*/ 93136 h 611187"/>
                <a:gd name="connsiteX22" fmla="*/ 442923 w 611187"/>
                <a:gd name="connsiteY22" fmla="*/ 373726 h 611187"/>
                <a:gd name="connsiteX23" fmla="*/ 499875 w 611187"/>
                <a:gd name="connsiteY23" fmla="*/ 373726 h 611187"/>
                <a:gd name="connsiteX24" fmla="*/ 555438 w 611187"/>
                <a:gd name="connsiteY24" fmla="*/ 402897 h 611187"/>
                <a:gd name="connsiteX25" fmla="*/ 583219 w 611187"/>
                <a:gd name="connsiteY25" fmla="*/ 375115 h 611187"/>
                <a:gd name="connsiteX26" fmla="*/ 555438 w 611187"/>
                <a:gd name="connsiteY26" fmla="*/ 347334 h 611187"/>
                <a:gd name="connsiteX27" fmla="*/ 527656 w 611187"/>
                <a:gd name="connsiteY27" fmla="*/ 375115 h 611187"/>
                <a:gd name="connsiteX28" fmla="*/ 555438 w 611187"/>
                <a:gd name="connsiteY28" fmla="*/ 402897 h 611187"/>
                <a:gd name="connsiteX29" fmla="*/ 27594 w 611187"/>
                <a:gd name="connsiteY29" fmla="*/ 583475 h 611187"/>
                <a:gd name="connsiteX30" fmla="*/ 597109 w 611187"/>
                <a:gd name="connsiteY30" fmla="*/ 583475 h 611187"/>
                <a:gd name="connsiteX31" fmla="*/ 611000 w 611187"/>
                <a:gd name="connsiteY31" fmla="*/ 597365 h 611187"/>
                <a:gd name="connsiteX32" fmla="*/ 597109 w 611187"/>
                <a:gd name="connsiteY32" fmla="*/ 611256 h 611187"/>
                <a:gd name="connsiteX33" fmla="*/ 13703 w 611187"/>
                <a:gd name="connsiteY33" fmla="*/ 611256 h 611187"/>
                <a:gd name="connsiteX34" fmla="*/ -187 w 611187"/>
                <a:gd name="connsiteY34" fmla="*/ 597365 h 611187"/>
                <a:gd name="connsiteX35" fmla="*/ -187 w 611187"/>
                <a:gd name="connsiteY35" fmla="*/ 13959 h 611187"/>
                <a:gd name="connsiteX36" fmla="*/ 13703 w 611187"/>
                <a:gd name="connsiteY36" fmla="*/ 69 h 611187"/>
                <a:gd name="connsiteX37" fmla="*/ 27594 w 611187"/>
                <a:gd name="connsiteY37" fmla="*/ 13959 h 611187"/>
                <a:gd name="connsiteX38" fmla="*/ 27594 w 611187"/>
                <a:gd name="connsiteY38" fmla="*/ 583475 h 611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11187" h="611187">
                  <a:moveTo>
                    <a:pt x="499875" y="373726"/>
                  </a:moveTo>
                  <a:cubicBezTo>
                    <a:pt x="499875" y="343167"/>
                    <a:pt x="524878" y="319553"/>
                    <a:pt x="555438" y="319553"/>
                  </a:cubicBezTo>
                  <a:cubicBezTo>
                    <a:pt x="585997" y="319553"/>
                    <a:pt x="611000" y="344556"/>
                    <a:pt x="611000" y="375115"/>
                  </a:cubicBezTo>
                  <a:cubicBezTo>
                    <a:pt x="611000" y="405675"/>
                    <a:pt x="585997" y="430678"/>
                    <a:pt x="555438" y="430678"/>
                  </a:cubicBezTo>
                  <a:cubicBezTo>
                    <a:pt x="534602" y="430678"/>
                    <a:pt x="516544" y="419565"/>
                    <a:pt x="506820" y="401508"/>
                  </a:cubicBezTo>
                  <a:lnTo>
                    <a:pt x="433200" y="401508"/>
                  </a:lnTo>
                  <a:cubicBezTo>
                    <a:pt x="426255" y="401508"/>
                    <a:pt x="420698" y="397340"/>
                    <a:pt x="419309" y="391784"/>
                  </a:cubicBezTo>
                  <a:lnTo>
                    <a:pt x="356802" y="152865"/>
                  </a:lnTo>
                  <a:lnTo>
                    <a:pt x="265123" y="504298"/>
                  </a:lnTo>
                  <a:cubicBezTo>
                    <a:pt x="260956" y="518189"/>
                    <a:pt x="242898" y="518189"/>
                    <a:pt x="238731" y="505687"/>
                  </a:cubicBezTo>
                  <a:lnTo>
                    <a:pt x="172056" y="297328"/>
                  </a:lnTo>
                  <a:lnTo>
                    <a:pt x="123439" y="395951"/>
                  </a:lnTo>
                  <a:cubicBezTo>
                    <a:pt x="120661" y="400119"/>
                    <a:pt x="116494" y="404286"/>
                    <a:pt x="110937" y="404286"/>
                  </a:cubicBezTo>
                  <a:lnTo>
                    <a:pt x="55375" y="404286"/>
                  </a:lnTo>
                  <a:cubicBezTo>
                    <a:pt x="47041" y="404286"/>
                    <a:pt x="41484" y="398729"/>
                    <a:pt x="41484" y="390395"/>
                  </a:cubicBezTo>
                  <a:cubicBezTo>
                    <a:pt x="41484" y="382061"/>
                    <a:pt x="47041" y="376504"/>
                    <a:pt x="55375" y="376504"/>
                  </a:cubicBezTo>
                  <a:lnTo>
                    <a:pt x="101214" y="376504"/>
                  </a:lnTo>
                  <a:lnTo>
                    <a:pt x="160944" y="255656"/>
                  </a:lnTo>
                  <a:cubicBezTo>
                    <a:pt x="166500" y="244544"/>
                    <a:pt x="183169" y="245933"/>
                    <a:pt x="185947" y="257045"/>
                  </a:cubicBezTo>
                  <a:lnTo>
                    <a:pt x="249844" y="450125"/>
                  </a:lnTo>
                  <a:lnTo>
                    <a:pt x="342911" y="93136"/>
                  </a:lnTo>
                  <a:cubicBezTo>
                    <a:pt x="347078" y="79245"/>
                    <a:pt x="366525" y="79245"/>
                    <a:pt x="369303" y="93136"/>
                  </a:cubicBezTo>
                  <a:lnTo>
                    <a:pt x="442923" y="373726"/>
                  </a:lnTo>
                  <a:lnTo>
                    <a:pt x="499875" y="373726"/>
                  </a:lnTo>
                  <a:close/>
                  <a:moveTo>
                    <a:pt x="555438" y="402897"/>
                  </a:moveTo>
                  <a:cubicBezTo>
                    <a:pt x="570717" y="402897"/>
                    <a:pt x="583219" y="390395"/>
                    <a:pt x="583219" y="375115"/>
                  </a:cubicBezTo>
                  <a:cubicBezTo>
                    <a:pt x="583219" y="359836"/>
                    <a:pt x="570717" y="347334"/>
                    <a:pt x="555438" y="347334"/>
                  </a:cubicBezTo>
                  <a:cubicBezTo>
                    <a:pt x="540158" y="347334"/>
                    <a:pt x="527656" y="359836"/>
                    <a:pt x="527656" y="375115"/>
                  </a:cubicBezTo>
                  <a:cubicBezTo>
                    <a:pt x="527656" y="390395"/>
                    <a:pt x="540158" y="402897"/>
                    <a:pt x="555438" y="402897"/>
                  </a:cubicBezTo>
                  <a:close/>
                  <a:moveTo>
                    <a:pt x="27594" y="583475"/>
                  </a:moveTo>
                  <a:lnTo>
                    <a:pt x="597109" y="583475"/>
                  </a:lnTo>
                  <a:cubicBezTo>
                    <a:pt x="605444" y="583475"/>
                    <a:pt x="611000" y="589031"/>
                    <a:pt x="611000" y="597365"/>
                  </a:cubicBezTo>
                  <a:cubicBezTo>
                    <a:pt x="611000" y="605700"/>
                    <a:pt x="605444" y="611256"/>
                    <a:pt x="597109" y="611256"/>
                  </a:cubicBezTo>
                  <a:lnTo>
                    <a:pt x="13703" y="611256"/>
                  </a:lnTo>
                  <a:cubicBezTo>
                    <a:pt x="5369" y="611256"/>
                    <a:pt x="-187" y="605700"/>
                    <a:pt x="-187" y="597365"/>
                  </a:cubicBezTo>
                  <a:lnTo>
                    <a:pt x="-187" y="13959"/>
                  </a:lnTo>
                  <a:cubicBezTo>
                    <a:pt x="-187" y="5625"/>
                    <a:pt x="5369" y="69"/>
                    <a:pt x="13703" y="69"/>
                  </a:cubicBezTo>
                  <a:cubicBezTo>
                    <a:pt x="22038" y="69"/>
                    <a:pt x="27594" y="5625"/>
                    <a:pt x="27594" y="13959"/>
                  </a:cubicBezTo>
                  <a:lnTo>
                    <a:pt x="27594" y="583475"/>
                  </a:lnTo>
                  <a:close/>
                </a:path>
              </a:pathLst>
            </a:custGeom>
            <a:solidFill>
              <a:srgbClr val="2C2C2C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7" name="图形 4">
              <a:extLst>
                <a:ext uri="{FF2B5EF4-FFF2-40B4-BE49-F238E27FC236}">
                  <a16:creationId xmlns:a16="http://schemas.microsoft.com/office/drawing/2014/main" id="{1C2CD4B1-C908-02BA-EFF6-8B6CC8DFD33F}"/>
                </a:ext>
              </a:extLst>
            </p:cNvPr>
            <p:cNvGrpSpPr/>
            <p:nvPr/>
          </p:nvGrpSpPr>
          <p:grpSpPr>
            <a:xfrm>
              <a:off x="8181974" y="5230367"/>
              <a:ext cx="66675" cy="465582"/>
              <a:chOff x="8181974" y="5230367"/>
              <a:chExt cx="66675" cy="465582"/>
            </a:xfrm>
          </p:grpSpPr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C2DE01F5-AD1B-3D89-4A43-6E6E6F3A10D9}"/>
                  </a:ext>
                </a:extLst>
              </p:cNvPr>
              <p:cNvSpPr/>
              <p:nvPr/>
            </p:nvSpPr>
            <p:spPr>
              <a:xfrm>
                <a:off x="8215312" y="5280374"/>
                <a:ext cx="9525" cy="415575"/>
              </a:xfrm>
              <a:custGeom>
                <a:avLst/>
                <a:gdLst>
                  <a:gd name="connsiteX0" fmla="*/ 0 w 9525"/>
                  <a:gd name="connsiteY0" fmla="*/ 415576 h 415575"/>
                  <a:gd name="connsiteX1" fmla="*/ 0 w 9525"/>
                  <a:gd name="connsiteY1" fmla="*/ 0 h 415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415575">
                    <a:moveTo>
                      <a:pt x="0" y="415576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1C6FF1FA-3941-C266-723C-4BE494201CC3}"/>
                  </a:ext>
                </a:extLst>
              </p:cNvPr>
              <p:cNvSpPr/>
              <p:nvPr/>
            </p:nvSpPr>
            <p:spPr>
              <a:xfrm>
                <a:off x="8181974" y="5230367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0F277FB4-8DD7-70CE-984F-04A752C9F963}"/>
                </a:ext>
              </a:extLst>
            </p:cNvPr>
            <p:cNvSpPr/>
            <p:nvPr/>
          </p:nvSpPr>
          <p:spPr>
            <a:xfrm rot="-5400000">
              <a:off x="7959951" y="5701224"/>
              <a:ext cx="500323" cy="665918"/>
            </a:xfrm>
            <a:custGeom>
              <a:avLst/>
              <a:gdLst>
                <a:gd name="connsiteX0" fmla="*/ 500356 w 500323"/>
                <a:gd name="connsiteY0" fmla="*/ 83643 h 665918"/>
                <a:gd name="connsiteX1" fmla="*/ 417042 w 500323"/>
                <a:gd name="connsiteY1" fmla="*/ 329 h 665918"/>
                <a:gd name="connsiteX2" fmla="*/ 333729 w 500323"/>
                <a:gd name="connsiteY2" fmla="*/ 83643 h 665918"/>
                <a:gd name="connsiteX3" fmla="*/ 393714 w 500323"/>
                <a:gd name="connsiteY3" fmla="*/ 163624 h 665918"/>
                <a:gd name="connsiteX4" fmla="*/ 393714 w 500323"/>
                <a:gd name="connsiteY4" fmla="*/ 246938 h 665918"/>
                <a:gd name="connsiteX5" fmla="*/ 250415 w 500323"/>
                <a:gd name="connsiteY5" fmla="*/ 389128 h 665918"/>
                <a:gd name="connsiteX6" fmla="*/ 106836 w 500323"/>
                <a:gd name="connsiteY6" fmla="*/ 246661 h 665918"/>
                <a:gd name="connsiteX7" fmla="*/ 106836 w 500323"/>
                <a:gd name="connsiteY7" fmla="*/ 163346 h 665918"/>
                <a:gd name="connsiteX8" fmla="*/ 163310 w 500323"/>
                <a:gd name="connsiteY8" fmla="*/ 59939 h 665918"/>
                <a:gd name="connsiteX9" fmla="*/ 59902 w 500323"/>
                <a:gd name="connsiteY9" fmla="*/ 3465 h 665918"/>
                <a:gd name="connsiteX10" fmla="*/ 3429 w 500323"/>
                <a:gd name="connsiteY10" fmla="*/ 106872 h 665918"/>
                <a:gd name="connsiteX11" fmla="*/ 59902 w 500323"/>
                <a:gd name="connsiteY11" fmla="*/ 163346 h 665918"/>
                <a:gd name="connsiteX12" fmla="*/ 59902 w 500323"/>
                <a:gd name="connsiteY12" fmla="*/ 265545 h 665918"/>
                <a:gd name="connsiteX13" fmla="*/ 226530 w 500323"/>
                <a:gd name="connsiteY13" fmla="*/ 432173 h 665918"/>
                <a:gd name="connsiteX14" fmla="*/ 226530 w 500323"/>
                <a:gd name="connsiteY14" fmla="*/ 502713 h 665918"/>
                <a:gd name="connsiteX15" fmla="*/ 170056 w 500323"/>
                <a:gd name="connsiteY15" fmla="*/ 606120 h 665918"/>
                <a:gd name="connsiteX16" fmla="*/ 273463 w 500323"/>
                <a:gd name="connsiteY16" fmla="*/ 662594 h 665918"/>
                <a:gd name="connsiteX17" fmla="*/ 329937 w 500323"/>
                <a:gd name="connsiteY17" fmla="*/ 559186 h 665918"/>
                <a:gd name="connsiteX18" fmla="*/ 273463 w 500323"/>
                <a:gd name="connsiteY18" fmla="*/ 502713 h 665918"/>
                <a:gd name="connsiteX19" fmla="*/ 273463 w 500323"/>
                <a:gd name="connsiteY19" fmla="*/ 432729 h 665918"/>
                <a:gd name="connsiteX20" fmla="*/ 440093 w 500323"/>
                <a:gd name="connsiteY20" fmla="*/ 266101 h 665918"/>
                <a:gd name="connsiteX21" fmla="*/ 440093 w 500323"/>
                <a:gd name="connsiteY21" fmla="*/ 163624 h 665918"/>
                <a:gd name="connsiteX22" fmla="*/ 500357 w 500323"/>
                <a:gd name="connsiteY22" fmla="*/ 83643 h 665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0323" h="665918">
                  <a:moveTo>
                    <a:pt x="500356" y="83643"/>
                  </a:moveTo>
                  <a:cubicBezTo>
                    <a:pt x="500356" y="37630"/>
                    <a:pt x="463055" y="329"/>
                    <a:pt x="417042" y="329"/>
                  </a:cubicBezTo>
                  <a:cubicBezTo>
                    <a:pt x="371029" y="330"/>
                    <a:pt x="333729" y="37631"/>
                    <a:pt x="333729" y="83643"/>
                  </a:cubicBezTo>
                  <a:cubicBezTo>
                    <a:pt x="333729" y="120672"/>
                    <a:pt x="358167" y="153256"/>
                    <a:pt x="393714" y="163624"/>
                  </a:cubicBezTo>
                  <a:lnTo>
                    <a:pt x="393714" y="246938"/>
                  </a:lnTo>
                  <a:lnTo>
                    <a:pt x="250415" y="389128"/>
                  </a:lnTo>
                  <a:lnTo>
                    <a:pt x="106836" y="246661"/>
                  </a:lnTo>
                  <a:lnTo>
                    <a:pt x="106836" y="163346"/>
                  </a:lnTo>
                  <a:cubicBezTo>
                    <a:pt x="150986" y="150386"/>
                    <a:pt x="176270" y="104089"/>
                    <a:pt x="163310" y="59939"/>
                  </a:cubicBezTo>
                  <a:cubicBezTo>
                    <a:pt x="150349" y="15789"/>
                    <a:pt x="104052" y="-9495"/>
                    <a:pt x="59902" y="3465"/>
                  </a:cubicBezTo>
                  <a:cubicBezTo>
                    <a:pt x="15752" y="16425"/>
                    <a:pt x="-9532" y="62723"/>
                    <a:pt x="3429" y="106872"/>
                  </a:cubicBezTo>
                  <a:cubicBezTo>
                    <a:pt x="11416" y="134081"/>
                    <a:pt x="32694" y="155359"/>
                    <a:pt x="59902" y="163346"/>
                  </a:cubicBezTo>
                  <a:lnTo>
                    <a:pt x="59902" y="265545"/>
                  </a:lnTo>
                  <a:lnTo>
                    <a:pt x="226530" y="432173"/>
                  </a:lnTo>
                  <a:lnTo>
                    <a:pt x="226530" y="502713"/>
                  </a:lnTo>
                  <a:cubicBezTo>
                    <a:pt x="182380" y="515673"/>
                    <a:pt x="157096" y="561970"/>
                    <a:pt x="170056" y="606120"/>
                  </a:cubicBezTo>
                  <a:cubicBezTo>
                    <a:pt x="183016" y="650270"/>
                    <a:pt x="229313" y="675554"/>
                    <a:pt x="273463" y="662594"/>
                  </a:cubicBezTo>
                  <a:cubicBezTo>
                    <a:pt x="317613" y="649633"/>
                    <a:pt x="342898" y="603336"/>
                    <a:pt x="329937" y="559186"/>
                  </a:cubicBezTo>
                  <a:cubicBezTo>
                    <a:pt x="321950" y="531978"/>
                    <a:pt x="300672" y="510700"/>
                    <a:pt x="273463" y="502713"/>
                  </a:cubicBezTo>
                  <a:lnTo>
                    <a:pt x="273463" y="432729"/>
                  </a:lnTo>
                  <a:lnTo>
                    <a:pt x="440093" y="266101"/>
                  </a:lnTo>
                  <a:lnTo>
                    <a:pt x="440093" y="163624"/>
                  </a:lnTo>
                  <a:cubicBezTo>
                    <a:pt x="475751" y="153358"/>
                    <a:pt x="500321" y="120749"/>
                    <a:pt x="500357" y="83643"/>
                  </a:cubicBezTo>
                  <a:close/>
                </a:path>
              </a:pathLst>
            </a:custGeom>
            <a:solidFill>
              <a:srgbClr val="2C2C2C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1" name="图形 4">
              <a:extLst>
                <a:ext uri="{FF2B5EF4-FFF2-40B4-BE49-F238E27FC236}">
                  <a16:creationId xmlns:a16="http://schemas.microsoft.com/office/drawing/2014/main" id="{97B183D1-0280-23C4-5A4E-64DE21BE84F5}"/>
                </a:ext>
              </a:extLst>
            </p:cNvPr>
            <p:cNvGrpSpPr/>
            <p:nvPr/>
          </p:nvGrpSpPr>
          <p:grpSpPr>
            <a:xfrm>
              <a:off x="3933824" y="4087367"/>
              <a:ext cx="66675" cy="465582"/>
              <a:chOff x="3933824" y="4087367"/>
              <a:chExt cx="66675" cy="465582"/>
            </a:xfrm>
          </p:grpSpPr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8683E0FC-4773-7F09-F691-03B9B1F8B054}"/>
                  </a:ext>
                </a:extLst>
              </p:cNvPr>
              <p:cNvSpPr/>
              <p:nvPr/>
            </p:nvSpPr>
            <p:spPr>
              <a:xfrm>
                <a:off x="3967162" y="4137374"/>
                <a:ext cx="9525" cy="415575"/>
              </a:xfrm>
              <a:custGeom>
                <a:avLst/>
                <a:gdLst>
                  <a:gd name="connsiteX0" fmla="*/ 0 w 9525"/>
                  <a:gd name="connsiteY0" fmla="*/ 415576 h 415575"/>
                  <a:gd name="connsiteX1" fmla="*/ 0 w 9525"/>
                  <a:gd name="connsiteY1" fmla="*/ 0 h 415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415575">
                    <a:moveTo>
                      <a:pt x="0" y="415576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67CCCBB2-A83D-1A3D-FFE9-65B15B28B13D}"/>
                  </a:ext>
                </a:extLst>
              </p:cNvPr>
              <p:cNvSpPr/>
              <p:nvPr/>
            </p:nvSpPr>
            <p:spPr>
              <a:xfrm>
                <a:off x="3933824" y="4087367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" name="图形 4">
              <a:extLst>
                <a:ext uri="{FF2B5EF4-FFF2-40B4-BE49-F238E27FC236}">
                  <a16:creationId xmlns:a16="http://schemas.microsoft.com/office/drawing/2014/main" id="{D40D0490-3A20-74D6-046D-9F6A89B1D0E6}"/>
                </a:ext>
              </a:extLst>
            </p:cNvPr>
            <p:cNvGrpSpPr/>
            <p:nvPr/>
          </p:nvGrpSpPr>
          <p:grpSpPr>
            <a:xfrm>
              <a:off x="3014662" y="4552950"/>
              <a:ext cx="1905000" cy="666750"/>
              <a:chOff x="3014662" y="4552950"/>
              <a:chExt cx="1905000" cy="666750"/>
            </a:xfrm>
            <a:solidFill>
              <a:srgbClr val="FFF2CC"/>
            </a:solidFill>
          </p:grpSpPr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3A60B0C9-EE98-6154-7963-3867E1B2A92D}"/>
                  </a:ext>
                </a:extLst>
              </p:cNvPr>
              <p:cNvSpPr/>
              <p:nvPr/>
            </p:nvSpPr>
            <p:spPr>
              <a:xfrm>
                <a:off x="3014662" y="4552950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9525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5AB80B77-8761-1702-E07F-41E04FCFC8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19424" y="4772025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27" name="图形 4">
              <a:extLst>
                <a:ext uri="{FF2B5EF4-FFF2-40B4-BE49-F238E27FC236}">
                  <a16:creationId xmlns:a16="http://schemas.microsoft.com/office/drawing/2014/main" id="{4AA64540-727A-9CF4-6171-B7EF80E21EED}"/>
                </a:ext>
              </a:extLst>
            </p:cNvPr>
            <p:cNvGrpSpPr/>
            <p:nvPr/>
          </p:nvGrpSpPr>
          <p:grpSpPr>
            <a:xfrm>
              <a:off x="8181974" y="4087367"/>
              <a:ext cx="66675" cy="465582"/>
              <a:chOff x="8181974" y="4087367"/>
              <a:chExt cx="66675" cy="465582"/>
            </a:xfrm>
          </p:grpSpPr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E5ACF382-7107-0D12-E690-59F8017AB1CD}"/>
                  </a:ext>
                </a:extLst>
              </p:cNvPr>
              <p:cNvSpPr/>
              <p:nvPr/>
            </p:nvSpPr>
            <p:spPr>
              <a:xfrm>
                <a:off x="8215312" y="4137374"/>
                <a:ext cx="9525" cy="415575"/>
              </a:xfrm>
              <a:custGeom>
                <a:avLst/>
                <a:gdLst>
                  <a:gd name="connsiteX0" fmla="*/ 0 w 9525"/>
                  <a:gd name="connsiteY0" fmla="*/ 415576 h 415575"/>
                  <a:gd name="connsiteX1" fmla="*/ 0 w 9525"/>
                  <a:gd name="connsiteY1" fmla="*/ 0 h 415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415575">
                    <a:moveTo>
                      <a:pt x="0" y="415576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48474C31-E6D5-8FC3-E1C9-F0786B79B52C}"/>
                  </a:ext>
                </a:extLst>
              </p:cNvPr>
              <p:cNvSpPr/>
              <p:nvPr/>
            </p:nvSpPr>
            <p:spPr>
              <a:xfrm>
                <a:off x="8181974" y="4087367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0" name="图形 4">
              <a:extLst>
                <a:ext uri="{FF2B5EF4-FFF2-40B4-BE49-F238E27FC236}">
                  <a16:creationId xmlns:a16="http://schemas.microsoft.com/office/drawing/2014/main" id="{18EAA9B9-BADD-EBD6-8CB8-4A4DF58613C1}"/>
                </a:ext>
              </a:extLst>
            </p:cNvPr>
            <p:cNvGrpSpPr/>
            <p:nvPr/>
          </p:nvGrpSpPr>
          <p:grpSpPr>
            <a:xfrm>
              <a:off x="7262812" y="4552950"/>
              <a:ext cx="1905000" cy="666750"/>
              <a:chOff x="7262812" y="4552950"/>
              <a:chExt cx="1905000" cy="666750"/>
            </a:xfrm>
            <a:solidFill>
              <a:srgbClr val="FFF2CC"/>
            </a:solidFill>
          </p:grpSpPr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EA54B6DE-FE15-C9F0-2123-739AA203C2A4}"/>
                  </a:ext>
                </a:extLst>
              </p:cNvPr>
              <p:cNvSpPr/>
              <p:nvPr/>
            </p:nvSpPr>
            <p:spPr>
              <a:xfrm>
                <a:off x="7262812" y="4552950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9525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323D4B0C-2BCD-2E43-95BB-E5C46259E5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67574" y="4772025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33" name="图形 4">
              <a:extLst>
                <a:ext uri="{FF2B5EF4-FFF2-40B4-BE49-F238E27FC236}">
                  <a16:creationId xmlns:a16="http://schemas.microsoft.com/office/drawing/2014/main" id="{51CD40FB-4C19-1CFF-C76D-AD4227E486D9}"/>
                </a:ext>
              </a:extLst>
            </p:cNvPr>
            <p:cNvGrpSpPr/>
            <p:nvPr/>
          </p:nvGrpSpPr>
          <p:grpSpPr>
            <a:xfrm>
              <a:off x="3967162" y="2849117"/>
              <a:ext cx="2176462" cy="560832"/>
              <a:chOff x="3967162" y="2849117"/>
              <a:chExt cx="2176462" cy="560832"/>
            </a:xfrm>
          </p:grpSpPr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0DE20CD8-CE3B-428F-E2C1-946216F0835A}"/>
                  </a:ext>
                </a:extLst>
              </p:cNvPr>
              <p:cNvSpPr/>
              <p:nvPr/>
            </p:nvSpPr>
            <p:spPr>
              <a:xfrm>
                <a:off x="3967162" y="2899124"/>
                <a:ext cx="2143125" cy="510825"/>
              </a:xfrm>
              <a:custGeom>
                <a:avLst/>
                <a:gdLst>
                  <a:gd name="connsiteX0" fmla="*/ 0 w 2143125"/>
                  <a:gd name="connsiteY0" fmla="*/ 510826 h 510825"/>
                  <a:gd name="connsiteX1" fmla="*/ 1905 w 2143125"/>
                  <a:gd name="connsiteY1" fmla="*/ 225076 h 510825"/>
                  <a:gd name="connsiteX2" fmla="*/ 2143125 w 2143125"/>
                  <a:gd name="connsiteY2" fmla="*/ 225076 h 510825"/>
                  <a:gd name="connsiteX3" fmla="*/ 2143125 w 2143125"/>
                  <a:gd name="connsiteY3" fmla="*/ 0 h 510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3125" h="510825">
                    <a:moveTo>
                      <a:pt x="0" y="510826"/>
                    </a:moveTo>
                    <a:lnTo>
                      <a:pt x="1905" y="225076"/>
                    </a:lnTo>
                    <a:lnTo>
                      <a:pt x="2143125" y="225076"/>
                    </a:lnTo>
                    <a:lnTo>
                      <a:pt x="2143125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04B43CD8-803F-3849-C84C-1D7E46D21236}"/>
                  </a:ext>
                </a:extLst>
              </p:cNvPr>
              <p:cNvSpPr/>
              <p:nvPr/>
            </p:nvSpPr>
            <p:spPr>
              <a:xfrm>
                <a:off x="6076949" y="2849117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6" name="图形 4">
              <a:extLst>
                <a:ext uri="{FF2B5EF4-FFF2-40B4-BE49-F238E27FC236}">
                  <a16:creationId xmlns:a16="http://schemas.microsoft.com/office/drawing/2014/main" id="{4B6D1696-5146-3AA8-3E1D-8A465456ED21}"/>
                </a:ext>
              </a:extLst>
            </p:cNvPr>
            <p:cNvGrpSpPr/>
            <p:nvPr/>
          </p:nvGrpSpPr>
          <p:grpSpPr>
            <a:xfrm>
              <a:off x="3014662" y="3409950"/>
              <a:ext cx="1905000" cy="666750"/>
              <a:chOff x="3014662" y="3409950"/>
              <a:chExt cx="1905000" cy="666750"/>
            </a:xfrm>
            <a:solidFill>
              <a:srgbClr val="FFF2CC"/>
            </a:solidFill>
          </p:grpSpPr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2ABA1D8B-5E4F-AC02-AB40-ADE7F2474315}"/>
                  </a:ext>
                </a:extLst>
              </p:cNvPr>
              <p:cNvSpPr/>
              <p:nvPr/>
            </p:nvSpPr>
            <p:spPr>
              <a:xfrm>
                <a:off x="3014662" y="3409950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9525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8" name="图片 37">
                <a:extLst>
                  <a:ext uri="{FF2B5EF4-FFF2-40B4-BE49-F238E27FC236}">
                    <a16:creationId xmlns:a16="http://schemas.microsoft.com/office/drawing/2014/main" id="{D89CB804-8908-3081-E962-1A4C5FC39C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19424" y="3629025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39" name="图形 4">
              <a:extLst>
                <a:ext uri="{FF2B5EF4-FFF2-40B4-BE49-F238E27FC236}">
                  <a16:creationId xmlns:a16="http://schemas.microsoft.com/office/drawing/2014/main" id="{36D58FD0-A4DD-F307-7E33-7886014A7B26}"/>
                </a:ext>
              </a:extLst>
            </p:cNvPr>
            <p:cNvGrpSpPr/>
            <p:nvPr/>
          </p:nvGrpSpPr>
          <p:grpSpPr>
            <a:xfrm>
              <a:off x="6076949" y="2849117"/>
              <a:ext cx="2140267" cy="560832"/>
              <a:chOff x="6076949" y="2849117"/>
              <a:chExt cx="2140267" cy="560832"/>
            </a:xfrm>
          </p:grpSpPr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B76E72E6-F276-6433-E597-6FCC761C6B31}"/>
                  </a:ext>
                </a:extLst>
              </p:cNvPr>
              <p:cNvSpPr/>
              <p:nvPr/>
            </p:nvSpPr>
            <p:spPr>
              <a:xfrm>
                <a:off x="6110287" y="2899124"/>
                <a:ext cx="2106930" cy="510825"/>
              </a:xfrm>
              <a:custGeom>
                <a:avLst/>
                <a:gdLst>
                  <a:gd name="connsiteX0" fmla="*/ 2105025 w 2106930"/>
                  <a:gd name="connsiteY0" fmla="*/ 510826 h 510825"/>
                  <a:gd name="connsiteX1" fmla="*/ 2106930 w 2106930"/>
                  <a:gd name="connsiteY1" fmla="*/ 225076 h 510825"/>
                  <a:gd name="connsiteX2" fmla="*/ 0 w 2106930"/>
                  <a:gd name="connsiteY2" fmla="*/ 225076 h 510825"/>
                  <a:gd name="connsiteX3" fmla="*/ 0 w 2106930"/>
                  <a:gd name="connsiteY3" fmla="*/ 0 h 510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06930" h="510825">
                    <a:moveTo>
                      <a:pt x="2105025" y="510826"/>
                    </a:moveTo>
                    <a:lnTo>
                      <a:pt x="2106930" y="225076"/>
                    </a:lnTo>
                    <a:lnTo>
                      <a:pt x="0" y="225076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B23842C2-63E9-F3F1-6D61-4642BED5B8B2}"/>
                  </a:ext>
                </a:extLst>
              </p:cNvPr>
              <p:cNvSpPr/>
              <p:nvPr/>
            </p:nvSpPr>
            <p:spPr>
              <a:xfrm>
                <a:off x="6076949" y="2849117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2" name="图形 4">
              <a:extLst>
                <a:ext uri="{FF2B5EF4-FFF2-40B4-BE49-F238E27FC236}">
                  <a16:creationId xmlns:a16="http://schemas.microsoft.com/office/drawing/2014/main" id="{0DE0A1C9-A3D9-5FC0-BDC7-58F51BC161B2}"/>
                </a:ext>
              </a:extLst>
            </p:cNvPr>
            <p:cNvGrpSpPr/>
            <p:nvPr/>
          </p:nvGrpSpPr>
          <p:grpSpPr>
            <a:xfrm>
              <a:off x="7262812" y="3409950"/>
              <a:ext cx="1905000" cy="666750"/>
              <a:chOff x="7262812" y="3409950"/>
              <a:chExt cx="1905000" cy="666750"/>
            </a:xfrm>
            <a:solidFill>
              <a:srgbClr val="FFF2CC"/>
            </a:solidFill>
          </p:grpSpPr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ABEF12EC-9DBD-1844-1B53-5461B8F095B0}"/>
                  </a:ext>
                </a:extLst>
              </p:cNvPr>
              <p:cNvSpPr/>
              <p:nvPr/>
            </p:nvSpPr>
            <p:spPr>
              <a:xfrm>
                <a:off x="7262812" y="3409950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9525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4" name="图片 43">
                <a:extLst>
                  <a:ext uri="{FF2B5EF4-FFF2-40B4-BE49-F238E27FC236}">
                    <a16:creationId xmlns:a16="http://schemas.microsoft.com/office/drawing/2014/main" id="{AF74C829-039B-2BF9-52DE-FCC488EDDF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67574" y="3629025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45" name="图形 4">
              <a:extLst>
                <a:ext uri="{FF2B5EF4-FFF2-40B4-BE49-F238E27FC236}">
                  <a16:creationId xmlns:a16="http://schemas.microsoft.com/office/drawing/2014/main" id="{6DF3F9ED-00D5-A0B8-EB05-55745EE1BA90}"/>
                </a:ext>
              </a:extLst>
            </p:cNvPr>
            <p:cNvGrpSpPr/>
            <p:nvPr/>
          </p:nvGrpSpPr>
          <p:grpSpPr>
            <a:xfrm>
              <a:off x="6076949" y="2849117"/>
              <a:ext cx="66675" cy="560832"/>
              <a:chOff x="6076949" y="2849117"/>
              <a:chExt cx="66675" cy="560832"/>
            </a:xfrm>
          </p:grpSpPr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09C7D846-1CEE-180C-355D-8A48F49024F5}"/>
                  </a:ext>
                </a:extLst>
              </p:cNvPr>
              <p:cNvSpPr/>
              <p:nvPr/>
            </p:nvSpPr>
            <p:spPr>
              <a:xfrm>
                <a:off x="6110287" y="2899124"/>
                <a:ext cx="9525" cy="510825"/>
              </a:xfrm>
              <a:custGeom>
                <a:avLst/>
                <a:gdLst>
                  <a:gd name="connsiteX0" fmla="*/ 0 w 9525"/>
                  <a:gd name="connsiteY0" fmla="*/ 510826 h 510825"/>
                  <a:gd name="connsiteX1" fmla="*/ 0 w 9525"/>
                  <a:gd name="connsiteY1" fmla="*/ 0 h 510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510825">
                    <a:moveTo>
                      <a:pt x="0" y="510826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733C7DBB-07DD-27A3-ECE1-7C2E1EF46DEB}"/>
                  </a:ext>
                </a:extLst>
              </p:cNvPr>
              <p:cNvSpPr/>
              <p:nvPr/>
            </p:nvSpPr>
            <p:spPr>
              <a:xfrm>
                <a:off x="6076949" y="2849117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8" name="图形 4">
              <a:extLst>
                <a:ext uri="{FF2B5EF4-FFF2-40B4-BE49-F238E27FC236}">
                  <a16:creationId xmlns:a16="http://schemas.microsoft.com/office/drawing/2014/main" id="{62033562-1CC4-1713-AAB2-F6B532542A92}"/>
                </a:ext>
              </a:extLst>
            </p:cNvPr>
            <p:cNvGrpSpPr/>
            <p:nvPr/>
          </p:nvGrpSpPr>
          <p:grpSpPr>
            <a:xfrm>
              <a:off x="5157787" y="3409950"/>
              <a:ext cx="1905000" cy="666750"/>
              <a:chOff x="5157787" y="3409950"/>
              <a:chExt cx="1905000" cy="666750"/>
            </a:xfrm>
            <a:solidFill>
              <a:srgbClr val="FFF2CC"/>
            </a:solidFill>
          </p:grpSpPr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A78F1486-8A7D-7C3F-D1A3-9E847B268763}"/>
                  </a:ext>
                </a:extLst>
              </p:cNvPr>
              <p:cNvSpPr/>
              <p:nvPr/>
            </p:nvSpPr>
            <p:spPr>
              <a:xfrm>
                <a:off x="5157787" y="3409950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9525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0" name="图片 49">
                <a:extLst>
                  <a:ext uri="{FF2B5EF4-FFF2-40B4-BE49-F238E27FC236}">
                    <a16:creationId xmlns:a16="http://schemas.microsoft.com/office/drawing/2014/main" id="{229608E5-4FA9-06E7-C550-A6156EB7DC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62549" y="3629025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51" name="图形 4">
              <a:extLst>
                <a:ext uri="{FF2B5EF4-FFF2-40B4-BE49-F238E27FC236}">
                  <a16:creationId xmlns:a16="http://schemas.microsoft.com/office/drawing/2014/main" id="{3AB5C68F-D22A-224B-2C97-CCEEA1272903}"/>
                </a:ext>
              </a:extLst>
            </p:cNvPr>
            <p:cNvGrpSpPr/>
            <p:nvPr/>
          </p:nvGrpSpPr>
          <p:grpSpPr>
            <a:xfrm>
              <a:off x="6076949" y="1896617"/>
              <a:ext cx="66675" cy="275082"/>
              <a:chOff x="6076949" y="1896617"/>
              <a:chExt cx="66675" cy="275082"/>
            </a:xfrm>
          </p:grpSpPr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46DD871D-4E5C-95B5-6E64-42618BC2E800}"/>
                  </a:ext>
                </a:extLst>
              </p:cNvPr>
              <p:cNvSpPr/>
              <p:nvPr/>
            </p:nvSpPr>
            <p:spPr>
              <a:xfrm>
                <a:off x="6110287" y="1946624"/>
                <a:ext cx="9525" cy="225075"/>
              </a:xfrm>
              <a:custGeom>
                <a:avLst/>
                <a:gdLst>
                  <a:gd name="connsiteX0" fmla="*/ 0 w 9525"/>
                  <a:gd name="connsiteY0" fmla="*/ 225076 h 225075"/>
                  <a:gd name="connsiteX1" fmla="*/ 0 w 9525"/>
                  <a:gd name="connsiteY1" fmla="*/ 34576 h 225075"/>
                  <a:gd name="connsiteX2" fmla="*/ 0 w 9525"/>
                  <a:gd name="connsiteY2" fmla="*/ 129826 h 225075"/>
                  <a:gd name="connsiteX3" fmla="*/ 0 w 9525"/>
                  <a:gd name="connsiteY3" fmla="*/ 0 h 225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225075">
                    <a:moveTo>
                      <a:pt x="0" y="225076"/>
                    </a:moveTo>
                    <a:lnTo>
                      <a:pt x="0" y="34576"/>
                    </a:lnTo>
                    <a:lnTo>
                      <a:pt x="0" y="129826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FAE0DD73-479A-2717-A267-F4C2AFF7F8CA}"/>
                  </a:ext>
                </a:extLst>
              </p:cNvPr>
              <p:cNvSpPr/>
              <p:nvPr/>
            </p:nvSpPr>
            <p:spPr>
              <a:xfrm>
                <a:off x="6076949" y="1896617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4" name="图形 4">
              <a:extLst>
                <a:ext uri="{FF2B5EF4-FFF2-40B4-BE49-F238E27FC236}">
                  <a16:creationId xmlns:a16="http://schemas.microsoft.com/office/drawing/2014/main" id="{BFD83CB8-8723-D8C7-01CC-29E6D15019CF}"/>
                </a:ext>
              </a:extLst>
            </p:cNvPr>
            <p:cNvGrpSpPr/>
            <p:nvPr/>
          </p:nvGrpSpPr>
          <p:grpSpPr>
            <a:xfrm>
              <a:off x="5157787" y="2171700"/>
              <a:ext cx="1905000" cy="666750"/>
              <a:chOff x="5157787" y="2171700"/>
              <a:chExt cx="1905000" cy="666750"/>
            </a:xfrm>
            <a:solidFill>
              <a:srgbClr val="6EA0BF"/>
            </a:solidFill>
          </p:grpSpPr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2BF594E9-F49E-8341-66B6-31EAC6F4AC3F}"/>
                  </a:ext>
                </a:extLst>
              </p:cNvPr>
              <p:cNvSpPr/>
              <p:nvPr/>
            </p:nvSpPr>
            <p:spPr>
              <a:xfrm rot="10800000" flipV="1">
                <a:off x="5157787" y="2171700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952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6" name="图片 55">
                <a:extLst>
                  <a:ext uri="{FF2B5EF4-FFF2-40B4-BE49-F238E27FC236}">
                    <a16:creationId xmlns:a16="http://schemas.microsoft.com/office/drawing/2014/main" id="{4E75D879-6DD9-4317-2636-669A95E318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62549" y="2390775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57" name="图形 4">
              <a:extLst>
                <a:ext uri="{FF2B5EF4-FFF2-40B4-BE49-F238E27FC236}">
                  <a16:creationId xmlns:a16="http://schemas.microsoft.com/office/drawing/2014/main" id="{C5D8643B-3784-E47F-AC80-7E0DA8A679BD}"/>
                </a:ext>
              </a:extLst>
            </p:cNvPr>
            <p:cNvGrpSpPr/>
            <p:nvPr/>
          </p:nvGrpSpPr>
          <p:grpSpPr>
            <a:xfrm>
              <a:off x="6076949" y="791718"/>
              <a:ext cx="66675" cy="427481"/>
              <a:chOff x="6076949" y="791718"/>
              <a:chExt cx="66675" cy="427481"/>
            </a:xfrm>
          </p:grpSpPr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9AE90136-DFDC-EB69-03BD-F28386764651}"/>
                  </a:ext>
                </a:extLst>
              </p:cNvPr>
              <p:cNvSpPr/>
              <p:nvPr/>
            </p:nvSpPr>
            <p:spPr>
              <a:xfrm>
                <a:off x="6110287" y="841724"/>
                <a:ext cx="9525" cy="377475"/>
              </a:xfrm>
              <a:custGeom>
                <a:avLst/>
                <a:gdLst>
                  <a:gd name="connsiteX0" fmla="*/ 0 w 9525"/>
                  <a:gd name="connsiteY0" fmla="*/ 377476 h 377475"/>
                  <a:gd name="connsiteX1" fmla="*/ 0 w 9525"/>
                  <a:gd name="connsiteY1" fmla="*/ 0 h 377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377475">
                    <a:moveTo>
                      <a:pt x="0" y="377476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87F63D3D-9859-D431-E58B-C2CDC2F3EAB7}"/>
                  </a:ext>
                </a:extLst>
              </p:cNvPr>
              <p:cNvSpPr/>
              <p:nvPr/>
            </p:nvSpPr>
            <p:spPr>
              <a:xfrm>
                <a:off x="6076949" y="791718"/>
                <a:ext cx="66675" cy="66674"/>
              </a:xfrm>
              <a:custGeom>
                <a:avLst/>
                <a:gdLst>
                  <a:gd name="connsiteX0" fmla="*/ 33338 w 66675"/>
                  <a:gd name="connsiteY0" fmla="*/ 0 h 66674"/>
                  <a:gd name="connsiteX1" fmla="*/ 66675 w 66675"/>
                  <a:gd name="connsiteY1" fmla="*/ 66675 h 66674"/>
                  <a:gd name="connsiteX2" fmla="*/ 33338 w 66675"/>
                  <a:gd name="connsiteY2" fmla="*/ 50006 h 66674"/>
                  <a:gd name="connsiteX3" fmla="*/ 0 w 66675"/>
                  <a:gd name="connsiteY3" fmla="*/ 66675 h 66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4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0" name="图形 4">
              <a:extLst>
                <a:ext uri="{FF2B5EF4-FFF2-40B4-BE49-F238E27FC236}">
                  <a16:creationId xmlns:a16="http://schemas.microsoft.com/office/drawing/2014/main" id="{36CD441A-8140-0C81-2056-420E6763D217}"/>
                </a:ext>
              </a:extLst>
            </p:cNvPr>
            <p:cNvGrpSpPr/>
            <p:nvPr/>
          </p:nvGrpSpPr>
          <p:grpSpPr>
            <a:xfrm>
              <a:off x="5157787" y="1219200"/>
              <a:ext cx="1905000" cy="666750"/>
              <a:chOff x="5157787" y="1219200"/>
              <a:chExt cx="1905000" cy="666750"/>
            </a:xfrm>
            <a:solidFill>
              <a:srgbClr val="6EA0BF"/>
            </a:solidFill>
          </p:grpSpPr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4ACC3976-91AE-E9CE-228E-BE32AA9AA2A4}"/>
                  </a:ext>
                </a:extLst>
              </p:cNvPr>
              <p:cNvSpPr/>
              <p:nvPr/>
            </p:nvSpPr>
            <p:spPr>
              <a:xfrm rot="10800000" flipV="1">
                <a:off x="5157787" y="1219200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952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2" name="图片 61">
                <a:extLst>
                  <a:ext uri="{FF2B5EF4-FFF2-40B4-BE49-F238E27FC236}">
                    <a16:creationId xmlns:a16="http://schemas.microsoft.com/office/drawing/2014/main" id="{1534E1B2-E584-FE65-D897-5E944AC346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62549" y="1438275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63" name="图形 4">
              <a:extLst>
                <a:ext uri="{FF2B5EF4-FFF2-40B4-BE49-F238E27FC236}">
                  <a16:creationId xmlns:a16="http://schemas.microsoft.com/office/drawing/2014/main" id="{7E2B0684-6D6C-FA60-48D3-B6705D5670AA}"/>
                </a:ext>
              </a:extLst>
            </p:cNvPr>
            <p:cNvGrpSpPr/>
            <p:nvPr/>
          </p:nvGrpSpPr>
          <p:grpSpPr>
            <a:xfrm>
              <a:off x="5524499" y="495300"/>
              <a:ext cx="1171575" cy="304800"/>
              <a:chOff x="5524499" y="495300"/>
              <a:chExt cx="1171575" cy="304800"/>
            </a:xfrm>
            <a:noFill/>
          </p:grpSpPr>
          <p:sp>
            <p:nvSpPr>
              <p:cNvPr id="64" name="任意多边形: 形状 63">
                <a:extLst>
                  <a:ext uri="{FF2B5EF4-FFF2-40B4-BE49-F238E27FC236}">
                    <a16:creationId xmlns:a16="http://schemas.microsoft.com/office/drawing/2014/main" id="{46AA355B-6D4C-F4DA-EDB4-A6E3830AAA59}"/>
                  </a:ext>
                </a:extLst>
              </p:cNvPr>
              <p:cNvSpPr/>
              <p:nvPr/>
            </p:nvSpPr>
            <p:spPr>
              <a:xfrm>
                <a:off x="5524499" y="495300"/>
                <a:ext cx="1171575" cy="285750"/>
              </a:xfrm>
              <a:custGeom>
                <a:avLst/>
                <a:gdLst>
                  <a:gd name="connsiteX0" fmla="*/ 0 w 1171575"/>
                  <a:gd name="connsiteY0" fmla="*/ 0 h 285750"/>
                  <a:gd name="connsiteX1" fmla="*/ 1171575 w 1171575"/>
                  <a:gd name="connsiteY1" fmla="*/ 0 h 285750"/>
                  <a:gd name="connsiteX2" fmla="*/ 1171575 w 1171575"/>
                  <a:gd name="connsiteY2" fmla="*/ 285750 h 285750"/>
                  <a:gd name="connsiteX3" fmla="*/ 0 w 1171575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1575" h="285750">
                    <a:moveTo>
                      <a:pt x="0" y="0"/>
                    </a:moveTo>
                    <a:lnTo>
                      <a:pt x="1171575" y="0"/>
                    </a:lnTo>
                    <a:lnTo>
                      <a:pt x="1171575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5" name="图片 64">
                <a:extLst>
                  <a:ext uri="{FF2B5EF4-FFF2-40B4-BE49-F238E27FC236}">
                    <a16:creationId xmlns:a16="http://schemas.microsoft.com/office/drawing/2014/main" id="{657DDEA8-321D-2C1F-35BB-A873D7DE26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34024" y="523875"/>
                <a:ext cx="1152525" cy="276225"/>
              </a:xfrm>
              <a:custGeom>
                <a:avLst/>
                <a:gdLst>
                  <a:gd name="connsiteX0" fmla="*/ -1 w 1152525"/>
                  <a:gd name="connsiteY0" fmla="*/ -1 h 276225"/>
                  <a:gd name="connsiteX1" fmla="*/ 1152525 w 1152525"/>
                  <a:gd name="connsiteY1" fmla="*/ -1 h 276225"/>
                  <a:gd name="connsiteX2" fmla="*/ 1152525 w 1152525"/>
                  <a:gd name="connsiteY2" fmla="*/ 276225 h 276225"/>
                  <a:gd name="connsiteX3" fmla="*/ -1 w 1152525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2525" h="276225">
                    <a:moveTo>
                      <a:pt x="-1" y="-1"/>
                    </a:moveTo>
                    <a:lnTo>
                      <a:pt x="1152525" y="-1"/>
                    </a:lnTo>
                    <a:lnTo>
                      <a:pt x="1152525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</p:grpSp>
    </p:spTree>
    <p:extLst>
      <p:ext uri="{BB962C8B-B14F-4D97-AF65-F5344CB8AC3E}">
        <p14:creationId xmlns:p14="http://schemas.microsoft.com/office/powerpoint/2010/main" val="1991023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3873F-5F3D-C60F-C65F-66053277C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图形 2">
            <a:extLst>
              <a:ext uri="{FF2B5EF4-FFF2-40B4-BE49-F238E27FC236}">
                <a16:creationId xmlns:a16="http://schemas.microsoft.com/office/drawing/2014/main" id="{B145D089-7887-11A5-8FDB-6C1431AE56F7}"/>
              </a:ext>
            </a:extLst>
          </p:cNvPr>
          <p:cNvGrpSpPr/>
          <p:nvPr/>
        </p:nvGrpSpPr>
        <p:grpSpPr>
          <a:xfrm>
            <a:off x="2146934" y="280987"/>
            <a:ext cx="8611552" cy="2762250"/>
            <a:chOff x="2146934" y="280987"/>
            <a:chExt cx="8611552" cy="2762250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AABEB426-EDD8-831A-AB87-AF3BF258CCA6}"/>
                </a:ext>
              </a:extLst>
            </p:cNvPr>
            <p:cNvSpPr/>
            <p:nvPr/>
          </p:nvSpPr>
          <p:spPr>
            <a:xfrm>
              <a:off x="3138487" y="280987"/>
              <a:ext cx="7620000" cy="2762250"/>
            </a:xfrm>
            <a:custGeom>
              <a:avLst/>
              <a:gdLst>
                <a:gd name="connsiteX0" fmla="*/ 7205663 w 7620000"/>
                <a:gd name="connsiteY0" fmla="*/ 0 h 2762250"/>
                <a:gd name="connsiteX1" fmla="*/ 7620000 w 7620000"/>
                <a:gd name="connsiteY1" fmla="*/ 414338 h 2762250"/>
                <a:gd name="connsiteX2" fmla="*/ 7620000 w 7620000"/>
                <a:gd name="connsiteY2" fmla="*/ 2347913 h 2762250"/>
                <a:gd name="connsiteX3" fmla="*/ 7205663 w 7620000"/>
                <a:gd name="connsiteY3" fmla="*/ 2762250 h 2762250"/>
                <a:gd name="connsiteX4" fmla="*/ 414338 w 7620000"/>
                <a:gd name="connsiteY4" fmla="*/ 2762250 h 2762250"/>
                <a:gd name="connsiteX5" fmla="*/ 0 w 7620000"/>
                <a:gd name="connsiteY5" fmla="*/ 2347913 h 2762250"/>
                <a:gd name="connsiteX6" fmla="*/ 0 w 7620000"/>
                <a:gd name="connsiteY6" fmla="*/ 414338 h 2762250"/>
                <a:gd name="connsiteX7" fmla="*/ 414338 w 7620000"/>
                <a:gd name="connsiteY7" fmla="*/ 0 h 276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20000" h="2762250">
                  <a:moveTo>
                    <a:pt x="7205663" y="0"/>
                  </a:moveTo>
                  <a:cubicBezTo>
                    <a:pt x="7434495" y="0"/>
                    <a:pt x="7620000" y="185505"/>
                    <a:pt x="7620000" y="414338"/>
                  </a:cubicBezTo>
                  <a:lnTo>
                    <a:pt x="7620000" y="2347913"/>
                  </a:lnTo>
                  <a:cubicBezTo>
                    <a:pt x="7620000" y="2576745"/>
                    <a:pt x="7434495" y="2762250"/>
                    <a:pt x="7205663" y="2762250"/>
                  </a:cubicBezTo>
                  <a:lnTo>
                    <a:pt x="414338" y="2762250"/>
                  </a:lnTo>
                  <a:cubicBezTo>
                    <a:pt x="185505" y="2762250"/>
                    <a:pt x="0" y="2576745"/>
                    <a:pt x="0" y="2347913"/>
                  </a:cubicBezTo>
                  <a:lnTo>
                    <a:pt x="0" y="414338"/>
                  </a:lnTo>
                  <a:cubicBezTo>
                    <a:pt x="0" y="185505"/>
                    <a:pt x="185505" y="0"/>
                    <a:pt x="414338" y="0"/>
                  </a:cubicBezTo>
                  <a:close/>
                </a:path>
              </a:pathLst>
            </a:custGeom>
            <a:solidFill>
              <a:srgbClr val="FFF2CC"/>
            </a:solidFill>
            <a:ln w="9525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9" name="图形 2">
              <a:extLst>
                <a:ext uri="{FF2B5EF4-FFF2-40B4-BE49-F238E27FC236}">
                  <a16:creationId xmlns:a16="http://schemas.microsoft.com/office/drawing/2014/main" id="{BE1C600D-7C0F-AAF9-280B-BD483CCAD159}"/>
                </a:ext>
              </a:extLst>
            </p:cNvPr>
            <p:cNvGrpSpPr/>
            <p:nvPr/>
          </p:nvGrpSpPr>
          <p:grpSpPr>
            <a:xfrm>
              <a:off x="6091237" y="471487"/>
              <a:ext cx="1790700" cy="304800"/>
              <a:chOff x="6091237" y="471487"/>
              <a:chExt cx="1790700" cy="304800"/>
            </a:xfrm>
            <a:noFill/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9A08D063-A69B-D96F-A199-672D06902C0B}"/>
                  </a:ext>
                </a:extLst>
              </p:cNvPr>
              <p:cNvSpPr/>
              <p:nvPr/>
            </p:nvSpPr>
            <p:spPr>
              <a:xfrm>
                <a:off x="6091237" y="471487"/>
                <a:ext cx="1790700" cy="285750"/>
              </a:xfrm>
              <a:custGeom>
                <a:avLst/>
                <a:gdLst>
                  <a:gd name="connsiteX0" fmla="*/ 0 w 1790700"/>
                  <a:gd name="connsiteY0" fmla="*/ 0 h 285750"/>
                  <a:gd name="connsiteX1" fmla="*/ 1790700 w 1790700"/>
                  <a:gd name="connsiteY1" fmla="*/ 0 h 285750"/>
                  <a:gd name="connsiteX2" fmla="*/ 1790700 w 1790700"/>
                  <a:gd name="connsiteY2" fmla="*/ 285750 h 285750"/>
                  <a:gd name="connsiteX3" fmla="*/ 0 w 179070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0700" h="285750">
                    <a:moveTo>
                      <a:pt x="0" y="0"/>
                    </a:moveTo>
                    <a:lnTo>
                      <a:pt x="1790700" y="0"/>
                    </a:lnTo>
                    <a:lnTo>
                      <a:pt x="179070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5E6DDED3-1862-88BE-45A2-1BCBAA8DD4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95999" y="500062"/>
                <a:ext cx="1771650" cy="276225"/>
              </a:xfrm>
              <a:custGeom>
                <a:avLst/>
                <a:gdLst>
                  <a:gd name="connsiteX0" fmla="*/ -1 w 1771650"/>
                  <a:gd name="connsiteY0" fmla="*/ -1 h 276225"/>
                  <a:gd name="connsiteX1" fmla="*/ 1771650 w 1771650"/>
                  <a:gd name="connsiteY1" fmla="*/ -1 h 276225"/>
                  <a:gd name="connsiteX2" fmla="*/ 1771650 w 1771650"/>
                  <a:gd name="connsiteY2" fmla="*/ 276225 h 276225"/>
                  <a:gd name="connsiteX3" fmla="*/ -1 w 17716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71650" h="276225">
                    <a:moveTo>
                      <a:pt x="-1" y="-1"/>
                    </a:moveTo>
                    <a:lnTo>
                      <a:pt x="1771650" y="-1"/>
                    </a:lnTo>
                    <a:lnTo>
                      <a:pt x="17716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81C29BC9-7522-F354-CE7D-80EFA30E47A2}"/>
                </a:ext>
              </a:extLst>
            </p:cNvPr>
            <p:cNvSpPr/>
            <p:nvPr/>
          </p:nvSpPr>
          <p:spPr>
            <a:xfrm>
              <a:off x="2146934" y="1419224"/>
              <a:ext cx="646747" cy="666743"/>
            </a:xfrm>
            <a:custGeom>
              <a:avLst/>
              <a:gdLst>
                <a:gd name="connsiteX0" fmla="*/ 412018 w 646747"/>
                <a:gd name="connsiteY0" fmla="*/ -357 h 666743"/>
                <a:gd name="connsiteX1" fmla="*/ 454403 w 646747"/>
                <a:gd name="connsiteY1" fmla="*/ 17178 h 666743"/>
                <a:gd name="connsiteX2" fmla="*/ 576565 w 646747"/>
                <a:gd name="connsiteY2" fmla="*/ 139080 h 666743"/>
                <a:gd name="connsiteX3" fmla="*/ 594180 w 646747"/>
                <a:gd name="connsiteY3" fmla="*/ 181552 h 666743"/>
                <a:gd name="connsiteX4" fmla="*/ 594180 w 646747"/>
                <a:gd name="connsiteY4" fmla="*/ 260095 h 666743"/>
                <a:gd name="connsiteX5" fmla="*/ 646340 w 646747"/>
                <a:gd name="connsiteY5" fmla="*/ 312242 h 666743"/>
                <a:gd name="connsiteX6" fmla="*/ 646340 w 646747"/>
                <a:gd name="connsiteY6" fmla="*/ 520468 h 666743"/>
                <a:gd name="connsiteX7" fmla="*/ 595841 w 646747"/>
                <a:gd name="connsiteY7" fmla="*/ 572601 h 666743"/>
                <a:gd name="connsiteX8" fmla="*/ 594180 w 646747"/>
                <a:gd name="connsiteY8" fmla="*/ 572621 h 666743"/>
                <a:gd name="connsiteX9" fmla="*/ 594180 w 646747"/>
                <a:gd name="connsiteY9" fmla="*/ 603878 h 666743"/>
                <a:gd name="connsiteX10" fmla="*/ 531593 w 646747"/>
                <a:gd name="connsiteY10" fmla="*/ 666386 h 666743"/>
                <a:gd name="connsiteX11" fmla="*/ 114340 w 646747"/>
                <a:gd name="connsiteY11" fmla="*/ 666386 h 666743"/>
                <a:gd name="connsiteX12" fmla="*/ 51753 w 646747"/>
                <a:gd name="connsiteY12" fmla="*/ 603878 h 666743"/>
                <a:gd name="connsiteX13" fmla="*/ 51753 w 646747"/>
                <a:gd name="connsiteY13" fmla="*/ 572621 h 666743"/>
                <a:gd name="connsiteX14" fmla="*/ -407 w 646747"/>
                <a:gd name="connsiteY14" fmla="*/ 520474 h 666743"/>
                <a:gd name="connsiteX15" fmla="*/ -407 w 646747"/>
                <a:gd name="connsiteY15" fmla="*/ 312248 h 666743"/>
                <a:gd name="connsiteX16" fmla="*/ 50092 w 646747"/>
                <a:gd name="connsiteY16" fmla="*/ 260115 h 666743"/>
                <a:gd name="connsiteX17" fmla="*/ 51753 w 646747"/>
                <a:gd name="connsiteY17" fmla="*/ 260088 h 666743"/>
                <a:gd name="connsiteX18" fmla="*/ 51753 w 646747"/>
                <a:gd name="connsiteY18" fmla="*/ 62150 h 666743"/>
                <a:gd name="connsiteX19" fmla="*/ 114340 w 646747"/>
                <a:gd name="connsiteY19" fmla="*/ -357 h 666743"/>
                <a:gd name="connsiteX20" fmla="*/ 412018 w 646747"/>
                <a:gd name="connsiteY20" fmla="*/ -357 h 666743"/>
                <a:gd name="connsiteX21" fmla="*/ 531593 w 646747"/>
                <a:gd name="connsiteY21" fmla="*/ 572627 h 666743"/>
                <a:gd name="connsiteX22" fmla="*/ 114340 w 646747"/>
                <a:gd name="connsiteY22" fmla="*/ 572627 h 666743"/>
                <a:gd name="connsiteX23" fmla="*/ 114340 w 646747"/>
                <a:gd name="connsiteY23" fmla="*/ 583882 h 666743"/>
                <a:gd name="connsiteX24" fmla="*/ 134343 w 646747"/>
                <a:gd name="connsiteY24" fmla="*/ 603885 h 666743"/>
                <a:gd name="connsiteX25" fmla="*/ 511590 w 646747"/>
                <a:gd name="connsiteY25" fmla="*/ 603885 h 666743"/>
                <a:gd name="connsiteX26" fmla="*/ 531593 w 646747"/>
                <a:gd name="connsiteY26" fmla="*/ 583882 h 666743"/>
                <a:gd name="connsiteX27" fmla="*/ 531593 w 646747"/>
                <a:gd name="connsiteY27" fmla="*/ 572627 h 666743"/>
                <a:gd name="connsiteX28" fmla="*/ 314965 w 646747"/>
                <a:gd name="connsiteY28" fmla="*/ 361528 h 666743"/>
                <a:gd name="connsiteX29" fmla="*/ 287349 w 646747"/>
                <a:gd name="connsiteY29" fmla="*/ 367609 h 666743"/>
                <a:gd name="connsiteX30" fmla="*/ 266326 w 646747"/>
                <a:gd name="connsiteY30" fmla="*/ 385991 h 666743"/>
                <a:gd name="connsiteX31" fmla="*/ 257725 w 646747"/>
                <a:gd name="connsiteY31" fmla="*/ 403940 h 666743"/>
                <a:gd name="connsiteX32" fmla="*/ 254685 w 646747"/>
                <a:gd name="connsiteY32" fmla="*/ 425402 h 666743"/>
                <a:gd name="connsiteX33" fmla="*/ 266879 w 646747"/>
                <a:gd name="connsiteY33" fmla="*/ 458620 h 666743"/>
                <a:gd name="connsiteX34" fmla="*/ 300830 w 646747"/>
                <a:gd name="connsiteY34" fmla="*/ 470601 h 666743"/>
                <a:gd name="connsiteX35" fmla="*/ 327454 w 646747"/>
                <a:gd name="connsiteY35" fmla="*/ 464627 h 666743"/>
                <a:gd name="connsiteX36" fmla="*/ 348003 w 646747"/>
                <a:gd name="connsiteY36" fmla="*/ 447305 h 666743"/>
                <a:gd name="connsiteX37" fmla="*/ 357451 w 646747"/>
                <a:gd name="connsiteY37" fmla="*/ 428296 h 666743"/>
                <a:gd name="connsiteX38" fmla="*/ 360898 w 646747"/>
                <a:gd name="connsiteY38" fmla="*/ 406213 h 666743"/>
                <a:gd name="connsiteX39" fmla="*/ 348736 w 646747"/>
                <a:gd name="connsiteY39" fmla="*/ 373356 h 666743"/>
                <a:gd name="connsiteX40" fmla="*/ 314965 w 646747"/>
                <a:gd name="connsiteY40" fmla="*/ 361528 h 666743"/>
                <a:gd name="connsiteX41" fmla="*/ 440815 w 646747"/>
                <a:gd name="connsiteY41" fmla="*/ 361381 h 666743"/>
                <a:gd name="connsiteX42" fmla="*/ 409611 w 646747"/>
                <a:gd name="connsiteY42" fmla="*/ 365995 h 666743"/>
                <a:gd name="connsiteX43" fmla="*/ 387268 w 646747"/>
                <a:gd name="connsiteY43" fmla="*/ 380570 h 666743"/>
                <a:gd name="connsiteX44" fmla="*/ 375733 w 646747"/>
                <a:gd name="connsiteY44" fmla="*/ 398626 h 666743"/>
                <a:gd name="connsiteX45" fmla="*/ 371813 w 646747"/>
                <a:gd name="connsiteY45" fmla="*/ 420789 h 666743"/>
                <a:gd name="connsiteX46" fmla="*/ 385728 w 646747"/>
                <a:gd name="connsiteY46" fmla="*/ 457193 h 666743"/>
                <a:gd name="connsiteX47" fmla="*/ 424919 w 646747"/>
                <a:gd name="connsiteY47" fmla="*/ 470161 h 666743"/>
                <a:gd name="connsiteX48" fmla="*/ 444188 w 646747"/>
                <a:gd name="connsiteY48" fmla="*/ 468875 h 666743"/>
                <a:gd name="connsiteX49" fmla="*/ 460737 w 646747"/>
                <a:gd name="connsiteY49" fmla="*/ 465034 h 666743"/>
                <a:gd name="connsiteX50" fmla="*/ 473045 w 646747"/>
                <a:gd name="connsiteY50" fmla="*/ 407453 h 666743"/>
                <a:gd name="connsiteX51" fmla="*/ 429680 w 646747"/>
                <a:gd name="connsiteY51" fmla="*/ 407453 h 666743"/>
                <a:gd name="connsiteX52" fmla="*/ 425646 w 646747"/>
                <a:gd name="connsiteY52" fmla="*/ 426363 h 666743"/>
                <a:gd name="connsiteX53" fmla="*/ 442781 w 646747"/>
                <a:gd name="connsiteY53" fmla="*/ 426363 h 666743"/>
                <a:gd name="connsiteX54" fmla="*/ 438094 w 646747"/>
                <a:gd name="connsiteY54" fmla="*/ 448119 h 666743"/>
                <a:gd name="connsiteX55" fmla="*/ 432233 w 646747"/>
                <a:gd name="connsiteY55" fmla="*/ 449325 h 666743"/>
                <a:gd name="connsiteX56" fmla="*/ 426966 w 646747"/>
                <a:gd name="connsiteY56" fmla="*/ 449725 h 666743"/>
                <a:gd name="connsiteX57" fmla="*/ 407184 w 646747"/>
                <a:gd name="connsiteY57" fmla="*/ 442111 h 666743"/>
                <a:gd name="connsiteX58" fmla="*/ 400003 w 646747"/>
                <a:gd name="connsiteY58" fmla="*/ 421089 h 666743"/>
                <a:gd name="connsiteX59" fmla="*/ 411724 w 646747"/>
                <a:gd name="connsiteY59" fmla="*/ 392152 h 666743"/>
                <a:gd name="connsiteX60" fmla="*/ 444102 w 646747"/>
                <a:gd name="connsiteY60" fmla="*/ 381604 h 666743"/>
                <a:gd name="connsiteX61" fmla="*/ 457177 w 646747"/>
                <a:gd name="connsiteY61" fmla="*/ 383177 h 666743"/>
                <a:gd name="connsiteX62" fmla="*/ 469305 w 646747"/>
                <a:gd name="connsiteY62" fmla="*/ 387904 h 666743"/>
                <a:gd name="connsiteX63" fmla="*/ 475306 w 646747"/>
                <a:gd name="connsiteY63" fmla="*/ 366515 h 666743"/>
                <a:gd name="connsiteX64" fmla="*/ 458823 w 646747"/>
                <a:gd name="connsiteY64" fmla="*/ 362635 h 666743"/>
                <a:gd name="connsiteX65" fmla="*/ 440808 w 646747"/>
                <a:gd name="connsiteY65" fmla="*/ 361388 h 666743"/>
                <a:gd name="connsiteX66" fmla="*/ 216587 w 646747"/>
                <a:gd name="connsiteY66" fmla="*/ 363941 h 666743"/>
                <a:gd name="connsiteX67" fmla="*/ 188536 w 646747"/>
                <a:gd name="connsiteY67" fmla="*/ 363941 h 666743"/>
                <a:gd name="connsiteX68" fmla="*/ 166340 w 646747"/>
                <a:gd name="connsiteY68" fmla="*/ 468034 h 666743"/>
                <a:gd name="connsiteX69" fmla="*/ 237249 w 646747"/>
                <a:gd name="connsiteY69" fmla="*/ 468034 h 666743"/>
                <a:gd name="connsiteX70" fmla="*/ 241783 w 646747"/>
                <a:gd name="connsiteY70" fmla="*/ 447298 h 666743"/>
                <a:gd name="connsiteX71" fmla="*/ 198718 w 646747"/>
                <a:gd name="connsiteY71" fmla="*/ 447298 h 666743"/>
                <a:gd name="connsiteX72" fmla="*/ 216587 w 646747"/>
                <a:gd name="connsiteY72" fmla="*/ 363941 h 666743"/>
                <a:gd name="connsiteX73" fmla="*/ 313132 w 646747"/>
                <a:gd name="connsiteY73" fmla="*/ 380863 h 666743"/>
                <a:gd name="connsiteX74" fmla="*/ 327200 w 646747"/>
                <a:gd name="connsiteY74" fmla="*/ 387091 h 666743"/>
                <a:gd name="connsiteX75" fmla="*/ 332181 w 646747"/>
                <a:gd name="connsiteY75" fmla="*/ 404746 h 666743"/>
                <a:gd name="connsiteX76" fmla="*/ 329914 w 646747"/>
                <a:gd name="connsiteY76" fmla="*/ 421149 h 666743"/>
                <a:gd name="connsiteX77" fmla="*/ 323980 w 646747"/>
                <a:gd name="connsiteY77" fmla="*/ 435364 h 666743"/>
                <a:gd name="connsiteX78" fmla="*/ 313579 w 646747"/>
                <a:gd name="connsiteY78" fmla="*/ 446538 h 666743"/>
                <a:gd name="connsiteX79" fmla="*/ 301777 w 646747"/>
                <a:gd name="connsiteY79" fmla="*/ 450159 h 666743"/>
                <a:gd name="connsiteX80" fmla="*/ 287935 w 646747"/>
                <a:gd name="connsiteY80" fmla="*/ 443825 h 666743"/>
                <a:gd name="connsiteX81" fmla="*/ 282881 w 646747"/>
                <a:gd name="connsiteY81" fmla="*/ 426503 h 666743"/>
                <a:gd name="connsiteX82" fmla="*/ 285148 w 646747"/>
                <a:gd name="connsiteY82" fmla="*/ 409980 h 666743"/>
                <a:gd name="connsiteX83" fmla="*/ 291083 w 646747"/>
                <a:gd name="connsiteY83" fmla="*/ 395592 h 666743"/>
                <a:gd name="connsiteX84" fmla="*/ 301157 w 646747"/>
                <a:gd name="connsiteY84" fmla="*/ 384604 h 666743"/>
                <a:gd name="connsiteX85" fmla="*/ 313139 w 646747"/>
                <a:gd name="connsiteY85" fmla="*/ 380870 h 666743"/>
                <a:gd name="connsiteX86" fmla="*/ 382367 w 646747"/>
                <a:gd name="connsiteY86" fmla="*/ 57150 h 666743"/>
                <a:gd name="connsiteX87" fmla="*/ 134343 w 646747"/>
                <a:gd name="connsiteY87" fmla="*/ 57150 h 666743"/>
                <a:gd name="connsiteX88" fmla="*/ 114340 w 646747"/>
                <a:gd name="connsiteY88" fmla="*/ 77152 h 666743"/>
                <a:gd name="connsiteX89" fmla="*/ 114340 w 646747"/>
                <a:gd name="connsiteY89" fmla="*/ 260088 h 666743"/>
                <a:gd name="connsiteX90" fmla="*/ 531593 w 646747"/>
                <a:gd name="connsiteY90" fmla="*/ 260088 h 666743"/>
                <a:gd name="connsiteX91" fmla="*/ 531593 w 646747"/>
                <a:gd name="connsiteY91" fmla="*/ 206982 h 666743"/>
                <a:gd name="connsiteX92" fmla="*/ 442388 w 646747"/>
                <a:gd name="connsiteY92" fmla="*/ 206982 h 666743"/>
                <a:gd name="connsiteX93" fmla="*/ 382381 w 646747"/>
                <a:gd name="connsiteY93" fmla="*/ 146974 h 666743"/>
                <a:gd name="connsiteX94" fmla="*/ 382361 w 646747"/>
                <a:gd name="connsiteY94" fmla="*/ 57150 h 666743"/>
                <a:gd name="connsiteX95" fmla="*/ 444955 w 646747"/>
                <a:gd name="connsiteY95" fmla="*/ 96115 h 666743"/>
                <a:gd name="connsiteX96" fmla="*/ 444955 w 646747"/>
                <a:gd name="connsiteY96" fmla="*/ 134473 h 666743"/>
                <a:gd name="connsiteX97" fmla="*/ 454956 w 646747"/>
                <a:gd name="connsiteY97" fmla="*/ 144474 h 666743"/>
                <a:gd name="connsiteX98" fmla="*/ 493428 w 646747"/>
                <a:gd name="connsiteY98" fmla="*/ 144474 h 666743"/>
                <a:gd name="connsiteX99" fmla="*/ 444955 w 646747"/>
                <a:gd name="connsiteY99" fmla="*/ 96115 h 66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646747" h="666743">
                  <a:moveTo>
                    <a:pt x="412018" y="-357"/>
                  </a:moveTo>
                  <a:cubicBezTo>
                    <a:pt x="427911" y="-356"/>
                    <a:pt x="443154" y="5951"/>
                    <a:pt x="454403" y="17178"/>
                  </a:cubicBezTo>
                  <a:lnTo>
                    <a:pt x="576565" y="139080"/>
                  </a:lnTo>
                  <a:cubicBezTo>
                    <a:pt x="587843" y="150337"/>
                    <a:pt x="594181" y="165617"/>
                    <a:pt x="594180" y="181552"/>
                  </a:cubicBezTo>
                  <a:lnTo>
                    <a:pt x="594180" y="260095"/>
                  </a:lnTo>
                  <a:cubicBezTo>
                    <a:pt x="622982" y="260095"/>
                    <a:pt x="646333" y="283440"/>
                    <a:pt x="646340" y="312242"/>
                  </a:cubicBezTo>
                  <a:lnTo>
                    <a:pt x="646340" y="520468"/>
                  </a:lnTo>
                  <a:cubicBezTo>
                    <a:pt x="646340" y="548628"/>
                    <a:pt x="623987" y="571704"/>
                    <a:pt x="595841" y="572601"/>
                  </a:cubicBezTo>
                  <a:lnTo>
                    <a:pt x="594180" y="572621"/>
                  </a:lnTo>
                  <a:lnTo>
                    <a:pt x="594180" y="603878"/>
                  </a:lnTo>
                  <a:cubicBezTo>
                    <a:pt x="594180" y="638402"/>
                    <a:pt x="566164" y="666386"/>
                    <a:pt x="531593" y="666386"/>
                  </a:cubicBezTo>
                  <a:lnTo>
                    <a:pt x="114340" y="666386"/>
                  </a:lnTo>
                  <a:cubicBezTo>
                    <a:pt x="79769" y="666386"/>
                    <a:pt x="51753" y="638402"/>
                    <a:pt x="51753" y="603878"/>
                  </a:cubicBezTo>
                  <a:lnTo>
                    <a:pt x="51753" y="572621"/>
                  </a:lnTo>
                  <a:cubicBezTo>
                    <a:pt x="22951" y="572621"/>
                    <a:pt x="-400" y="549276"/>
                    <a:pt x="-407" y="520474"/>
                  </a:cubicBezTo>
                  <a:lnTo>
                    <a:pt x="-407" y="312248"/>
                  </a:lnTo>
                  <a:cubicBezTo>
                    <a:pt x="-407" y="284088"/>
                    <a:pt x="21946" y="261011"/>
                    <a:pt x="50092" y="260115"/>
                  </a:cubicBezTo>
                  <a:lnTo>
                    <a:pt x="51753" y="260088"/>
                  </a:lnTo>
                  <a:lnTo>
                    <a:pt x="51753" y="62150"/>
                  </a:lnTo>
                  <a:cubicBezTo>
                    <a:pt x="51753" y="27626"/>
                    <a:pt x="79769" y="-357"/>
                    <a:pt x="114340" y="-357"/>
                  </a:cubicBezTo>
                  <a:lnTo>
                    <a:pt x="412018" y="-357"/>
                  </a:lnTo>
                  <a:close/>
                  <a:moveTo>
                    <a:pt x="531593" y="572627"/>
                  </a:moveTo>
                  <a:lnTo>
                    <a:pt x="114340" y="572627"/>
                  </a:lnTo>
                  <a:lnTo>
                    <a:pt x="114340" y="583882"/>
                  </a:lnTo>
                  <a:cubicBezTo>
                    <a:pt x="114340" y="594929"/>
                    <a:pt x="123296" y="603885"/>
                    <a:pt x="134343" y="603885"/>
                  </a:cubicBezTo>
                  <a:lnTo>
                    <a:pt x="511590" y="603885"/>
                  </a:lnTo>
                  <a:cubicBezTo>
                    <a:pt x="522637" y="603885"/>
                    <a:pt x="531593" y="594929"/>
                    <a:pt x="531593" y="583882"/>
                  </a:cubicBezTo>
                  <a:lnTo>
                    <a:pt x="531593" y="572627"/>
                  </a:lnTo>
                  <a:close/>
                  <a:moveTo>
                    <a:pt x="314965" y="361528"/>
                  </a:moveTo>
                  <a:cubicBezTo>
                    <a:pt x="304618" y="361528"/>
                    <a:pt x="295410" y="363555"/>
                    <a:pt x="287349" y="367609"/>
                  </a:cubicBezTo>
                  <a:cubicBezTo>
                    <a:pt x="279294" y="371662"/>
                    <a:pt x="272280" y="377790"/>
                    <a:pt x="266326" y="385991"/>
                  </a:cubicBezTo>
                  <a:cubicBezTo>
                    <a:pt x="262619" y="391071"/>
                    <a:pt x="259745" y="397059"/>
                    <a:pt x="257725" y="403940"/>
                  </a:cubicBezTo>
                  <a:cubicBezTo>
                    <a:pt x="255686" y="410911"/>
                    <a:pt x="254662" y="418139"/>
                    <a:pt x="254685" y="425402"/>
                  </a:cubicBezTo>
                  <a:cubicBezTo>
                    <a:pt x="254685" y="439564"/>
                    <a:pt x="258752" y="450639"/>
                    <a:pt x="266879" y="458620"/>
                  </a:cubicBezTo>
                  <a:cubicBezTo>
                    <a:pt x="275014" y="466608"/>
                    <a:pt x="286329" y="470601"/>
                    <a:pt x="300830" y="470601"/>
                  </a:cubicBezTo>
                  <a:cubicBezTo>
                    <a:pt x="310545" y="470601"/>
                    <a:pt x="319426" y="468608"/>
                    <a:pt x="327454" y="464627"/>
                  </a:cubicBezTo>
                  <a:cubicBezTo>
                    <a:pt x="335488" y="460647"/>
                    <a:pt x="342342" y="454873"/>
                    <a:pt x="348003" y="447305"/>
                  </a:cubicBezTo>
                  <a:cubicBezTo>
                    <a:pt x="352003" y="441884"/>
                    <a:pt x="355157" y="435550"/>
                    <a:pt x="357451" y="428296"/>
                  </a:cubicBezTo>
                  <a:cubicBezTo>
                    <a:pt x="359751" y="421042"/>
                    <a:pt x="360898" y="413681"/>
                    <a:pt x="360898" y="406213"/>
                  </a:cubicBezTo>
                  <a:cubicBezTo>
                    <a:pt x="360898" y="392198"/>
                    <a:pt x="356844" y="381244"/>
                    <a:pt x="348736" y="373356"/>
                  </a:cubicBezTo>
                  <a:cubicBezTo>
                    <a:pt x="340629" y="365468"/>
                    <a:pt x="329374" y="361528"/>
                    <a:pt x="314965" y="361528"/>
                  </a:cubicBezTo>
                  <a:close/>
                  <a:moveTo>
                    <a:pt x="440815" y="361381"/>
                  </a:moveTo>
                  <a:cubicBezTo>
                    <a:pt x="428553" y="361381"/>
                    <a:pt x="418152" y="362915"/>
                    <a:pt x="409611" y="365995"/>
                  </a:cubicBezTo>
                  <a:cubicBezTo>
                    <a:pt x="401123" y="369033"/>
                    <a:pt x="393469" y="374026"/>
                    <a:pt x="387268" y="380570"/>
                  </a:cubicBezTo>
                  <a:cubicBezTo>
                    <a:pt x="382207" y="385720"/>
                    <a:pt x="378278" y="391869"/>
                    <a:pt x="375733" y="398626"/>
                  </a:cubicBezTo>
                  <a:cubicBezTo>
                    <a:pt x="373079" y="405711"/>
                    <a:pt x="371750" y="413223"/>
                    <a:pt x="371813" y="420789"/>
                  </a:cubicBezTo>
                  <a:cubicBezTo>
                    <a:pt x="371813" y="436417"/>
                    <a:pt x="376447" y="448552"/>
                    <a:pt x="385728" y="457193"/>
                  </a:cubicBezTo>
                  <a:cubicBezTo>
                    <a:pt x="395009" y="465834"/>
                    <a:pt x="408064" y="470161"/>
                    <a:pt x="424919" y="470161"/>
                  </a:cubicBezTo>
                  <a:cubicBezTo>
                    <a:pt x="431900" y="470161"/>
                    <a:pt x="438321" y="469735"/>
                    <a:pt x="444188" y="468875"/>
                  </a:cubicBezTo>
                  <a:cubicBezTo>
                    <a:pt x="449806" y="468077"/>
                    <a:pt x="455343" y="466792"/>
                    <a:pt x="460737" y="465034"/>
                  </a:cubicBezTo>
                  <a:lnTo>
                    <a:pt x="473045" y="407453"/>
                  </a:lnTo>
                  <a:lnTo>
                    <a:pt x="429680" y="407453"/>
                  </a:lnTo>
                  <a:lnTo>
                    <a:pt x="425646" y="426363"/>
                  </a:lnTo>
                  <a:lnTo>
                    <a:pt x="442781" y="426363"/>
                  </a:lnTo>
                  <a:lnTo>
                    <a:pt x="438094" y="448119"/>
                  </a:lnTo>
                  <a:cubicBezTo>
                    <a:pt x="436163" y="448621"/>
                    <a:pt x="434206" y="449023"/>
                    <a:pt x="432233" y="449325"/>
                  </a:cubicBezTo>
                  <a:cubicBezTo>
                    <a:pt x="430433" y="449592"/>
                    <a:pt x="428673" y="449725"/>
                    <a:pt x="426966" y="449725"/>
                  </a:cubicBezTo>
                  <a:cubicBezTo>
                    <a:pt x="418565" y="449725"/>
                    <a:pt x="411964" y="447192"/>
                    <a:pt x="407184" y="442111"/>
                  </a:cubicBezTo>
                  <a:cubicBezTo>
                    <a:pt x="402396" y="437031"/>
                    <a:pt x="400003" y="430023"/>
                    <a:pt x="400003" y="421089"/>
                  </a:cubicBezTo>
                  <a:cubicBezTo>
                    <a:pt x="400003" y="408827"/>
                    <a:pt x="403910" y="399186"/>
                    <a:pt x="411724" y="392152"/>
                  </a:cubicBezTo>
                  <a:cubicBezTo>
                    <a:pt x="419539" y="385124"/>
                    <a:pt x="430327" y="381604"/>
                    <a:pt x="444102" y="381604"/>
                  </a:cubicBezTo>
                  <a:cubicBezTo>
                    <a:pt x="448642" y="381604"/>
                    <a:pt x="453003" y="382130"/>
                    <a:pt x="457177" y="383177"/>
                  </a:cubicBezTo>
                  <a:cubicBezTo>
                    <a:pt x="461399" y="384245"/>
                    <a:pt x="465473" y="385833"/>
                    <a:pt x="469305" y="387904"/>
                  </a:cubicBezTo>
                  <a:lnTo>
                    <a:pt x="475306" y="366515"/>
                  </a:lnTo>
                  <a:cubicBezTo>
                    <a:pt x="469937" y="364735"/>
                    <a:pt x="464422" y="363437"/>
                    <a:pt x="458823" y="362635"/>
                  </a:cubicBezTo>
                  <a:cubicBezTo>
                    <a:pt x="452856" y="361786"/>
                    <a:pt x="446835" y="361370"/>
                    <a:pt x="440808" y="361388"/>
                  </a:cubicBezTo>
                  <a:close/>
                  <a:moveTo>
                    <a:pt x="216587" y="363941"/>
                  </a:moveTo>
                  <a:lnTo>
                    <a:pt x="188536" y="363941"/>
                  </a:lnTo>
                  <a:lnTo>
                    <a:pt x="166340" y="468034"/>
                  </a:lnTo>
                  <a:lnTo>
                    <a:pt x="237249" y="468034"/>
                  </a:lnTo>
                  <a:lnTo>
                    <a:pt x="241783" y="447298"/>
                  </a:lnTo>
                  <a:lnTo>
                    <a:pt x="198718" y="447298"/>
                  </a:lnTo>
                  <a:lnTo>
                    <a:pt x="216587" y="363941"/>
                  </a:lnTo>
                  <a:close/>
                  <a:moveTo>
                    <a:pt x="313132" y="380863"/>
                  </a:moveTo>
                  <a:cubicBezTo>
                    <a:pt x="319193" y="380863"/>
                    <a:pt x="323880" y="382944"/>
                    <a:pt x="327200" y="387091"/>
                  </a:cubicBezTo>
                  <a:cubicBezTo>
                    <a:pt x="330521" y="391245"/>
                    <a:pt x="332181" y="397126"/>
                    <a:pt x="332181" y="404746"/>
                  </a:cubicBezTo>
                  <a:cubicBezTo>
                    <a:pt x="332181" y="410067"/>
                    <a:pt x="331428" y="415541"/>
                    <a:pt x="329914" y="421149"/>
                  </a:cubicBezTo>
                  <a:cubicBezTo>
                    <a:pt x="328394" y="426769"/>
                    <a:pt x="326420" y="431510"/>
                    <a:pt x="323980" y="435364"/>
                  </a:cubicBezTo>
                  <a:cubicBezTo>
                    <a:pt x="320660" y="440398"/>
                    <a:pt x="317192" y="444118"/>
                    <a:pt x="313579" y="446538"/>
                  </a:cubicBezTo>
                  <a:cubicBezTo>
                    <a:pt x="310102" y="448912"/>
                    <a:pt x="305987" y="450175"/>
                    <a:pt x="301777" y="450159"/>
                  </a:cubicBezTo>
                  <a:cubicBezTo>
                    <a:pt x="295923" y="450159"/>
                    <a:pt x="291309" y="448052"/>
                    <a:pt x="287935" y="443825"/>
                  </a:cubicBezTo>
                  <a:cubicBezTo>
                    <a:pt x="284568" y="439604"/>
                    <a:pt x="282881" y="433823"/>
                    <a:pt x="282881" y="426503"/>
                  </a:cubicBezTo>
                  <a:cubicBezTo>
                    <a:pt x="282881" y="421129"/>
                    <a:pt x="283642" y="415621"/>
                    <a:pt x="285148" y="409980"/>
                  </a:cubicBezTo>
                  <a:cubicBezTo>
                    <a:pt x="286669" y="404340"/>
                    <a:pt x="288649" y="399546"/>
                    <a:pt x="291083" y="395592"/>
                  </a:cubicBezTo>
                  <a:cubicBezTo>
                    <a:pt x="294070" y="390751"/>
                    <a:pt x="297423" y="387091"/>
                    <a:pt x="301157" y="384604"/>
                  </a:cubicBezTo>
                  <a:cubicBezTo>
                    <a:pt x="304683" y="382179"/>
                    <a:pt x="308860" y="380877"/>
                    <a:pt x="313139" y="380870"/>
                  </a:cubicBezTo>
                  <a:close/>
                  <a:moveTo>
                    <a:pt x="382367" y="57150"/>
                  </a:moveTo>
                  <a:lnTo>
                    <a:pt x="134343" y="57150"/>
                  </a:lnTo>
                  <a:cubicBezTo>
                    <a:pt x="123296" y="57150"/>
                    <a:pt x="114340" y="66105"/>
                    <a:pt x="114340" y="77152"/>
                  </a:cubicBezTo>
                  <a:lnTo>
                    <a:pt x="114340" y="260088"/>
                  </a:lnTo>
                  <a:lnTo>
                    <a:pt x="531593" y="260088"/>
                  </a:lnTo>
                  <a:lnTo>
                    <a:pt x="531593" y="206982"/>
                  </a:lnTo>
                  <a:lnTo>
                    <a:pt x="442388" y="206982"/>
                  </a:lnTo>
                  <a:cubicBezTo>
                    <a:pt x="409251" y="206975"/>
                    <a:pt x="382387" y="180112"/>
                    <a:pt x="382381" y="146974"/>
                  </a:cubicBezTo>
                  <a:lnTo>
                    <a:pt x="382361" y="57150"/>
                  </a:lnTo>
                  <a:close/>
                  <a:moveTo>
                    <a:pt x="444955" y="96115"/>
                  </a:moveTo>
                  <a:lnTo>
                    <a:pt x="444955" y="134473"/>
                  </a:lnTo>
                  <a:cubicBezTo>
                    <a:pt x="444955" y="139996"/>
                    <a:pt x="449433" y="144474"/>
                    <a:pt x="454956" y="144474"/>
                  </a:cubicBezTo>
                  <a:lnTo>
                    <a:pt x="493428" y="144474"/>
                  </a:lnTo>
                  <a:lnTo>
                    <a:pt x="444955" y="96115"/>
                  </a:lnTo>
                  <a:close/>
                </a:path>
              </a:pathLst>
            </a:custGeom>
            <a:solidFill>
              <a:srgbClr val="2C2C2C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D22314C4-4D80-B30C-7BF9-39EBBA56A0C6}"/>
                </a:ext>
              </a:extLst>
            </p:cNvPr>
            <p:cNvSpPr/>
            <p:nvPr/>
          </p:nvSpPr>
          <p:spPr>
            <a:xfrm>
              <a:off x="3805237" y="1762124"/>
              <a:ext cx="342709" cy="9525"/>
            </a:xfrm>
            <a:custGeom>
              <a:avLst/>
              <a:gdLst>
                <a:gd name="connsiteX0" fmla="*/ 0 w 342709"/>
                <a:gd name="connsiteY0" fmla="*/ 0 h 9525"/>
                <a:gd name="connsiteX1" fmla="*/ 342710 w 34270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2709" h="9525">
                  <a:moveTo>
                    <a:pt x="0" y="0"/>
                  </a:moveTo>
                  <a:lnTo>
                    <a:pt x="34271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4" name="图形 2">
              <a:extLst>
                <a:ext uri="{FF2B5EF4-FFF2-40B4-BE49-F238E27FC236}">
                  <a16:creationId xmlns:a16="http://schemas.microsoft.com/office/drawing/2014/main" id="{C0CF5515-C2A5-72BA-99BA-D8D686B5764E}"/>
                </a:ext>
              </a:extLst>
            </p:cNvPr>
            <p:cNvGrpSpPr/>
            <p:nvPr/>
          </p:nvGrpSpPr>
          <p:grpSpPr>
            <a:xfrm>
              <a:off x="4624196" y="1761933"/>
              <a:ext cx="701801" cy="400812"/>
              <a:chOff x="4624196" y="1761933"/>
              <a:chExt cx="701801" cy="400812"/>
            </a:xfrm>
          </p:grpSpPr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7E8EDB6F-207D-D09C-9701-0C8CE971E5C1}"/>
                  </a:ext>
                </a:extLst>
              </p:cNvPr>
              <p:cNvSpPr/>
              <p:nvPr/>
            </p:nvSpPr>
            <p:spPr>
              <a:xfrm>
                <a:off x="4624196" y="1761933"/>
                <a:ext cx="651795" cy="367474"/>
              </a:xfrm>
              <a:custGeom>
                <a:avLst/>
                <a:gdLst>
                  <a:gd name="connsiteX0" fmla="*/ 0 w 651795"/>
                  <a:gd name="connsiteY0" fmla="*/ 191 h 367474"/>
                  <a:gd name="connsiteX1" fmla="*/ 228790 w 651795"/>
                  <a:gd name="connsiteY1" fmla="*/ 0 h 367474"/>
                  <a:gd name="connsiteX2" fmla="*/ 324040 w 651795"/>
                  <a:gd name="connsiteY2" fmla="*/ 95155 h 367474"/>
                  <a:gd name="connsiteX3" fmla="*/ 324040 w 651795"/>
                  <a:gd name="connsiteY3" fmla="*/ 272225 h 367474"/>
                  <a:gd name="connsiteX4" fmla="*/ 419290 w 651795"/>
                  <a:gd name="connsiteY4" fmla="*/ 367475 h 367474"/>
                  <a:gd name="connsiteX5" fmla="*/ 651796 w 651795"/>
                  <a:gd name="connsiteY5" fmla="*/ 367475 h 367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795" h="367474">
                    <a:moveTo>
                      <a:pt x="0" y="191"/>
                    </a:moveTo>
                    <a:lnTo>
                      <a:pt x="228790" y="0"/>
                    </a:lnTo>
                    <a:cubicBezTo>
                      <a:pt x="292290" y="-63"/>
                      <a:pt x="324040" y="31655"/>
                      <a:pt x="324040" y="95155"/>
                    </a:cubicBezTo>
                    <a:lnTo>
                      <a:pt x="324040" y="272225"/>
                    </a:lnTo>
                    <a:cubicBezTo>
                      <a:pt x="324040" y="335725"/>
                      <a:pt x="355791" y="367475"/>
                      <a:pt x="419290" y="367475"/>
                    </a:cubicBezTo>
                    <a:lnTo>
                      <a:pt x="651796" y="367475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AA330962-80CF-816A-7753-908C124FFE37}"/>
                  </a:ext>
                </a:extLst>
              </p:cNvPr>
              <p:cNvSpPr/>
              <p:nvPr/>
            </p:nvSpPr>
            <p:spPr>
              <a:xfrm>
                <a:off x="5259323" y="2096070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7" name="图形 2">
              <a:extLst>
                <a:ext uri="{FF2B5EF4-FFF2-40B4-BE49-F238E27FC236}">
                  <a16:creationId xmlns:a16="http://schemas.microsoft.com/office/drawing/2014/main" id="{E81B87FE-8514-3080-84DE-2EAEEF419679}"/>
                </a:ext>
              </a:extLst>
            </p:cNvPr>
            <p:cNvGrpSpPr/>
            <p:nvPr/>
          </p:nvGrpSpPr>
          <p:grpSpPr>
            <a:xfrm>
              <a:off x="4624196" y="1387030"/>
              <a:ext cx="738377" cy="375094"/>
              <a:chOff x="4624196" y="1387030"/>
              <a:chExt cx="738377" cy="375094"/>
            </a:xfrm>
          </p:grpSpPr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18B2883B-83E4-3402-81A5-0DA6E8664A41}"/>
                  </a:ext>
                </a:extLst>
              </p:cNvPr>
              <p:cNvSpPr/>
              <p:nvPr/>
            </p:nvSpPr>
            <p:spPr>
              <a:xfrm>
                <a:off x="4624196" y="1424558"/>
                <a:ext cx="705040" cy="337566"/>
              </a:xfrm>
              <a:custGeom>
                <a:avLst/>
                <a:gdLst>
                  <a:gd name="connsiteX0" fmla="*/ 0 w 705040"/>
                  <a:gd name="connsiteY0" fmla="*/ 337566 h 337566"/>
                  <a:gd name="connsiteX1" fmla="*/ 228790 w 705040"/>
                  <a:gd name="connsiteY1" fmla="*/ 337375 h 337566"/>
                  <a:gd name="connsiteX2" fmla="*/ 324040 w 705040"/>
                  <a:gd name="connsiteY2" fmla="*/ 242030 h 337566"/>
                  <a:gd name="connsiteX3" fmla="*/ 324040 w 705040"/>
                  <a:gd name="connsiteY3" fmla="*/ 95250 h 337566"/>
                  <a:gd name="connsiteX4" fmla="*/ 419290 w 705040"/>
                  <a:gd name="connsiteY4" fmla="*/ 0 h 337566"/>
                  <a:gd name="connsiteX5" fmla="*/ 609790 w 705040"/>
                  <a:gd name="connsiteY5" fmla="*/ 0 h 337566"/>
                  <a:gd name="connsiteX6" fmla="*/ 705040 w 705040"/>
                  <a:gd name="connsiteY6" fmla="*/ 6191 h 337566"/>
                  <a:gd name="connsiteX7" fmla="*/ 705040 w 705040"/>
                  <a:gd name="connsiteY7" fmla="*/ 12478 h 337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05040" h="337566">
                    <a:moveTo>
                      <a:pt x="0" y="337566"/>
                    </a:moveTo>
                    <a:lnTo>
                      <a:pt x="228790" y="337375"/>
                    </a:lnTo>
                    <a:cubicBezTo>
                      <a:pt x="292290" y="337312"/>
                      <a:pt x="324040" y="305530"/>
                      <a:pt x="324040" y="242030"/>
                    </a:cubicBezTo>
                    <a:lnTo>
                      <a:pt x="324040" y="95250"/>
                    </a:lnTo>
                    <a:cubicBezTo>
                      <a:pt x="324040" y="31750"/>
                      <a:pt x="355791" y="0"/>
                      <a:pt x="419290" y="0"/>
                    </a:cubicBezTo>
                    <a:lnTo>
                      <a:pt x="609790" y="0"/>
                    </a:lnTo>
                    <a:cubicBezTo>
                      <a:pt x="673290" y="0"/>
                      <a:pt x="705040" y="2064"/>
                      <a:pt x="705040" y="6191"/>
                    </a:cubicBezTo>
                    <a:lnTo>
                      <a:pt x="705040" y="12478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5EF281CC-DBD0-B9CE-46E0-077A001EDA5C}"/>
                  </a:ext>
                </a:extLst>
              </p:cNvPr>
              <p:cNvSpPr/>
              <p:nvPr/>
            </p:nvSpPr>
            <p:spPr>
              <a:xfrm>
                <a:off x="5295899" y="1387030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0" name="图形 2">
              <a:extLst>
                <a:ext uri="{FF2B5EF4-FFF2-40B4-BE49-F238E27FC236}">
                  <a16:creationId xmlns:a16="http://schemas.microsoft.com/office/drawing/2014/main" id="{E0A53F5A-AAC3-D061-F8D7-E7BBAF19AA18}"/>
                </a:ext>
              </a:extLst>
            </p:cNvPr>
            <p:cNvGrpSpPr/>
            <p:nvPr/>
          </p:nvGrpSpPr>
          <p:grpSpPr>
            <a:xfrm>
              <a:off x="4147946" y="1381124"/>
              <a:ext cx="476250" cy="762000"/>
              <a:chOff x="4147946" y="1381124"/>
              <a:chExt cx="476250" cy="762000"/>
            </a:xfrm>
            <a:solidFill>
              <a:srgbClr val="D5E8D4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FEF3B675-59E7-76D9-757A-A740A26D8708}"/>
                  </a:ext>
                </a:extLst>
              </p:cNvPr>
              <p:cNvSpPr/>
              <p:nvPr/>
            </p:nvSpPr>
            <p:spPr>
              <a:xfrm rot="5400000">
                <a:off x="4005071" y="1523999"/>
                <a:ext cx="762000" cy="476250"/>
              </a:xfrm>
              <a:custGeom>
                <a:avLst/>
                <a:gdLst>
                  <a:gd name="connsiteX0" fmla="*/ 0 w 762000"/>
                  <a:gd name="connsiteY0" fmla="*/ 476250 h 476250"/>
                  <a:gd name="connsiteX1" fmla="*/ 142875 w 762000"/>
                  <a:gd name="connsiteY1" fmla="*/ 0 h 476250"/>
                  <a:gd name="connsiteX2" fmla="*/ 619125 w 762000"/>
                  <a:gd name="connsiteY2" fmla="*/ 0 h 476250"/>
                  <a:gd name="connsiteX3" fmla="*/ 762000 w 762000"/>
                  <a:gd name="connsiteY3" fmla="*/ 47625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0" h="476250">
                    <a:moveTo>
                      <a:pt x="0" y="476250"/>
                    </a:moveTo>
                    <a:lnTo>
                      <a:pt x="142875" y="0"/>
                    </a:lnTo>
                    <a:lnTo>
                      <a:pt x="619125" y="0"/>
                    </a:lnTo>
                    <a:lnTo>
                      <a:pt x="762000" y="476250"/>
                    </a:lnTo>
                    <a:close/>
                  </a:path>
                </a:pathLst>
              </a:custGeom>
              <a:solidFill>
                <a:srgbClr val="D5E8D4"/>
              </a:solidFill>
              <a:ln w="9525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19B61C14-C410-E489-3BAD-F92062ACE3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52899" y="1662112"/>
                <a:ext cx="457200" cy="252412"/>
              </a:xfrm>
              <a:custGeom>
                <a:avLst/>
                <a:gdLst>
                  <a:gd name="connsiteX0" fmla="*/ -1 w 457200"/>
                  <a:gd name="connsiteY0" fmla="*/ -1 h 252412"/>
                  <a:gd name="connsiteX1" fmla="*/ 457200 w 457200"/>
                  <a:gd name="connsiteY1" fmla="*/ -1 h 252412"/>
                  <a:gd name="connsiteX2" fmla="*/ 457200 w 457200"/>
                  <a:gd name="connsiteY2" fmla="*/ 252412 h 252412"/>
                  <a:gd name="connsiteX3" fmla="*/ -1 w 457200"/>
                  <a:gd name="connsiteY3" fmla="*/ 252412 h 252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7200" h="252412">
                    <a:moveTo>
                      <a:pt x="-1" y="-1"/>
                    </a:moveTo>
                    <a:lnTo>
                      <a:pt x="457200" y="-1"/>
                    </a:lnTo>
                    <a:lnTo>
                      <a:pt x="457200" y="252412"/>
                    </a:lnTo>
                    <a:lnTo>
                      <a:pt x="-1" y="25241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" name="图形 2">
              <a:extLst>
                <a:ext uri="{FF2B5EF4-FFF2-40B4-BE49-F238E27FC236}">
                  <a16:creationId xmlns:a16="http://schemas.microsoft.com/office/drawing/2014/main" id="{E31AAFB2-B844-9306-1E98-E8A5301BD3C1}"/>
                </a:ext>
              </a:extLst>
            </p:cNvPr>
            <p:cNvGrpSpPr/>
            <p:nvPr/>
          </p:nvGrpSpPr>
          <p:grpSpPr>
            <a:xfrm>
              <a:off x="5233987" y="1138237"/>
              <a:ext cx="1524000" cy="476250"/>
              <a:chOff x="5233987" y="1138237"/>
              <a:chExt cx="1524000" cy="476250"/>
            </a:xfrm>
            <a:solidFill>
              <a:srgbClr val="FFFFDC"/>
            </a:solidFill>
          </p:grpSpPr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77C01733-0BF5-C140-114C-D25D7AD0689E}"/>
                  </a:ext>
                </a:extLst>
              </p:cNvPr>
              <p:cNvSpPr/>
              <p:nvPr/>
            </p:nvSpPr>
            <p:spPr>
              <a:xfrm>
                <a:off x="5233987" y="1138237"/>
                <a:ext cx="1524000" cy="476250"/>
              </a:xfrm>
              <a:custGeom>
                <a:avLst/>
                <a:gdLst>
                  <a:gd name="connsiteX0" fmla="*/ 0 w 1524000"/>
                  <a:gd name="connsiteY0" fmla="*/ 476250 h 476250"/>
                  <a:gd name="connsiteX1" fmla="*/ 190500 w 1524000"/>
                  <a:gd name="connsiteY1" fmla="*/ 0 h 476250"/>
                  <a:gd name="connsiteX2" fmla="*/ 1524000 w 1524000"/>
                  <a:gd name="connsiteY2" fmla="*/ 0 h 476250"/>
                  <a:gd name="connsiteX3" fmla="*/ 1333500 w 1524000"/>
                  <a:gd name="connsiteY3" fmla="*/ 47625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4000" h="476250">
                    <a:moveTo>
                      <a:pt x="0" y="476250"/>
                    </a:moveTo>
                    <a:lnTo>
                      <a:pt x="190500" y="0"/>
                    </a:lnTo>
                    <a:lnTo>
                      <a:pt x="1524000" y="0"/>
                    </a:lnTo>
                    <a:lnTo>
                      <a:pt x="1333500" y="476250"/>
                    </a:lnTo>
                    <a:close/>
                  </a:path>
                </a:pathLst>
              </a:custGeom>
              <a:solidFill>
                <a:srgbClr val="FFFFDC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9E71FA9D-36B3-33CF-4D0D-A75AF3B772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38749" y="1262062"/>
                <a:ext cx="1504950" cy="276225"/>
              </a:xfrm>
              <a:custGeom>
                <a:avLst/>
                <a:gdLst>
                  <a:gd name="connsiteX0" fmla="*/ -1 w 1504950"/>
                  <a:gd name="connsiteY0" fmla="*/ -1 h 276225"/>
                  <a:gd name="connsiteX1" fmla="*/ 1504950 w 1504950"/>
                  <a:gd name="connsiteY1" fmla="*/ -1 h 276225"/>
                  <a:gd name="connsiteX2" fmla="*/ 1504950 w 1504950"/>
                  <a:gd name="connsiteY2" fmla="*/ 276225 h 276225"/>
                  <a:gd name="connsiteX3" fmla="*/ -1 w 1504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4950" h="276225">
                    <a:moveTo>
                      <a:pt x="-1" y="-1"/>
                    </a:moveTo>
                    <a:lnTo>
                      <a:pt x="1504950" y="-1"/>
                    </a:lnTo>
                    <a:lnTo>
                      <a:pt x="1504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26" name="图形 2">
              <a:extLst>
                <a:ext uri="{FF2B5EF4-FFF2-40B4-BE49-F238E27FC236}">
                  <a16:creationId xmlns:a16="http://schemas.microsoft.com/office/drawing/2014/main" id="{41A31251-C0AA-C0E6-BAF0-7CF3B2ED5FB2}"/>
                </a:ext>
              </a:extLst>
            </p:cNvPr>
            <p:cNvGrpSpPr/>
            <p:nvPr/>
          </p:nvGrpSpPr>
          <p:grpSpPr>
            <a:xfrm>
              <a:off x="6662737" y="1726691"/>
              <a:ext cx="675132" cy="421576"/>
              <a:chOff x="6662737" y="1726691"/>
              <a:chExt cx="675132" cy="421576"/>
            </a:xfrm>
          </p:grpSpPr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B0F238D4-967F-A09C-31CB-2E9E35BA047B}"/>
                  </a:ext>
                </a:extLst>
              </p:cNvPr>
              <p:cNvSpPr/>
              <p:nvPr/>
            </p:nvSpPr>
            <p:spPr>
              <a:xfrm>
                <a:off x="6662737" y="1759933"/>
                <a:ext cx="625125" cy="388334"/>
              </a:xfrm>
              <a:custGeom>
                <a:avLst/>
                <a:gdLst>
                  <a:gd name="connsiteX0" fmla="*/ 0 w 625125"/>
                  <a:gd name="connsiteY0" fmla="*/ 387953 h 388334"/>
                  <a:gd name="connsiteX1" fmla="*/ 285750 w 625125"/>
                  <a:gd name="connsiteY1" fmla="*/ 388334 h 388334"/>
                  <a:gd name="connsiteX2" fmla="*/ 381000 w 625125"/>
                  <a:gd name="connsiteY2" fmla="*/ 293275 h 388334"/>
                  <a:gd name="connsiteX3" fmla="*/ 381000 w 625125"/>
                  <a:gd name="connsiteY3" fmla="*/ 96012 h 388334"/>
                  <a:gd name="connsiteX4" fmla="*/ 476250 w 625125"/>
                  <a:gd name="connsiteY4" fmla="*/ 476 h 388334"/>
                  <a:gd name="connsiteX5" fmla="*/ 625126 w 625125"/>
                  <a:gd name="connsiteY5" fmla="*/ 0 h 38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25125" h="388334">
                    <a:moveTo>
                      <a:pt x="0" y="387953"/>
                    </a:moveTo>
                    <a:lnTo>
                      <a:pt x="285750" y="388334"/>
                    </a:lnTo>
                    <a:cubicBezTo>
                      <a:pt x="349250" y="388461"/>
                      <a:pt x="381000" y="356775"/>
                      <a:pt x="381000" y="293275"/>
                    </a:cubicBezTo>
                    <a:lnTo>
                      <a:pt x="381000" y="96012"/>
                    </a:lnTo>
                    <a:cubicBezTo>
                      <a:pt x="381000" y="32512"/>
                      <a:pt x="412750" y="667"/>
                      <a:pt x="476250" y="476"/>
                    </a:cubicBezTo>
                    <a:lnTo>
                      <a:pt x="625126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CDA94FA0-A63C-2005-9222-08BBC60155F9}"/>
                  </a:ext>
                </a:extLst>
              </p:cNvPr>
              <p:cNvSpPr/>
              <p:nvPr/>
            </p:nvSpPr>
            <p:spPr>
              <a:xfrm>
                <a:off x="7271098" y="1726691"/>
                <a:ext cx="66770" cy="66675"/>
              </a:xfrm>
              <a:custGeom>
                <a:avLst/>
                <a:gdLst>
                  <a:gd name="connsiteX0" fmla="*/ 66770 w 66770"/>
                  <a:gd name="connsiteY0" fmla="*/ 33052 h 66675"/>
                  <a:gd name="connsiteX1" fmla="*/ 191 w 66770"/>
                  <a:gd name="connsiteY1" fmla="*/ 66675 h 66675"/>
                  <a:gd name="connsiteX2" fmla="*/ 16764 w 66770"/>
                  <a:gd name="connsiteY2" fmla="*/ 33242 h 66675"/>
                  <a:gd name="connsiteX3" fmla="*/ 0 w 66770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770" h="66675">
                    <a:moveTo>
                      <a:pt x="66770" y="33052"/>
                    </a:moveTo>
                    <a:lnTo>
                      <a:pt x="191" y="66675"/>
                    </a:lnTo>
                    <a:lnTo>
                      <a:pt x="16764" y="33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9" name="图形 2">
              <a:extLst>
                <a:ext uri="{FF2B5EF4-FFF2-40B4-BE49-F238E27FC236}">
                  <a16:creationId xmlns:a16="http://schemas.microsoft.com/office/drawing/2014/main" id="{43D0E05D-3023-8C04-9542-DC59C8D6F910}"/>
                </a:ext>
              </a:extLst>
            </p:cNvPr>
            <p:cNvGrpSpPr/>
            <p:nvPr/>
          </p:nvGrpSpPr>
          <p:grpSpPr>
            <a:xfrm>
              <a:off x="5233987" y="1909762"/>
              <a:ext cx="1524000" cy="476250"/>
              <a:chOff x="5233987" y="1909762"/>
              <a:chExt cx="1524000" cy="476250"/>
            </a:xfrm>
            <a:solidFill>
              <a:srgbClr val="FFFFDE"/>
            </a:solidFill>
          </p:grpSpPr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093B5B95-4AED-05F0-8048-AE8CAF27ACE6}"/>
                  </a:ext>
                </a:extLst>
              </p:cNvPr>
              <p:cNvSpPr/>
              <p:nvPr/>
            </p:nvSpPr>
            <p:spPr>
              <a:xfrm>
                <a:off x="5233987" y="1909762"/>
                <a:ext cx="1524000" cy="476250"/>
              </a:xfrm>
              <a:custGeom>
                <a:avLst/>
                <a:gdLst>
                  <a:gd name="connsiteX0" fmla="*/ 0 w 1524000"/>
                  <a:gd name="connsiteY0" fmla="*/ 476250 h 476250"/>
                  <a:gd name="connsiteX1" fmla="*/ 190500 w 1524000"/>
                  <a:gd name="connsiteY1" fmla="*/ 0 h 476250"/>
                  <a:gd name="connsiteX2" fmla="*/ 1524000 w 1524000"/>
                  <a:gd name="connsiteY2" fmla="*/ 0 h 476250"/>
                  <a:gd name="connsiteX3" fmla="*/ 1333500 w 1524000"/>
                  <a:gd name="connsiteY3" fmla="*/ 47625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4000" h="476250">
                    <a:moveTo>
                      <a:pt x="0" y="476250"/>
                    </a:moveTo>
                    <a:lnTo>
                      <a:pt x="190500" y="0"/>
                    </a:lnTo>
                    <a:lnTo>
                      <a:pt x="1524000" y="0"/>
                    </a:lnTo>
                    <a:lnTo>
                      <a:pt x="1333500" y="476250"/>
                    </a:lnTo>
                    <a:close/>
                  </a:path>
                </a:pathLst>
              </a:custGeom>
              <a:solidFill>
                <a:srgbClr val="FFFFDE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0AD52790-F097-7166-A139-6FD7C4D632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38749" y="2033587"/>
                <a:ext cx="1504950" cy="276225"/>
              </a:xfrm>
              <a:custGeom>
                <a:avLst/>
                <a:gdLst>
                  <a:gd name="connsiteX0" fmla="*/ -1 w 1504950"/>
                  <a:gd name="connsiteY0" fmla="*/ -1 h 276225"/>
                  <a:gd name="connsiteX1" fmla="*/ 1504950 w 1504950"/>
                  <a:gd name="connsiteY1" fmla="*/ -1 h 276225"/>
                  <a:gd name="connsiteX2" fmla="*/ 1504950 w 1504950"/>
                  <a:gd name="connsiteY2" fmla="*/ 276225 h 276225"/>
                  <a:gd name="connsiteX3" fmla="*/ -1 w 1504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4950" h="276225">
                    <a:moveTo>
                      <a:pt x="-1" y="-1"/>
                    </a:moveTo>
                    <a:lnTo>
                      <a:pt x="1504950" y="-1"/>
                    </a:lnTo>
                    <a:lnTo>
                      <a:pt x="1504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36B4AC5E-3214-3D36-DCA6-A5270E2B9339}"/>
                </a:ext>
              </a:extLst>
            </p:cNvPr>
            <p:cNvSpPr/>
            <p:nvPr/>
          </p:nvSpPr>
          <p:spPr>
            <a:xfrm rot="5400000">
              <a:off x="9139237" y="1328737"/>
              <a:ext cx="190500" cy="857250"/>
            </a:xfrm>
            <a:custGeom>
              <a:avLst/>
              <a:gdLst>
                <a:gd name="connsiteX0" fmla="*/ 0 w 190500"/>
                <a:gd name="connsiteY0" fmla="*/ 0 h 857250"/>
                <a:gd name="connsiteX1" fmla="*/ 190500 w 190500"/>
                <a:gd name="connsiteY1" fmla="*/ 0 h 857250"/>
                <a:gd name="connsiteX2" fmla="*/ 190500 w 190500"/>
                <a:gd name="connsiteY2" fmla="*/ 857250 h 857250"/>
                <a:gd name="connsiteX3" fmla="*/ 0 w 190500"/>
                <a:gd name="connsiteY3" fmla="*/ 857250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857250">
                  <a:moveTo>
                    <a:pt x="0" y="0"/>
                  </a:moveTo>
                  <a:lnTo>
                    <a:pt x="190500" y="0"/>
                  </a:lnTo>
                  <a:lnTo>
                    <a:pt x="19050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8DCA511E-FE66-A620-C4F6-6DFB03D940CE}"/>
                </a:ext>
              </a:extLst>
            </p:cNvPr>
            <p:cNvSpPr/>
            <p:nvPr/>
          </p:nvSpPr>
          <p:spPr>
            <a:xfrm>
              <a:off x="7345361" y="1195387"/>
              <a:ext cx="174625" cy="1128712"/>
            </a:xfrm>
            <a:custGeom>
              <a:avLst/>
              <a:gdLst>
                <a:gd name="connsiteX0" fmla="*/ 174625 w 174625"/>
                <a:gd name="connsiteY0" fmla="*/ 0 h 1128712"/>
                <a:gd name="connsiteX1" fmla="*/ 127000 w 174625"/>
                <a:gd name="connsiteY1" fmla="*/ 0 h 1128712"/>
                <a:gd name="connsiteX2" fmla="*/ 79375 w 174625"/>
                <a:gd name="connsiteY2" fmla="*/ 95250 h 1128712"/>
                <a:gd name="connsiteX3" fmla="*/ 79375 w 174625"/>
                <a:gd name="connsiteY3" fmla="*/ 469106 h 1128712"/>
                <a:gd name="connsiteX4" fmla="*/ 31750 w 174625"/>
                <a:gd name="connsiteY4" fmla="*/ 564356 h 1128712"/>
                <a:gd name="connsiteX5" fmla="*/ 7938 w 174625"/>
                <a:gd name="connsiteY5" fmla="*/ 564356 h 1128712"/>
                <a:gd name="connsiteX6" fmla="*/ 31750 w 174625"/>
                <a:gd name="connsiteY6" fmla="*/ 564356 h 1128712"/>
                <a:gd name="connsiteX7" fmla="*/ 55563 w 174625"/>
                <a:gd name="connsiteY7" fmla="*/ 564356 h 1128712"/>
                <a:gd name="connsiteX8" fmla="*/ 79375 w 174625"/>
                <a:gd name="connsiteY8" fmla="*/ 659606 h 1128712"/>
                <a:gd name="connsiteX9" fmla="*/ 79375 w 174625"/>
                <a:gd name="connsiteY9" fmla="*/ 1033463 h 1128712"/>
                <a:gd name="connsiteX10" fmla="*/ 127000 w 174625"/>
                <a:gd name="connsiteY10" fmla="*/ 1128713 h 1128712"/>
                <a:gd name="connsiteX11" fmla="*/ 174625 w 174625"/>
                <a:gd name="connsiteY11" fmla="*/ 1128713 h 1128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4625" h="1128712">
                  <a:moveTo>
                    <a:pt x="174625" y="0"/>
                  </a:moveTo>
                  <a:lnTo>
                    <a:pt x="127000" y="0"/>
                  </a:lnTo>
                  <a:cubicBezTo>
                    <a:pt x="95250" y="0"/>
                    <a:pt x="79375" y="31750"/>
                    <a:pt x="79375" y="95250"/>
                  </a:cubicBezTo>
                  <a:lnTo>
                    <a:pt x="79375" y="469106"/>
                  </a:lnTo>
                  <a:cubicBezTo>
                    <a:pt x="79375" y="532606"/>
                    <a:pt x="63500" y="564356"/>
                    <a:pt x="31750" y="564356"/>
                  </a:cubicBezTo>
                  <a:lnTo>
                    <a:pt x="7938" y="564356"/>
                  </a:lnTo>
                  <a:cubicBezTo>
                    <a:pt x="-7938" y="564356"/>
                    <a:pt x="0" y="564356"/>
                    <a:pt x="31750" y="564356"/>
                  </a:cubicBezTo>
                  <a:lnTo>
                    <a:pt x="55563" y="564356"/>
                  </a:lnTo>
                  <a:cubicBezTo>
                    <a:pt x="71438" y="564356"/>
                    <a:pt x="79375" y="596106"/>
                    <a:pt x="79375" y="659606"/>
                  </a:cubicBezTo>
                  <a:lnTo>
                    <a:pt x="79375" y="1033463"/>
                  </a:lnTo>
                  <a:cubicBezTo>
                    <a:pt x="79375" y="1096963"/>
                    <a:pt x="95250" y="1128713"/>
                    <a:pt x="127000" y="1128713"/>
                  </a:cubicBezTo>
                  <a:lnTo>
                    <a:pt x="174625" y="112871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4" name="图形 2">
              <a:extLst>
                <a:ext uri="{FF2B5EF4-FFF2-40B4-BE49-F238E27FC236}">
                  <a16:creationId xmlns:a16="http://schemas.microsoft.com/office/drawing/2014/main" id="{12EE2213-D294-5735-7806-7CE00B4CA09F}"/>
                </a:ext>
              </a:extLst>
            </p:cNvPr>
            <p:cNvGrpSpPr/>
            <p:nvPr/>
          </p:nvGrpSpPr>
          <p:grpSpPr>
            <a:xfrm>
              <a:off x="7519987" y="1138237"/>
              <a:ext cx="1047750" cy="304800"/>
              <a:chOff x="7519987" y="1138237"/>
              <a:chExt cx="1047750" cy="304800"/>
            </a:xfrm>
            <a:noFill/>
          </p:grpSpPr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605292CF-449C-E8F5-23DC-A544A8025E43}"/>
                  </a:ext>
                </a:extLst>
              </p:cNvPr>
              <p:cNvSpPr/>
              <p:nvPr/>
            </p:nvSpPr>
            <p:spPr>
              <a:xfrm>
                <a:off x="7519987" y="1138237"/>
                <a:ext cx="1047750" cy="285750"/>
              </a:xfrm>
              <a:custGeom>
                <a:avLst/>
                <a:gdLst>
                  <a:gd name="connsiteX0" fmla="*/ 0 w 1047750"/>
                  <a:gd name="connsiteY0" fmla="*/ 0 h 285750"/>
                  <a:gd name="connsiteX1" fmla="*/ 1047750 w 1047750"/>
                  <a:gd name="connsiteY1" fmla="*/ 0 h 285750"/>
                  <a:gd name="connsiteX2" fmla="*/ 1047750 w 1047750"/>
                  <a:gd name="connsiteY2" fmla="*/ 285750 h 285750"/>
                  <a:gd name="connsiteX3" fmla="*/ 0 w 104775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0" h="285750">
                    <a:moveTo>
                      <a:pt x="0" y="0"/>
                    </a:moveTo>
                    <a:lnTo>
                      <a:pt x="1047750" y="0"/>
                    </a:lnTo>
                    <a:lnTo>
                      <a:pt x="104775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6" name="图片 35">
                <a:extLst>
                  <a:ext uri="{FF2B5EF4-FFF2-40B4-BE49-F238E27FC236}">
                    <a16:creationId xmlns:a16="http://schemas.microsoft.com/office/drawing/2014/main" id="{F08F8F50-EA26-A008-12CC-54FE9829C2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24749" y="1166812"/>
                <a:ext cx="1028700" cy="276225"/>
              </a:xfrm>
              <a:custGeom>
                <a:avLst/>
                <a:gdLst>
                  <a:gd name="connsiteX0" fmla="*/ -1 w 1028700"/>
                  <a:gd name="connsiteY0" fmla="*/ -1 h 276225"/>
                  <a:gd name="connsiteX1" fmla="*/ 1028700 w 1028700"/>
                  <a:gd name="connsiteY1" fmla="*/ -1 h 276225"/>
                  <a:gd name="connsiteX2" fmla="*/ 1028700 w 1028700"/>
                  <a:gd name="connsiteY2" fmla="*/ 276225 h 276225"/>
                  <a:gd name="connsiteX3" fmla="*/ -1 w 102870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8700" h="276225">
                    <a:moveTo>
                      <a:pt x="-1" y="-1"/>
                    </a:moveTo>
                    <a:lnTo>
                      <a:pt x="1028700" y="-1"/>
                    </a:lnTo>
                    <a:lnTo>
                      <a:pt x="102870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37" name="图形 2">
              <a:extLst>
                <a:ext uri="{FF2B5EF4-FFF2-40B4-BE49-F238E27FC236}">
                  <a16:creationId xmlns:a16="http://schemas.microsoft.com/office/drawing/2014/main" id="{E011A4F5-3CCB-88C2-BBDB-C9D7E37529B4}"/>
                </a:ext>
              </a:extLst>
            </p:cNvPr>
            <p:cNvGrpSpPr/>
            <p:nvPr/>
          </p:nvGrpSpPr>
          <p:grpSpPr>
            <a:xfrm>
              <a:off x="8624887" y="2006726"/>
              <a:ext cx="1500187" cy="351282"/>
              <a:chOff x="8624887" y="2006726"/>
              <a:chExt cx="1500187" cy="351282"/>
            </a:xfrm>
          </p:grpSpPr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833ABF1B-DD67-F776-B23C-64A800DD25AF}"/>
                  </a:ext>
                </a:extLst>
              </p:cNvPr>
              <p:cNvSpPr/>
              <p:nvPr/>
            </p:nvSpPr>
            <p:spPr>
              <a:xfrm>
                <a:off x="8624887" y="2056732"/>
                <a:ext cx="1466850" cy="301275"/>
              </a:xfrm>
              <a:custGeom>
                <a:avLst/>
                <a:gdLst>
                  <a:gd name="connsiteX0" fmla="*/ 0 w 1466850"/>
                  <a:gd name="connsiteY0" fmla="*/ 301276 h 301275"/>
                  <a:gd name="connsiteX1" fmla="*/ 1466850 w 1466850"/>
                  <a:gd name="connsiteY1" fmla="*/ 301276 h 301275"/>
                  <a:gd name="connsiteX2" fmla="*/ 1466850 w 1466850"/>
                  <a:gd name="connsiteY2" fmla="*/ 0 h 301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66850" h="301275">
                    <a:moveTo>
                      <a:pt x="0" y="301276"/>
                    </a:moveTo>
                    <a:lnTo>
                      <a:pt x="1466850" y="301276"/>
                    </a:lnTo>
                    <a:lnTo>
                      <a:pt x="146685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D5369B1E-7E0F-59C4-0CBF-0DC29060FBBC}"/>
                  </a:ext>
                </a:extLst>
              </p:cNvPr>
              <p:cNvSpPr/>
              <p:nvPr/>
            </p:nvSpPr>
            <p:spPr>
              <a:xfrm>
                <a:off x="10058399" y="2006726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0" name="图形 2">
              <a:extLst>
                <a:ext uri="{FF2B5EF4-FFF2-40B4-BE49-F238E27FC236}">
                  <a16:creationId xmlns:a16="http://schemas.microsoft.com/office/drawing/2014/main" id="{B7074C0F-5455-B743-E329-96E554260FAF}"/>
                </a:ext>
              </a:extLst>
            </p:cNvPr>
            <p:cNvGrpSpPr/>
            <p:nvPr/>
          </p:nvGrpSpPr>
          <p:grpSpPr>
            <a:xfrm>
              <a:off x="7577137" y="2185987"/>
              <a:ext cx="1047750" cy="304800"/>
              <a:chOff x="7577137" y="2185987"/>
              <a:chExt cx="1047750" cy="304800"/>
            </a:xfrm>
            <a:noFill/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59D03303-086A-EAB3-7036-63FD34B46260}"/>
                  </a:ext>
                </a:extLst>
              </p:cNvPr>
              <p:cNvSpPr/>
              <p:nvPr/>
            </p:nvSpPr>
            <p:spPr>
              <a:xfrm>
                <a:off x="7577137" y="2185987"/>
                <a:ext cx="1047750" cy="285750"/>
              </a:xfrm>
              <a:custGeom>
                <a:avLst/>
                <a:gdLst>
                  <a:gd name="connsiteX0" fmla="*/ 0 w 1047750"/>
                  <a:gd name="connsiteY0" fmla="*/ 0 h 285750"/>
                  <a:gd name="connsiteX1" fmla="*/ 1047750 w 1047750"/>
                  <a:gd name="connsiteY1" fmla="*/ 0 h 285750"/>
                  <a:gd name="connsiteX2" fmla="*/ 1047750 w 1047750"/>
                  <a:gd name="connsiteY2" fmla="*/ 285750 h 285750"/>
                  <a:gd name="connsiteX3" fmla="*/ 0 w 104775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0" h="285750">
                    <a:moveTo>
                      <a:pt x="0" y="0"/>
                    </a:moveTo>
                    <a:lnTo>
                      <a:pt x="1047750" y="0"/>
                    </a:lnTo>
                    <a:lnTo>
                      <a:pt x="104775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2" name="图片 41">
                <a:extLst>
                  <a:ext uri="{FF2B5EF4-FFF2-40B4-BE49-F238E27FC236}">
                    <a16:creationId xmlns:a16="http://schemas.microsoft.com/office/drawing/2014/main" id="{4CF8A493-938C-D57B-3B65-DF84474B29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81899" y="2214562"/>
                <a:ext cx="1028700" cy="276225"/>
              </a:xfrm>
              <a:custGeom>
                <a:avLst/>
                <a:gdLst>
                  <a:gd name="connsiteX0" fmla="*/ -1 w 1028700"/>
                  <a:gd name="connsiteY0" fmla="*/ -1 h 276225"/>
                  <a:gd name="connsiteX1" fmla="*/ 1028700 w 1028700"/>
                  <a:gd name="connsiteY1" fmla="*/ -1 h 276225"/>
                  <a:gd name="connsiteX2" fmla="*/ 1028700 w 1028700"/>
                  <a:gd name="connsiteY2" fmla="*/ 276225 h 276225"/>
                  <a:gd name="connsiteX3" fmla="*/ -1 w 102870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8700" h="276225">
                    <a:moveTo>
                      <a:pt x="-1" y="-1"/>
                    </a:moveTo>
                    <a:lnTo>
                      <a:pt x="1028700" y="-1"/>
                    </a:lnTo>
                    <a:lnTo>
                      <a:pt x="102870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43" name="图形 2">
              <a:extLst>
                <a:ext uri="{FF2B5EF4-FFF2-40B4-BE49-F238E27FC236}">
                  <a16:creationId xmlns:a16="http://schemas.microsoft.com/office/drawing/2014/main" id="{8CE616E9-C2CA-5374-1207-7FFFBC5A19D4}"/>
                </a:ext>
              </a:extLst>
            </p:cNvPr>
            <p:cNvGrpSpPr/>
            <p:nvPr/>
          </p:nvGrpSpPr>
          <p:grpSpPr>
            <a:xfrm>
              <a:off x="8567737" y="1724024"/>
              <a:ext cx="227457" cy="66675"/>
              <a:chOff x="8567737" y="1724024"/>
              <a:chExt cx="227457" cy="66675"/>
            </a:xfrm>
          </p:grpSpPr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C84035AD-6430-E06D-D17D-1DA08D73A631}"/>
                  </a:ext>
                </a:extLst>
              </p:cNvPr>
              <p:cNvSpPr/>
              <p:nvPr/>
            </p:nvSpPr>
            <p:spPr>
              <a:xfrm>
                <a:off x="8567737" y="1757362"/>
                <a:ext cx="177450" cy="9525"/>
              </a:xfrm>
              <a:custGeom>
                <a:avLst/>
                <a:gdLst>
                  <a:gd name="connsiteX0" fmla="*/ 0 w 177450"/>
                  <a:gd name="connsiteY0" fmla="*/ 0 h 9525"/>
                  <a:gd name="connsiteX1" fmla="*/ 177451 w 177450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7450" h="9525">
                    <a:moveTo>
                      <a:pt x="0" y="0"/>
                    </a:moveTo>
                    <a:lnTo>
                      <a:pt x="177451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AF8EB0B6-FAEF-7370-1910-E2B94124FD41}"/>
                  </a:ext>
                </a:extLst>
              </p:cNvPr>
              <p:cNvSpPr/>
              <p:nvPr/>
            </p:nvSpPr>
            <p:spPr>
              <a:xfrm>
                <a:off x="8728519" y="1724024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" name="图形 2">
              <a:extLst>
                <a:ext uri="{FF2B5EF4-FFF2-40B4-BE49-F238E27FC236}">
                  <a16:creationId xmlns:a16="http://schemas.microsoft.com/office/drawing/2014/main" id="{43F2AC63-9100-8E20-78E0-EB2EF6D2F740}"/>
                </a:ext>
              </a:extLst>
            </p:cNvPr>
            <p:cNvGrpSpPr/>
            <p:nvPr/>
          </p:nvGrpSpPr>
          <p:grpSpPr>
            <a:xfrm>
              <a:off x="7519987" y="1614487"/>
              <a:ext cx="1047750" cy="304800"/>
              <a:chOff x="7519987" y="1614487"/>
              <a:chExt cx="1047750" cy="304800"/>
            </a:xfrm>
            <a:noFill/>
          </p:grpSpPr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D5C88862-685C-803B-4A61-B71FD334479B}"/>
                  </a:ext>
                </a:extLst>
              </p:cNvPr>
              <p:cNvSpPr/>
              <p:nvPr/>
            </p:nvSpPr>
            <p:spPr>
              <a:xfrm>
                <a:off x="7519987" y="1614487"/>
                <a:ext cx="1047750" cy="285750"/>
              </a:xfrm>
              <a:custGeom>
                <a:avLst/>
                <a:gdLst>
                  <a:gd name="connsiteX0" fmla="*/ 0 w 1047750"/>
                  <a:gd name="connsiteY0" fmla="*/ 0 h 285750"/>
                  <a:gd name="connsiteX1" fmla="*/ 1047750 w 1047750"/>
                  <a:gd name="connsiteY1" fmla="*/ 0 h 285750"/>
                  <a:gd name="connsiteX2" fmla="*/ 1047750 w 1047750"/>
                  <a:gd name="connsiteY2" fmla="*/ 285750 h 285750"/>
                  <a:gd name="connsiteX3" fmla="*/ 0 w 104775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0" h="285750">
                    <a:moveTo>
                      <a:pt x="0" y="0"/>
                    </a:moveTo>
                    <a:lnTo>
                      <a:pt x="1047750" y="0"/>
                    </a:lnTo>
                    <a:lnTo>
                      <a:pt x="104775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8" name="图片 47">
                <a:extLst>
                  <a:ext uri="{FF2B5EF4-FFF2-40B4-BE49-F238E27FC236}">
                    <a16:creationId xmlns:a16="http://schemas.microsoft.com/office/drawing/2014/main" id="{F4CF7E11-7365-AE31-B678-D0519F78D9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24749" y="1643062"/>
                <a:ext cx="1028700" cy="276225"/>
              </a:xfrm>
              <a:custGeom>
                <a:avLst/>
                <a:gdLst>
                  <a:gd name="connsiteX0" fmla="*/ -1 w 1028700"/>
                  <a:gd name="connsiteY0" fmla="*/ -1 h 276225"/>
                  <a:gd name="connsiteX1" fmla="*/ 1028700 w 1028700"/>
                  <a:gd name="connsiteY1" fmla="*/ -1 h 276225"/>
                  <a:gd name="connsiteX2" fmla="*/ 1028700 w 1028700"/>
                  <a:gd name="connsiteY2" fmla="*/ 276225 h 276225"/>
                  <a:gd name="connsiteX3" fmla="*/ -1 w 102870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8700" h="276225">
                    <a:moveTo>
                      <a:pt x="-1" y="-1"/>
                    </a:moveTo>
                    <a:lnTo>
                      <a:pt x="1028700" y="-1"/>
                    </a:lnTo>
                    <a:lnTo>
                      <a:pt x="102870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235B2A33-B230-4EF1-391E-2629F514CF45}"/>
                </a:ext>
              </a:extLst>
            </p:cNvPr>
            <p:cNvSpPr/>
            <p:nvPr/>
          </p:nvSpPr>
          <p:spPr>
            <a:xfrm rot="5400000">
              <a:off x="9634537" y="1690687"/>
              <a:ext cx="190500" cy="133350"/>
            </a:xfrm>
            <a:custGeom>
              <a:avLst/>
              <a:gdLst>
                <a:gd name="connsiteX0" fmla="*/ 0 w 190500"/>
                <a:gd name="connsiteY0" fmla="*/ 0 h 133350"/>
                <a:gd name="connsiteX1" fmla="*/ 190500 w 190500"/>
                <a:gd name="connsiteY1" fmla="*/ 0 h 133350"/>
                <a:gd name="connsiteX2" fmla="*/ 190500 w 190500"/>
                <a:gd name="connsiteY2" fmla="*/ 133350 h 133350"/>
                <a:gd name="connsiteX3" fmla="*/ 0 w 190500"/>
                <a:gd name="connsiteY3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33350">
                  <a:moveTo>
                    <a:pt x="0" y="0"/>
                  </a:moveTo>
                  <a:lnTo>
                    <a:pt x="190500" y="0"/>
                  </a:lnTo>
                  <a:lnTo>
                    <a:pt x="19050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B870DF2E-387E-163A-18B8-8EAB5DD3F546}"/>
                </a:ext>
              </a:extLst>
            </p:cNvPr>
            <p:cNvSpPr/>
            <p:nvPr/>
          </p:nvSpPr>
          <p:spPr>
            <a:xfrm rot="5400000">
              <a:off x="9986962" y="1471612"/>
              <a:ext cx="190500" cy="571500"/>
            </a:xfrm>
            <a:custGeom>
              <a:avLst/>
              <a:gdLst>
                <a:gd name="connsiteX0" fmla="*/ 0 w 190500"/>
                <a:gd name="connsiteY0" fmla="*/ 0 h 571500"/>
                <a:gd name="connsiteX1" fmla="*/ 190500 w 190500"/>
                <a:gd name="connsiteY1" fmla="*/ 0 h 571500"/>
                <a:gd name="connsiteX2" fmla="*/ 190500 w 190500"/>
                <a:gd name="connsiteY2" fmla="*/ 571500 h 571500"/>
                <a:gd name="connsiteX3" fmla="*/ 0 w 190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571500">
                  <a:moveTo>
                    <a:pt x="0" y="0"/>
                  </a:moveTo>
                  <a:lnTo>
                    <a:pt x="190500" y="0"/>
                  </a:lnTo>
                  <a:lnTo>
                    <a:pt x="1905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51" name="图形 2">
              <a:extLst>
                <a:ext uri="{FF2B5EF4-FFF2-40B4-BE49-F238E27FC236}">
                  <a16:creationId xmlns:a16="http://schemas.microsoft.com/office/drawing/2014/main" id="{177E589F-83E8-22C7-BCD2-9ECD01880E57}"/>
                </a:ext>
              </a:extLst>
            </p:cNvPr>
            <p:cNvGrpSpPr/>
            <p:nvPr/>
          </p:nvGrpSpPr>
          <p:grpSpPr>
            <a:xfrm>
              <a:off x="8567737" y="1281112"/>
              <a:ext cx="1195387" cy="370332"/>
              <a:chOff x="8567737" y="1281112"/>
              <a:chExt cx="1195387" cy="370332"/>
            </a:xfrm>
          </p:grpSpPr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D264E2EB-7DEC-0925-9DFD-6C282B56076A}"/>
                  </a:ext>
                </a:extLst>
              </p:cNvPr>
              <p:cNvSpPr/>
              <p:nvPr/>
            </p:nvSpPr>
            <p:spPr>
              <a:xfrm>
                <a:off x="8567737" y="1281112"/>
                <a:ext cx="1162050" cy="320325"/>
              </a:xfrm>
              <a:custGeom>
                <a:avLst/>
                <a:gdLst>
                  <a:gd name="connsiteX0" fmla="*/ 0 w 1162050"/>
                  <a:gd name="connsiteY0" fmla="*/ 0 h 320325"/>
                  <a:gd name="connsiteX1" fmla="*/ 1162050 w 1162050"/>
                  <a:gd name="connsiteY1" fmla="*/ 0 h 320325"/>
                  <a:gd name="connsiteX2" fmla="*/ 1162050 w 1162050"/>
                  <a:gd name="connsiteY2" fmla="*/ 320326 h 320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62050" h="320325">
                    <a:moveTo>
                      <a:pt x="0" y="0"/>
                    </a:moveTo>
                    <a:lnTo>
                      <a:pt x="1162050" y="0"/>
                    </a:lnTo>
                    <a:lnTo>
                      <a:pt x="1162050" y="320326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F8B1F696-9248-B021-6737-5F50D3715477}"/>
                  </a:ext>
                </a:extLst>
              </p:cNvPr>
              <p:cNvSpPr/>
              <p:nvPr/>
            </p:nvSpPr>
            <p:spPr>
              <a:xfrm>
                <a:off x="9696449" y="1584769"/>
                <a:ext cx="66675" cy="66675"/>
              </a:xfrm>
              <a:custGeom>
                <a:avLst/>
                <a:gdLst>
                  <a:gd name="connsiteX0" fmla="*/ 33338 w 66675"/>
                  <a:gd name="connsiteY0" fmla="*/ 66675 h 66675"/>
                  <a:gd name="connsiteX1" fmla="*/ 0 w 66675"/>
                  <a:gd name="connsiteY1" fmla="*/ 0 h 66675"/>
                  <a:gd name="connsiteX2" fmla="*/ 33338 w 66675"/>
                  <a:gd name="connsiteY2" fmla="*/ 16669 h 66675"/>
                  <a:gd name="connsiteX3" fmla="*/ 66675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66675"/>
                    </a:moveTo>
                    <a:lnTo>
                      <a:pt x="0" y="0"/>
                    </a:lnTo>
                    <a:lnTo>
                      <a:pt x="33338" y="16669"/>
                    </a:lnTo>
                    <a:lnTo>
                      <a:pt x="666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4AC234A6-0F47-2456-5D98-FFB3CAA0948D}"/>
                </a:ext>
              </a:extLst>
            </p:cNvPr>
            <p:cNvSpPr/>
            <p:nvPr/>
          </p:nvSpPr>
          <p:spPr>
            <a:xfrm>
              <a:off x="9796462" y="1852612"/>
              <a:ext cx="571500" cy="190500"/>
            </a:xfrm>
            <a:custGeom>
              <a:avLst/>
              <a:gdLst>
                <a:gd name="connsiteX0" fmla="*/ 0 w 571500"/>
                <a:gd name="connsiteY0" fmla="*/ 0 h 190500"/>
                <a:gd name="connsiteX1" fmla="*/ 0 w 571500"/>
                <a:gd name="connsiteY1" fmla="*/ 190500 h 190500"/>
                <a:gd name="connsiteX2" fmla="*/ 571500 w 571500"/>
                <a:gd name="connsiteY2" fmla="*/ 0 h 190500"/>
                <a:gd name="connsiteX3" fmla="*/ 571500 w 571500"/>
                <a:gd name="connsiteY3" fmla="*/ 190500 h 190500"/>
                <a:gd name="connsiteX4" fmla="*/ 0 w 571500"/>
                <a:gd name="connsiteY4" fmla="*/ 95250 h 190500"/>
                <a:gd name="connsiteX5" fmla="*/ 571500 w 571500"/>
                <a:gd name="connsiteY5" fmla="*/ 9525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1500" h="190500">
                  <a:moveTo>
                    <a:pt x="0" y="0"/>
                  </a:moveTo>
                  <a:lnTo>
                    <a:pt x="0" y="190500"/>
                  </a:lnTo>
                  <a:moveTo>
                    <a:pt x="571500" y="0"/>
                  </a:moveTo>
                  <a:lnTo>
                    <a:pt x="571500" y="190500"/>
                  </a:lnTo>
                  <a:moveTo>
                    <a:pt x="0" y="95250"/>
                  </a:moveTo>
                  <a:lnTo>
                    <a:pt x="571500" y="95250"/>
                  </a:lnTo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55" name="图形 2">
              <a:extLst>
                <a:ext uri="{FF2B5EF4-FFF2-40B4-BE49-F238E27FC236}">
                  <a16:creationId xmlns:a16="http://schemas.microsoft.com/office/drawing/2014/main" id="{205A7B7F-B2DE-8C5C-954D-01CF9D173041}"/>
                </a:ext>
              </a:extLst>
            </p:cNvPr>
            <p:cNvGrpSpPr/>
            <p:nvPr/>
          </p:nvGrpSpPr>
          <p:grpSpPr>
            <a:xfrm>
              <a:off x="6662737" y="1376362"/>
              <a:ext cx="675132" cy="417004"/>
              <a:chOff x="6662737" y="1376362"/>
              <a:chExt cx="675132" cy="417004"/>
            </a:xfrm>
          </p:grpSpPr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F4555203-9CD0-EFFC-7A1F-1D9AD8CEA176}"/>
                  </a:ext>
                </a:extLst>
              </p:cNvPr>
              <p:cNvSpPr/>
              <p:nvPr/>
            </p:nvSpPr>
            <p:spPr>
              <a:xfrm>
                <a:off x="6662737" y="1376362"/>
                <a:ext cx="625125" cy="384048"/>
              </a:xfrm>
              <a:custGeom>
                <a:avLst/>
                <a:gdLst>
                  <a:gd name="connsiteX0" fmla="*/ 0 w 625125"/>
                  <a:gd name="connsiteY0" fmla="*/ 0 h 384048"/>
                  <a:gd name="connsiteX1" fmla="*/ 285750 w 625125"/>
                  <a:gd name="connsiteY1" fmla="*/ 0 h 384048"/>
                  <a:gd name="connsiteX2" fmla="*/ 381000 w 625125"/>
                  <a:gd name="connsiteY2" fmla="*/ 95250 h 384048"/>
                  <a:gd name="connsiteX3" fmla="*/ 381000 w 625125"/>
                  <a:gd name="connsiteY3" fmla="*/ 289084 h 384048"/>
                  <a:gd name="connsiteX4" fmla="*/ 476250 w 625125"/>
                  <a:gd name="connsiteY4" fmla="*/ 384048 h 384048"/>
                  <a:gd name="connsiteX5" fmla="*/ 625126 w 625125"/>
                  <a:gd name="connsiteY5" fmla="*/ 383572 h 384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25125" h="384048">
                    <a:moveTo>
                      <a:pt x="0" y="0"/>
                    </a:moveTo>
                    <a:lnTo>
                      <a:pt x="285750" y="0"/>
                    </a:lnTo>
                    <a:cubicBezTo>
                      <a:pt x="349250" y="0"/>
                      <a:pt x="381000" y="31750"/>
                      <a:pt x="381000" y="95250"/>
                    </a:cubicBezTo>
                    <a:lnTo>
                      <a:pt x="381000" y="289084"/>
                    </a:lnTo>
                    <a:cubicBezTo>
                      <a:pt x="381000" y="352584"/>
                      <a:pt x="412750" y="384238"/>
                      <a:pt x="476250" y="384048"/>
                    </a:cubicBezTo>
                    <a:lnTo>
                      <a:pt x="625126" y="383572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3B25C486-7F3E-5EC7-1AC7-C87A71EBA347}"/>
                  </a:ext>
                </a:extLst>
              </p:cNvPr>
              <p:cNvSpPr/>
              <p:nvPr/>
            </p:nvSpPr>
            <p:spPr>
              <a:xfrm>
                <a:off x="7271098" y="1726691"/>
                <a:ext cx="66770" cy="66675"/>
              </a:xfrm>
              <a:custGeom>
                <a:avLst/>
                <a:gdLst>
                  <a:gd name="connsiteX0" fmla="*/ 66770 w 66770"/>
                  <a:gd name="connsiteY0" fmla="*/ 33052 h 66675"/>
                  <a:gd name="connsiteX1" fmla="*/ 191 w 66770"/>
                  <a:gd name="connsiteY1" fmla="*/ 66675 h 66675"/>
                  <a:gd name="connsiteX2" fmla="*/ 16764 w 66770"/>
                  <a:gd name="connsiteY2" fmla="*/ 33242 h 66675"/>
                  <a:gd name="connsiteX3" fmla="*/ 0 w 66770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770" h="66675">
                    <a:moveTo>
                      <a:pt x="66770" y="33052"/>
                    </a:moveTo>
                    <a:lnTo>
                      <a:pt x="191" y="66675"/>
                    </a:lnTo>
                    <a:lnTo>
                      <a:pt x="16764" y="33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7D015C39-C4A3-C5DE-45DE-7BA3F2636F6B}"/>
                </a:ext>
              </a:extLst>
            </p:cNvPr>
            <p:cNvSpPr/>
            <p:nvPr/>
          </p:nvSpPr>
          <p:spPr>
            <a:xfrm>
              <a:off x="2805112" y="1757362"/>
              <a:ext cx="523875" cy="4762"/>
            </a:xfrm>
            <a:custGeom>
              <a:avLst/>
              <a:gdLst>
                <a:gd name="connsiteX0" fmla="*/ 0 w 523875"/>
                <a:gd name="connsiteY0" fmla="*/ 0 h 4762"/>
                <a:gd name="connsiteX1" fmla="*/ 523875 w 523875"/>
                <a:gd name="connsiteY1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 h="4762">
                  <a:moveTo>
                    <a:pt x="0" y="0"/>
                  </a:moveTo>
                  <a:lnTo>
                    <a:pt x="523875" y="476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59" name="图形 2">
              <a:extLst>
                <a:ext uri="{FF2B5EF4-FFF2-40B4-BE49-F238E27FC236}">
                  <a16:creationId xmlns:a16="http://schemas.microsoft.com/office/drawing/2014/main" id="{6B2C93A5-E51F-0A31-FE2E-328474BBC474}"/>
                </a:ext>
              </a:extLst>
            </p:cNvPr>
            <p:cNvGrpSpPr/>
            <p:nvPr/>
          </p:nvGrpSpPr>
          <p:grpSpPr>
            <a:xfrm>
              <a:off x="3328987" y="952499"/>
              <a:ext cx="476250" cy="1619250"/>
              <a:chOff x="3328987" y="952499"/>
              <a:chExt cx="476250" cy="1619250"/>
            </a:xfrm>
            <a:solidFill>
              <a:srgbClr val="DAE8FC"/>
            </a:solidFill>
          </p:grpSpPr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2429E27B-C998-C04C-FD7A-7AD446543676}"/>
                  </a:ext>
                </a:extLst>
              </p:cNvPr>
              <p:cNvSpPr/>
              <p:nvPr/>
            </p:nvSpPr>
            <p:spPr>
              <a:xfrm rot="10800000" flipV="1">
                <a:off x="3328987" y="952499"/>
                <a:ext cx="476250" cy="1619250"/>
              </a:xfrm>
              <a:custGeom>
                <a:avLst/>
                <a:gdLst>
                  <a:gd name="connsiteX0" fmla="*/ 404813 w 476250"/>
                  <a:gd name="connsiteY0" fmla="*/ 0 h 1619250"/>
                  <a:gd name="connsiteX1" fmla="*/ 476250 w 476250"/>
                  <a:gd name="connsiteY1" fmla="*/ 71438 h 1619250"/>
                  <a:gd name="connsiteX2" fmla="*/ 476250 w 476250"/>
                  <a:gd name="connsiteY2" fmla="*/ 1547813 h 1619250"/>
                  <a:gd name="connsiteX3" fmla="*/ 404813 w 476250"/>
                  <a:gd name="connsiteY3" fmla="*/ 1619250 h 1619250"/>
                  <a:gd name="connsiteX4" fmla="*/ 71438 w 476250"/>
                  <a:gd name="connsiteY4" fmla="*/ 1619250 h 1619250"/>
                  <a:gd name="connsiteX5" fmla="*/ 0 w 476250"/>
                  <a:gd name="connsiteY5" fmla="*/ 1547813 h 1619250"/>
                  <a:gd name="connsiteX6" fmla="*/ 0 w 476250"/>
                  <a:gd name="connsiteY6" fmla="*/ 71438 h 1619250"/>
                  <a:gd name="connsiteX7" fmla="*/ 71438 w 476250"/>
                  <a:gd name="connsiteY7" fmla="*/ 0 h 1619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0" h="1619250">
                    <a:moveTo>
                      <a:pt x="404813" y="0"/>
                    </a:moveTo>
                    <a:cubicBezTo>
                      <a:pt x="444266" y="0"/>
                      <a:pt x="476250" y="31984"/>
                      <a:pt x="476250" y="71438"/>
                    </a:cubicBezTo>
                    <a:lnTo>
                      <a:pt x="476250" y="1547813"/>
                    </a:lnTo>
                    <a:cubicBezTo>
                      <a:pt x="476250" y="1587266"/>
                      <a:pt x="444266" y="1619250"/>
                      <a:pt x="404813" y="1619250"/>
                    </a:cubicBezTo>
                    <a:lnTo>
                      <a:pt x="71438" y="1619250"/>
                    </a:lnTo>
                    <a:cubicBezTo>
                      <a:pt x="31984" y="1619250"/>
                      <a:pt x="0" y="1587266"/>
                      <a:pt x="0" y="1547813"/>
                    </a:cubicBezTo>
                    <a:lnTo>
                      <a:pt x="0" y="71438"/>
                    </a:lnTo>
                    <a:cubicBezTo>
                      <a:pt x="0" y="31984"/>
                      <a:pt x="31984" y="0"/>
                      <a:pt x="71438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952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1" name="图片 60">
                <a:extLst>
                  <a:ext uri="{FF2B5EF4-FFF2-40B4-BE49-F238E27FC236}">
                    <a16:creationId xmlns:a16="http://schemas.microsoft.com/office/drawing/2014/main" id="{A9C873A1-3B72-BD88-3B0F-36BFF667DE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33749" y="1423987"/>
                <a:ext cx="457200" cy="733425"/>
              </a:xfrm>
              <a:custGeom>
                <a:avLst/>
                <a:gdLst>
                  <a:gd name="connsiteX0" fmla="*/ -1 w 457200"/>
                  <a:gd name="connsiteY0" fmla="*/ -1 h 733425"/>
                  <a:gd name="connsiteX1" fmla="*/ 457200 w 457200"/>
                  <a:gd name="connsiteY1" fmla="*/ -1 h 733425"/>
                  <a:gd name="connsiteX2" fmla="*/ 457200 w 457200"/>
                  <a:gd name="connsiteY2" fmla="*/ 733425 h 733425"/>
                  <a:gd name="connsiteX3" fmla="*/ -1 w 457200"/>
                  <a:gd name="connsiteY3" fmla="*/ 733425 h 733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7200" h="733425">
                    <a:moveTo>
                      <a:pt x="-1" y="-1"/>
                    </a:moveTo>
                    <a:lnTo>
                      <a:pt x="457200" y="-1"/>
                    </a:lnTo>
                    <a:lnTo>
                      <a:pt x="457200" y="733425"/>
                    </a:lnTo>
                    <a:lnTo>
                      <a:pt x="-1" y="733425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62" name="图形 2">
            <a:extLst>
              <a:ext uri="{FF2B5EF4-FFF2-40B4-BE49-F238E27FC236}">
                <a16:creationId xmlns:a16="http://schemas.microsoft.com/office/drawing/2014/main" id="{07AFDBA3-BBF3-EBB7-1B80-5D4F46450369}"/>
              </a:ext>
            </a:extLst>
          </p:cNvPr>
          <p:cNvGrpSpPr/>
          <p:nvPr/>
        </p:nvGrpSpPr>
        <p:grpSpPr>
          <a:xfrm>
            <a:off x="2211550" y="3467670"/>
            <a:ext cx="8482033" cy="2571750"/>
            <a:chOff x="2133578" y="3995737"/>
            <a:chExt cx="8482033" cy="2571750"/>
          </a:xfrm>
        </p:grpSpPr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6114F1CB-7554-A8AF-A5D3-AD6ECA183200}"/>
                </a:ext>
              </a:extLst>
            </p:cNvPr>
            <p:cNvSpPr/>
            <p:nvPr/>
          </p:nvSpPr>
          <p:spPr>
            <a:xfrm>
              <a:off x="3090862" y="3995737"/>
              <a:ext cx="7524750" cy="2571750"/>
            </a:xfrm>
            <a:custGeom>
              <a:avLst/>
              <a:gdLst>
                <a:gd name="connsiteX0" fmla="*/ 7138988 w 7524750"/>
                <a:gd name="connsiteY0" fmla="*/ 0 h 2571750"/>
                <a:gd name="connsiteX1" fmla="*/ 7524750 w 7524750"/>
                <a:gd name="connsiteY1" fmla="*/ 385763 h 2571750"/>
                <a:gd name="connsiteX2" fmla="*/ 7524750 w 7524750"/>
                <a:gd name="connsiteY2" fmla="*/ 2185988 h 2571750"/>
                <a:gd name="connsiteX3" fmla="*/ 7138988 w 7524750"/>
                <a:gd name="connsiteY3" fmla="*/ 2571750 h 2571750"/>
                <a:gd name="connsiteX4" fmla="*/ 385763 w 7524750"/>
                <a:gd name="connsiteY4" fmla="*/ 2571750 h 2571750"/>
                <a:gd name="connsiteX5" fmla="*/ 0 w 7524750"/>
                <a:gd name="connsiteY5" fmla="*/ 2185988 h 2571750"/>
                <a:gd name="connsiteX6" fmla="*/ 0 w 7524750"/>
                <a:gd name="connsiteY6" fmla="*/ 385763 h 2571750"/>
                <a:gd name="connsiteX7" fmla="*/ 385763 w 7524750"/>
                <a:gd name="connsiteY7" fmla="*/ 0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24750" h="2571750">
                  <a:moveTo>
                    <a:pt x="7138988" y="0"/>
                  </a:moveTo>
                  <a:cubicBezTo>
                    <a:pt x="7352039" y="0"/>
                    <a:pt x="7524750" y="172712"/>
                    <a:pt x="7524750" y="385763"/>
                  </a:cubicBezTo>
                  <a:lnTo>
                    <a:pt x="7524750" y="2185988"/>
                  </a:lnTo>
                  <a:cubicBezTo>
                    <a:pt x="7524750" y="2399039"/>
                    <a:pt x="7352039" y="2571750"/>
                    <a:pt x="7138988" y="2571750"/>
                  </a:cubicBezTo>
                  <a:lnTo>
                    <a:pt x="385763" y="2571750"/>
                  </a:lnTo>
                  <a:cubicBezTo>
                    <a:pt x="172712" y="2571750"/>
                    <a:pt x="0" y="2399039"/>
                    <a:pt x="0" y="2185988"/>
                  </a:cubicBezTo>
                  <a:lnTo>
                    <a:pt x="0" y="385763"/>
                  </a:lnTo>
                  <a:cubicBezTo>
                    <a:pt x="0" y="172712"/>
                    <a:pt x="172712" y="0"/>
                    <a:pt x="385763" y="0"/>
                  </a:cubicBezTo>
                  <a:close/>
                </a:path>
              </a:pathLst>
            </a:custGeom>
            <a:solidFill>
              <a:srgbClr val="FFF2CC"/>
            </a:solidFill>
            <a:ln w="9525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64" name="图形 2">
              <a:extLst>
                <a:ext uri="{FF2B5EF4-FFF2-40B4-BE49-F238E27FC236}">
                  <a16:creationId xmlns:a16="http://schemas.microsoft.com/office/drawing/2014/main" id="{CB9CA7DE-60F9-B5D3-C3BC-F370CBA7D2A6}"/>
                </a:ext>
              </a:extLst>
            </p:cNvPr>
            <p:cNvGrpSpPr/>
            <p:nvPr/>
          </p:nvGrpSpPr>
          <p:grpSpPr>
            <a:xfrm>
              <a:off x="2805112" y="5537644"/>
              <a:ext cx="760857" cy="66675"/>
              <a:chOff x="2805112" y="5537644"/>
              <a:chExt cx="760857" cy="66675"/>
            </a:xfrm>
          </p:grpSpPr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id="{99BF75C2-8EDF-245C-8F6E-FBFD6F28E1D4}"/>
                  </a:ext>
                </a:extLst>
              </p:cNvPr>
              <p:cNvSpPr/>
              <p:nvPr/>
            </p:nvSpPr>
            <p:spPr>
              <a:xfrm>
                <a:off x="2805112" y="5567362"/>
                <a:ext cx="710850" cy="3810"/>
              </a:xfrm>
              <a:custGeom>
                <a:avLst/>
                <a:gdLst>
                  <a:gd name="connsiteX0" fmla="*/ 0 w 710850"/>
                  <a:gd name="connsiteY0" fmla="*/ 0 h 3810"/>
                  <a:gd name="connsiteX1" fmla="*/ 386048 w 710850"/>
                  <a:gd name="connsiteY1" fmla="*/ 0 h 3810"/>
                  <a:gd name="connsiteX2" fmla="*/ 710851 w 710850"/>
                  <a:gd name="connsiteY2" fmla="*/ 3810 h 3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0850" h="3810">
                    <a:moveTo>
                      <a:pt x="0" y="0"/>
                    </a:moveTo>
                    <a:lnTo>
                      <a:pt x="386048" y="0"/>
                    </a:lnTo>
                    <a:lnTo>
                      <a:pt x="710851" y="381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: 形状 65">
                <a:extLst>
                  <a:ext uri="{FF2B5EF4-FFF2-40B4-BE49-F238E27FC236}">
                    <a16:creationId xmlns:a16="http://schemas.microsoft.com/office/drawing/2014/main" id="{6B781117-7160-8C00-29B1-71E49A6E47DD}"/>
                  </a:ext>
                </a:extLst>
              </p:cNvPr>
              <p:cNvSpPr/>
              <p:nvPr/>
            </p:nvSpPr>
            <p:spPr>
              <a:xfrm>
                <a:off x="3498912" y="5537644"/>
                <a:ext cx="67056" cy="66675"/>
              </a:xfrm>
              <a:custGeom>
                <a:avLst/>
                <a:gdLst>
                  <a:gd name="connsiteX0" fmla="*/ 67056 w 67056"/>
                  <a:gd name="connsiteY0" fmla="*/ 34100 h 66675"/>
                  <a:gd name="connsiteX1" fmla="*/ 0 w 67056"/>
                  <a:gd name="connsiteY1" fmla="*/ 66675 h 66675"/>
                  <a:gd name="connsiteX2" fmla="*/ 17050 w 67056"/>
                  <a:gd name="connsiteY2" fmla="*/ 33528 h 66675"/>
                  <a:gd name="connsiteX3" fmla="*/ 762 w 67056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056" h="66675">
                    <a:moveTo>
                      <a:pt x="67056" y="34100"/>
                    </a:moveTo>
                    <a:lnTo>
                      <a:pt x="0" y="66675"/>
                    </a:lnTo>
                    <a:lnTo>
                      <a:pt x="17050" y="33528"/>
                    </a:lnTo>
                    <a:lnTo>
                      <a:pt x="76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9F7F6401-E574-8FB0-C6FC-7778C017D88E}"/>
                </a:ext>
              </a:extLst>
            </p:cNvPr>
            <p:cNvSpPr/>
            <p:nvPr/>
          </p:nvSpPr>
          <p:spPr>
            <a:xfrm rot="-5400000">
              <a:off x="2216376" y="5239261"/>
              <a:ext cx="500323" cy="665918"/>
            </a:xfrm>
            <a:custGeom>
              <a:avLst/>
              <a:gdLst>
                <a:gd name="connsiteX0" fmla="*/ 499920 w 500323"/>
                <a:gd name="connsiteY0" fmla="*/ 83617 h 665918"/>
                <a:gd name="connsiteX1" fmla="*/ 416606 w 500323"/>
                <a:gd name="connsiteY1" fmla="*/ 303 h 665918"/>
                <a:gd name="connsiteX2" fmla="*/ 333293 w 500323"/>
                <a:gd name="connsiteY2" fmla="*/ 83617 h 665918"/>
                <a:gd name="connsiteX3" fmla="*/ 393278 w 500323"/>
                <a:gd name="connsiteY3" fmla="*/ 163598 h 665918"/>
                <a:gd name="connsiteX4" fmla="*/ 393278 w 500323"/>
                <a:gd name="connsiteY4" fmla="*/ 246912 h 665918"/>
                <a:gd name="connsiteX5" fmla="*/ 249979 w 500323"/>
                <a:gd name="connsiteY5" fmla="*/ 389102 h 665918"/>
                <a:gd name="connsiteX6" fmla="*/ 106400 w 500323"/>
                <a:gd name="connsiteY6" fmla="*/ 246635 h 665918"/>
                <a:gd name="connsiteX7" fmla="*/ 106400 w 500323"/>
                <a:gd name="connsiteY7" fmla="*/ 163320 h 665918"/>
                <a:gd name="connsiteX8" fmla="*/ 162874 w 500323"/>
                <a:gd name="connsiteY8" fmla="*/ 59913 h 665918"/>
                <a:gd name="connsiteX9" fmla="*/ 59466 w 500323"/>
                <a:gd name="connsiteY9" fmla="*/ 3439 h 665918"/>
                <a:gd name="connsiteX10" fmla="*/ 2993 w 500323"/>
                <a:gd name="connsiteY10" fmla="*/ 106846 h 665918"/>
                <a:gd name="connsiteX11" fmla="*/ 59466 w 500323"/>
                <a:gd name="connsiteY11" fmla="*/ 163320 h 665918"/>
                <a:gd name="connsiteX12" fmla="*/ 59466 w 500323"/>
                <a:gd name="connsiteY12" fmla="*/ 265519 h 665918"/>
                <a:gd name="connsiteX13" fmla="*/ 226094 w 500323"/>
                <a:gd name="connsiteY13" fmla="*/ 432147 h 665918"/>
                <a:gd name="connsiteX14" fmla="*/ 226094 w 500323"/>
                <a:gd name="connsiteY14" fmla="*/ 502687 h 665918"/>
                <a:gd name="connsiteX15" fmla="*/ 169620 w 500323"/>
                <a:gd name="connsiteY15" fmla="*/ 606094 h 665918"/>
                <a:gd name="connsiteX16" fmla="*/ 273027 w 500323"/>
                <a:gd name="connsiteY16" fmla="*/ 662568 h 665918"/>
                <a:gd name="connsiteX17" fmla="*/ 329501 w 500323"/>
                <a:gd name="connsiteY17" fmla="*/ 559160 h 665918"/>
                <a:gd name="connsiteX18" fmla="*/ 273027 w 500323"/>
                <a:gd name="connsiteY18" fmla="*/ 502687 h 665918"/>
                <a:gd name="connsiteX19" fmla="*/ 273027 w 500323"/>
                <a:gd name="connsiteY19" fmla="*/ 432703 h 665918"/>
                <a:gd name="connsiteX20" fmla="*/ 439657 w 500323"/>
                <a:gd name="connsiteY20" fmla="*/ 266075 h 665918"/>
                <a:gd name="connsiteX21" fmla="*/ 439657 w 500323"/>
                <a:gd name="connsiteY21" fmla="*/ 163598 h 665918"/>
                <a:gd name="connsiteX22" fmla="*/ 499921 w 500323"/>
                <a:gd name="connsiteY22" fmla="*/ 83617 h 665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0323" h="665918">
                  <a:moveTo>
                    <a:pt x="499920" y="83617"/>
                  </a:moveTo>
                  <a:cubicBezTo>
                    <a:pt x="499920" y="37604"/>
                    <a:pt x="462619" y="303"/>
                    <a:pt x="416606" y="303"/>
                  </a:cubicBezTo>
                  <a:cubicBezTo>
                    <a:pt x="370593" y="304"/>
                    <a:pt x="333293" y="37605"/>
                    <a:pt x="333293" y="83617"/>
                  </a:cubicBezTo>
                  <a:cubicBezTo>
                    <a:pt x="333293" y="120646"/>
                    <a:pt x="357731" y="153230"/>
                    <a:pt x="393278" y="163598"/>
                  </a:cubicBezTo>
                  <a:lnTo>
                    <a:pt x="393278" y="246912"/>
                  </a:lnTo>
                  <a:lnTo>
                    <a:pt x="249979" y="389102"/>
                  </a:lnTo>
                  <a:lnTo>
                    <a:pt x="106400" y="246635"/>
                  </a:lnTo>
                  <a:lnTo>
                    <a:pt x="106400" y="163320"/>
                  </a:lnTo>
                  <a:cubicBezTo>
                    <a:pt x="150550" y="150360"/>
                    <a:pt x="175834" y="104063"/>
                    <a:pt x="162874" y="59913"/>
                  </a:cubicBezTo>
                  <a:cubicBezTo>
                    <a:pt x="149913" y="15763"/>
                    <a:pt x="103616" y="-9521"/>
                    <a:pt x="59466" y="3439"/>
                  </a:cubicBezTo>
                  <a:cubicBezTo>
                    <a:pt x="15316" y="16399"/>
                    <a:pt x="-9968" y="62697"/>
                    <a:pt x="2993" y="106846"/>
                  </a:cubicBezTo>
                  <a:cubicBezTo>
                    <a:pt x="10980" y="134055"/>
                    <a:pt x="32258" y="155333"/>
                    <a:pt x="59466" y="163320"/>
                  </a:cubicBezTo>
                  <a:lnTo>
                    <a:pt x="59466" y="265519"/>
                  </a:lnTo>
                  <a:lnTo>
                    <a:pt x="226094" y="432147"/>
                  </a:lnTo>
                  <a:lnTo>
                    <a:pt x="226094" y="502687"/>
                  </a:lnTo>
                  <a:cubicBezTo>
                    <a:pt x="181944" y="515647"/>
                    <a:pt x="156660" y="561944"/>
                    <a:pt x="169620" y="606094"/>
                  </a:cubicBezTo>
                  <a:cubicBezTo>
                    <a:pt x="182580" y="650244"/>
                    <a:pt x="228877" y="675528"/>
                    <a:pt x="273027" y="662568"/>
                  </a:cubicBezTo>
                  <a:cubicBezTo>
                    <a:pt x="317177" y="649607"/>
                    <a:pt x="342462" y="603310"/>
                    <a:pt x="329501" y="559160"/>
                  </a:cubicBezTo>
                  <a:cubicBezTo>
                    <a:pt x="321514" y="531952"/>
                    <a:pt x="300236" y="510674"/>
                    <a:pt x="273027" y="502687"/>
                  </a:cubicBezTo>
                  <a:lnTo>
                    <a:pt x="273027" y="432703"/>
                  </a:lnTo>
                  <a:lnTo>
                    <a:pt x="439657" y="266075"/>
                  </a:lnTo>
                  <a:lnTo>
                    <a:pt x="439657" y="163598"/>
                  </a:lnTo>
                  <a:cubicBezTo>
                    <a:pt x="475315" y="153332"/>
                    <a:pt x="499885" y="120723"/>
                    <a:pt x="499921" y="83617"/>
                  </a:cubicBezTo>
                  <a:close/>
                </a:path>
              </a:pathLst>
            </a:custGeom>
            <a:solidFill>
              <a:srgbClr val="2C2C2C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68" name="图形 2">
              <a:extLst>
                <a:ext uri="{FF2B5EF4-FFF2-40B4-BE49-F238E27FC236}">
                  <a16:creationId xmlns:a16="http://schemas.microsoft.com/office/drawing/2014/main" id="{89393B30-10F6-1E9E-E2C2-898B3F52B8B0}"/>
                </a:ext>
              </a:extLst>
            </p:cNvPr>
            <p:cNvGrpSpPr/>
            <p:nvPr/>
          </p:nvGrpSpPr>
          <p:grpSpPr>
            <a:xfrm>
              <a:off x="5853112" y="4138612"/>
              <a:ext cx="1790700" cy="304800"/>
              <a:chOff x="5853112" y="4138612"/>
              <a:chExt cx="1790700" cy="304800"/>
            </a:xfrm>
            <a:noFill/>
          </p:grpSpPr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3ECC28B8-9785-DC01-6E61-F9723A9DD4A6}"/>
                  </a:ext>
                </a:extLst>
              </p:cNvPr>
              <p:cNvSpPr/>
              <p:nvPr/>
            </p:nvSpPr>
            <p:spPr>
              <a:xfrm>
                <a:off x="5853112" y="4138612"/>
                <a:ext cx="1790700" cy="285750"/>
              </a:xfrm>
              <a:custGeom>
                <a:avLst/>
                <a:gdLst>
                  <a:gd name="connsiteX0" fmla="*/ 0 w 1790700"/>
                  <a:gd name="connsiteY0" fmla="*/ 0 h 285750"/>
                  <a:gd name="connsiteX1" fmla="*/ 1790700 w 1790700"/>
                  <a:gd name="connsiteY1" fmla="*/ 0 h 285750"/>
                  <a:gd name="connsiteX2" fmla="*/ 1790700 w 1790700"/>
                  <a:gd name="connsiteY2" fmla="*/ 285750 h 285750"/>
                  <a:gd name="connsiteX3" fmla="*/ 0 w 179070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0700" h="285750">
                    <a:moveTo>
                      <a:pt x="0" y="0"/>
                    </a:moveTo>
                    <a:lnTo>
                      <a:pt x="1790700" y="0"/>
                    </a:lnTo>
                    <a:lnTo>
                      <a:pt x="179070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70" name="图片 69">
                <a:extLst>
                  <a:ext uri="{FF2B5EF4-FFF2-40B4-BE49-F238E27FC236}">
                    <a16:creationId xmlns:a16="http://schemas.microsoft.com/office/drawing/2014/main" id="{612162BC-F806-BD1D-F7DE-6924DFEC6A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57874" y="4167187"/>
                <a:ext cx="1771650" cy="276225"/>
              </a:xfrm>
              <a:custGeom>
                <a:avLst/>
                <a:gdLst>
                  <a:gd name="connsiteX0" fmla="*/ -1 w 1771650"/>
                  <a:gd name="connsiteY0" fmla="*/ -1 h 276225"/>
                  <a:gd name="connsiteX1" fmla="*/ 1771650 w 1771650"/>
                  <a:gd name="connsiteY1" fmla="*/ -1 h 276225"/>
                  <a:gd name="connsiteX2" fmla="*/ 1771650 w 1771650"/>
                  <a:gd name="connsiteY2" fmla="*/ 276225 h 276225"/>
                  <a:gd name="connsiteX3" fmla="*/ -1 w 17716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71650" h="276225">
                    <a:moveTo>
                      <a:pt x="-1" y="-1"/>
                    </a:moveTo>
                    <a:lnTo>
                      <a:pt x="1771650" y="-1"/>
                    </a:lnTo>
                    <a:lnTo>
                      <a:pt x="17716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71" name="图形 2">
              <a:extLst>
                <a:ext uri="{FF2B5EF4-FFF2-40B4-BE49-F238E27FC236}">
                  <a16:creationId xmlns:a16="http://schemas.microsoft.com/office/drawing/2014/main" id="{7226D873-3B22-D3E1-DAF9-9568B354804C}"/>
                </a:ext>
              </a:extLst>
            </p:cNvPr>
            <p:cNvGrpSpPr/>
            <p:nvPr/>
          </p:nvGrpSpPr>
          <p:grpSpPr>
            <a:xfrm>
              <a:off x="4052887" y="5571933"/>
              <a:ext cx="706374" cy="400812"/>
              <a:chOff x="4052887" y="5571933"/>
              <a:chExt cx="706374" cy="400812"/>
            </a:xfrm>
          </p:grpSpPr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F86899DB-3197-BF8E-8FD1-2EA18639BC6D}"/>
                  </a:ext>
                </a:extLst>
              </p:cNvPr>
              <p:cNvSpPr/>
              <p:nvPr/>
            </p:nvSpPr>
            <p:spPr>
              <a:xfrm>
                <a:off x="4052887" y="5571933"/>
                <a:ext cx="656367" cy="367474"/>
              </a:xfrm>
              <a:custGeom>
                <a:avLst/>
                <a:gdLst>
                  <a:gd name="connsiteX0" fmla="*/ 0 w 656367"/>
                  <a:gd name="connsiteY0" fmla="*/ 191 h 367474"/>
                  <a:gd name="connsiteX1" fmla="*/ 276796 w 656367"/>
                  <a:gd name="connsiteY1" fmla="*/ 0 h 367474"/>
                  <a:gd name="connsiteX2" fmla="*/ 372046 w 656367"/>
                  <a:gd name="connsiteY2" fmla="*/ 95155 h 367474"/>
                  <a:gd name="connsiteX3" fmla="*/ 372046 w 656367"/>
                  <a:gd name="connsiteY3" fmla="*/ 272225 h 367474"/>
                  <a:gd name="connsiteX4" fmla="*/ 467296 w 656367"/>
                  <a:gd name="connsiteY4" fmla="*/ 367475 h 367474"/>
                  <a:gd name="connsiteX5" fmla="*/ 656368 w 656367"/>
                  <a:gd name="connsiteY5" fmla="*/ 367475 h 367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6367" h="367474">
                    <a:moveTo>
                      <a:pt x="0" y="191"/>
                    </a:moveTo>
                    <a:lnTo>
                      <a:pt x="276796" y="0"/>
                    </a:lnTo>
                    <a:cubicBezTo>
                      <a:pt x="340296" y="-63"/>
                      <a:pt x="372046" y="31655"/>
                      <a:pt x="372046" y="95155"/>
                    </a:cubicBezTo>
                    <a:lnTo>
                      <a:pt x="372046" y="272225"/>
                    </a:lnTo>
                    <a:cubicBezTo>
                      <a:pt x="372046" y="335725"/>
                      <a:pt x="403797" y="367475"/>
                      <a:pt x="467296" y="367475"/>
                    </a:cubicBezTo>
                    <a:lnTo>
                      <a:pt x="656368" y="367475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8EE3EBDB-556D-0E35-7DE3-E548BA630922}"/>
                  </a:ext>
                </a:extLst>
              </p:cNvPr>
              <p:cNvSpPr/>
              <p:nvPr/>
            </p:nvSpPr>
            <p:spPr>
              <a:xfrm>
                <a:off x="4692586" y="5906070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4" name="图形 2">
              <a:extLst>
                <a:ext uri="{FF2B5EF4-FFF2-40B4-BE49-F238E27FC236}">
                  <a16:creationId xmlns:a16="http://schemas.microsoft.com/office/drawing/2014/main" id="{37DD34C7-BC77-EFB9-0D55-0E925962E77A}"/>
                </a:ext>
              </a:extLst>
            </p:cNvPr>
            <p:cNvGrpSpPr/>
            <p:nvPr/>
          </p:nvGrpSpPr>
          <p:grpSpPr>
            <a:xfrm>
              <a:off x="4052887" y="5153024"/>
              <a:ext cx="1524000" cy="419100"/>
              <a:chOff x="4052887" y="5153024"/>
              <a:chExt cx="1524000" cy="419100"/>
            </a:xfrm>
          </p:grpSpPr>
          <p:sp>
            <p:nvSpPr>
              <p:cNvPr id="75" name="任意多边形: 形状 74">
                <a:extLst>
                  <a:ext uri="{FF2B5EF4-FFF2-40B4-BE49-F238E27FC236}">
                    <a16:creationId xmlns:a16="http://schemas.microsoft.com/office/drawing/2014/main" id="{C627115E-9AC2-0373-2AEA-7BC61C4442F3}"/>
                  </a:ext>
                </a:extLst>
              </p:cNvPr>
              <p:cNvSpPr/>
              <p:nvPr/>
            </p:nvSpPr>
            <p:spPr>
              <a:xfrm>
                <a:off x="4052887" y="5186362"/>
                <a:ext cx="1524000" cy="385762"/>
              </a:xfrm>
              <a:custGeom>
                <a:avLst/>
                <a:gdLst>
                  <a:gd name="connsiteX0" fmla="*/ 0 w 1524000"/>
                  <a:gd name="connsiteY0" fmla="*/ 385763 h 385762"/>
                  <a:gd name="connsiteX1" fmla="*/ 276796 w 1524000"/>
                  <a:gd name="connsiteY1" fmla="*/ 385572 h 385762"/>
                  <a:gd name="connsiteX2" fmla="*/ 372046 w 1524000"/>
                  <a:gd name="connsiteY2" fmla="*/ 290226 h 385762"/>
                  <a:gd name="connsiteX3" fmla="*/ 372046 w 1524000"/>
                  <a:gd name="connsiteY3" fmla="*/ 142304 h 385762"/>
                  <a:gd name="connsiteX4" fmla="*/ 467296 w 1524000"/>
                  <a:gd name="connsiteY4" fmla="*/ 47054 h 385762"/>
                  <a:gd name="connsiteX5" fmla="*/ 1428750 w 1524000"/>
                  <a:gd name="connsiteY5" fmla="*/ 47054 h 385762"/>
                  <a:gd name="connsiteX6" fmla="*/ 1524000 w 1524000"/>
                  <a:gd name="connsiteY6" fmla="*/ 23526 h 385762"/>
                  <a:gd name="connsiteX7" fmla="*/ 1524000 w 1524000"/>
                  <a:gd name="connsiteY7" fmla="*/ 11811 h 385762"/>
                  <a:gd name="connsiteX8" fmla="*/ 1428750 w 1524000"/>
                  <a:gd name="connsiteY8" fmla="*/ 0 h 385762"/>
                  <a:gd name="connsiteX9" fmla="*/ 794099 w 1524000"/>
                  <a:gd name="connsiteY9" fmla="*/ 0 h 385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24000" h="385762">
                    <a:moveTo>
                      <a:pt x="0" y="385763"/>
                    </a:moveTo>
                    <a:lnTo>
                      <a:pt x="276796" y="385572"/>
                    </a:lnTo>
                    <a:cubicBezTo>
                      <a:pt x="340296" y="385508"/>
                      <a:pt x="372046" y="353727"/>
                      <a:pt x="372046" y="290226"/>
                    </a:cubicBezTo>
                    <a:lnTo>
                      <a:pt x="372046" y="142304"/>
                    </a:lnTo>
                    <a:cubicBezTo>
                      <a:pt x="372046" y="78803"/>
                      <a:pt x="403797" y="47054"/>
                      <a:pt x="467296" y="47054"/>
                    </a:cubicBezTo>
                    <a:lnTo>
                      <a:pt x="1428750" y="47054"/>
                    </a:lnTo>
                    <a:cubicBezTo>
                      <a:pt x="1492250" y="47054"/>
                      <a:pt x="1524000" y="39211"/>
                      <a:pt x="1524000" y="23526"/>
                    </a:cubicBezTo>
                    <a:lnTo>
                      <a:pt x="1524000" y="11811"/>
                    </a:lnTo>
                    <a:cubicBezTo>
                      <a:pt x="1524000" y="3937"/>
                      <a:pt x="1492250" y="0"/>
                      <a:pt x="1428750" y="0"/>
                    </a:cubicBezTo>
                    <a:lnTo>
                      <a:pt x="794099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: 形状 75">
                <a:extLst>
                  <a:ext uri="{FF2B5EF4-FFF2-40B4-BE49-F238E27FC236}">
                    <a16:creationId xmlns:a16="http://schemas.microsoft.com/office/drawing/2014/main" id="{E062C96F-CD75-FBB5-A337-EEC026534D07}"/>
                  </a:ext>
                </a:extLst>
              </p:cNvPr>
              <p:cNvSpPr/>
              <p:nvPr/>
            </p:nvSpPr>
            <p:spPr>
              <a:xfrm>
                <a:off x="4796979" y="5153024"/>
                <a:ext cx="66675" cy="66675"/>
              </a:xfrm>
              <a:custGeom>
                <a:avLst/>
                <a:gdLst>
                  <a:gd name="connsiteX0" fmla="*/ 0 w 66675"/>
                  <a:gd name="connsiteY0" fmla="*/ 33338 h 66675"/>
                  <a:gd name="connsiteX1" fmla="*/ 66675 w 66675"/>
                  <a:gd name="connsiteY1" fmla="*/ 0 h 66675"/>
                  <a:gd name="connsiteX2" fmla="*/ 50006 w 66675"/>
                  <a:gd name="connsiteY2" fmla="*/ 33338 h 66675"/>
                  <a:gd name="connsiteX3" fmla="*/ 66675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66675" y="0"/>
                    </a:lnTo>
                    <a:lnTo>
                      <a:pt x="50006" y="33338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7" name="图形 2">
              <a:extLst>
                <a:ext uri="{FF2B5EF4-FFF2-40B4-BE49-F238E27FC236}">
                  <a16:creationId xmlns:a16="http://schemas.microsoft.com/office/drawing/2014/main" id="{E7B56915-7C45-038D-E976-7C5B169A15CE}"/>
                </a:ext>
              </a:extLst>
            </p:cNvPr>
            <p:cNvGrpSpPr/>
            <p:nvPr/>
          </p:nvGrpSpPr>
          <p:grpSpPr>
            <a:xfrm>
              <a:off x="4691062" y="4948237"/>
              <a:ext cx="1676400" cy="476250"/>
              <a:chOff x="4691062" y="4948237"/>
              <a:chExt cx="1676400" cy="476250"/>
            </a:xfrm>
            <a:solidFill>
              <a:srgbClr val="FFFFDC"/>
            </a:solidFill>
          </p:grpSpPr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CB9B0ABC-36B8-9AB6-EA28-616E8972B3AB}"/>
                  </a:ext>
                </a:extLst>
              </p:cNvPr>
              <p:cNvSpPr/>
              <p:nvPr/>
            </p:nvSpPr>
            <p:spPr>
              <a:xfrm>
                <a:off x="4691062" y="4948237"/>
                <a:ext cx="1676400" cy="476250"/>
              </a:xfrm>
              <a:custGeom>
                <a:avLst/>
                <a:gdLst>
                  <a:gd name="connsiteX0" fmla="*/ 0 w 1676400"/>
                  <a:gd name="connsiteY0" fmla="*/ 476250 h 476250"/>
                  <a:gd name="connsiteX1" fmla="*/ 190500 w 1676400"/>
                  <a:gd name="connsiteY1" fmla="*/ 0 h 476250"/>
                  <a:gd name="connsiteX2" fmla="*/ 1676400 w 1676400"/>
                  <a:gd name="connsiteY2" fmla="*/ 0 h 476250"/>
                  <a:gd name="connsiteX3" fmla="*/ 1485900 w 1676400"/>
                  <a:gd name="connsiteY3" fmla="*/ 47625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6400" h="476250">
                    <a:moveTo>
                      <a:pt x="0" y="476250"/>
                    </a:moveTo>
                    <a:lnTo>
                      <a:pt x="190500" y="0"/>
                    </a:lnTo>
                    <a:lnTo>
                      <a:pt x="1676400" y="0"/>
                    </a:lnTo>
                    <a:lnTo>
                      <a:pt x="1485900" y="476250"/>
                    </a:lnTo>
                    <a:close/>
                  </a:path>
                </a:pathLst>
              </a:custGeom>
              <a:solidFill>
                <a:srgbClr val="FFFFDC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79" name="图片 78">
                <a:extLst>
                  <a:ext uri="{FF2B5EF4-FFF2-40B4-BE49-F238E27FC236}">
                    <a16:creationId xmlns:a16="http://schemas.microsoft.com/office/drawing/2014/main" id="{C2B7D229-BEAC-859E-737C-43F05A2990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95824" y="5072062"/>
                <a:ext cx="1657350" cy="276225"/>
              </a:xfrm>
              <a:custGeom>
                <a:avLst/>
                <a:gdLst>
                  <a:gd name="connsiteX0" fmla="*/ -1 w 1657350"/>
                  <a:gd name="connsiteY0" fmla="*/ -1 h 276225"/>
                  <a:gd name="connsiteX1" fmla="*/ 1657350 w 1657350"/>
                  <a:gd name="connsiteY1" fmla="*/ -1 h 276225"/>
                  <a:gd name="connsiteX2" fmla="*/ 1657350 w 1657350"/>
                  <a:gd name="connsiteY2" fmla="*/ 276225 h 276225"/>
                  <a:gd name="connsiteX3" fmla="*/ -1 w 16573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7350" h="276225">
                    <a:moveTo>
                      <a:pt x="-1" y="-1"/>
                    </a:moveTo>
                    <a:lnTo>
                      <a:pt x="1657350" y="-1"/>
                    </a:lnTo>
                    <a:lnTo>
                      <a:pt x="16573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80" name="图形 2">
              <a:extLst>
                <a:ext uri="{FF2B5EF4-FFF2-40B4-BE49-F238E27FC236}">
                  <a16:creationId xmlns:a16="http://schemas.microsoft.com/office/drawing/2014/main" id="{3E662DA8-BB81-DF1E-6226-101D4F673048}"/>
                </a:ext>
              </a:extLst>
            </p:cNvPr>
            <p:cNvGrpSpPr/>
            <p:nvPr/>
          </p:nvGrpSpPr>
          <p:grpSpPr>
            <a:xfrm>
              <a:off x="6296024" y="5534024"/>
              <a:ext cx="679894" cy="424243"/>
              <a:chOff x="6296024" y="5534024"/>
              <a:chExt cx="679894" cy="424243"/>
            </a:xfrm>
          </p:grpSpPr>
          <p:sp>
            <p:nvSpPr>
              <p:cNvPr id="81" name="任意多边形: 形状 80">
                <a:extLst>
                  <a:ext uri="{FF2B5EF4-FFF2-40B4-BE49-F238E27FC236}">
                    <a16:creationId xmlns:a16="http://schemas.microsoft.com/office/drawing/2014/main" id="{F0E11165-8249-2C60-8047-419FE0EB4316}"/>
                  </a:ext>
                </a:extLst>
              </p:cNvPr>
              <p:cNvSpPr/>
              <p:nvPr/>
            </p:nvSpPr>
            <p:spPr>
              <a:xfrm>
                <a:off x="6296024" y="5567362"/>
                <a:ext cx="629888" cy="390906"/>
              </a:xfrm>
              <a:custGeom>
                <a:avLst/>
                <a:gdLst>
                  <a:gd name="connsiteX0" fmla="*/ 0 w 629888"/>
                  <a:gd name="connsiteY0" fmla="*/ 390525 h 390906"/>
                  <a:gd name="connsiteX1" fmla="*/ 288227 w 629888"/>
                  <a:gd name="connsiteY1" fmla="*/ 390906 h 390906"/>
                  <a:gd name="connsiteX2" fmla="*/ 383477 w 629888"/>
                  <a:gd name="connsiteY2" fmla="*/ 295846 h 390906"/>
                  <a:gd name="connsiteX3" fmla="*/ 383477 w 629888"/>
                  <a:gd name="connsiteY3" fmla="*/ 95250 h 390906"/>
                  <a:gd name="connsiteX4" fmla="*/ 478727 w 629888"/>
                  <a:gd name="connsiteY4" fmla="*/ 0 h 390906"/>
                  <a:gd name="connsiteX5" fmla="*/ 629888 w 629888"/>
                  <a:gd name="connsiteY5" fmla="*/ 0 h 390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29888" h="390906">
                    <a:moveTo>
                      <a:pt x="0" y="390525"/>
                    </a:moveTo>
                    <a:lnTo>
                      <a:pt x="288227" y="390906"/>
                    </a:lnTo>
                    <a:cubicBezTo>
                      <a:pt x="351727" y="391033"/>
                      <a:pt x="383477" y="359347"/>
                      <a:pt x="383477" y="295846"/>
                    </a:cubicBezTo>
                    <a:lnTo>
                      <a:pt x="383477" y="95250"/>
                    </a:lnTo>
                    <a:cubicBezTo>
                      <a:pt x="383477" y="31750"/>
                      <a:pt x="415226" y="0"/>
                      <a:pt x="478727" y="0"/>
                    </a:cubicBezTo>
                    <a:lnTo>
                      <a:pt x="629888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2" name="任意多边形: 形状 81">
                <a:extLst>
                  <a:ext uri="{FF2B5EF4-FFF2-40B4-BE49-F238E27FC236}">
                    <a16:creationId xmlns:a16="http://schemas.microsoft.com/office/drawing/2014/main" id="{3220A676-B383-6799-2215-88C5B8125D53}"/>
                  </a:ext>
                </a:extLst>
              </p:cNvPr>
              <p:cNvSpPr/>
              <p:nvPr/>
            </p:nvSpPr>
            <p:spPr>
              <a:xfrm>
                <a:off x="6909244" y="5534024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3" name="图形 2">
              <a:extLst>
                <a:ext uri="{FF2B5EF4-FFF2-40B4-BE49-F238E27FC236}">
                  <a16:creationId xmlns:a16="http://schemas.microsoft.com/office/drawing/2014/main" id="{C4C2546A-B1F8-727C-D850-B8B6F02D3A77}"/>
                </a:ext>
              </a:extLst>
            </p:cNvPr>
            <p:cNvGrpSpPr/>
            <p:nvPr/>
          </p:nvGrpSpPr>
          <p:grpSpPr>
            <a:xfrm>
              <a:off x="4667249" y="5719762"/>
              <a:ext cx="1724025" cy="476250"/>
              <a:chOff x="4667249" y="5719762"/>
              <a:chExt cx="1724025" cy="476250"/>
            </a:xfrm>
            <a:solidFill>
              <a:srgbClr val="FFFFDE"/>
            </a:solidFill>
          </p:grpSpPr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19F71ECE-45F0-4283-E771-324F5BF964A2}"/>
                  </a:ext>
                </a:extLst>
              </p:cNvPr>
              <p:cNvSpPr/>
              <p:nvPr/>
            </p:nvSpPr>
            <p:spPr>
              <a:xfrm>
                <a:off x="4667249" y="5719762"/>
                <a:ext cx="1724025" cy="476250"/>
              </a:xfrm>
              <a:custGeom>
                <a:avLst/>
                <a:gdLst>
                  <a:gd name="connsiteX0" fmla="*/ 0 w 1724025"/>
                  <a:gd name="connsiteY0" fmla="*/ 476250 h 476250"/>
                  <a:gd name="connsiteX1" fmla="*/ 190500 w 1724025"/>
                  <a:gd name="connsiteY1" fmla="*/ 0 h 476250"/>
                  <a:gd name="connsiteX2" fmla="*/ 1724025 w 1724025"/>
                  <a:gd name="connsiteY2" fmla="*/ 0 h 476250"/>
                  <a:gd name="connsiteX3" fmla="*/ 1533525 w 1724025"/>
                  <a:gd name="connsiteY3" fmla="*/ 47625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4025" h="476250">
                    <a:moveTo>
                      <a:pt x="0" y="476250"/>
                    </a:moveTo>
                    <a:lnTo>
                      <a:pt x="190500" y="0"/>
                    </a:lnTo>
                    <a:lnTo>
                      <a:pt x="1724025" y="0"/>
                    </a:lnTo>
                    <a:lnTo>
                      <a:pt x="1533525" y="476250"/>
                    </a:lnTo>
                    <a:close/>
                  </a:path>
                </a:pathLst>
              </a:custGeom>
              <a:solidFill>
                <a:srgbClr val="FFFFDE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85" name="图片 84">
                <a:extLst>
                  <a:ext uri="{FF2B5EF4-FFF2-40B4-BE49-F238E27FC236}">
                    <a16:creationId xmlns:a16="http://schemas.microsoft.com/office/drawing/2014/main" id="{EC3090A3-1392-46AF-D01D-EE4A9CB75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76774" y="5843587"/>
                <a:ext cx="1704975" cy="276225"/>
              </a:xfrm>
              <a:custGeom>
                <a:avLst/>
                <a:gdLst>
                  <a:gd name="connsiteX0" fmla="*/ -1 w 1704975"/>
                  <a:gd name="connsiteY0" fmla="*/ -1 h 276225"/>
                  <a:gd name="connsiteX1" fmla="*/ 1704975 w 1704975"/>
                  <a:gd name="connsiteY1" fmla="*/ -1 h 276225"/>
                  <a:gd name="connsiteX2" fmla="*/ 1704975 w 1704975"/>
                  <a:gd name="connsiteY2" fmla="*/ 276225 h 276225"/>
                  <a:gd name="connsiteX3" fmla="*/ -1 w 1704975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4975" h="276225">
                    <a:moveTo>
                      <a:pt x="-1" y="-1"/>
                    </a:moveTo>
                    <a:lnTo>
                      <a:pt x="1704975" y="-1"/>
                    </a:lnTo>
                    <a:lnTo>
                      <a:pt x="1704975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2BDEC3B0-7795-3D2B-AA9A-E8AD5DC10CED}"/>
                </a:ext>
              </a:extLst>
            </p:cNvPr>
            <p:cNvSpPr/>
            <p:nvPr/>
          </p:nvSpPr>
          <p:spPr>
            <a:xfrm>
              <a:off x="6983411" y="4757737"/>
              <a:ext cx="174625" cy="1619250"/>
            </a:xfrm>
            <a:custGeom>
              <a:avLst/>
              <a:gdLst>
                <a:gd name="connsiteX0" fmla="*/ 174625 w 174625"/>
                <a:gd name="connsiteY0" fmla="*/ 0 h 1619250"/>
                <a:gd name="connsiteX1" fmla="*/ 127000 w 174625"/>
                <a:gd name="connsiteY1" fmla="*/ 0 h 1619250"/>
                <a:gd name="connsiteX2" fmla="*/ 79375 w 174625"/>
                <a:gd name="connsiteY2" fmla="*/ 95250 h 1619250"/>
                <a:gd name="connsiteX3" fmla="*/ 79375 w 174625"/>
                <a:gd name="connsiteY3" fmla="*/ 714375 h 1619250"/>
                <a:gd name="connsiteX4" fmla="*/ 31750 w 174625"/>
                <a:gd name="connsiteY4" fmla="*/ 809625 h 1619250"/>
                <a:gd name="connsiteX5" fmla="*/ 7938 w 174625"/>
                <a:gd name="connsiteY5" fmla="*/ 809625 h 1619250"/>
                <a:gd name="connsiteX6" fmla="*/ 31750 w 174625"/>
                <a:gd name="connsiteY6" fmla="*/ 809625 h 1619250"/>
                <a:gd name="connsiteX7" fmla="*/ 55563 w 174625"/>
                <a:gd name="connsiteY7" fmla="*/ 809625 h 1619250"/>
                <a:gd name="connsiteX8" fmla="*/ 79375 w 174625"/>
                <a:gd name="connsiteY8" fmla="*/ 904875 h 1619250"/>
                <a:gd name="connsiteX9" fmla="*/ 79375 w 174625"/>
                <a:gd name="connsiteY9" fmla="*/ 1524000 h 1619250"/>
                <a:gd name="connsiteX10" fmla="*/ 127000 w 174625"/>
                <a:gd name="connsiteY10" fmla="*/ 1619250 h 1619250"/>
                <a:gd name="connsiteX11" fmla="*/ 174625 w 174625"/>
                <a:gd name="connsiteY11" fmla="*/ 1619250 h 161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4625" h="1619250">
                  <a:moveTo>
                    <a:pt x="174625" y="0"/>
                  </a:moveTo>
                  <a:lnTo>
                    <a:pt x="127000" y="0"/>
                  </a:lnTo>
                  <a:cubicBezTo>
                    <a:pt x="95250" y="0"/>
                    <a:pt x="79375" y="31750"/>
                    <a:pt x="79375" y="95250"/>
                  </a:cubicBezTo>
                  <a:lnTo>
                    <a:pt x="79375" y="714375"/>
                  </a:lnTo>
                  <a:cubicBezTo>
                    <a:pt x="79375" y="777875"/>
                    <a:pt x="63500" y="809625"/>
                    <a:pt x="31750" y="809625"/>
                  </a:cubicBezTo>
                  <a:lnTo>
                    <a:pt x="7938" y="809625"/>
                  </a:lnTo>
                  <a:cubicBezTo>
                    <a:pt x="-7938" y="809625"/>
                    <a:pt x="0" y="809625"/>
                    <a:pt x="31750" y="809625"/>
                  </a:cubicBezTo>
                  <a:lnTo>
                    <a:pt x="55563" y="809625"/>
                  </a:lnTo>
                  <a:cubicBezTo>
                    <a:pt x="71438" y="809625"/>
                    <a:pt x="79375" y="841375"/>
                    <a:pt x="79375" y="904875"/>
                  </a:cubicBezTo>
                  <a:lnTo>
                    <a:pt x="79375" y="1524000"/>
                  </a:lnTo>
                  <a:cubicBezTo>
                    <a:pt x="79375" y="1587500"/>
                    <a:pt x="95250" y="1619250"/>
                    <a:pt x="127000" y="1619250"/>
                  </a:cubicBezTo>
                  <a:lnTo>
                    <a:pt x="174625" y="161925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87" name="图形 2">
              <a:extLst>
                <a:ext uri="{FF2B5EF4-FFF2-40B4-BE49-F238E27FC236}">
                  <a16:creationId xmlns:a16="http://schemas.microsoft.com/office/drawing/2014/main" id="{2E1D52F3-6F85-2C6D-40B7-FAD158902083}"/>
                </a:ext>
              </a:extLst>
            </p:cNvPr>
            <p:cNvGrpSpPr/>
            <p:nvPr/>
          </p:nvGrpSpPr>
          <p:grpSpPr>
            <a:xfrm>
              <a:off x="7243762" y="4710112"/>
              <a:ext cx="1323975" cy="304800"/>
              <a:chOff x="7243762" y="4710112"/>
              <a:chExt cx="1323975" cy="304800"/>
            </a:xfrm>
            <a:noFill/>
          </p:grpSpPr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6A5DF587-EECB-7674-8EC6-5E655FEA9975}"/>
                  </a:ext>
                </a:extLst>
              </p:cNvPr>
              <p:cNvSpPr/>
              <p:nvPr/>
            </p:nvSpPr>
            <p:spPr>
              <a:xfrm>
                <a:off x="7243762" y="4710112"/>
                <a:ext cx="1323975" cy="285750"/>
              </a:xfrm>
              <a:custGeom>
                <a:avLst/>
                <a:gdLst>
                  <a:gd name="connsiteX0" fmla="*/ 0 w 1323975"/>
                  <a:gd name="connsiteY0" fmla="*/ 0 h 285750"/>
                  <a:gd name="connsiteX1" fmla="*/ 1323975 w 1323975"/>
                  <a:gd name="connsiteY1" fmla="*/ 0 h 285750"/>
                  <a:gd name="connsiteX2" fmla="*/ 1323975 w 1323975"/>
                  <a:gd name="connsiteY2" fmla="*/ 285750 h 285750"/>
                  <a:gd name="connsiteX3" fmla="*/ 0 w 1323975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3975" h="285750">
                    <a:moveTo>
                      <a:pt x="0" y="0"/>
                    </a:moveTo>
                    <a:lnTo>
                      <a:pt x="1323975" y="0"/>
                    </a:lnTo>
                    <a:lnTo>
                      <a:pt x="1323975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89" name="图片 88">
                <a:extLst>
                  <a:ext uri="{FF2B5EF4-FFF2-40B4-BE49-F238E27FC236}">
                    <a16:creationId xmlns:a16="http://schemas.microsoft.com/office/drawing/2014/main" id="{21405087-1CA0-5182-4C09-65D2AD0301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48524" y="4738687"/>
                <a:ext cx="1304925" cy="276225"/>
              </a:xfrm>
              <a:custGeom>
                <a:avLst/>
                <a:gdLst>
                  <a:gd name="connsiteX0" fmla="*/ -1 w 1304925"/>
                  <a:gd name="connsiteY0" fmla="*/ -1 h 276225"/>
                  <a:gd name="connsiteX1" fmla="*/ 1304925 w 1304925"/>
                  <a:gd name="connsiteY1" fmla="*/ -1 h 276225"/>
                  <a:gd name="connsiteX2" fmla="*/ 1304925 w 1304925"/>
                  <a:gd name="connsiteY2" fmla="*/ 276225 h 276225"/>
                  <a:gd name="connsiteX3" fmla="*/ -1 w 1304925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4925" h="276225">
                    <a:moveTo>
                      <a:pt x="-1" y="-1"/>
                    </a:moveTo>
                    <a:lnTo>
                      <a:pt x="1304925" y="-1"/>
                    </a:lnTo>
                    <a:lnTo>
                      <a:pt x="1304925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90" name="图形 2">
              <a:extLst>
                <a:ext uri="{FF2B5EF4-FFF2-40B4-BE49-F238E27FC236}">
                  <a16:creationId xmlns:a16="http://schemas.microsoft.com/office/drawing/2014/main" id="{B44A4365-FB60-E956-AB7D-18C45D6092BC}"/>
                </a:ext>
              </a:extLst>
            </p:cNvPr>
            <p:cNvGrpSpPr/>
            <p:nvPr/>
          </p:nvGrpSpPr>
          <p:grpSpPr>
            <a:xfrm>
              <a:off x="7243762" y="6143624"/>
              <a:ext cx="1362075" cy="309562"/>
              <a:chOff x="7243762" y="6143624"/>
              <a:chExt cx="1362075" cy="309562"/>
            </a:xfrm>
            <a:noFill/>
          </p:grpSpPr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37E9F206-F980-A08D-0BE6-01B7FA3F5720}"/>
                  </a:ext>
                </a:extLst>
              </p:cNvPr>
              <p:cNvSpPr/>
              <p:nvPr/>
            </p:nvSpPr>
            <p:spPr>
              <a:xfrm>
                <a:off x="7243762" y="6143624"/>
                <a:ext cx="1362075" cy="285750"/>
              </a:xfrm>
              <a:custGeom>
                <a:avLst/>
                <a:gdLst>
                  <a:gd name="connsiteX0" fmla="*/ 0 w 1362075"/>
                  <a:gd name="connsiteY0" fmla="*/ 0 h 285750"/>
                  <a:gd name="connsiteX1" fmla="*/ 1362075 w 1362075"/>
                  <a:gd name="connsiteY1" fmla="*/ 0 h 285750"/>
                  <a:gd name="connsiteX2" fmla="*/ 1362075 w 1362075"/>
                  <a:gd name="connsiteY2" fmla="*/ 285750 h 285750"/>
                  <a:gd name="connsiteX3" fmla="*/ 0 w 1362075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2075" h="285750">
                    <a:moveTo>
                      <a:pt x="0" y="0"/>
                    </a:moveTo>
                    <a:lnTo>
                      <a:pt x="1362075" y="0"/>
                    </a:lnTo>
                    <a:lnTo>
                      <a:pt x="1362075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92" name="图片 91">
                <a:extLst>
                  <a:ext uri="{FF2B5EF4-FFF2-40B4-BE49-F238E27FC236}">
                    <a16:creationId xmlns:a16="http://schemas.microsoft.com/office/drawing/2014/main" id="{E1F333DE-0DC6-4450-CD0A-C4B31B6C46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248524" y="6176962"/>
                <a:ext cx="1343025" cy="276225"/>
              </a:xfrm>
              <a:custGeom>
                <a:avLst/>
                <a:gdLst>
                  <a:gd name="connsiteX0" fmla="*/ -1 w 1343025"/>
                  <a:gd name="connsiteY0" fmla="*/ -1 h 276225"/>
                  <a:gd name="connsiteX1" fmla="*/ 1343025 w 1343025"/>
                  <a:gd name="connsiteY1" fmla="*/ -1 h 276225"/>
                  <a:gd name="connsiteX2" fmla="*/ 1343025 w 1343025"/>
                  <a:gd name="connsiteY2" fmla="*/ 276225 h 276225"/>
                  <a:gd name="connsiteX3" fmla="*/ -1 w 1343025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3025" h="276225">
                    <a:moveTo>
                      <a:pt x="-1" y="-1"/>
                    </a:moveTo>
                    <a:lnTo>
                      <a:pt x="1343025" y="-1"/>
                    </a:lnTo>
                    <a:lnTo>
                      <a:pt x="1343025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93" name="图形 2">
              <a:extLst>
                <a:ext uri="{FF2B5EF4-FFF2-40B4-BE49-F238E27FC236}">
                  <a16:creationId xmlns:a16="http://schemas.microsoft.com/office/drawing/2014/main" id="{6B424B08-DCC4-FA99-86C8-F855A60849CA}"/>
                </a:ext>
              </a:extLst>
            </p:cNvPr>
            <p:cNvGrpSpPr/>
            <p:nvPr/>
          </p:nvGrpSpPr>
          <p:grpSpPr>
            <a:xfrm>
              <a:off x="6272212" y="5186362"/>
              <a:ext cx="703707" cy="414337"/>
              <a:chOff x="6272212" y="5186362"/>
              <a:chExt cx="703707" cy="414337"/>
            </a:xfrm>
          </p:grpSpPr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8BA93CDE-0470-CE9D-1C11-697F45178448}"/>
                  </a:ext>
                </a:extLst>
              </p:cNvPr>
              <p:cNvSpPr/>
              <p:nvPr/>
            </p:nvSpPr>
            <p:spPr>
              <a:xfrm>
                <a:off x="6272212" y="5186362"/>
                <a:ext cx="653700" cy="381000"/>
              </a:xfrm>
              <a:custGeom>
                <a:avLst/>
                <a:gdLst>
                  <a:gd name="connsiteX0" fmla="*/ 0 w 653700"/>
                  <a:gd name="connsiteY0" fmla="*/ 0 h 381000"/>
                  <a:gd name="connsiteX1" fmla="*/ 299751 w 653700"/>
                  <a:gd name="connsiteY1" fmla="*/ 0 h 381000"/>
                  <a:gd name="connsiteX2" fmla="*/ 395001 w 653700"/>
                  <a:gd name="connsiteY2" fmla="*/ 95250 h 381000"/>
                  <a:gd name="connsiteX3" fmla="*/ 395001 w 653700"/>
                  <a:gd name="connsiteY3" fmla="*/ 285750 h 381000"/>
                  <a:gd name="connsiteX4" fmla="*/ 490251 w 653700"/>
                  <a:gd name="connsiteY4" fmla="*/ 381000 h 381000"/>
                  <a:gd name="connsiteX5" fmla="*/ 653701 w 653700"/>
                  <a:gd name="connsiteY5" fmla="*/ 381000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3700" h="381000">
                    <a:moveTo>
                      <a:pt x="0" y="0"/>
                    </a:moveTo>
                    <a:lnTo>
                      <a:pt x="299751" y="0"/>
                    </a:lnTo>
                    <a:cubicBezTo>
                      <a:pt x="363252" y="0"/>
                      <a:pt x="395001" y="31750"/>
                      <a:pt x="395001" y="95250"/>
                    </a:cubicBezTo>
                    <a:lnTo>
                      <a:pt x="395001" y="285750"/>
                    </a:lnTo>
                    <a:cubicBezTo>
                      <a:pt x="395001" y="349250"/>
                      <a:pt x="426752" y="381000"/>
                      <a:pt x="490251" y="381000"/>
                    </a:cubicBezTo>
                    <a:lnTo>
                      <a:pt x="653701" y="38100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860A4AB8-B1BF-42B6-FE3F-550C27180779}"/>
                  </a:ext>
                </a:extLst>
              </p:cNvPr>
              <p:cNvSpPr/>
              <p:nvPr/>
            </p:nvSpPr>
            <p:spPr>
              <a:xfrm>
                <a:off x="6909244" y="5534024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6" name="图形 2">
              <a:extLst>
                <a:ext uri="{FF2B5EF4-FFF2-40B4-BE49-F238E27FC236}">
                  <a16:creationId xmlns:a16="http://schemas.microsoft.com/office/drawing/2014/main" id="{4DB457E0-9740-4180-A6B6-363F857670A9}"/>
                </a:ext>
              </a:extLst>
            </p:cNvPr>
            <p:cNvGrpSpPr/>
            <p:nvPr/>
          </p:nvGrpSpPr>
          <p:grpSpPr>
            <a:xfrm>
              <a:off x="3576637" y="4762499"/>
              <a:ext cx="476250" cy="1619250"/>
              <a:chOff x="3576637" y="4762499"/>
              <a:chExt cx="476250" cy="1619250"/>
            </a:xfrm>
            <a:solidFill>
              <a:srgbClr val="DAE8FC"/>
            </a:solidFill>
          </p:grpSpPr>
          <p:sp>
            <p:nvSpPr>
              <p:cNvPr id="97" name="任意多边形: 形状 96">
                <a:extLst>
                  <a:ext uri="{FF2B5EF4-FFF2-40B4-BE49-F238E27FC236}">
                    <a16:creationId xmlns:a16="http://schemas.microsoft.com/office/drawing/2014/main" id="{DD07B924-789E-9047-26C7-3F2B383DC011}"/>
                  </a:ext>
                </a:extLst>
              </p:cNvPr>
              <p:cNvSpPr/>
              <p:nvPr/>
            </p:nvSpPr>
            <p:spPr>
              <a:xfrm rot="10800000" flipV="1">
                <a:off x="3576637" y="4762499"/>
                <a:ext cx="476250" cy="1619250"/>
              </a:xfrm>
              <a:custGeom>
                <a:avLst/>
                <a:gdLst>
                  <a:gd name="connsiteX0" fmla="*/ 404813 w 476250"/>
                  <a:gd name="connsiteY0" fmla="*/ 0 h 1619250"/>
                  <a:gd name="connsiteX1" fmla="*/ 476250 w 476250"/>
                  <a:gd name="connsiteY1" fmla="*/ 71438 h 1619250"/>
                  <a:gd name="connsiteX2" fmla="*/ 476250 w 476250"/>
                  <a:gd name="connsiteY2" fmla="*/ 1547813 h 1619250"/>
                  <a:gd name="connsiteX3" fmla="*/ 404813 w 476250"/>
                  <a:gd name="connsiteY3" fmla="*/ 1619250 h 1619250"/>
                  <a:gd name="connsiteX4" fmla="*/ 71438 w 476250"/>
                  <a:gd name="connsiteY4" fmla="*/ 1619250 h 1619250"/>
                  <a:gd name="connsiteX5" fmla="*/ 0 w 476250"/>
                  <a:gd name="connsiteY5" fmla="*/ 1547813 h 1619250"/>
                  <a:gd name="connsiteX6" fmla="*/ 0 w 476250"/>
                  <a:gd name="connsiteY6" fmla="*/ 71438 h 1619250"/>
                  <a:gd name="connsiteX7" fmla="*/ 71438 w 476250"/>
                  <a:gd name="connsiteY7" fmla="*/ 0 h 1619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0" h="1619250">
                    <a:moveTo>
                      <a:pt x="404813" y="0"/>
                    </a:moveTo>
                    <a:cubicBezTo>
                      <a:pt x="444267" y="0"/>
                      <a:pt x="476250" y="31984"/>
                      <a:pt x="476250" y="71438"/>
                    </a:cubicBezTo>
                    <a:lnTo>
                      <a:pt x="476250" y="1547813"/>
                    </a:lnTo>
                    <a:cubicBezTo>
                      <a:pt x="476250" y="1587267"/>
                      <a:pt x="444267" y="1619250"/>
                      <a:pt x="404813" y="1619250"/>
                    </a:cubicBezTo>
                    <a:lnTo>
                      <a:pt x="71438" y="1619250"/>
                    </a:lnTo>
                    <a:cubicBezTo>
                      <a:pt x="31984" y="1619250"/>
                      <a:pt x="0" y="1587267"/>
                      <a:pt x="0" y="1547813"/>
                    </a:cubicBezTo>
                    <a:lnTo>
                      <a:pt x="0" y="71438"/>
                    </a:lnTo>
                    <a:cubicBezTo>
                      <a:pt x="0" y="31984"/>
                      <a:pt x="31984" y="0"/>
                      <a:pt x="71438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952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98" name="图片 97">
                <a:extLst>
                  <a:ext uri="{FF2B5EF4-FFF2-40B4-BE49-F238E27FC236}">
                    <a16:creationId xmlns:a16="http://schemas.microsoft.com/office/drawing/2014/main" id="{61EA1708-77E1-F811-427C-7B5EA5BBF3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81399" y="5233987"/>
                <a:ext cx="457200" cy="733425"/>
              </a:xfrm>
              <a:custGeom>
                <a:avLst/>
                <a:gdLst>
                  <a:gd name="connsiteX0" fmla="*/ -1 w 457200"/>
                  <a:gd name="connsiteY0" fmla="*/ -1 h 733425"/>
                  <a:gd name="connsiteX1" fmla="*/ 457200 w 457200"/>
                  <a:gd name="connsiteY1" fmla="*/ -1 h 733425"/>
                  <a:gd name="connsiteX2" fmla="*/ 457200 w 457200"/>
                  <a:gd name="connsiteY2" fmla="*/ 733425 h 733425"/>
                  <a:gd name="connsiteX3" fmla="*/ -1 w 457200"/>
                  <a:gd name="connsiteY3" fmla="*/ 733425 h 733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7200" h="733425">
                    <a:moveTo>
                      <a:pt x="-1" y="-1"/>
                    </a:moveTo>
                    <a:lnTo>
                      <a:pt x="457200" y="-1"/>
                    </a:lnTo>
                    <a:lnTo>
                      <a:pt x="457200" y="733425"/>
                    </a:lnTo>
                    <a:lnTo>
                      <a:pt x="-1" y="733425"/>
                    </a:lnTo>
                    <a:close/>
                  </a:path>
                </a:pathLst>
              </a:custGeom>
            </p:spPr>
          </p:pic>
        </p:grpSp>
        <p:grpSp>
          <p:nvGrpSpPr>
            <p:cNvPr id="99" name="图形 2">
              <a:extLst>
                <a:ext uri="{FF2B5EF4-FFF2-40B4-BE49-F238E27FC236}">
                  <a16:creationId xmlns:a16="http://schemas.microsoft.com/office/drawing/2014/main" id="{24A4BE45-8D79-4168-D77C-624F1375C132}"/>
                </a:ext>
              </a:extLst>
            </p:cNvPr>
            <p:cNvGrpSpPr/>
            <p:nvPr/>
          </p:nvGrpSpPr>
          <p:grpSpPr>
            <a:xfrm>
              <a:off x="7243762" y="5186362"/>
              <a:ext cx="1614487" cy="304800"/>
              <a:chOff x="7243762" y="5186362"/>
              <a:chExt cx="1614487" cy="304800"/>
            </a:xfrm>
            <a:noFill/>
          </p:grpSpPr>
          <p:sp>
            <p:nvSpPr>
              <p:cNvPr id="100" name="任意多边形: 形状 99">
                <a:extLst>
                  <a:ext uri="{FF2B5EF4-FFF2-40B4-BE49-F238E27FC236}">
                    <a16:creationId xmlns:a16="http://schemas.microsoft.com/office/drawing/2014/main" id="{AFB71E4A-3003-0271-B84A-E95FB80901FE}"/>
                  </a:ext>
                </a:extLst>
              </p:cNvPr>
              <p:cNvSpPr/>
              <p:nvPr/>
            </p:nvSpPr>
            <p:spPr>
              <a:xfrm>
                <a:off x="7243762" y="5186362"/>
                <a:ext cx="1614487" cy="285750"/>
              </a:xfrm>
              <a:custGeom>
                <a:avLst/>
                <a:gdLst>
                  <a:gd name="connsiteX0" fmla="*/ 0 w 1614487"/>
                  <a:gd name="connsiteY0" fmla="*/ 0 h 285750"/>
                  <a:gd name="connsiteX1" fmla="*/ 1614488 w 1614487"/>
                  <a:gd name="connsiteY1" fmla="*/ 0 h 285750"/>
                  <a:gd name="connsiteX2" fmla="*/ 1614488 w 1614487"/>
                  <a:gd name="connsiteY2" fmla="*/ 285750 h 285750"/>
                  <a:gd name="connsiteX3" fmla="*/ 0 w 1614487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14487" h="285750">
                    <a:moveTo>
                      <a:pt x="0" y="0"/>
                    </a:moveTo>
                    <a:lnTo>
                      <a:pt x="1614488" y="0"/>
                    </a:lnTo>
                    <a:lnTo>
                      <a:pt x="1614488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01" name="图片 100">
                <a:extLst>
                  <a:ext uri="{FF2B5EF4-FFF2-40B4-BE49-F238E27FC236}">
                    <a16:creationId xmlns:a16="http://schemas.microsoft.com/office/drawing/2014/main" id="{A58F5A63-9B1F-2C61-D29A-24BFA1DD19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48524" y="5214937"/>
                <a:ext cx="1590675" cy="276225"/>
              </a:xfrm>
              <a:custGeom>
                <a:avLst/>
                <a:gdLst>
                  <a:gd name="connsiteX0" fmla="*/ -1 w 1590675"/>
                  <a:gd name="connsiteY0" fmla="*/ -1 h 276225"/>
                  <a:gd name="connsiteX1" fmla="*/ 1590675 w 1590675"/>
                  <a:gd name="connsiteY1" fmla="*/ -1 h 276225"/>
                  <a:gd name="connsiteX2" fmla="*/ 1590675 w 1590675"/>
                  <a:gd name="connsiteY2" fmla="*/ 276225 h 276225"/>
                  <a:gd name="connsiteX3" fmla="*/ -1 w 1590675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0675" h="276225">
                    <a:moveTo>
                      <a:pt x="-1" y="-1"/>
                    </a:moveTo>
                    <a:lnTo>
                      <a:pt x="1590675" y="-1"/>
                    </a:lnTo>
                    <a:lnTo>
                      <a:pt x="1590675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102" name="图形 2">
              <a:extLst>
                <a:ext uri="{FF2B5EF4-FFF2-40B4-BE49-F238E27FC236}">
                  <a16:creationId xmlns:a16="http://schemas.microsoft.com/office/drawing/2014/main" id="{989229F3-C5FC-13E8-7253-7342887BA34B}"/>
                </a:ext>
              </a:extLst>
            </p:cNvPr>
            <p:cNvGrpSpPr/>
            <p:nvPr/>
          </p:nvGrpSpPr>
          <p:grpSpPr>
            <a:xfrm>
              <a:off x="7243762" y="5662612"/>
              <a:ext cx="1362075" cy="304800"/>
              <a:chOff x="7243762" y="5662612"/>
              <a:chExt cx="1362075" cy="304800"/>
            </a:xfrm>
            <a:noFill/>
          </p:grpSpPr>
          <p:sp>
            <p:nvSpPr>
              <p:cNvPr id="103" name="任意多边形: 形状 102">
                <a:extLst>
                  <a:ext uri="{FF2B5EF4-FFF2-40B4-BE49-F238E27FC236}">
                    <a16:creationId xmlns:a16="http://schemas.microsoft.com/office/drawing/2014/main" id="{27FD572A-BDD7-9A53-F11E-86827065EB5F}"/>
                  </a:ext>
                </a:extLst>
              </p:cNvPr>
              <p:cNvSpPr/>
              <p:nvPr/>
            </p:nvSpPr>
            <p:spPr>
              <a:xfrm>
                <a:off x="7243762" y="5662612"/>
                <a:ext cx="1362075" cy="285750"/>
              </a:xfrm>
              <a:custGeom>
                <a:avLst/>
                <a:gdLst>
                  <a:gd name="connsiteX0" fmla="*/ 0 w 1362075"/>
                  <a:gd name="connsiteY0" fmla="*/ 0 h 285750"/>
                  <a:gd name="connsiteX1" fmla="*/ 1362075 w 1362075"/>
                  <a:gd name="connsiteY1" fmla="*/ 0 h 285750"/>
                  <a:gd name="connsiteX2" fmla="*/ 1362075 w 1362075"/>
                  <a:gd name="connsiteY2" fmla="*/ 285750 h 285750"/>
                  <a:gd name="connsiteX3" fmla="*/ 0 w 1362075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2075" h="285750">
                    <a:moveTo>
                      <a:pt x="0" y="0"/>
                    </a:moveTo>
                    <a:lnTo>
                      <a:pt x="1362075" y="0"/>
                    </a:lnTo>
                    <a:lnTo>
                      <a:pt x="1362075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04" name="图片 103">
                <a:extLst>
                  <a:ext uri="{FF2B5EF4-FFF2-40B4-BE49-F238E27FC236}">
                    <a16:creationId xmlns:a16="http://schemas.microsoft.com/office/drawing/2014/main" id="{B6ACCC92-CD4A-C82E-8B5B-2968EBE3C8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48524" y="5691187"/>
                <a:ext cx="1343025" cy="276225"/>
              </a:xfrm>
              <a:custGeom>
                <a:avLst/>
                <a:gdLst>
                  <a:gd name="connsiteX0" fmla="*/ -1 w 1343025"/>
                  <a:gd name="connsiteY0" fmla="*/ -1 h 276225"/>
                  <a:gd name="connsiteX1" fmla="*/ 1343025 w 1343025"/>
                  <a:gd name="connsiteY1" fmla="*/ -1 h 276225"/>
                  <a:gd name="connsiteX2" fmla="*/ 1343025 w 1343025"/>
                  <a:gd name="connsiteY2" fmla="*/ 276225 h 276225"/>
                  <a:gd name="connsiteX3" fmla="*/ -1 w 1343025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3025" h="276225">
                    <a:moveTo>
                      <a:pt x="-1" y="-1"/>
                    </a:moveTo>
                    <a:lnTo>
                      <a:pt x="1343025" y="-1"/>
                    </a:lnTo>
                    <a:lnTo>
                      <a:pt x="1343025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105" name="图形 2">
              <a:extLst>
                <a:ext uri="{FF2B5EF4-FFF2-40B4-BE49-F238E27FC236}">
                  <a16:creationId xmlns:a16="http://schemas.microsoft.com/office/drawing/2014/main" id="{43E94A78-0B7D-B63D-B7C3-D4C56B71BF28}"/>
                </a:ext>
              </a:extLst>
            </p:cNvPr>
            <p:cNvGrpSpPr/>
            <p:nvPr/>
          </p:nvGrpSpPr>
          <p:grpSpPr>
            <a:xfrm>
              <a:off x="8605837" y="5803486"/>
              <a:ext cx="1598961" cy="483298"/>
              <a:chOff x="8605837" y="5803486"/>
              <a:chExt cx="1598961" cy="483298"/>
            </a:xfrm>
          </p:grpSpPr>
          <p:sp>
            <p:nvSpPr>
              <p:cNvPr id="106" name="任意多边形: 形状 105">
                <a:extLst>
                  <a:ext uri="{FF2B5EF4-FFF2-40B4-BE49-F238E27FC236}">
                    <a16:creationId xmlns:a16="http://schemas.microsoft.com/office/drawing/2014/main" id="{8B50377A-C7B1-6A7F-1D66-3CD061908D23}"/>
                  </a:ext>
                </a:extLst>
              </p:cNvPr>
              <p:cNvSpPr/>
              <p:nvPr/>
            </p:nvSpPr>
            <p:spPr>
              <a:xfrm>
                <a:off x="8605837" y="5853492"/>
                <a:ext cx="1565624" cy="433292"/>
              </a:xfrm>
              <a:custGeom>
                <a:avLst/>
                <a:gdLst>
                  <a:gd name="connsiteX0" fmla="*/ 0 w 1565624"/>
                  <a:gd name="connsiteY0" fmla="*/ 433007 h 433292"/>
                  <a:gd name="connsiteX1" fmla="*/ 1565434 w 1565624"/>
                  <a:gd name="connsiteY1" fmla="*/ 433293 h 433292"/>
                  <a:gd name="connsiteX2" fmla="*/ 1565624 w 1565624"/>
                  <a:gd name="connsiteY2" fmla="*/ 0 h 433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65624" h="433292">
                    <a:moveTo>
                      <a:pt x="0" y="433007"/>
                    </a:moveTo>
                    <a:lnTo>
                      <a:pt x="1565434" y="433293"/>
                    </a:lnTo>
                    <a:lnTo>
                      <a:pt x="1565624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: 形状 106">
                <a:extLst>
                  <a:ext uri="{FF2B5EF4-FFF2-40B4-BE49-F238E27FC236}">
                    <a16:creationId xmlns:a16="http://schemas.microsoft.com/office/drawing/2014/main" id="{10EB6FB2-7057-773A-9D21-E976D4521A08}"/>
                  </a:ext>
                </a:extLst>
              </p:cNvPr>
              <p:cNvSpPr/>
              <p:nvPr/>
            </p:nvSpPr>
            <p:spPr>
              <a:xfrm>
                <a:off x="10138123" y="5803486"/>
                <a:ext cx="66675" cy="66675"/>
              </a:xfrm>
              <a:custGeom>
                <a:avLst/>
                <a:gdLst>
                  <a:gd name="connsiteX0" fmla="*/ 33433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58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433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58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08" name="图形 2">
              <a:extLst>
                <a:ext uri="{FF2B5EF4-FFF2-40B4-BE49-F238E27FC236}">
                  <a16:creationId xmlns:a16="http://schemas.microsoft.com/office/drawing/2014/main" id="{3422B8E8-D73D-BB5B-0C07-6776913E33B2}"/>
                </a:ext>
              </a:extLst>
            </p:cNvPr>
            <p:cNvGrpSpPr/>
            <p:nvPr/>
          </p:nvGrpSpPr>
          <p:grpSpPr>
            <a:xfrm>
              <a:off x="8567737" y="4852415"/>
              <a:ext cx="1637061" cy="545496"/>
              <a:chOff x="8567737" y="4852415"/>
              <a:chExt cx="1637061" cy="545496"/>
            </a:xfrm>
          </p:grpSpPr>
          <p:sp>
            <p:nvSpPr>
              <p:cNvPr id="109" name="任意多边形: 形状 108">
                <a:extLst>
                  <a:ext uri="{FF2B5EF4-FFF2-40B4-BE49-F238E27FC236}">
                    <a16:creationId xmlns:a16="http://schemas.microsoft.com/office/drawing/2014/main" id="{15F6BE08-A0DE-CF14-E05B-058808BE3321}"/>
                  </a:ext>
                </a:extLst>
              </p:cNvPr>
              <p:cNvSpPr/>
              <p:nvPr/>
            </p:nvSpPr>
            <p:spPr>
              <a:xfrm>
                <a:off x="8567737" y="4852415"/>
                <a:ext cx="1603724" cy="495490"/>
              </a:xfrm>
              <a:custGeom>
                <a:avLst/>
                <a:gdLst>
                  <a:gd name="connsiteX0" fmla="*/ 0 w 1603724"/>
                  <a:gd name="connsiteY0" fmla="*/ 571 h 495490"/>
                  <a:gd name="connsiteX1" fmla="*/ 1603534 w 1603724"/>
                  <a:gd name="connsiteY1" fmla="*/ 0 h 495490"/>
                  <a:gd name="connsiteX2" fmla="*/ 1603724 w 1603724"/>
                  <a:gd name="connsiteY2" fmla="*/ 495491 h 495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03724" h="495490">
                    <a:moveTo>
                      <a:pt x="0" y="571"/>
                    </a:moveTo>
                    <a:lnTo>
                      <a:pt x="1603534" y="0"/>
                    </a:lnTo>
                    <a:lnTo>
                      <a:pt x="1603724" y="495491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C9111422-DF0C-586D-533B-2A67E12326EF}"/>
                  </a:ext>
                </a:extLst>
              </p:cNvPr>
              <p:cNvSpPr/>
              <p:nvPr/>
            </p:nvSpPr>
            <p:spPr>
              <a:xfrm>
                <a:off x="10138123" y="5331237"/>
                <a:ext cx="66675" cy="66675"/>
              </a:xfrm>
              <a:custGeom>
                <a:avLst/>
                <a:gdLst>
                  <a:gd name="connsiteX0" fmla="*/ 33433 w 66675"/>
                  <a:gd name="connsiteY0" fmla="*/ 66675 h 66675"/>
                  <a:gd name="connsiteX1" fmla="*/ 0 w 66675"/>
                  <a:gd name="connsiteY1" fmla="*/ 95 h 66675"/>
                  <a:gd name="connsiteX2" fmla="*/ 33338 w 66675"/>
                  <a:gd name="connsiteY2" fmla="*/ 16669 h 66675"/>
                  <a:gd name="connsiteX3" fmla="*/ 66675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433" y="66675"/>
                    </a:moveTo>
                    <a:lnTo>
                      <a:pt x="0" y="95"/>
                    </a:lnTo>
                    <a:lnTo>
                      <a:pt x="33338" y="16669"/>
                    </a:lnTo>
                    <a:lnTo>
                      <a:pt x="666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27607775-DA45-D848-3A05-02B2ABD16037}"/>
                </a:ext>
              </a:extLst>
            </p:cNvPr>
            <p:cNvSpPr/>
            <p:nvPr/>
          </p:nvSpPr>
          <p:spPr>
            <a:xfrm rot="5400000">
              <a:off x="9585769" y="5083968"/>
              <a:ext cx="188976" cy="838200"/>
            </a:xfrm>
            <a:custGeom>
              <a:avLst/>
              <a:gdLst>
                <a:gd name="connsiteX0" fmla="*/ 0 w 188976"/>
                <a:gd name="connsiteY0" fmla="*/ 0 h 838200"/>
                <a:gd name="connsiteX1" fmla="*/ 188976 w 188976"/>
                <a:gd name="connsiteY1" fmla="*/ 0 h 838200"/>
                <a:gd name="connsiteX2" fmla="*/ 188976 w 188976"/>
                <a:gd name="connsiteY2" fmla="*/ 838200 h 838200"/>
                <a:gd name="connsiteX3" fmla="*/ 0 w 188976"/>
                <a:gd name="connsiteY3" fmla="*/ 838200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976" h="838200">
                  <a:moveTo>
                    <a:pt x="0" y="0"/>
                  </a:moveTo>
                  <a:lnTo>
                    <a:pt x="188976" y="0"/>
                  </a:lnTo>
                  <a:lnTo>
                    <a:pt x="188976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3C6738BD-4AB2-BB33-70D8-2C0AEE0BB534}"/>
                </a:ext>
              </a:extLst>
            </p:cNvPr>
            <p:cNvSpPr/>
            <p:nvPr/>
          </p:nvSpPr>
          <p:spPr>
            <a:xfrm rot="5400000">
              <a:off x="9585769" y="5279230"/>
              <a:ext cx="188976" cy="838200"/>
            </a:xfrm>
            <a:custGeom>
              <a:avLst/>
              <a:gdLst>
                <a:gd name="connsiteX0" fmla="*/ 0 w 188976"/>
                <a:gd name="connsiteY0" fmla="*/ 0 h 838200"/>
                <a:gd name="connsiteX1" fmla="*/ 188976 w 188976"/>
                <a:gd name="connsiteY1" fmla="*/ 0 h 838200"/>
                <a:gd name="connsiteX2" fmla="*/ 188976 w 188976"/>
                <a:gd name="connsiteY2" fmla="*/ 838200 h 838200"/>
                <a:gd name="connsiteX3" fmla="*/ 0 w 188976"/>
                <a:gd name="connsiteY3" fmla="*/ 838200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976" h="838200">
                  <a:moveTo>
                    <a:pt x="0" y="0"/>
                  </a:moveTo>
                  <a:lnTo>
                    <a:pt x="188976" y="0"/>
                  </a:lnTo>
                  <a:lnTo>
                    <a:pt x="188976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13" name="图形 2">
              <a:extLst>
                <a:ext uri="{FF2B5EF4-FFF2-40B4-BE49-F238E27FC236}">
                  <a16:creationId xmlns:a16="http://schemas.microsoft.com/office/drawing/2014/main" id="{3345AA35-6734-24E8-5DE7-7C7F638FD3E3}"/>
                </a:ext>
              </a:extLst>
            </p:cNvPr>
            <p:cNvGrpSpPr/>
            <p:nvPr/>
          </p:nvGrpSpPr>
          <p:grpSpPr>
            <a:xfrm>
              <a:off x="8858249" y="5329237"/>
              <a:ext cx="387096" cy="169449"/>
              <a:chOff x="8858249" y="5329237"/>
              <a:chExt cx="387096" cy="169449"/>
            </a:xfrm>
          </p:grpSpPr>
          <p:sp>
            <p:nvSpPr>
              <p:cNvPr id="114" name="任意多边形: 形状 113">
                <a:extLst>
                  <a:ext uri="{FF2B5EF4-FFF2-40B4-BE49-F238E27FC236}">
                    <a16:creationId xmlns:a16="http://schemas.microsoft.com/office/drawing/2014/main" id="{9B01E29F-9692-5143-76A9-69C47759879C}"/>
                  </a:ext>
                </a:extLst>
              </p:cNvPr>
              <p:cNvSpPr/>
              <p:nvPr/>
            </p:nvSpPr>
            <p:spPr>
              <a:xfrm>
                <a:off x="8858249" y="5329237"/>
                <a:ext cx="341090" cy="145256"/>
              </a:xfrm>
              <a:custGeom>
                <a:avLst/>
                <a:gdLst>
                  <a:gd name="connsiteX0" fmla="*/ 0 w 341090"/>
                  <a:gd name="connsiteY0" fmla="*/ 0 h 145256"/>
                  <a:gd name="connsiteX1" fmla="*/ 341090 w 341090"/>
                  <a:gd name="connsiteY1" fmla="*/ 145256 h 145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1090" h="145256">
                    <a:moveTo>
                      <a:pt x="0" y="0"/>
                    </a:moveTo>
                    <a:lnTo>
                      <a:pt x="341090" y="145256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5" name="任意多边形: 形状 114">
                <a:extLst>
                  <a:ext uri="{FF2B5EF4-FFF2-40B4-BE49-F238E27FC236}">
                    <a16:creationId xmlns:a16="http://schemas.microsoft.com/office/drawing/2014/main" id="{3F7B72FB-C16D-68C4-F9DC-1775C6A2337B}"/>
                  </a:ext>
                </a:extLst>
              </p:cNvPr>
              <p:cNvSpPr/>
              <p:nvPr/>
            </p:nvSpPr>
            <p:spPr>
              <a:xfrm>
                <a:off x="9170955" y="5437345"/>
                <a:ext cx="74390" cy="61341"/>
              </a:xfrm>
              <a:custGeom>
                <a:avLst/>
                <a:gdLst>
                  <a:gd name="connsiteX0" fmla="*/ 74390 w 74390"/>
                  <a:gd name="connsiteY0" fmla="*/ 56769 h 61341"/>
                  <a:gd name="connsiteX1" fmla="*/ 0 w 74390"/>
                  <a:gd name="connsiteY1" fmla="*/ 61341 h 61341"/>
                  <a:gd name="connsiteX2" fmla="*/ 28384 w 74390"/>
                  <a:gd name="connsiteY2" fmla="*/ 37148 h 61341"/>
                  <a:gd name="connsiteX3" fmla="*/ 26098 w 74390"/>
                  <a:gd name="connsiteY3" fmla="*/ 0 h 61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390" h="61341">
                    <a:moveTo>
                      <a:pt x="74390" y="56769"/>
                    </a:moveTo>
                    <a:lnTo>
                      <a:pt x="0" y="61341"/>
                    </a:lnTo>
                    <a:lnTo>
                      <a:pt x="28384" y="37148"/>
                    </a:lnTo>
                    <a:lnTo>
                      <a:pt x="2609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6" name="图形 2">
              <a:extLst>
                <a:ext uri="{FF2B5EF4-FFF2-40B4-BE49-F238E27FC236}">
                  <a16:creationId xmlns:a16="http://schemas.microsoft.com/office/drawing/2014/main" id="{8D6A4C3B-6033-FA2A-4D20-B89AB62F942A}"/>
                </a:ext>
              </a:extLst>
            </p:cNvPr>
            <p:cNvGrpSpPr/>
            <p:nvPr/>
          </p:nvGrpSpPr>
          <p:grpSpPr>
            <a:xfrm>
              <a:off x="8605837" y="5677947"/>
              <a:ext cx="644842" cy="127539"/>
              <a:chOff x="8605837" y="5677947"/>
              <a:chExt cx="644842" cy="127539"/>
            </a:xfrm>
          </p:grpSpPr>
          <p:sp>
            <p:nvSpPr>
              <p:cNvPr id="117" name="任意多边形: 形状 116">
                <a:extLst>
                  <a:ext uri="{FF2B5EF4-FFF2-40B4-BE49-F238E27FC236}">
                    <a16:creationId xmlns:a16="http://schemas.microsoft.com/office/drawing/2014/main" id="{F6A75145-D2AF-38C0-AA48-4B49B3440BB3}"/>
                  </a:ext>
                </a:extLst>
              </p:cNvPr>
              <p:cNvSpPr/>
              <p:nvPr/>
            </p:nvSpPr>
            <p:spPr>
              <a:xfrm>
                <a:off x="8605837" y="5708141"/>
                <a:ext cx="595503" cy="97345"/>
              </a:xfrm>
              <a:custGeom>
                <a:avLst/>
                <a:gdLst>
                  <a:gd name="connsiteX0" fmla="*/ 0 w 595503"/>
                  <a:gd name="connsiteY0" fmla="*/ 97345 h 97345"/>
                  <a:gd name="connsiteX1" fmla="*/ 595503 w 595503"/>
                  <a:gd name="connsiteY1" fmla="*/ 0 h 97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95503" h="97345">
                    <a:moveTo>
                      <a:pt x="0" y="97345"/>
                    </a:moveTo>
                    <a:lnTo>
                      <a:pt x="595503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8" name="任意多边形: 形状 117">
                <a:extLst>
                  <a:ext uri="{FF2B5EF4-FFF2-40B4-BE49-F238E27FC236}">
                    <a16:creationId xmlns:a16="http://schemas.microsoft.com/office/drawing/2014/main" id="{4DFEE317-7994-39ED-3C55-F06E77F6A153}"/>
                  </a:ext>
                </a:extLst>
              </p:cNvPr>
              <p:cNvSpPr/>
              <p:nvPr/>
            </p:nvSpPr>
            <p:spPr>
              <a:xfrm>
                <a:off x="9179527" y="5677947"/>
                <a:ext cx="71152" cy="65722"/>
              </a:xfrm>
              <a:custGeom>
                <a:avLst/>
                <a:gdLst>
                  <a:gd name="connsiteX0" fmla="*/ 71152 w 71152"/>
                  <a:gd name="connsiteY0" fmla="*/ 22098 h 65722"/>
                  <a:gd name="connsiteX1" fmla="*/ 10763 w 71152"/>
                  <a:gd name="connsiteY1" fmla="*/ 65723 h 65722"/>
                  <a:gd name="connsiteX2" fmla="*/ 21813 w 71152"/>
                  <a:gd name="connsiteY2" fmla="*/ 30195 h 65722"/>
                  <a:gd name="connsiteX3" fmla="*/ 0 w 71152"/>
                  <a:gd name="connsiteY3" fmla="*/ 0 h 65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152" h="65722">
                    <a:moveTo>
                      <a:pt x="71152" y="22098"/>
                    </a:moveTo>
                    <a:lnTo>
                      <a:pt x="10763" y="65723"/>
                    </a:lnTo>
                    <a:lnTo>
                      <a:pt x="21813" y="301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19" name="任意多边形: 形状 118">
              <a:extLst>
                <a:ext uri="{FF2B5EF4-FFF2-40B4-BE49-F238E27FC236}">
                  <a16:creationId xmlns:a16="http://schemas.microsoft.com/office/drawing/2014/main" id="{FC1667AF-3177-1401-97C9-694403CA4D1E}"/>
                </a:ext>
              </a:extLst>
            </p:cNvPr>
            <p:cNvSpPr/>
            <p:nvPr/>
          </p:nvSpPr>
          <p:spPr>
            <a:xfrm rot="5400000">
              <a:off x="10077068" y="5426868"/>
              <a:ext cx="188976" cy="152400"/>
            </a:xfrm>
            <a:custGeom>
              <a:avLst/>
              <a:gdLst>
                <a:gd name="connsiteX0" fmla="*/ 0 w 188976"/>
                <a:gd name="connsiteY0" fmla="*/ 0 h 152400"/>
                <a:gd name="connsiteX1" fmla="*/ 188976 w 188976"/>
                <a:gd name="connsiteY1" fmla="*/ 0 h 152400"/>
                <a:gd name="connsiteX2" fmla="*/ 188976 w 188976"/>
                <a:gd name="connsiteY2" fmla="*/ 152400 h 152400"/>
                <a:gd name="connsiteX3" fmla="*/ 0 w 188976"/>
                <a:gd name="connsiteY3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976" h="152400">
                  <a:moveTo>
                    <a:pt x="0" y="0"/>
                  </a:moveTo>
                  <a:lnTo>
                    <a:pt x="188976" y="0"/>
                  </a:lnTo>
                  <a:lnTo>
                    <a:pt x="18897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任意多边形: 形状 119">
              <a:extLst>
                <a:ext uri="{FF2B5EF4-FFF2-40B4-BE49-F238E27FC236}">
                  <a16:creationId xmlns:a16="http://schemas.microsoft.com/office/drawing/2014/main" id="{40ACFBE9-B9B5-FC7C-25EB-92C97B358988}"/>
                </a:ext>
              </a:extLst>
            </p:cNvPr>
            <p:cNvSpPr/>
            <p:nvPr/>
          </p:nvSpPr>
          <p:spPr>
            <a:xfrm rot="5400000">
              <a:off x="10077068" y="5622130"/>
              <a:ext cx="188976" cy="152400"/>
            </a:xfrm>
            <a:custGeom>
              <a:avLst/>
              <a:gdLst>
                <a:gd name="connsiteX0" fmla="*/ 0 w 188976"/>
                <a:gd name="connsiteY0" fmla="*/ 0 h 152400"/>
                <a:gd name="connsiteX1" fmla="*/ 188976 w 188976"/>
                <a:gd name="connsiteY1" fmla="*/ 0 h 152400"/>
                <a:gd name="connsiteX2" fmla="*/ 188976 w 188976"/>
                <a:gd name="connsiteY2" fmla="*/ 152400 h 152400"/>
                <a:gd name="connsiteX3" fmla="*/ 0 w 188976"/>
                <a:gd name="connsiteY3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976" h="152400">
                  <a:moveTo>
                    <a:pt x="0" y="0"/>
                  </a:moveTo>
                  <a:lnTo>
                    <a:pt x="188976" y="0"/>
                  </a:lnTo>
                  <a:lnTo>
                    <a:pt x="18897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6622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4E28D-2EBC-B6CA-07B7-3B9E2ED4E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图形 6">
            <a:extLst>
              <a:ext uri="{FF2B5EF4-FFF2-40B4-BE49-F238E27FC236}">
                <a16:creationId xmlns:a16="http://schemas.microsoft.com/office/drawing/2014/main" id="{A8AA8A8E-1EDD-A03D-0FA2-7F9CB465AC32}"/>
              </a:ext>
            </a:extLst>
          </p:cNvPr>
          <p:cNvGrpSpPr/>
          <p:nvPr/>
        </p:nvGrpSpPr>
        <p:grpSpPr>
          <a:xfrm>
            <a:off x="5712" y="322293"/>
            <a:ext cx="6559181" cy="1332805"/>
            <a:chOff x="5712" y="322293"/>
            <a:chExt cx="6559181" cy="1332805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F2FA9BD4-3DA2-192B-9809-8678D56C71B6}"/>
                </a:ext>
              </a:extLst>
            </p:cNvPr>
            <p:cNvSpPr/>
            <p:nvPr/>
          </p:nvSpPr>
          <p:spPr>
            <a:xfrm>
              <a:off x="2161049" y="322293"/>
              <a:ext cx="4188818" cy="1332805"/>
            </a:xfrm>
            <a:custGeom>
              <a:avLst/>
              <a:gdLst>
                <a:gd name="connsiteX0" fmla="*/ 4122178 w 4188818"/>
                <a:gd name="connsiteY0" fmla="*/ 0 h 1332805"/>
                <a:gd name="connsiteX1" fmla="*/ 4188818 w 4188818"/>
                <a:gd name="connsiteY1" fmla="*/ 66640 h 1332805"/>
                <a:gd name="connsiteX2" fmla="*/ 4188818 w 4188818"/>
                <a:gd name="connsiteY2" fmla="*/ 1266166 h 1332805"/>
                <a:gd name="connsiteX3" fmla="*/ 4122178 w 4188818"/>
                <a:gd name="connsiteY3" fmla="*/ 1332806 h 1332805"/>
                <a:gd name="connsiteX4" fmla="*/ 66640 w 4188818"/>
                <a:gd name="connsiteY4" fmla="*/ 1332806 h 1332805"/>
                <a:gd name="connsiteX5" fmla="*/ 0 w 4188818"/>
                <a:gd name="connsiteY5" fmla="*/ 1266166 h 1332805"/>
                <a:gd name="connsiteX6" fmla="*/ 0 w 4188818"/>
                <a:gd name="connsiteY6" fmla="*/ 66640 h 1332805"/>
                <a:gd name="connsiteX7" fmla="*/ 66640 w 4188818"/>
                <a:gd name="connsiteY7" fmla="*/ 0 h 133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88818" h="1332805">
                  <a:moveTo>
                    <a:pt x="4122178" y="0"/>
                  </a:moveTo>
                  <a:cubicBezTo>
                    <a:pt x="4158983" y="0"/>
                    <a:pt x="4188818" y="29836"/>
                    <a:pt x="4188818" y="66640"/>
                  </a:cubicBezTo>
                  <a:lnTo>
                    <a:pt x="4188818" y="1266166"/>
                  </a:lnTo>
                  <a:cubicBezTo>
                    <a:pt x="4188818" y="1302970"/>
                    <a:pt x="4158983" y="1332806"/>
                    <a:pt x="4122178" y="1332806"/>
                  </a:cubicBezTo>
                  <a:lnTo>
                    <a:pt x="66640" y="1332806"/>
                  </a:lnTo>
                  <a:cubicBezTo>
                    <a:pt x="29836" y="1332806"/>
                    <a:pt x="0" y="1302970"/>
                    <a:pt x="0" y="1266166"/>
                  </a:cubicBezTo>
                  <a:lnTo>
                    <a:pt x="0" y="66640"/>
                  </a:lnTo>
                  <a:cubicBezTo>
                    <a:pt x="0" y="29836"/>
                    <a:pt x="29836" y="0"/>
                    <a:pt x="66640" y="0"/>
                  </a:cubicBezTo>
                  <a:close/>
                </a:path>
              </a:pathLst>
            </a:custGeom>
            <a:solidFill>
              <a:srgbClr val="FFF2CC"/>
            </a:solidFill>
            <a:ln w="6347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8" name="图形 6">
              <a:extLst>
                <a:ext uri="{FF2B5EF4-FFF2-40B4-BE49-F238E27FC236}">
                  <a16:creationId xmlns:a16="http://schemas.microsoft.com/office/drawing/2014/main" id="{D00B4D9D-CEBC-F025-B970-46F9AA8A3C14}"/>
                </a:ext>
              </a:extLst>
            </p:cNvPr>
            <p:cNvGrpSpPr/>
            <p:nvPr/>
          </p:nvGrpSpPr>
          <p:grpSpPr>
            <a:xfrm>
              <a:off x="2021422" y="1023602"/>
              <a:ext cx="238826" cy="44426"/>
              <a:chOff x="2021422" y="1023602"/>
              <a:chExt cx="238826" cy="44426"/>
            </a:xfrm>
          </p:grpSpPr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D4B3FBA7-2D06-13BF-244F-5334DCF21CD9}"/>
                  </a:ext>
                </a:extLst>
              </p:cNvPr>
              <p:cNvSpPr/>
              <p:nvPr/>
            </p:nvSpPr>
            <p:spPr>
              <a:xfrm>
                <a:off x="2021422" y="1045816"/>
                <a:ext cx="205505" cy="6346"/>
              </a:xfrm>
              <a:custGeom>
                <a:avLst/>
                <a:gdLst>
                  <a:gd name="connsiteX0" fmla="*/ 0 w 205505"/>
                  <a:gd name="connsiteY0" fmla="*/ 0 h 6346"/>
                  <a:gd name="connsiteX1" fmla="*/ 126934 w 205505"/>
                  <a:gd name="connsiteY1" fmla="*/ 0 h 6346"/>
                  <a:gd name="connsiteX2" fmla="*/ 205506 w 205505"/>
                  <a:gd name="connsiteY2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5505" h="6346">
                    <a:moveTo>
                      <a:pt x="0" y="0"/>
                    </a:moveTo>
                    <a:lnTo>
                      <a:pt x="126934" y="0"/>
                    </a:lnTo>
                    <a:lnTo>
                      <a:pt x="205506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25C0C74C-C9C1-2535-0568-7B55D5EF2AEE}"/>
                  </a:ext>
                </a:extLst>
              </p:cNvPr>
              <p:cNvSpPr/>
              <p:nvPr/>
            </p:nvSpPr>
            <p:spPr>
              <a:xfrm>
                <a:off x="2215821" y="1023602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" name="图形 6">
              <a:extLst>
                <a:ext uri="{FF2B5EF4-FFF2-40B4-BE49-F238E27FC236}">
                  <a16:creationId xmlns:a16="http://schemas.microsoft.com/office/drawing/2014/main" id="{8DDBA11A-2DB1-FC0E-84A0-807A8C62E919}"/>
                </a:ext>
              </a:extLst>
            </p:cNvPr>
            <p:cNvGrpSpPr/>
            <p:nvPr/>
          </p:nvGrpSpPr>
          <p:grpSpPr>
            <a:xfrm>
              <a:off x="752083" y="823681"/>
              <a:ext cx="1269338" cy="444268"/>
              <a:chOff x="752083" y="823681"/>
              <a:chExt cx="1269338" cy="444268"/>
            </a:xfrm>
            <a:solidFill>
              <a:srgbClr val="FFF2CC"/>
            </a:solidFill>
          </p:grpSpPr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FF7474F1-4F48-CEAA-0E63-6053662C945F}"/>
                  </a:ext>
                </a:extLst>
              </p:cNvPr>
              <p:cNvSpPr/>
              <p:nvPr/>
            </p:nvSpPr>
            <p:spPr>
              <a:xfrm>
                <a:off x="752083" y="823681"/>
                <a:ext cx="1269338" cy="444268"/>
              </a:xfrm>
              <a:custGeom>
                <a:avLst/>
                <a:gdLst>
                  <a:gd name="connsiteX0" fmla="*/ 1202699 w 1269338"/>
                  <a:gd name="connsiteY0" fmla="*/ 0 h 444268"/>
                  <a:gd name="connsiteX1" fmla="*/ 1269339 w 1269338"/>
                  <a:gd name="connsiteY1" fmla="*/ 66640 h 444268"/>
                  <a:gd name="connsiteX2" fmla="*/ 1269339 w 1269338"/>
                  <a:gd name="connsiteY2" fmla="*/ 377628 h 444268"/>
                  <a:gd name="connsiteX3" fmla="*/ 1202699 w 1269338"/>
                  <a:gd name="connsiteY3" fmla="*/ 444269 h 444268"/>
                  <a:gd name="connsiteX4" fmla="*/ 66640 w 1269338"/>
                  <a:gd name="connsiteY4" fmla="*/ 444269 h 444268"/>
                  <a:gd name="connsiteX5" fmla="*/ 0 w 1269338"/>
                  <a:gd name="connsiteY5" fmla="*/ 377628 h 444268"/>
                  <a:gd name="connsiteX6" fmla="*/ 0 w 1269338"/>
                  <a:gd name="connsiteY6" fmla="*/ 66640 h 444268"/>
                  <a:gd name="connsiteX7" fmla="*/ 66640 w 1269338"/>
                  <a:gd name="connsiteY7" fmla="*/ 0 h 444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69338" h="444268">
                    <a:moveTo>
                      <a:pt x="1202699" y="0"/>
                    </a:moveTo>
                    <a:cubicBezTo>
                      <a:pt x="1239503" y="0"/>
                      <a:pt x="1269339" y="29836"/>
                      <a:pt x="1269339" y="66640"/>
                    </a:cubicBezTo>
                    <a:lnTo>
                      <a:pt x="1269339" y="377628"/>
                    </a:lnTo>
                    <a:cubicBezTo>
                      <a:pt x="1269339" y="414433"/>
                      <a:pt x="1239503" y="444269"/>
                      <a:pt x="1202699" y="444269"/>
                    </a:cubicBezTo>
                    <a:lnTo>
                      <a:pt x="66640" y="444269"/>
                    </a:lnTo>
                    <a:cubicBezTo>
                      <a:pt x="29836" y="444269"/>
                      <a:pt x="0" y="414433"/>
                      <a:pt x="0" y="377628"/>
                    </a:cubicBezTo>
                    <a:lnTo>
                      <a:pt x="0" y="66640"/>
                    </a:lnTo>
                    <a:cubicBezTo>
                      <a:pt x="0" y="29836"/>
                      <a:pt x="29836" y="0"/>
                      <a:pt x="66640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6347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A7A99B39-0F79-61C8-5C95-08F947B50A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58429" y="969655"/>
                <a:ext cx="1256645" cy="171360"/>
              </a:xfrm>
              <a:custGeom>
                <a:avLst/>
                <a:gdLst>
                  <a:gd name="connsiteX0" fmla="*/ -1 w 1256645"/>
                  <a:gd name="connsiteY0" fmla="*/ -1 h 171360"/>
                  <a:gd name="connsiteX1" fmla="*/ 1256645 w 1256645"/>
                  <a:gd name="connsiteY1" fmla="*/ -1 h 171360"/>
                  <a:gd name="connsiteX2" fmla="*/ 1256645 w 1256645"/>
                  <a:gd name="connsiteY2" fmla="*/ 171360 h 171360"/>
                  <a:gd name="connsiteX3" fmla="*/ -1 w 1256645"/>
                  <a:gd name="connsiteY3" fmla="*/ 171360 h 171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645" h="171360">
                    <a:moveTo>
                      <a:pt x="-1" y="-1"/>
                    </a:moveTo>
                    <a:lnTo>
                      <a:pt x="1256645" y="-1"/>
                    </a:lnTo>
                    <a:lnTo>
                      <a:pt x="1256645" y="171360"/>
                    </a:lnTo>
                    <a:lnTo>
                      <a:pt x="-1" y="171360"/>
                    </a:lnTo>
                    <a:close/>
                  </a:path>
                </a:pathLst>
              </a:custGeom>
            </p:spPr>
          </p:pic>
        </p:grpSp>
        <p:grpSp>
          <p:nvGrpSpPr>
            <p:cNvPr id="14" name="图形 6">
              <a:extLst>
                <a:ext uri="{FF2B5EF4-FFF2-40B4-BE49-F238E27FC236}">
                  <a16:creationId xmlns:a16="http://schemas.microsoft.com/office/drawing/2014/main" id="{9A6ED338-3BEB-6870-BB33-549CA5BEB848}"/>
                </a:ext>
              </a:extLst>
            </p:cNvPr>
            <p:cNvGrpSpPr/>
            <p:nvPr/>
          </p:nvGrpSpPr>
          <p:grpSpPr>
            <a:xfrm>
              <a:off x="444268" y="1023602"/>
              <a:ext cx="300706" cy="44426"/>
              <a:chOff x="444268" y="1023602"/>
              <a:chExt cx="300706" cy="44426"/>
            </a:xfrm>
          </p:grpSpPr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1A60521-728E-67E6-E0F3-6F6419175B02}"/>
                  </a:ext>
                </a:extLst>
              </p:cNvPr>
              <p:cNvSpPr/>
              <p:nvPr/>
            </p:nvSpPr>
            <p:spPr>
              <a:xfrm>
                <a:off x="444268" y="1045816"/>
                <a:ext cx="267386" cy="6346"/>
              </a:xfrm>
              <a:custGeom>
                <a:avLst/>
                <a:gdLst>
                  <a:gd name="connsiteX0" fmla="*/ 0 w 267386"/>
                  <a:gd name="connsiteY0" fmla="*/ 0 h 6346"/>
                  <a:gd name="connsiteX1" fmla="*/ 267386 w 267386"/>
                  <a:gd name="connsiteY1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67386" h="6346">
                    <a:moveTo>
                      <a:pt x="0" y="0"/>
                    </a:moveTo>
                    <a:lnTo>
                      <a:pt x="267386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E412D9C-5001-816E-ED90-23F472CF3CA8}"/>
                  </a:ext>
                </a:extLst>
              </p:cNvPr>
              <p:cNvSpPr/>
              <p:nvPr/>
            </p:nvSpPr>
            <p:spPr>
              <a:xfrm>
                <a:off x="700548" y="1023602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5CEF4766-3023-4F88-FA1E-1E726F9F61AF}"/>
                </a:ext>
              </a:extLst>
            </p:cNvPr>
            <p:cNvSpPr/>
            <p:nvPr/>
          </p:nvSpPr>
          <p:spPr>
            <a:xfrm>
              <a:off x="5712" y="820508"/>
              <a:ext cx="430940" cy="444264"/>
            </a:xfrm>
            <a:custGeom>
              <a:avLst/>
              <a:gdLst>
                <a:gd name="connsiteX0" fmla="*/ 274325 w 430940"/>
                <a:gd name="connsiteY0" fmla="*/ -398 h 444264"/>
                <a:gd name="connsiteX1" fmla="*/ 302567 w 430940"/>
                <a:gd name="connsiteY1" fmla="*/ 11286 h 444264"/>
                <a:gd name="connsiteX2" fmla="*/ 383966 w 430940"/>
                <a:gd name="connsiteY2" fmla="*/ 92511 h 444264"/>
                <a:gd name="connsiteX3" fmla="*/ 395703 w 430940"/>
                <a:gd name="connsiteY3" fmla="*/ 120811 h 444264"/>
                <a:gd name="connsiteX4" fmla="*/ 395703 w 430940"/>
                <a:gd name="connsiteY4" fmla="*/ 173146 h 444264"/>
                <a:gd name="connsiteX5" fmla="*/ 430458 w 430940"/>
                <a:gd name="connsiteY5" fmla="*/ 207892 h 444264"/>
                <a:gd name="connsiteX6" fmla="*/ 430458 w 430940"/>
                <a:gd name="connsiteY6" fmla="*/ 346638 h 444264"/>
                <a:gd name="connsiteX7" fmla="*/ 396809 w 430940"/>
                <a:gd name="connsiteY7" fmla="*/ 381375 h 444264"/>
                <a:gd name="connsiteX8" fmla="*/ 395703 w 430940"/>
                <a:gd name="connsiteY8" fmla="*/ 381388 h 444264"/>
                <a:gd name="connsiteX9" fmla="*/ 395703 w 430940"/>
                <a:gd name="connsiteY9" fmla="*/ 402216 h 444264"/>
                <a:gd name="connsiteX10" fmla="*/ 354000 w 430940"/>
                <a:gd name="connsiteY10" fmla="*/ 443866 h 444264"/>
                <a:gd name="connsiteX11" fmla="*/ 75976 w 430940"/>
                <a:gd name="connsiteY11" fmla="*/ 443866 h 444264"/>
                <a:gd name="connsiteX12" fmla="*/ 34273 w 430940"/>
                <a:gd name="connsiteY12" fmla="*/ 402216 h 444264"/>
                <a:gd name="connsiteX13" fmla="*/ 34273 w 430940"/>
                <a:gd name="connsiteY13" fmla="*/ 381388 h 444264"/>
                <a:gd name="connsiteX14" fmla="*/ -482 w 430940"/>
                <a:gd name="connsiteY14" fmla="*/ 346642 h 444264"/>
                <a:gd name="connsiteX15" fmla="*/ -482 w 430940"/>
                <a:gd name="connsiteY15" fmla="*/ 207897 h 444264"/>
                <a:gd name="connsiteX16" fmla="*/ 33167 w 430940"/>
                <a:gd name="connsiteY16" fmla="*/ 173159 h 444264"/>
                <a:gd name="connsiteX17" fmla="*/ 34273 w 430940"/>
                <a:gd name="connsiteY17" fmla="*/ 173142 h 444264"/>
                <a:gd name="connsiteX18" fmla="*/ 34273 w 430940"/>
                <a:gd name="connsiteY18" fmla="*/ 41252 h 444264"/>
                <a:gd name="connsiteX19" fmla="*/ 75976 w 430940"/>
                <a:gd name="connsiteY19" fmla="*/ -398 h 444264"/>
                <a:gd name="connsiteX20" fmla="*/ 274325 w 430940"/>
                <a:gd name="connsiteY20" fmla="*/ -398 h 444264"/>
                <a:gd name="connsiteX21" fmla="*/ 354000 w 430940"/>
                <a:gd name="connsiteY21" fmla="*/ 381393 h 444264"/>
                <a:gd name="connsiteX22" fmla="*/ 75976 w 430940"/>
                <a:gd name="connsiteY22" fmla="*/ 381393 h 444264"/>
                <a:gd name="connsiteX23" fmla="*/ 75976 w 430940"/>
                <a:gd name="connsiteY23" fmla="*/ 388892 h 444264"/>
                <a:gd name="connsiteX24" fmla="*/ 89304 w 430940"/>
                <a:gd name="connsiteY24" fmla="*/ 402220 h 444264"/>
                <a:gd name="connsiteX25" fmla="*/ 340672 w 430940"/>
                <a:gd name="connsiteY25" fmla="*/ 402220 h 444264"/>
                <a:gd name="connsiteX26" fmla="*/ 354000 w 430940"/>
                <a:gd name="connsiteY26" fmla="*/ 388892 h 444264"/>
                <a:gd name="connsiteX27" fmla="*/ 354000 w 430940"/>
                <a:gd name="connsiteY27" fmla="*/ 381393 h 444264"/>
                <a:gd name="connsiteX28" fmla="*/ 209657 w 430940"/>
                <a:gd name="connsiteY28" fmla="*/ 240733 h 444264"/>
                <a:gd name="connsiteX29" fmla="*/ 191255 w 430940"/>
                <a:gd name="connsiteY29" fmla="*/ 244784 h 444264"/>
                <a:gd name="connsiteX30" fmla="*/ 177247 w 430940"/>
                <a:gd name="connsiteY30" fmla="*/ 257033 h 444264"/>
                <a:gd name="connsiteX31" fmla="*/ 171516 w 430940"/>
                <a:gd name="connsiteY31" fmla="*/ 268993 h 444264"/>
                <a:gd name="connsiteX32" fmla="*/ 169490 w 430940"/>
                <a:gd name="connsiteY32" fmla="*/ 283294 h 444264"/>
                <a:gd name="connsiteX33" fmla="*/ 177616 w 430940"/>
                <a:gd name="connsiteY33" fmla="*/ 305427 h 444264"/>
                <a:gd name="connsiteX34" fmla="*/ 200238 w 430940"/>
                <a:gd name="connsiteY34" fmla="*/ 313411 h 444264"/>
                <a:gd name="connsiteX35" fmla="*/ 217978 w 430940"/>
                <a:gd name="connsiteY35" fmla="*/ 309430 h 444264"/>
                <a:gd name="connsiteX36" fmla="*/ 231670 w 430940"/>
                <a:gd name="connsiteY36" fmla="*/ 297888 h 444264"/>
                <a:gd name="connsiteX37" fmla="*/ 237966 w 430940"/>
                <a:gd name="connsiteY37" fmla="*/ 285222 h 444264"/>
                <a:gd name="connsiteX38" fmla="*/ 240262 w 430940"/>
                <a:gd name="connsiteY38" fmla="*/ 270508 h 444264"/>
                <a:gd name="connsiteX39" fmla="*/ 232159 w 430940"/>
                <a:gd name="connsiteY39" fmla="*/ 248614 h 444264"/>
                <a:gd name="connsiteX40" fmla="*/ 209657 w 430940"/>
                <a:gd name="connsiteY40" fmla="*/ 240733 h 444264"/>
                <a:gd name="connsiteX41" fmla="*/ 293512 w 430940"/>
                <a:gd name="connsiteY41" fmla="*/ 240635 h 444264"/>
                <a:gd name="connsiteX42" fmla="*/ 272721 w 430940"/>
                <a:gd name="connsiteY42" fmla="*/ 243709 h 444264"/>
                <a:gd name="connsiteX43" fmla="*/ 257833 w 430940"/>
                <a:gd name="connsiteY43" fmla="*/ 253421 h 444264"/>
                <a:gd name="connsiteX44" fmla="*/ 250147 w 430940"/>
                <a:gd name="connsiteY44" fmla="*/ 265452 h 444264"/>
                <a:gd name="connsiteX45" fmla="*/ 247535 w 430940"/>
                <a:gd name="connsiteY45" fmla="*/ 280219 h 444264"/>
                <a:gd name="connsiteX46" fmla="*/ 256807 w 430940"/>
                <a:gd name="connsiteY46" fmla="*/ 304476 h 444264"/>
                <a:gd name="connsiteX47" fmla="*/ 282921 w 430940"/>
                <a:gd name="connsiteY47" fmla="*/ 313117 h 444264"/>
                <a:gd name="connsiteX48" fmla="*/ 295761 w 430940"/>
                <a:gd name="connsiteY48" fmla="*/ 312260 h 444264"/>
                <a:gd name="connsiteX49" fmla="*/ 306787 w 430940"/>
                <a:gd name="connsiteY49" fmla="*/ 309701 h 444264"/>
                <a:gd name="connsiteX50" fmla="*/ 314988 w 430940"/>
                <a:gd name="connsiteY50" fmla="*/ 271334 h 444264"/>
                <a:gd name="connsiteX51" fmla="*/ 286093 w 430940"/>
                <a:gd name="connsiteY51" fmla="*/ 271334 h 444264"/>
                <a:gd name="connsiteX52" fmla="*/ 283405 w 430940"/>
                <a:gd name="connsiteY52" fmla="*/ 283933 h 444264"/>
                <a:gd name="connsiteX53" fmla="*/ 294823 w 430940"/>
                <a:gd name="connsiteY53" fmla="*/ 283933 h 444264"/>
                <a:gd name="connsiteX54" fmla="*/ 291700 w 430940"/>
                <a:gd name="connsiteY54" fmla="*/ 298430 h 444264"/>
                <a:gd name="connsiteX55" fmla="*/ 287795 w 430940"/>
                <a:gd name="connsiteY55" fmla="*/ 299234 h 444264"/>
                <a:gd name="connsiteX56" fmla="*/ 284285 w 430940"/>
                <a:gd name="connsiteY56" fmla="*/ 299501 h 444264"/>
                <a:gd name="connsiteX57" fmla="*/ 271104 w 430940"/>
                <a:gd name="connsiteY57" fmla="*/ 294427 h 444264"/>
                <a:gd name="connsiteX58" fmla="*/ 266319 w 430940"/>
                <a:gd name="connsiteY58" fmla="*/ 280419 h 444264"/>
                <a:gd name="connsiteX59" fmla="*/ 274129 w 430940"/>
                <a:gd name="connsiteY59" fmla="*/ 261138 h 444264"/>
                <a:gd name="connsiteX60" fmla="*/ 295703 w 430940"/>
                <a:gd name="connsiteY60" fmla="*/ 254110 h 444264"/>
                <a:gd name="connsiteX61" fmla="*/ 304415 w 430940"/>
                <a:gd name="connsiteY61" fmla="*/ 255158 h 444264"/>
                <a:gd name="connsiteX62" fmla="*/ 312496 w 430940"/>
                <a:gd name="connsiteY62" fmla="*/ 258308 h 444264"/>
                <a:gd name="connsiteX63" fmla="*/ 316495 w 430940"/>
                <a:gd name="connsiteY63" fmla="*/ 244056 h 444264"/>
                <a:gd name="connsiteX64" fmla="*/ 305512 w 430940"/>
                <a:gd name="connsiteY64" fmla="*/ 241470 h 444264"/>
                <a:gd name="connsiteX65" fmla="*/ 293508 w 430940"/>
                <a:gd name="connsiteY65" fmla="*/ 240639 h 444264"/>
                <a:gd name="connsiteX66" fmla="*/ 144105 w 430940"/>
                <a:gd name="connsiteY66" fmla="*/ 242341 h 444264"/>
                <a:gd name="connsiteX67" fmla="*/ 125415 w 430940"/>
                <a:gd name="connsiteY67" fmla="*/ 242341 h 444264"/>
                <a:gd name="connsiteX68" fmla="*/ 110625 w 430940"/>
                <a:gd name="connsiteY68" fmla="*/ 311700 h 444264"/>
                <a:gd name="connsiteX69" fmla="*/ 157873 w 430940"/>
                <a:gd name="connsiteY69" fmla="*/ 311700 h 444264"/>
                <a:gd name="connsiteX70" fmla="*/ 160894 w 430940"/>
                <a:gd name="connsiteY70" fmla="*/ 297883 h 444264"/>
                <a:gd name="connsiteX71" fmla="*/ 132199 w 430940"/>
                <a:gd name="connsiteY71" fmla="*/ 297883 h 444264"/>
                <a:gd name="connsiteX72" fmla="*/ 144105 w 430940"/>
                <a:gd name="connsiteY72" fmla="*/ 242341 h 444264"/>
                <a:gd name="connsiteX73" fmla="*/ 208435 w 430940"/>
                <a:gd name="connsiteY73" fmla="*/ 253617 h 444264"/>
                <a:gd name="connsiteX74" fmla="*/ 217809 w 430940"/>
                <a:gd name="connsiteY74" fmla="*/ 257766 h 444264"/>
                <a:gd name="connsiteX75" fmla="*/ 221128 w 430940"/>
                <a:gd name="connsiteY75" fmla="*/ 269530 h 444264"/>
                <a:gd name="connsiteX76" fmla="*/ 219617 w 430940"/>
                <a:gd name="connsiteY76" fmla="*/ 280459 h 444264"/>
                <a:gd name="connsiteX77" fmla="*/ 215663 w 430940"/>
                <a:gd name="connsiteY77" fmla="*/ 289931 h 444264"/>
                <a:gd name="connsiteX78" fmla="*/ 208733 w 430940"/>
                <a:gd name="connsiteY78" fmla="*/ 297377 h 444264"/>
                <a:gd name="connsiteX79" fmla="*/ 200869 w 430940"/>
                <a:gd name="connsiteY79" fmla="*/ 299789 h 444264"/>
                <a:gd name="connsiteX80" fmla="*/ 191646 w 430940"/>
                <a:gd name="connsiteY80" fmla="*/ 295569 h 444264"/>
                <a:gd name="connsiteX81" fmla="*/ 188279 w 430940"/>
                <a:gd name="connsiteY81" fmla="*/ 284027 h 444264"/>
                <a:gd name="connsiteX82" fmla="*/ 189789 w 430940"/>
                <a:gd name="connsiteY82" fmla="*/ 273018 h 444264"/>
                <a:gd name="connsiteX83" fmla="*/ 193743 w 430940"/>
                <a:gd name="connsiteY83" fmla="*/ 263430 h 444264"/>
                <a:gd name="connsiteX84" fmla="*/ 200456 w 430940"/>
                <a:gd name="connsiteY84" fmla="*/ 256109 h 444264"/>
                <a:gd name="connsiteX85" fmla="*/ 208439 w 430940"/>
                <a:gd name="connsiteY85" fmla="*/ 253621 h 444264"/>
                <a:gd name="connsiteX86" fmla="*/ 254568 w 430940"/>
                <a:gd name="connsiteY86" fmla="*/ 37920 h 444264"/>
                <a:gd name="connsiteX87" fmla="*/ 89304 w 430940"/>
                <a:gd name="connsiteY87" fmla="*/ 37920 h 444264"/>
                <a:gd name="connsiteX88" fmla="*/ 75976 w 430940"/>
                <a:gd name="connsiteY88" fmla="*/ 51248 h 444264"/>
                <a:gd name="connsiteX89" fmla="*/ 75976 w 430940"/>
                <a:gd name="connsiteY89" fmla="*/ 173142 h 444264"/>
                <a:gd name="connsiteX90" fmla="*/ 354000 w 430940"/>
                <a:gd name="connsiteY90" fmla="*/ 173142 h 444264"/>
                <a:gd name="connsiteX91" fmla="*/ 354000 w 430940"/>
                <a:gd name="connsiteY91" fmla="*/ 137756 h 444264"/>
                <a:gd name="connsiteX92" fmla="*/ 294561 w 430940"/>
                <a:gd name="connsiteY92" fmla="*/ 137756 h 444264"/>
                <a:gd name="connsiteX93" fmla="*/ 254577 w 430940"/>
                <a:gd name="connsiteY93" fmla="*/ 97772 h 444264"/>
                <a:gd name="connsiteX94" fmla="*/ 254563 w 430940"/>
                <a:gd name="connsiteY94" fmla="*/ 37920 h 444264"/>
                <a:gd name="connsiteX95" fmla="*/ 296271 w 430940"/>
                <a:gd name="connsiteY95" fmla="*/ 63883 h 444264"/>
                <a:gd name="connsiteX96" fmla="*/ 296271 w 430940"/>
                <a:gd name="connsiteY96" fmla="*/ 89442 h 444264"/>
                <a:gd name="connsiteX97" fmla="*/ 302935 w 430940"/>
                <a:gd name="connsiteY97" fmla="*/ 96106 h 444264"/>
                <a:gd name="connsiteX98" fmla="*/ 328570 w 430940"/>
                <a:gd name="connsiteY98" fmla="*/ 96106 h 444264"/>
                <a:gd name="connsiteX99" fmla="*/ 296271 w 430940"/>
                <a:gd name="connsiteY99" fmla="*/ 63883 h 444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430940" h="444264">
                  <a:moveTo>
                    <a:pt x="274325" y="-398"/>
                  </a:moveTo>
                  <a:cubicBezTo>
                    <a:pt x="284914" y="-397"/>
                    <a:pt x="295071" y="3805"/>
                    <a:pt x="302567" y="11286"/>
                  </a:cubicBezTo>
                  <a:lnTo>
                    <a:pt x="383966" y="92511"/>
                  </a:lnTo>
                  <a:cubicBezTo>
                    <a:pt x="391480" y="100012"/>
                    <a:pt x="395703" y="110194"/>
                    <a:pt x="395703" y="120811"/>
                  </a:cubicBezTo>
                  <a:lnTo>
                    <a:pt x="395703" y="173146"/>
                  </a:lnTo>
                  <a:cubicBezTo>
                    <a:pt x="414894" y="173146"/>
                    <a:pt x="430453" y="188701"/>
                    <a:pt x="430458" y="207892"/>
                  </a:cubicBezTo>
                  <a:lnTo>
                    <a:pt x="430458" y="346638"/>
                  </a:lnTo>
                  <a:cubicBezTo>
                    <a:pt x="430458" y="365402"/>
                    <a:pt x="415564" y="380778"/>
                    <a:pt x="396809" y="381375"/>
                  </a:cubicBezTo>
                  <a:lnTo>
                    <a:pt x="395703" y="381388"/>
                  </a:lnTo>
                  <a:lnTo>
                    <a:pt x="395703" y="402216"/>
                  </a:lnTo>
                  <a:cubicBezTo>
                    <a:pt x="395703" y="425220"/>
                    <a:pt x="377035" y="443866"/>
                    <a:pt x="354000" y="443866"/>
                  </a:cubicBezTo>
                  <a:lnTo>
                    <a:pt x="75976" y="443866"/>
                  </a:lnTo>
                  <a:cubicBezTo>
                    <a:pt x="52941" y="443866"/>
                    <a:pt x="34273" y="425220"/>
                    <a:pt x="34273" y="402216"/>
                  </a:cubicBezTo>
                  <a:lnTo>
                    <a:pt x="34273" y="381388"/>
                  </a:lnTo>
                  <a:cubicBezTo>
                    <a:pt x="15082" y="381388"/>
                    <a:pt x="-477" y="365833"/>
                    <a:pt x="-482" y="346642"/>
                  </a:cubicBezTo>
                  <a:lnTo>
                    <a:pt x="-482" y="207897"/>
                  </a:lnTo>
                  <a:cubicBezTo>
                    <a:pt x="-482" y="189133"/>
                    <a:pt x="14412" y="173757"/>
                    <a:pt x="33167" y="173159"/>
                  </a:cubicBezTo>
                  <a:lnTo>
                    <a:pt x="34273" y="173142"/>
                  </a:lnTo>
                  <a:lnTo>
                    <a:pt x="34273" y="41252"/>
                  </a:lnTo>
                  <a:cubicBezTo>
                    <a:pt x="34273" y="18247"/>
                    <a:pt x="52941" y="-398"/>
                    <a:pt x="75976" y="-398"/>
                  </a:cubicBezTo>
                  <a:lnTo>
                    <a:pt x="274325" y="-398"/>
                  </a:lnTo>
                  <a:close/>
                  <a:moveTo>
                    <a:pt x="354000" y="381393"/>
                  </a:moveTo>
                  <a:lnTo>
                    <a:pt x="75976" y="381393"/>
                  </a:lnTo>
                  <a:lnTo>
                    <a:pt x="75976" y="388892"/>
                  </a:lnTo>
                  <a:cubicBezTo>
                    <a:pt x="75976" y="396253"/>
                    <a:pt x="81944" y="402220"/>
                    <a:pt x="89304" y="402220"/>
                  </a:cubicBezTo>
                  <a:lnTo>
                    <a:pt x="340672" y="402220"/>
                  </a:lnTo>
                  <a:cubicBezTo>
                    <a:pt x="348032" y="402220"/>
                    <a:pt x="354000" y="396253"/>
                    <a:pt x="354000" y="388892"/>
                  </a:cubicBezTo>
                  <a:lnTo>
                    <a:pt x="354000" y="381393"/>
                  </a:lnTo>
                  <a:close/>
                  <a:moveTo>
                    <a:pt x="209657" y="240733"/>
                  </a:moveTo>
                  <a:cubicBezTo>
                    <a:pt x="202762" y="240733"/>
                    <a:pt x="196626" y="242083"/>
                    <a:pt x="191255" y="244784"/>
                  </a:cubicBezTo>
                  <a:cubicBezTo>
                    <a:pt x="185888" y="247486"/>
                    <a:pt x="181215" y="251568"/>
                    <a:pt x="177247" y="257033"/>
                  </a:cubicBezTo>
                  <a:cubicBezTo>
                    <a:pt x="174777" y="260418"/>
                    <a:pt x="172862" y="264408"/>
                    <a:pt x="171516" y="268993"/>
                  </a:cubicBezTo>
                  <a:cubicBezTo>
                    <a:pt x="170158" y="273638"/>
                    <a:pt x="169475" y="278454"/>
                    <a:pt x="169490" y="283294"/>
                  </a:cubicBezTo>
                  <a:cubicBezTo>
                    <a:pt x="169490" y="292730"/>
                    <a:pt x="172201" y="300109"/>
                    <a:pt x="177616" y="305427"/>
                  </a:cubicBezTo>
                  <a:cubicBezTo>
                    <a:pt x="183036" y="310749"/>
                    <a:pt x="190575" y="313411"/>
                    <a:pt x="200238" y="313411"/>
                  </a:cubicBezTo>
                  <a:cubicBezTo>
                    <a:pt x="206711" y="313411"/>
                    <a:pt x="212629" y="312082"/>
                    <a:pt x="217978" y="309430"/>
                  </a:cubicBezTo>
                  <a:cubicBezTo>
                    <a:pt x="223331" y="306778"/>
                    <a:pt x="227898" y="302930"/>
                    <a:pt x="231670" y="297888"/>
                  </a:cubicBezTo>
                  <a:cubicBezTo>
                    <a:pt x="234336" y="294276"/>
                    <a:pt x="236437" y="290055"/>
                    <a:pt x="237966" y="285222"/>
                  </a:cubicBezTo>
                  <a:cubicBezTo>
                    <a:pt x="239498" y="280388"/>
                    <a:pt x="240262" y="275483"/>
                    <a:pt x="240262" y="270508"/>
                  </a:cubicBezTo>
                  <a:cubicBezTo>
                    <a:pt x="240262" y="261169"/>
                    <a:pt x="237561" y="253870"/>
                    <a:pt x="232159" y="248614"/>
                  </a:cubicBezTo>
                  <a:cubicBezTo>
                    <a:pt x="226757" y="243358"/>
                    <a:pt x="219257" y="240733"/>
                    <a:pt x="209657" y="240733"/>
                  </a:cubicBezTo>
                  <a:close/>
                  <a:moveTo>
                    <a:pt x="293512" y="240635"/>
                  </a:moveTo>
                  <a:cubicBezTo>
                    <a:pt x="285342" y="240635"/>
                    <a:pt x="278412" y="241657"/>
                    <a:pt x="272721" y="243709"/>
                  </a:cubicBezTo>
                  <a:cubicBezTo>
                    <a:pt x="267065" y="245734"/>
                    <a:pt x="261965" y="249060"/>
                    <a:pt x="257833" y="253421"/>
                  </a:cubicBezTo>
                  <a:cubicBezTo>
                    <a:pt x="254461" y="256852"/>
                    <a:pt x="251843" y="260950"/>
                    <a:pt x="250147" y="265452"/>
                  </a:cubicBezTo>
                  <a:cubicBezTo>
                    <a:pt x="248379" y="270173"/>
                    <a:pt x="247494" y="275178"/>
                    <a:pt x="247535" y="280219"/>
                  </a:cubicBezTo>
                  <a:cubicBezTo>
                    <a:pt x="247535" y="290633"/>
                    <a:pt x="250623" y="298719"/>
                    <a:pt x="256807" y="304476"/>
                  </a:cubicBezTo>
                  <a:cubicBezTo>
                    <a:pt x="262991" y="310234"/>
                    <a:pt x="271690" y="313117"/>
                    <a:pt x="282921" y="313117"/>
                  </a:cubicBezTo>
                  <a:cubicBezTo>
                    <a:pt x="287573" y="313117"/>
                    <a:pt x="291851" y="312833"/>
                    <a:pt x="295761" y="312260"/>
                  </a:cubicBezTo>
                  <a:cubicBezTo>
                    <a:pt x="299503" y="311729"/>
                    <a:pt x="303193" y="310873"/>
                    <a:pt x="306787" y="309701"/>
                  </a:cubicBezTo>
                  <a:lnTo>
                    <a:pt x="314988" y="271334"/>
                  </a:lnTo>
                  <a:lnTo>
                    <a:pt x="286093" y="271334"/>
                  </a:lnTo>
                  <a:lnTo>
                    <a:pt x="283405" y="283933"/>
                  </a:lnTo>
                  <a:lnTo>
                    <a:pt x="294823" y="283933"/>
                  </a:lnTo>
                  <a:lnTo>
                    <a:pt x="291700" y="298430"/>
                  </a:lnTo>
                  <a:cubicBezTo>
                    <a:pt x="290413" y="298764"/>
                    <a:pt x="289109" y="299033"/>
                    <a:pt x="287795" y="299234"/>
                  </a:cubicBezTo>
                  <a:cubicBezTo>
                    <a:pt x="286595" y="299412"/>
                    <a:pt x="285422" y="299501"/>
                    <a:pt x="284285" y="299501"/>
                  </a:cubicBezTo>
                  <a:cubicBezTo>
                    <a:pt x="278687" y="299501"/>
                    <a:pt x="274289" y="297812"/>
                    <a:pt x="271104" y="294427"/>
                  </a:cubicBezTo>
                  <a:cubicBezTo>
                    <a:pt x="267914" y="291042"/>
                    <a:pt x="266319" y="286372"/>
                    <a:pt x="266319" y="280419"/>
                  </a:cubicBezTo>
                  <a:cubicBezTo>
                    <a:pt x="266319" y="272249"/>
                    <a:pt x="268922" y="265825"/>
                    <a:pt x="274129" y="261138"/>
                  </a:cubicBezTo>
                  <a:cubicBezTo>
                    <a:pt x="279336" y="256455"/>
                    <a:pt x="286524" y="254110"/>
                    <a:pt x="295703" y="254110"/>
                  </a:cubicBezTo>
                  <a:cubicBezTo>
                    <a:pt x="298728" y="254110"/>
                    <a:pt x="301634" y="254461"/>
                    <a:pt x="304415" y="255158"/>
                  </a:cubicBezTo>
                  <a:cubicBezTo>
                    <a:pt x="307229" y="255870"/>
                    <a:pt x="309943" y="256928"/>
                    <a:pt x="312496" y="258308"/>
                  </a:cubicBezTo>
                  <a:lnTo>
                    <a:pt x="316495" y="244056"/>
                  </a:lnTo>
                  <a:cubicBezTo>
                    <a:pt x="312918" y="242870"/>
                    <a:pt x="309242" y="242005"/>
                    <a:pt x="305512" y="241470"/>
                  </a:cubicBezTo>
                  <a:cubicBezTo>
                    <a:pt x="301536" y="240905"/>
                    <a:pt x="297524" y="240627"/>
                    <a:pt x="293508" y="240639"/>
                  </a:cubicBezTo>
                  <a:close/>
                  <a:moveTo>
                    <a:pt x="144105" y="242341"/>
                  </a:moveTo>
                  <a:lnTo>
                    <a:pt x="125415" y="242341"/>
                  </a:lnTo>
                  <a:lnTo>
                    <a:pt x="110625" y="311700"/>
                  </a:lnTo>
                  <a:lnTo>
                    <a:pt x="157873" y="311700"/>
                  </a:lnTo>
                  <a:lnTo>
                    <a:pt x="160894" y="297883"/>
                  </a:lnTo>
                  <a:lnTo>
                    <a:pt x="132199" y="297883"/>
                  </a:lnTo>
                  <a:lnTo>
                    <a:pt x="144105" y="242341"/>
                  </a:lnTo>
                  <a:close/>
                  <a:moveTo>
                    <a:pt x="208435" y="253617"/>
                  </a:moveTo>
                  <a:cubicBezTo>
                    <a:pt x="212473" y="253617"/>
                    <a:pt x="215597" y="255003"/>
                    <a:pt x="217809" y="257766"/>
                  </a:cubicBezTo>
                  <a:cubicBezTo>
                    <a:pt x="220022" y="260534"/>
                    <a:pt x="221128" y="264452"/>
                    <a:pt x="221128" y="269530"/>
                  </a:cubicBezTo>
                  <a:cubicBezTo>
                    <a:pt x="221128" y="273076"/>
                    <a:pt x="220626" y="276723"/>
                    <a:pt x="219617" y="280459"/>
                  </a:cubicBezTo>
                  <a:cubicBezTo>
                    <a:pt x="218604" y="284204"/>
                    <a:pt x="217289" y="287363"/>
                    <a:pt x="215663" y="289931"/>
                  </a:cubicBezTo>
                  <a:cubicBezTo>
                    <a:pt x="213451" y="293285"/>
                    <a:pt x="211141" y="295764"/>
                    <a:pt x="208733" y="297377"/>
                  </a:cubicBezTo>
                  <a:cubicBezTo>
                    <a:pt x="206416" y="298959"/>
                    <a:pt x="203674" y="299800"/>
                    <a:pt x="200869" y="299789"/>
                  </a:cubicBezTo>
                  <a:cubicBezTo>
                    <a:pt x="196968" y="299789"/>
                    <a:pt x="193894" y="298385"/>
                    <a:pt x="191646" y="295569"/>
                  </a:cubicBezTo>
                  <a:cubicBezTo>
                    <a:pt x="189403" y="292757"/>
                    <a:pt x="188279" y="288905"/>
                    <a:pt x="188279" y="284027"/>
                  </a:cubicBezTo>
                  <a:cubicBezTo>
                    <a:pt x="188279" y="280446"/>
                    <a:pt x="188785" y="276776"/>
                    <a:pt x="189789" y="273018"/>
                  </a:cubicBezTo>
                  <a:cubicBezTo>
                    <a:pt x="190802" y="269259"/>
                    <a:pt x="192122" y="266065"/>
                    <a:pt x="193743" y="263430"/>
                  </a:cubicBezTo>
                  <a:cubicBezTo>
                    <a:pt x="195733" y="260205"/>
                    <a:pt x="197968" y="257766"/>
                    <a:pt x="200456" y="256109"/>
                  </a:cubicBezTo>
                  <a:cubicBezTo>
                    <a:pt x="202805" y="254493"/>
                    <a:pt x="205588" y="253626"/>
                    <a:pt x="208439" y="253621"/>
                  </a:cubicBezTo>
                  <a:close/>
                  <a:moveTo>
                    <a:pt x="254568" y="37920"/>
                  </a:moveTo>
                  <a:lnTo>
                    <a:pt x="89304" y="37920"/>
                  </a:lnTo>
                  <a:cubicBezTo>
                    <a:pt x="81944" y="37920"/>
                    <a:pt x="75976" y="43887"/>
                    <a:pt x="75976" y="51248"/>
                  </a:cubicBezTo>
                  <a:lnTo>
                    <a:pt x="75976" y="173142"/>
                  </a:lnTo>
                  <a:lnTo>
                    <a:pt x="354000" y="173142"/>
                  </a:lnTo>
                  <a:lnTo>
                    <a:pt x="354000" y="137756"/>
                  </a:lnTo>
                  <a:lnTo>
                    <a:pt x="294561" y="137756"/>
                  </a:lnTo>
                  <a:cubicBezTo>
                    <a:pt x="272481" y="137751"/>
                    <a:pt x="254581" y="119852"/>
                    <a:pt x="254577" y="97772"/>
                  </a:cubicBezTo>
                  <a:lnTo>
                    <a:pt x="254563" y="37920"/>
                  </a:lnTo>
                  <a:close/>
                  <a:moveTo>
                    <a:pt x="296271" y="63883"/>
                  </a:moveTo>
                  <a:lnTo>
                    <a:pt x="296271" y="89442"/>
                  </a:lnTo>
                  <a:cubicBezTo>
                    <a:pt x="296271" y="93122"/>
                    <a:pt x="299255" y="96106"/>
                    <a:pt x="302935" y="96106"/>
                  </a:cubicBezTo>
                  <a:lnTo>
                    <a:pt x="328570" y="96106"/>
                  </a:lnTo>
                  <a:lnTo>
                    <a:pt x="296271" y="63883"/>
                  </a:lnTo>
                  <a:close/>
                </a:path>
              </a:pathLst>
            </a:custGeom>
            <a:solidFill>
              <a:srgbClr val="2C2C2C"/>
            </a:solidFill>
            <a:ln w="4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8" name="图形 6">
              <a:extLst>
                <a:ext uri="{FF2B5EF4-FFF2-40B4-BE49-F238E27FC236}">
                  <a16:creationId xmlns:a16="http://schemas.microsoft.com/office/drawing/2014/main" id="{C10BA918-59EA-7BDA-FB8F-C3ECB7226575}"/>
                </a:ext>
              </a:extLst>
            </p:cNvPr>
            <p:cNvGrpSpPr/>
            <p:nvPr/>
          </p:nvGrpSpPr>
          <p:grpSpPr>
            <a:xfrm>
              <a:off x="6215000" y="1023602"/>
              <a:ext cx="349893" cy="44426"/>
              <a:chOff x="6215000" y="1023602"/>
              <a:chExt cx="349893" cy="44426"/>
            </a:xfrm>
          </p:grpSpPr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BFC73DF3-623F-3B65-2975-7142C6FDDE7A}"/>
                  </a:ext>
                </a:extLst>
              </p:cNvPr>
              <p:cNvSpPr/>
              <p:nvPr/>
            </p:nvSpPr>
            <p:spPr>
              <a:xfrm>
                <a:off x="6215000" y="1045816"/>
                <a:ext cx="316573" cy="63"/>
              </a:xfrm>
              <a:custGeom>
                <a:avLst/>
                <a:gdLst>
                  <a:gd name="connsiteX0" fmla="*/ 0 w 316573"/>
                  <a:gd name="connsiteY0" fmla="*/ 63 h 63"/>
                  <a:gd name="connsiteX1" fmla="*/ 179294 w 316573"/>
                  <a:gd name="connsiteY1" fmla="*/ 0 h 63"/>
                  <a:gd name="connsiteX2" fmla="*/ 316573 w 316573"/>
                  <a:gd name="connsiteY2" fmla="*/ 0 h 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6573" h="63">
                    <a:moveTo>
                      <a:pt x="0" y="63"/>
                    </a:moveTo>
                    <a:lnTo>
                      <a:pt x="179294" y="0"/>
                    </a:lnTo>
                    <a:lnTo>
                      <a:pt x="316573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13A2ADC9-BF48-04F8-20CC-4B81BE5B3065}"/>
                  </a:ext>
                </a:extLst>
              </p:cNvPr>
              <p:cNvSpPr/>
              <p:nvPr/>
            </p:nvSpPr>
            <p:spPr>
              <a:xfrm>
                <a:off x="6520466" y="1023602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1" name="图形 6">
              <a:extLst>
                <a:ext uri="{FF2B5EF4-FFF2-40B4-BE49-F238E27FC236}">
                  <a16:creationId xmlns:a16="http://schemas.microsoft.com/office/drawing/2014/main" id="{980D62D1-7207-9640-1A93-D3032B31D90C}"/>
                </a:ext>
              </a:extLst>
            </p:cNvPr>
            <p:cNvGrpSpPr/>
            <p:nvPr/>
          </p:nvGrpSpPr>
          <p:grpSpPr>
            <a:xfrm>
              <a:off x="3028959" y="1023602"/>
              <a:ext cx="178532" cy="44426"/>
              <a:chOff x="3028959" y="1023602"/>
              <a:chExt cx="178532" cy="44426"/>
            </a:xfrm>
          </p:grpSpPr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F6B0F7A7-2B50-C898-7BC1-47FE328B1177}"/>
                  </a:ext>
                </a:extLst>
              </p:cNvPr>
              <p:cNvSpPr/>
              <p:nvPr/>
            </p:nvSpPr>
            <p:spPr>
              <a:xfrm>
                <a:off x="3028959" y="1045816"/>
                <a:ext cx="145212" cy="6346"/>
              </a:xfrm>
              <a:custGeom>
                <a:avLst/>
                <a:gdLst>
                  <a:gd name="connsiteX0" fmla="*/ 0 w 145212"/>
                  <a:gd name="connsiteY0" fmla="*/ 0 h 6346"/>
                  <a:gd name="connsiteX1" fmla="*/ 126934 w 145212"/>
                  <a:gd name="connsiteY1" fmla="*/ 0 h 6346"/>
                  <a:gd name="connsiteX2" fmla="*/ 58707 w 145212"/>
                  <a:gd name="connsiteY2" fmla="*/ 0 h 6346"/>
                  <a:gd name="connsiteX3" fmla="*/ 145212 w 145212"/>
                  <a:gd name="connsiteY3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212" h="6346">
                    <a:moveTo>
                      <a:pt x="0" y="0"/>
                    </a:moveTo>
                    <a:lnTo>
                      <a:pt x="126934" y="0"/>
                    </a:lnTo>
                    <a:lnTo>
                      <a:pt x="58707" y="0"/>
                    </a:lnTo>
                    <a:lnTo>
                      <a:pt x="145212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AD1FA97-5F86-18E4-6F7A-1B1E1156BC67}"/>
                  </a:ext>
                </a:extLst>
              </p:cNvPr>
              <p:cNvSpPr/>
              <p:nvPr/>
            </p:nvSpPr>
            <p:spPr>
              <a:xfrm>
                <a:off x="3163065" y="1023602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" name="图形 6">
              <a:extLst>
                <a:ext uri="{FF2B5EF4-FFF2-40B4-BE49-F238E27FC236}">
                  <a16:creationId xmlns:a16="http://schemas.microsoft.com/office/drawing/2014/main" id="{FD5EBA35-555D-D44A-F26B-B5D6103429B2}"/>
                </a:ext>
              </a:extLst>
            </p:cNvPr>
            <p:cNvGrpSpPr/>
            <p:nvPr/>
          </p:nvGrpSpPr>
          <p:grpSpPr>
            <a:xfrm>
              <a:off x="2267356" y="887148"/>
              <a:ext cx="761603" cy="342721"/>
              <a:chOff x="2267356" y="887148"/>
              <a:chExt cx="761603" cy="342721"/>
            </a:xfrm>
            <a:solidFill>
              <a:srgbClr val="6EA0BF"/>
            </a:solidFill>
          </p:grpSpPr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8E6077C0-2D8F-5C0A-5FD4-5984D57FD946}"/>
                  </a:ext>
                </a:extLst>
              </p:cNvPr>
              <p:cNvSpPr/>
              <p:nvPr/>
            </p:nvSpPr>
            <p:spPr>
              <a:xfrm>
                <a:off x="2267356" y="887148"/>
                <a:ext cx="761603" cy="317334"/>
              </a:xfrm>
              <a:custGeom>
                <a:avLst/>
                <a:gdLst>
                  <a:gd name="connsiteX0" fmla="*/ 714003 w 761603"/>
                  <a:gd name="connsiteY0" fmla="*/ 0 h 317334"/>
                  <a:gd name="connsiteX1" fmla="*/ 761603 w 761603"/>
                  <a:gd name="connsiteY1" fmla="*/ 47600 h 317334"/>
                  <a:gd name="connsiteX2" fmla="*/ 761603 w 761603"/>
                  <a:gd name="connsiteY2" fmla="*/ 269735 h 317334"/>
                  <a:gd name="connsiteX3" fmla="*/ 714003 w 761603"/>
                  <a:gd name="connsiteY3" fmla="*/ 317335 h 317334"/>
                  <a:gd name="connsiteX4" fmla="*/ 47600 w 761603"/>
                  <a:gd name="connsiteY4" fmla="*/ 317335 h 317334"/>
                  <a:gd name="connsiteX5" fmla="*/ 0 w 761603"/>
                  <a:gd name="connsiteY5" fmla="*/ 269735 h 317334"/>
                  <a:gd name="connsiteX6" fmla="*/ 0 w 761603"/>
                  <a:gd name="connsiteY6" fmla="*/ 47600 h 317334"/>
                  <a:gd name="connsiteX7" fmla="*/ 47600 w 761603"/>
                  <a:gd name="connsiteY7" fmla="*/ 0 h 317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1603" h="317334">
                    <a:moveTo>
                      <a:pt x="714003" y="0"/>
                    </a:moveTo>
                    <a:cubicBezTo>
                      <a:pt x="740292" y="0"/>
                      <a:pt x="761603" y="21311"/>
                      <a:pt x="761603" y="47600"/>
                    </a:cubicBezTo>
                    <a:lnTo>
                      <a:pt x="761603" y="269735"/>
                    </a:lnTo>
                    <a:cubicBezTo>
                      <a:pt x="761603" y="296023"/>
                      <a:pt x="740292" y="317335"/>
                      <a:pt x="714003" y="317335"/>
                    </a:cubicBezTo>
                    <a:lnTo>
                      <a:pt x="47600" y="317335"/>
                    </a:lnTo>
                    <a:cubicBezTo>
                      <a:pt x="21311" y="317335"/>
                      <a:pt x="0" y="296023"/>
                      <a:pt x="0" y="269735"/>
                    </a:cubicBezTo>
                    <a:lnTo>
                      <a:pt x="0" y="47600"/>
                    </a:lnTo>
                    <a:cubicBezTo>
                      <a:pt x="0" y="21311"/>
                      <a:pt x="21311" y="0"/>
                      <a:pt x="47600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347" cap="flat">
                <a:solidFill>
                  <a:srgbClr val="6080A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89" name="图片 88">
                <a:extLst>
                  <a:ext uri="{FF2B5EF4-FFF2-40B4-BE49-F238E27FC236}">
                    <a16:creationId xmlns:a16="http://schemas.microsoft.com/office/drawing/2014/main" id="{FE5CAF23-11D6-6A91-932F-0C94A30FC6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68943" y="893495"/>
                <a:ext cx="748909" cy="336374"/>
              </a:xfrm>
              <a:custGeom>
                <a:avLst/>
                <a:gdLst>
                  <a:gd name="connsiteX0" fmla="*/ -1 w 748909"/>
                  <a:gd name="connsiteY0" fmla="*/ -1 h 336374"/>
                  <a:gd name="connsiteX1" fmla="*/ 748909 w 748909"/>
                  <a:gd name="connsiteY1" fmla="*/ -1 h 336374"/>
                  <a:gd name="connsiteX2" fmla="*/ 748909 w 748909"/>
                  <a:gd name="connsiteY2" fmla="*/ 336374 h 336374"/>
                  <a:gd name="connsiteX3" fmla="*/ -1 w 748909"/>
                  <a:gd name="connsiteY3" fmla="*/ 336374 h 3363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8909" h="336374">
                    <a:moveTo>
                      <a:pt x="-1" y="-1"/>
                    </a:moveTo>
                    <a:lnTo>
                      <a:pt x="748909" y="-1"/>
                    </a:lnTo>
                    <a:lnTo>
                      <a:pt x="748909" y="336374"/>
                    </a:lnTo>
                    <a:lnTo>
                      <a:pt x="-1" y="336374"/>
                    </a:lnTo>
                    <a:close/>
                  </a:path>
                </a:pathLst>
              </a:custGeom>
            </p:spPr>
          </p:pic>
        </p:grpSp>
        <p:grpSp>
          <p:nvGrpSpPr>
            <p:cNvPr id="90" name="图形 6">
              <a:extLst>
                <a:ext uri="{FF2B5EF4-FFF2-40B4-BE49-F238E27FC236}">
                  <a16:creationId xmlns:a16="http://schemas.microsoft.com/office/drawing/2014/main" id="{D757D07E-EA6B-489B-5B54-926DF450456A}"/>
                </a:ext>
              </a:extLst>
            </p:cNvPr>
            <p:cNvGrpSpPr/>
            <p:nvPr/>
          </p:nvGrpSpPr>
          <p:grpSpPr>
            <a:xfrm>
              <a:off x="4598180" y="677327"/>
              <a:ext cx="265863" cy="368552"/>
              <a:chOff x="4598180" y="677327"/>
              <a:chExt cx="265863" cy="368552"/>
            </a:xfrm>
          </p:grpSpPr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E22A4170-F3C8-84FB-793C-8A124F6C943F}"/>
                  </a:ext>
                </a:extLst>
              </p:cNvPr>
              <p:cNvSpPr/>
              <p:nvPr/>
            </p:nvSpPr>
            <p:spPr>
              <a:xfrm>
                <a:off x="4598180" y="699477"/>
                <a:ext cx="232542" cy="346402"/>
              </a:xfrm>
              <a:custGeom>
                <a:avLst/>
                <a:gdLst>
                  <a:gd name="connsiteX0" fmla="*/ 0 w 232542"/>
                  <a:gd name="connsiteY0" fmla="*/ 346403 h 346402"/>
                  <a:gd name="connsiteX1" fmla="*/ 72987 w 232542"/>
                  <a:gd name="connsiteY1" fmla="*/ 346339 h 346402"/>
                  <a:gd name="connsiteX2" fmla="*/ 136454 w 232542"/>
                  <a:gd name="connsiteY2" fmla="*/ 282872 h 346402"/>
                  <a:gd name="connsiteX3" fmla="*/ 136454 w 232542"/>
                  <a:gd name="connsiteY3" fmla="*/ 63911 h 346402"/>
                  <a:gd name="connsiteX4" fmla="*/ 184498 w 232542"/>
                  <a:gd name="connsiteY4" fmla="*/ 190 h 346402"/>
                  <a:gd name="connsiteX5" fmla="*/ 232543 w 232542"/>
                  <a:gd name="connsiteY5" fmla="*/ 0 h 346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2542" h="346402">
                    <a:moveTo>
                      <a:pt x="0" y="346403"/>
                    </a:moveTo>
                    <a:lnTo>
                      <a:pt x="72987" y="346339"/>
                    </a:lnTo>
                    <a:cubicBezTo>
                      <a:pt x="115298" y="346339"/>
                      <a:pt x="136454" y="325183"/>
                      <a:pt x="136454" y="282872"/>
                    </a:cubicBezTo>
                    <a:lnTo>
                      <a:pt x="136454" y="63911"/>
                    </a:lnTo>
                    <a:cubicBezTo>
                      <a:pt x="136454" y="21600"/>
                      <a:pt x="152469" y="360"/>
                      <a:pt x="184498" y="190"/>
                    </a:cubicBezTo>
                    <a:lnTo>
                      <a:pt x="232543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9731EB7A-5488-0998-59FB-04C8FEE9B80C}"/>
                  </a:ext>
                </a:extLst>
              </p:cNvPr>
              <p:cNvSpPr/>
              <p:nvPr/>
            </p:nvSpPr>
            <p:spPr>
              <a:xfrm>
                <a:off x="4819489" y="677327"/>
                <a:ext cx="44553" cy="44426"/>
              </a:xfrm>
              <a:custGeom>
                <a:avLst/>
                <a:gdLst>
                  <a:gd name="connsiteX0" fmla="*/ 44554 w 44553"/>
                  <a:gd name="connsiteY0" fmla="*/ 21960 h 44426"/>
                  <a:gd name="connsiteX1" fmla="*/ 191 w 44553"/>
                  <a:gd name="connsiteY1" fmla="*/ 44427 h 44426"/>
                  <a:gd name="connsiteX2" fmla="*/ 11234 w 44553"/>
                  <a:gd name="connsiteY2" fmla="*/ 22150 h 44426"/>
                  <a:gd name="connsiteX3" fmla="*/ 0 w 44553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553" h="44426">
                    <a:moveTo>
                      <a:pt x="44554" y="21960"/>
                    </a:moveTo>
                    <a:lnTo>
                      <a:pt x="191" y="44427"/>
                    </a:lnTo>
                    <a:lnTo>
                      <a:pt x="11234" y="221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3" name="图形 6">
              <a:extLst>
                <a:ext uri="{FF2B5EF4-FFF2-40B4-BE49-F238E27FC236}">
                  <a16:creationId xmlns:a16="http://schemas.microsoft.com/office/drawing/2014/main" id="{EE334A0B-10B1-E50B-FC32-3EF30A22A7F6}"/>
                </a:ext>
              </a:extLst>
            </p:cNvPr>
            <p:cNvGrpSpPr/>
            <p:nvPr/>
          </p:nvGrpSpPr>
          <p:grpSpPr>
            <a:xfrm>
              <a:off x="4598180" y="1045816"/>
              <a:ext cx="272209" cy="368552"/>
              <a:chOff x="4598180" y="1045816"/>
              <a:chExt cx="272209" cy="368552"/>
            </a:xfrm>
          </p:grpSpPr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831B95DC-506B-C9C8-CC9B-0DB51E0F03ED}"/>
                  </a:ext>
                </a:extLst>
              </p:cNvPr>
              <p:cNvSpPr/>
              <p:nvPr/>
            </p:nvSpPr>
            <p:spPr>
              <a:xfrm>
                <a:off x="4598180" y="1045816"/>
                <a:ext cx="238889" cy="346402"/>
              </a:xfrm>
              <a:custGeom>
                <a:avLst/>
                <a:gdLst>
                  <a:gd name="connsiteX0" fmla="*/ 0 w 238889"/>
                  <a:gd name="connsiteY0" fmla="*/ 63 h 346402"/>
                  <a:gd name="connsiteX1" fmla="*/ 76160 w 238889"/>
                  <a:gd name="connsiteY1" fmla="*/ 0 h 346402"/>
                  <a:gd name="connsiteX2" fmla="*/ 139627 w 238889"/>
                  <a:gd name="connsiteY2" fmla="*/ 63467 h 346402"/>
                  <a:gd name="connsiteX3" fmla="*/ 139627 w 238889"/>
                  <a:gd name="connsiteY3" fmla="*/ 282428 h 346402"/>
                  <a:gd name="connsiteX4" fmla="*/ 189258 w 238889"/>
                  <a:gd name="connsiteY4" fmla="*/ 346149 h 346402"/>
                  <a:gd name="connsiteX5" fmla="*/ 238890 w 238889"/>
                  <a:gd name="connsiteY5" fmla="*/ 346403 h 346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8889" h="346402">
                    <a:moveTo>
                      <a:pt x="0" y="63"/>
                    </a:moveTo>
                    <a:lnTo>
                      <a:pt x="76160" y="0"/>
                    </a:lnTo>
                    <a:cubicBezTo>
                      <a:pt x="118472" y="0"/>
                      <a:pt x="139627" y="21156"/>
                      <a:pt x="139627" y="63467"/>
                    </a:cubicBezTo>
                    <a:lnTo>
                      <a:pt x="139627" y="282428"/>
                    </a:lnTo>
                    <a:cubicBezTo>
                      <a:pt x="139627" y="324739"/>
                      <a:pt x="156171" y="345980"/>
                      <a:pt x="189258" y="346149"/>
                    </a:cubicBezTo>
                    <a:lnTo>
                      <a:pt x="238890" y="346403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759FFB01-2D7D-314A-6DE8-82EAA572A4E6}"/>
                  </a:ext>
                </a:extLst>
              </p:cNvPr>
              <p:cNvSpPr/>
              <p:nvPr/>
            </p:nvSpPr>
            <p:spPr>
              <a:xfrm>
                <a:off x="4825836" y="1369941"/>
                <a:ext cx="44553" cy="44426"/>
              </a:xfrm>
              <a:custGeom>
                <a:avLst/>
                <a:gdLst>
                  <a:gd name="connsiteX0" fmla="*/ 44554 w 44553"/>
                  <a:gd name="connsiteY0" fmla="*/ 22404 h 44426"/>
                  <a:gd name="connsiteX1" fmla="*/ 0 w 44553"/>
                  <a:gd name="connsiteY1" fmla="*/ 44427 h 44426"/>
                  <a:gd name="connsiteX2" fmla="*/ 11234 w 44553"/>
                  <a:gd name="connsiteY2" fmla="*/ 22277 h 44426"/>
                  <a:gd name="connsiteX3" fmla="*/ 191 w 44553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553" h="44426">
                    <a:moveTo>
                      <a:pt x="44554" y="22404"/>
                    </a:moveTo>
                    <a:lnTo>
                      <a:pt x="0" y="44427"/>
                    </a:lnTo>
                    <a:lnTo>
                      <a:pt x="11234" y="22277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6" name="图形 6">
              <a:extLst>
                <a:ext uri="{FF2B5EF4-FFF2-40B4-BE49-F238E27FC236}">
                  <a16:creationId xmlns:a16="http://schemas.microsoft.com/office/drawing/2014/main" id="{A1D23EC1-14CB-24E0-C13B-46B261C4DB93}"/>
                </a:ext>
              </a:extLst>
            </p:cNvPr>
            <p:cNvGrpSpPr/>
            <p:nvPr/>
          </p:nvGrpSpPr>
          <p:grpSpPr>
            <a:xfrm>
              <a:off x="4280845" y="538144"/>
              <a:ext cx="317334" cy="1015471"/>
              <a:chOff x="4280845" y="538144"/>
              <a:chExt cx="317334" cy="1015471"/>
            </a:xfrm>
            <a:solidFill>
              <a:srgbClr val="DAE8FC"/>
            </a:solidFill>
          </p:grpSpPr>
          <p:sp>
            <p:nvSpPr>
              <p:cNvPr id="97" name="任意多边形: 形状 96">
                <a:extLst>
                  <a:ext uri="{FF2B5EF4-FFF2-40B4-BE49-F238E27FC236}">
                    <a16:creationId xmlns:a16="http://schemas.microsoft.com/office/drawing/2014/main" id="{08864E66-2A9B-E435-E832-3E133742B26A}"/>
                  </a:ext>
                </a:extLst>
              </p:cNvPr>
              <p:cNvSpPr/>
              <p:nvPr/>
            </p:nvSpPr>
            <p:spPr>
              <a:xfrm>
                <a:off x="4280845" y="538144"/>
                <a:ext cx="317334" cy="1015471"/>
              </a:xfrm>
              <a:custGeom>
                <a:avLst/>
                <a:gdLst>
                  <a:gd name="connsiteX0" fmla="*/ 269735 w 317334"/>
                  <a:gd name="connsiteY0" fmla="*/ 0 h 1015471"/>
                  <a:gd name="connsiteX1" fmla="*/ 317335 w 317334"/>
                  <a:gd name="connsiteY1" fmla="*/ 47600 h 1015471"/>
                  <a:gd name="connsiteX2" fmla="*/ 317335 w 317334"/>
                  <a:gd name="connsiteY2" fmla="*/ 967871 h 1015471"/>
                  <a:gd name="connsiteX3" fmla="*/ 269735 w 317334"/>
                  <a:gd name="connsiteY3" fmla="*/ 1015471 h 1015471"/>
                  <a:gd name="connsiteX4" fmla="*/ 47600 w 317334"/>
                  <a:gd name="connsiteY4" fmla="*/ 1015471 h 1015471"/>
                  <a:gd name="connsiteX5" fmla="*/ 0 w 317334"/>
                  <a:gd name="connsiteY5" fmla="*/ 967871 h 1015471"/>
                  <a:gd name="connsiteX6" fmla="*/ 0 w 317334"/>
                  <a:gd name="connsiteY6" fmla="*/ 47600 h 1015471"/>
                  <a:gd name="connsiteX7" fmla="*/ 47600 w 317334"/>
                  <a:gd name="connsiteY7" fmla="*/ 0 h 1015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7334" h="1015471">
                    <a:moveTo>
                      <a:pt x="269735" y="0"/>
                    </a:moveTo>
                    <a:cubicBezTo>
                      <a:pt x="296023" y="0"/>
                      <a:pt x="317335" y="21311"/>
                      <a:pt x="317335" y="47600"/>
                    </a:cubicBezTo>
                    <a:lnTo>
                      <a:pt x="317335" y="967871"/>
                    </a:lnTo>
                    <a:cubicBezTo>
                      <a:pt x="317335" y="994160"/>
                      <a:pt x="296023" y="1015471"/>
                      <a:pt x="269735" y="1015471"/>
                    </a:cubicBezTo>
                    <a:lnTo>
                      <a:pt x="47600" y="1015471"/>
                    </a:lnTo>
                    <a:cubicBezTo>
                      <a:pt x="21311" y="1015471"/>
                      <a:pt x="0" y="994160"/>
                      <a:pt x="0" y="967871"/>
                    </a:cubicBezTo>
                    <a:lnTo>
                      <a:pt x="0" y="47600"/>
                    </a:lnTo>
                    <a:cubicBezTo>
                      <a:pt x="0" y="21311"/>
                      <a:pt x="21311" y="0"/>
                      <a:pt x="4760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98" name="图片 97">
                <a:extLst>
                  <a:ext uri="{FF2B5EF4-FFF2-40B4-BE49-F238E27FC236}">
                    <a16:creationId xmlns:a16="http://schemas.microsoft.com/office/drawing/2014/main" id="{C4E28BAF-B0C0-9834-41A0-734A93C4CA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7192" y="588854"/>
                <a:ext cx="304641" cy="945657"/>
              </a:xfrm>
              <a:custGeom>
                <a:avLst/>
                <a:gdLst>
                  <a:gd name="connsiteX0" fmla="*/ -1 w 304641"/>
                  <a:gd name="connsiteY0" fmla="*/ -1 h 945657"/>
                  <a:gd name="connsiteX1" fmla="*/ 304641 w 304641"/>
                  <a:gd name="connsiteY1" fmla="*/ -1 h 945657"/>
                  <a:gd name="connsiteX2" fmla="*/ 304641 w 304641"/>
                  <a:gd name="connsiteY2" fmla="*/ 945657 h 945657"/>
                  <a:gd name="connsiteX3" fmla="*/ -1 w 304641"/>
                  <a:gd name="connsiteY3" fmla="*/ 945657 h 94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641" h="945657">
                    <a:moveTo>
                      <a:pt x="-1" y="-1"/>
                    </a:moveTo>
                    <a:lnTo>
                      <a:pt x="304641" y="-1"/>
                    </a:lnTo>
                    <a:lnTo>
                      <a:pt x="304641" y="945657"/>
                    </a:lnTo>
                    <a:lnTo>
                      <a:pt x="-1" y="945657"/>
                    </a:lnTo>
                    <a:close/>
                  </a:path>
                </a:pathLst>
              </a:custGeom>
            </p:spPr>
          </p:pic>
        </p:grpSp>
        <p:grpSp>
          <p:nvGrpSpPr>
            <p:cNvPr id="99" name="图形 6">
              <a:extLst>
                <a:ext uri="{FF2B5EF4-FFF2-40B4-BE49-F238E27FC236}">
                  <a16:creationId xmlns:a16="http://schemas.microsoft.com/office/drawing/2014/main" id="{F1CE9900-935A-D5E8-51E8-601A7C7F185D}"/>
                </a:ext>
              </a:extLst>
            </p:cNvPr>
            <p:cNvGrpSpPr/>
            <p:nvPr/>
          </p:nvGrpSpPr>
          <p:grpSpPr>
            <a:xfrm>
              <a:off x="4877498" y="1267950"/>
              <a:ext cx="666402" cy="248917"/>
              <a:chOff x="4877498" y="1267950"/>
              <a:chExt cx="666402" cy="248917"/>
            </a:xfrm>
            <a:solidFill>
              <a:srgbClr val="DAE8FC"/>
            </a:solidFill>
          </p:grpSpPr>
          <p:sp>
            <p:nvSpPr>
              <p:cNvPr id="100" name="任意多边形: 形状 99">
                <a:extLst>
                  <a:ext uri="{FF2B5EF4-FFF2-40B4-BE49-F238E27FC236}">
                    <a16:creationId xmlns:a16="http://schemas.microsoft.com/office/drawing/2014/main" id="{C585AE5E-A05B-B8C8-FB8D-6D9D7483AE5C}"/>
                  </a:ext>
                </a:extLst>
              </p:cNvPr>
              <p:cNvSpPr/>
              <p:nvPr/>
            </p:nvSpPr>
            <p:spPr>
              <a:xfrm>
                <a:off x="4877498" y="1267950"/>
                <a:ext cx="666402" cy="248917"/>
              </a:xfrm>
              <a:custGeom>
                <a:avLst/>
                <a:gdLst>
                  <a:gd name="connsiteX0" fmla="*/ 629084 w 666402"/>
                  <a:gd name="connsiteY0" fmla="*/ 0 h 248917"/>
                  <a:gd name="connsiteX1" fmla="*/ 666403 w 666402"/>
                  <a:gd name="connsiteY1" fmla="*/ 37319 h 248917"/>
                  <a:gd name="connsiteX2" fmla="*/ 666403 w 666402"/>
                  <a:gd name="connsiteY2" fmla="*/ 211599 h 248917"/>
                  <a:gd name="connsiteX3" fmla="*/ 629084 w 666402"/>
                  <a:gd name="connsiteY3" fmla="*/ 248917 h 248917"/>
                  <a:gd name="connsiteX4" fmla="*/ 37319 w 666402"/>
                  <a:gd name="connsiteY4" fmla="*/ 248917 h 248917"/>
                  <a:gd name="connsiteX5" fmla="*/ 0 w 666402"/>
                  <a:gd name="connsiteY5" fmla="*/ 211599 h 248917"/>
                  <a:gd name="connsiteX6" fmla="*/ 0 w 666402"/>
                  <a:gd name="connsiteY6" fmla="*/ 37319 h 248917"/>
                  <a:gd name="connsiteX7" fmla="*/ 37319 w 666402"/>
                  <a:gd name="connsiteY7" fmla="*/ 0 h 248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402" h="248917">
                    <a:moveTo>
                      <a:pt x="629084" y="0"/>
                    </a:moveTo>
                    <a:cubicBezTo>
                      <a:pt x="649695" y="0"/>
                      <a:pt x="666403" y="16708"/>
                      <a:pt x="666403" y="37319"/>
                    </a:cubicBezTo>
                    <a:lnTo>
                      <a:pt x="666403" y="211599"/>
                    </a:lnTo>
                    <a:cubicBezTo>
                      <a:pt x="666403" y="232209"/>
                      <a:pt x="649695" y="248917"/>
                      <a:pt x="629084" y="248917"/>
                    </a:cubicBezTo>
                    <a:lnTo>
                      <a:pt x="37319" y="248917"/>
                    </a:lnTo>
                    <a:cubicBezTo>
                      <a:pt x="16708" y="248917"/>
                      <a:pt x="0" y="232209"/>
                      <a:pt x="0" y="211599"/>
                    </a:cubicBezTo>
                    <a:lnTo>
                      <a:pt x="0" y="37319"/>
                    </a:lnTo>
                    <a:cubicBezTo>
                      <a:pt x="0" y="16708"/>
                      <a:pt x="16708" y="0"/>
                      <a:pt x="3731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01" name="图片 100">
                <a:extLst>
                  <a:ext uri="{FF2B5EF4-FFF2-40B4-BE49-F238E27FC236}">
                    <a16:creationId xmlns:a16="http://schemas.microsoft.com/office/drawing/2014/main" id="{30A2B168-6842-B748-DBF4-BFB6C4BE0D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83781" y="1318724"/>
                <a:ext cx="653709" cy="184054"/>
              </a:xfrm>
              <a:custGeom>
                <a:avLst/>
                <a:gdLst>
                  <a:gd name="connsiteX0" fmla="*/ -1 w 653709"/>
                  <a:gd name="connsiteY0" fmla="*/ -1 h 184054"/>
                  <a:gd name="connsiteX1" fmla="*/ 653709 w 653709"/>
                  <a:gd name="connsiteY1" fmla="*/ -1 h 184054"/>
                  <a:gd name="connsiteX2" fmla="*/ 653709 w 653709"/>
                  <a:gd name="connsiteY2" fmla="*/ 184054 h 184054"/>
                  <a:gd name="connsiteX3" fmla="*/ -1 w 653709"/>
                  <a:gd name="connsiteY3" fmla="*/ 184054 h 184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3709" h="184054">
                    <a:moveTo>
                      <a:pt x="-1" y="-1"/>
                    </a:moveTo>
                    <a:lnTo>
                      <a:pt x="653709" y="-1"/>
                    </a:lnTo>
                    <a:lnTo>
                      <a:pt x="653709" y="184054"/>
                    </a:lnTo>
                    <a:lnTo>
                      <a:pt x="-1" y="184054"/>
                    </a:lnTo>
                    <a:close/>
                  </a:path>
                </a:pathLst>
              </a:custGeom>
            </p:spPr>
          </p:pic>
        </p:grpSp>
        <p:grpSp>
          <p:nvGrpSpPr>
            <p:cNvPr id="102" name="图形 6">
              <a:extLst>
                <a:ext uri="{FF2B5EF4-FFF2-40B4-BE49-F238E27FC236}">
                  <a16:creationId xmlns:a16="http://schemas.microsoft.com/office/drawing/2014/main" id="{25A1DAFB-C8DC-AF89-42ED-32DAC577C69D}"/>
                </a:ext>
              </a:extLst>
            </p:cNvPr>
            <p:cNvGrpSpPr/>
            <p:nvPr/>
          </p:nvGrpSpPr>
          <p:grpSpPr>
            <a:xfrm>
              <a:off x="4871151" y="574827"/>
              <a:ext cx="666402" cy="248917"/>
              <a:chOff x="4871151" y="574827"/>
              <a:chExt cx="666402" cy="248917"/>
            </a:xfrm>
            <a:solidFill>
              <a:srgbClr val="DAE8FC"/>
            </a:solidFill>
          </p:grpSpPr>
          <p:sp>
            <p:nvSpPr>
              <p:cNvPr id="103" name="任意多边形: 形状 102">
                <a:extLst>
                  <a:ext uri="{FF2B5EF4-FFF2-40B4-BE49-F238E27FC236}">
                    <a16:creationId xmlns:a16="http://schemas.microsoft.com/office/drawing/2014/main" id="{DD57D942-D990-A096-B541-769D78FC1B87}"/>
                  </a:ext>
                </a:extLst>
              </p:cNvPr>
              <p:cNvSpPr/>
              <p:nvPr/>
            </p:nvSpPr>
            <p:spPr>
              <a:xfrm>
                <a:off x="4871151" y="574827"/>
                <a:ext cx="666402" cy="248917"/>
              </a:xfrm>
              <a:custGeom>
                <a:avLst/>
                <a:gdLst>
                  <a:gd name="connsiteX0" fmla="*/ 629084 w 666402"/>
                  <a:gd name="connsiteY0" fmla="*/ 0 h 248917"/>
                  <a:gd name="connsiteX1" fmla="*/ 666403 w 666402"/>
                  <a:gd name="connsiteY1" fmla="*/ 37319 h 248917"/>
                  <a:gd name="connsiteX2" fmla="*/ 666403 w 666402"/>
                  <a:gd name="connsiteY2" fmla="*/ 211599 h 248917"/>
                  <a:gd name="connsiteX3" fmla="*/ 629084 w 666402"/>
                  <a:gd name="connsiteY3" fmla="*/ 248917 h 248917"/>
                  <a:gd name="connsiteX4" fmla="*/ 37319 w 666402"/>
                  <a:gd name="connsiteY4" fmla="*/ 248917 h 248917"/>
                  <a:gd name="connsiteX5" fmla="*/ 0 w 666402"/>
                  <a:gd name="connsiteY5" fmla="*/ 211599 h 248917"/>
                  <a:gd name="connsiteX6" fmla="*/ 0 w 666402"/>
                  <a:gd name="connsiteY6" fmla="*/ 37319 h 248917"/>
                  <a:gd name="connsiteX7" fmla="*/ 37319 w 666402"/>
                  <a:gd name="connsiteY7" fmla="*/ 0 h 248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402" h="248917">
                    <a:moveTo>
                      <a:pt x="629084" y="0"/>
                    </a:moveTo>
                    <a:cubicBezTo>
                      <a:pt x="649695" y="0"/>
                      <a:pt x="666403" y="16708"/>
                      <a:pt x="666403" y="37319"/>
                    </a:cubicBezTo>
                    <a:lnTo>
                      <a:pt x="666403" y="211599"/>
                    </a:lnTo>
                    <a:cubicBezTo>
                      <a:pt x="666403" y="232209"/>
                      <a:pt x="649695" y="248917"/>
                      <a:pt x="629084" y="248917"/>
                    </a:cubicBezTo>
                    <a:lnTo>
                      <a:pt x="37319" y="248917"/>
                    </a:lnTo>
                    <a:cubicBezTo>
                      <a:pt x="16708" y="248917"/>
                      <a:pt x="0" y="232209"/>
                      <a:pt x="0" y="211599"/>
                    </a:cubicBezTo>
                    <a:lnTo>
                      <a:pt x="0" y="37319"/>
                    </a:lnTo>
                    <a:cubicBezTo>
                      <a:pt x="0" y="16708"/>
                      <a:pt x="16708" y="0"/>
                      <a:pt x="3731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04" name="图片 103">
                <a:extLst>
                  <a:ext uri="{FF2B5EF4-FFF2-40B4-BE49-F238E27FC236}">
                    <a16:creationId xmlns:a16="http://schemas.microsoft.com/office/drawing/2014/main" id="{1E70AB82-B241-8F91-3A94-CF3E148AAC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77434" y="620587"/>
                <a:ext cx="653709" cy="184054"/>
              </a:xfrm>
              <a:custGeom>
                <a:avLst/>
                <a:gdLst>
                  <a:gd name="connsiteX0" fmla="*/ -1 w 653709"/>
                  <a:gd name="connsiteY0" fmla="*/ -1 h 184054"/>
                  <a:gd name="connsiteX1" fmla="*/ 653709 w 653709"/>
                  <a:gd name="connsiteY1" fmla="*/ -1 h 184054"/>
                  <a:gd name="connsiteX2" fmla="*/ 653709 w 653709"/>
                  <a:gd name="connsiteY2" fmla="*/ 184054 h 184054"/>
                  <a:gd name="connsiteX3" fmla="*/ -1 w 653709"/>
                  <a:gd name="connsiteY3" fmla="*/ 184054 h 184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3709" h="184054">
                    <a:moveTo>
                      <a:pt x="-1" y="-1"/>
                    </a:moveTo>
                    <a:lnTo>
                      <a:pt x="653709" y="-1"/>
                    </a:lnTo>
                    <a:lnTo>
                      <a:pt x="653709" y="184054"/>
                    </a:lnTo>
                    <a:lnTo>
                      <a:pt x="-1" y="184054"/>
                    </a:lnTo>
                    <a:close/>
                  </a:path>
                </a:pathLst>
              </a:custGeom>
            </p:spPr>
          </p:pic>
        </p:grpSp>
        <p:grpSp>
          <p:nvGrpSpPr>
            <p:cNvPr id="105" name="图形 6">
              <a:extLst>
                <a:ext uri="{FF2B5EF4-FFF2-40B4-BE49-F238E27FC236}">
                  <a16:creationId xmlns:a16="http://schemas.microsoft.com/office/drawing/2014/main" id="{1CC662C5-63D9-EDC8-55BB-E36129D24739}"/>
                </a:ext>
              </a:extLst>
            </p:cNvPr>
            <p:cNvGrpSpPr/>
            <p:nvPr/>
          </p:nvGrpSpPr>
          <p:grpSpPr>
            <a:xfrm>
              <a:off x="5537554" y="699286"/>
              <a:ext cx="353003" cy="368806"/>
              <a:chOff x="5537554" y="699286"/>
              <a:chExt cx="353003" cy="368806"/>
            </a:xfrm>
          </p:grpSpPr>
          <p:sp>
            <p:nvSpPr>
              <p:cNvPr id="106" name="任意多边形: 形状 105">
                <a:extLst>
                  <a:ext uri="{FF2B5EF4-FFF2-40B4-BE49-F238E27FC236}">
                    <a16:creationId xmlns:a16="http://schemas.microsoft.com/office/drawing/2014/main" id="{FB9B2513-4B53-D344-3E4F-E2157A326315}"/>
                  </a:ext>
                </a:extLst>
              </p:cNvPr>
              <p:cNvSpPr/>
              <p:nvPr/>
            </p:nvSpPr>
            <p:spPr>
              <a:xfrm>
                <a:off x="5537554" y="699286"/>
                <a:ext cx="319682" cy="346592"/>
              </a:xfrm>
              <a:custGeom>
                <a:avLst/>
                <a:gdLst>
                  <a:gd name="connsiteX0" fmla="*/ 0 w 319682"/>
                  <a:gd name="connsiteY0" fmla="*/ 0 h 346592"/>
                  <a:gd name="connsiteX1" fmla="*/ 117350 w 319682"/>
                  <a:gd name="connsiteY1" fmla="*/ 381 h 346592"/>
                  <a:gd name="connsiteX2" fmla="*/ 180817 w 319682"/>
                  <a:gd name="connsiteY2" fmla="*/ 64102 h 346592"/>
                  <a:gd name="connsiteX3" fmla="*/ 180817 w 319682"/>
                  <a:gd name="connsiteY3" fmla="*/ 283063 h 346592"/>
                  <a:gd name="connsiteX4" fmla="*/ 244284 w 319682"/>
                  <a:gd name="connsiteY4" fmla="*/ 346530 h 346592"/>
                  <a:gd name="connsiteX5" fmla="*/ 319683 w 319682"/>
                  <a:gd name="connsiteY5" fmla="*/ 346593 h 34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9682" h="346592">
                    <a:moveTo>
                      <a:pt x="0" y="0"/>
                    </a:moveTo>
                    <a:lnTo>
                      <a:pt x="117350" y="381"/>
                    </a:lnTo>
                    <a:cubicBezTo>
                      <a:pt x="159662" y="550"/>
                      <a:pt x="180817" y="21790"/>
                      <a:pt x="180817" y="64102"/>
                    </a:cubicBezTo>
                    <a:lnTo>
                      <a:pt x="180817" y="283063"/>
                    </a:lnTo>
                    <a:cubicBezTo>
                      <a:pt x="180817" y="325374"/>
                      <a:pt x="201973" y="346530"/>
                      <a:pt x="244284" y="346530"/>
                    </a:cubicBezTo>
                    <a:lnTo>
                      <a:pt x="319683" y="346593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: 形状 106">
                <a:extLst>
                  <a:ext uri="{FF2B5EF4-FFF2-40B4-BE49-F238E27FC236}">
                    <a16:creationId xmlns:a16="http://schemas.microsoft.com/office/drawing/2014/main" id="{6B68293B-A6E2-88DE-189D-5D4B909E9D38}"/>
                  </a:ext>
                </a:extLst>
              </p:cNvPr>
              <p:cNvSpPr/>
              <p:nvPr/>
            </p:nvSpPr>
            <p:spPr>
              <a:xfrm>
                <a:off x="5846130" y="1023666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08" name="图形 6">
              <a:extLst>
                <a:ext uri="{FF2B5EF4-FFF2-40B4-BE49-F238E27FC236}">
                  <a16:creationId xmlns:a16="http://schemas.microsoft.com/office/drawing/2014/main" id="{E3956372-108F-B915-66A7-A3C0FDF65957}"/>
                </a:ext>
              </a:extLst>
            </p:cNvPr>
            <p:cNvGrpSpPr/>
            <p:nvPr/>
          </p:nvGrpSpPr>
          <p:grpSpPr>
            <a:xfrm>
              <a:off x="5543901" y="1023666"/>
              <a:ext cx="346656" cy="368742"/>
              <a:chOff x="5543901" y="1023666"/>
              <a:chExt cx="346656" cy="368742"/>
            </a:xfrm>
          </p:grpSpPr>
          <p:sp>
            <p:nvSpPr>
              <p:cNvPr id="109" name="任意多边形: 形状 108">
                <a:extLst>
                  <a:ext uri="{FF2B5EF4-FFF2-40B4-BE49-F238E27FC236}">
                    <a16:creationId xmlns:a16="http://schemas.microsoft.com/office/drawing/2014/main" id="{0219B5E7-E841-1FF5-B9F9-2DD05EBD66FB}"/>
                  </a:ext>
                </a:extLst>
              </p:cNvPr>
              <p:cNvSpPr/>
              <p:nvPr/>
            </p:nvSpPr>
            <p:spPr>
              <a:xfrm>
                <a:off x="5543901" y="1045816"/>
                <a:ext cx="313336" cy="346592"/>
              </a:xfrm>
              <a:custGeom>
                <a:avLst/>
                <a:gdLst>
                  <a:gd name="connsiteX0" fmla="*/ 0 w 313336"/>
                  <a:gd name="connsiteY0" fmla="*/ 346593 h 346592"/>
                  <a:gd name="connsiteX1" fmla="*/ 114177 w 313336"/>
                  <a:gd name="connsiteY1" fmla="*/ 346149 h 346592"/>
                  <a:gd name="connsiteX2" fmla="*/ 177644 w 313336"/>
                  <a:gd name="connsiteY2" fmla="*/ 282428 h 346592"/>
                  <a:gd name="connsiteX3" fmla="*/ 177644 w 313336"/>
                  <a:gd name="connsiteY3" fmla="*/ 63467 h 346592"/>
                  <a:gd name="connsiteX4" fmla="*/ 241111 w 313336"/>
                  <a:gd name="connsiteY4" fmla="*/ 0 h 346592"/>
                  <a:gd name="connsiteX5" fmla="*/ 313336 w 313336"/>
                  <a:gd name="connsiteY5" fmla="*/ 63 h 34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3336" h="346592">
                    <a:moveTo>
                      <a:pt x="0" y="346593"/>
                    </a:moveTo>
                    <a:lnTo>
                      <a:pt x="114177" y="346149"/>
                    </a:lnTo>
                    <a:cubicBezTo>
                      <a:pt x="156488" y="345980"/>
                      <a:pt x="177644" y="324739"/>
                      <a:pt x="177644" y="282428"/>
                    </a:cubicBezTo>
                    <a:lnTo>
                      <a:pt x="177644" y="63467"/>
                    </a:lnTo>
                    <a:cubicBezTo>
                      <a:pt x="177644" y="21156"/>
                      <a:pt x="198799" y="0"/>
                      <a:pt x="241111" y="0"/>
                    </a:cubicBezTo>
                    <a:lnTo>
                      <a:pt x="313336" y="63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A96EED52-6080-8592-E507-4E6BD0492655}"/>
                  </a:ext>
                </a:extLst>
              </p:cNvPr>
              <p:cNvSpPr/>
              <p:nvPr/>
            </p:nvSpPr>
            <p:spPr>
              <a:xfrm>
                <a:off x="5846130" y="1023666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1" name="图形 6">
              <a:extLst>
                <a:ext uri="{FF2B5EF4-FFF2-40B4-BE49-F238E27FC236}">
                  <a16:creationId xmlns:a16="http://schemas.microsoft.com/office/drawing/2014/main" id="{31B21EAA-0326-E5A9-A6F0-FAAE445BED4B}"/>
                </a:ext>
              </a:extLst>
            </p:cNvPr>
            <p:cNvGrpSpPr/>
            <p:nvPr/>
          </p:nvGrpSpPr>
          <p:grpSpPr>
            <a:xfrm>
              <a:off x="5645384" y="963309"/>
              <a:ext cx="133280" cy="184054"/>
              <a:chOff x="5645384" y="963309"/>
              <a:chExt cx="133280" cy="184054"/>
            </a:xfrm>
            <a:solidFill>
              <a:srgbClr val="FFFFFF"/>
            </a:solidFill>
          </p:grpSpPr>
          <p:sp>
            <p:nvSpPr>
              <p:cNvPr id="112" name="任意多边形: 形状 111">
                <a:extLst>
                  <a:ext uri="{FF2B5EF4-FFF2-40B4-BE49-F238E27FC236}">
                    <a16:creationId xmlns:a16="http://schemas.microsoft.com/office/drawing/2014/main" id="{49B39BFE-31F9-9553-0A38-DE70C68D843F}"/>
                  </a:ext>
                </a:extLst>
              </p:cNvPr>
              <p:cNvSpPr/>
              <p:nvPr/>
            </p:nvSpPr>
            <p:spPr>
              <a:xfrm>
                <a:off x="5645384" y="969655"/>
                <a:ext cx="133280" cy="133280"/>
              </a:xfrm>
              <a:custGeom>
                <a:avLst/>
                <a:gdLst>
                  <a:gd name="connsiteX0" fmla="*/ 133281 w 133280"/>
                  <a:gd name="connsiteY0" fmla="*/ 66640 h 133280"/>
                  <a:gd name="connsiteX1" fmla="*/ 66640 w 133280"/>
                  <a:gd name="connsiteY1" fmla="*/ 133281 h 133280"/>
                  <a:gd name="connsiteX2" fmla="*/ 0 w 133280"/>
                  <a:gd name="connsiteY2" fmla="*/ 66640 h 133280"/>
                  <a:gd name="connsiteX3" fmla="*/ 66640 w 133280"/>
                  <a:gd name="connsiteY3" fmla="*/ 0 h 133280"/>
                  <a:gd name="connsiteX4" fmla="*/ 133281 w 133280"/>
                  <a:gd name="connsiteY4" fmla="*/ 66640 h 13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280" h="133280">
                    <a:moveTo>
                      <a:pt x="133281" y="66640"/>
                    </a:moveTo>
                    <a:cubicBezTo>
                      <a:pt x="133281" y="103445"/>
                      <a:pt x="103445" y="133281"/>
                      <a:pt x="66640" y="133281"/>
                    </a:cubicBezTo>
                    <a:cubicBezTo>
                      <a:pt x="29836" y="133281"/>
                      <a:pt x="0" y="103445"/>
                      <a:pt x="0" y="66640"/>
                    </a:cubicBezTo>
                    <a:cubicBezTo>
                      <a:pt x="0" y="29836"/>
                      <a:pt x="29836" y="0"/>
                      <a:pt x="66640" y="0"/>
                    </a:cubicBezTo>
                    <a:cubicBezTo>
                      <a:pt x="103445" y="0"/>
                      <a:pt x="133281" y="29836"/>
                      <a:pt x="133281" y="666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13" name="图片 112">
                <a:extLst>
                  <a:ext uri="{FF2B5EF4-FFF2-40B4-BE49-F238E27FC236}">
                    <a16:creationId xmlns:a16="http://schemas.microsoft.com/office/drawing/2014/main" id="{3E03BA76-FA3F-B9EC-BF0B-CC4378B617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51731" y="963309"/>
                <a:ext cx="120587" cy="184054"/>
              </a:xfrm>
              <a:custGeom>
                <a:avLst/>
                <a:gdLst>
                  <a:gd name="connsiteX0" fmla="*/ -1 w 120587"/>
                  <a:gd name="connsiteY0" fmla="*/ -1 h 184054"/>
                  <a:gd name="connsiteX1" fmla="*/ 120587 w 120587"/>
                  <a:gd name="connsiteY1" fmla="*/ -1 h 184054"/>
                  <a:gd name="connsiteX2" fmla="*/ 120587 w 120587"/>
                  <a:gd name="connsiteY2" fmla="*/ 184054 h 184054"/>
                  <a:gd name="connsiteX3" fmla="*/ -1 w 120587"/>
                  <a:gd name="connsiteY3" fmla="*/ 184054 h 184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587" h="184054">
                    <a:moveTo>
                      <a:pt x="-1" y="-1"/>
                    </a:moveTo>
                    <a:lnTo>
                      <a:pt x="120587" y="-1"/>
                    </a:lnTo>
                    <a:lnTo>
                      <a:pt x="120587" y="184054"/>
                    </a:lnTo>
                    <a:lnTo>
                      <a:pt x="-1" y="184054"/>
                    </a:lnTo>
                    <a:close/>
                  </a:path>
                </a:pathLst>
              </a:custGeom>
            </p:spPr>
          </p:pic>
        </p:grpSp>
        <p:grpSp>
          <p:nvGrpSpPr>
            <p:cNvPr id="114" name="图形 6">
              <a:extLst>
                <a:ext uri="{FF2B5EF4-FFF2-40B4-BE49-F238E27FC236}">
                  <a16:creationId xmlns:a16="http://schemas.microsoft.com/office/drawing/2014/main" id="{D1F37061-C4DC-E676-6802-FD62AD583699}"/>
                </a:ext>
              </a:extLst>
            </p:cNvPr>
            <p:cNvGrpSpPr/>
            <p:nvPr/>
          </p:nvGrpSpPr>
          <p:grpSpPr>
            <a:xfrm>
              <a:off x="3531935" y="1023602"/>
              <a:ext cx="195985" cy="44426"/>
              <a:chOff x="3531935" y="1023602"/>
              <a:chExt cx="195985" cy="44426"/>
            </a:xfrm>
          </p:grpSpPr>
          <p:sp>
            <p:nvSpPr>
              <p:cNvPr id="115" name="任意多边形: 形状 114">
                <a:extLst>
                  <a:ext uri="{FF2B5EF4-FFF2-40B4-BE49-F238E27FC236}">
                    <a16:creationId xmlns:a16="http://schemas.microsoft.com/office/drawing/2014/main" id="{FEFD7793-BEF9-4697-160C-2D02228A0B3A}"/>
                  </a:ext>
                </a:extLst>
              </p:cNvPr>
              <p:cNvSpPr/>
              <p:nvPr/>
            </p:nvSpPr>
            <p:spPr>
              <a:xfrm>
                <a:off x="3531935" y="1045816"/>
                <a:ext cx="162665" cy="6346"/>
              </a:xfrm>
              <a:custGeom>
                <a:avLst/>
                <a:gdLst>
                  <a:gd name="connsiteX0" fmla="*/ 0 w 162665"/>
                  <a:gd name="connsiteY0" fmla="*/ 0 h 6346"/>
                  <a:gd name="connsiteX1" fmla="*/ 126934 w 162665"/>
                  <a:gd name="connsiteY1" fmla="*/ 0 h 6346"/>
                  <a:gd name="connsiteX2" fmla="*/ 76160 w 162665"/>
                  <a:gd name="connsiteY2" fmla="*/ 0 h 6346"/>
                  <a:gd name="connsiteX3" fmla="*/ 162666 w 162665"/>
                  <a:gd name="connsiteY3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2665" h="6346">
                    <a:moveTo>
                      <a:pt x="0" y="0"/>
                    </a:moveTo>
                    <a:lnTo>
                      <a:pt x="126934" y="0"/>
                    </a:lnTo>
                    <a:lnTo>
                      <a:pt x="76160" y="0"/>
                    </a:lnTo>
                    <a:lnTo>
                      <a:pt x="162666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6" name="任意多边形: 形状 115">
                <a:extLst>
                  <a:ext uri="{FF2B5EF4-FFF2-40B4-BE49-F238E27FC236}">
                    <a16:creationId xmlns:a16="http://schemas.microsoft.com/office/drawing/2014/main" id="{83413C1B-C6F6-3526-111A-2112E8D9F1A2}"/>
                  </a:ext>
                </a:extLst>
              </p:cNvPr>
              <p:cNvSpPr/>
              <p:nvPr/>
            </p:nvSpPr>
            <p:spPr>
              <a:xfrm>
                <a:off x="3683494" y="1023602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7" name="图形 6">
              <a:extLst>
                <a:ext uri="{FF2B5EF4-FFF2-40B4-BE49-F238E27FC236}">
                  <a16:creationId xmlns:a16="http://schemas.microsoft.com/office/drawing/2014/main" id="{3383B430-C53E-52D1-7E16-35F78DFC8260}"/>
                </a:ext>
              </a:extLst>
            </p:cNvPr>
            <p:cNvGrpSpPr/>
            <p:nvPr/>
          </p:nvGrpSpPr>
          <p:grpSpPr>
            <a:xfrm>
              <a:off x="3214600" y="633344"/>
              <a:ext cx="317334" cy="825070"/>
              <a:chOff x="3214600" y="633344"/>
              <a:chExt cx="317334" cy="825070"/>
            </a:xfrm>
            <a:solidFill>
              <a:srgbClr val="DAE8FC"/>
            </a:solidFill>
          </p:grpSpPr>
          <p:sp>
            <p:nvSpPr>
              <p:cNvPr id="118" name="任意多边形: 形状 117">
                <a:extLst>
                  <a:ext uri="{FF2B5EF4-FFF2-40B4-BE49-F238E27FC236}">
                    <a16:creationId xmlns:a16="http://schemas.microsoft.com/office/drawing/2014/main" id="{3BD46C9B-A14E-D80B-95FA-8D24D21B48E6}"/>
                  </a:ext>
                </a:extLst>
              </p:cNvPr>
              <p:cNvSpPr/>
              <p:nvPr/>
            </p:nvSpPr>
            <p:spPr>
              <a:xfrm rot="10800000" flipV="1">
                <a:off x="3214600" y="633344"/>
                <a:ext cx="317334" cy="825070"/>
              </a:xfrm>
              <a:custGeom>
                <a:avLst/>
                <a:gdLst>
                  <a:gd name="connsiteX0" fmla="*/ 269735 w 317334"/>
                  <a:gd name="connsiteY0" fmla="*/ 0 h 825070"/>
                  <a:gd name="connsiteX1" fmla="*/ 317335 w 317334"/>
                  <a:gd name="connsiteY1" fmla="*/ 47600 h 825070"/>
                  <a:gd name="connsiteX2" fmla="*/ 317335 w 317334"/>
                  <a:gd name="connsiteY2" fmla="*/ 777470 h 825070"/>
                  <a:gd name="connsiteX3" fmla="*/ 269735 w 317334"/>
                  <a:gd name="connsiteY3" fmla="*/ 825070 h 825070"/>
                  <a:gd name="connsiteX4" fmla="*/ 47600 w 317334"/>
                  <a:gd name="connsiteY4" fmla="*/ 825070 h 825070"/>
                  <a:gd name="connsiteX5" fmla="*/ 0 w 317334"/>
                  <a:gd name="connsiteY5" fmla="*/ 777470 h 825070"/>
                  <a:gd name="connsiteX6" fmla="*/ 0 w 317334"/>
                  <a:gd name="connsiteY6" fmla="*/ 47600 h 825070"/>
                  <a:gd name="connsiteX7" fmla="*/ 47600 w 317334"/>
                  <a:gd name="connsiteY7" fmla="*/ 0 h 825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7334" h="825070">
                    <a:moveTo>
                      <a:pt x="269735" y="0"/>
                    </a:moveTo>
                    <a:cubicBezTo>
                      <a:pt x="296023" y="0"/>
                      <a:pt x="317335" y="21311"/>
                      <a:pt x="317335" y="47600"/>
                    </a:cubicBezTo>
                    <a:lnTo>
                      <a:pt x="317335" y="777470"/>
                    </a:lnTo>
                    <a:cubicBezTo>
                      <a:pt x="317335" y="803759"/>
                      <a:pt x="296023" y="825070"/>
                      <a:pt x="269735" y="825070"/>
                    </a:cubicBezTo>
                    <a:lnTo>
                      <a:pt x="47600" y="825070"/>
                    </a:lnTo>
                    <a:cubicBezTo>
                      <a:pt x="21311" y="825070"/>
                      <a:pt x="0" y="803759"/>
                      <a:pt x="0" y="777470"/>
                    </a:cubicBezTo>
                    <a:lnTo>
                      <a:pt x="0" y="47600"/>
                    </a:lnTo>
                    <a:cubicBezTo>
                      <a:pt x="0" y="21311"/>
                      <a:pt x="21311" y="0"/>
                      <a:pt x="4760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19" name="图片 118">
                <a:extLst>
                  <a:ext uri="{FF2B5EF4-FFF2-40B4-BE49-F238E27FC236}">
                    <a16:creationId xmlns:a16="http://schemas.microsoft.com/office/drawing/2014/main" id="{0ADA79DA-9327-A89F-B8AB-DFEB1C8677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20947" y="741174"/>
                <a:ext cx="304641" cy="641016"/>
              </a:xfrm>
              <a:custGeom>
                <a:avLst/>
                <a:gdLst>
                  <a:gd name="connsiteX0" fmla="*/ -1 w 304641"/>
                  <a:gd name="connsiteY0" fmla="*/ -1 h 641016"/>
                  <a:gd name="connsiteX1" fmla="*/ 304641 w 304641"/>
                  <a:gd name="connsiteY1" fmla="*/ -1 h 641016"/>
                  <a:gd name="connsiteX2" fmla="*/ 304641 w 304641"/>
                  <a:gd name="connsiteY2" fmla="*/ 641016 h 641016"/>
                  <a:gd name="connsiteX3" fmla="*/ -1 w 304641"/>
                  <a:gd name="connsiteY3" fmla="*/ 641016 h 641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641" h="641016">
                    <a:moveTo>
                      <a:pt x="-1" y="-1"/>
                    </a:moveTo>
                    <a:lnTo>
                      <a:pt x="304641" y="-1"/>
                    </a:lnTo>
                    <a:lnTo>
                      <a:pt x="304641" y="641016"/>
                    </a:lnTo>
                    <a:lnTo>
                      <a:pt x="-1" y="641016"/>
                    </a:lnTo>
                    <a:close/>
                  </a:path>
                </a:pathLst>
              </a:custGeom>
            </p:spPr>
          </p:pic>
        </p:grpSp>
        <p:grpSp>
          <p:nvGrpSpPr>
            <p:cNvPr id="120" name="图形 6">
              <a:extLst>
                <a:ext uri="{FF2B5EF4-FFF2-40B4-BE49-F238E27FC236}">
                  <a16:creationId xmlns:a16="http://schemas.microsoft.com/office/drawing/2014/main" id="{3BAEAE2B-5884-C074-3E5B-A7CC3B9104F5}"/>
                </a:ext>
              </a:extLst>
            </p:cNvPr>
            <p:cNvGrpSpPr/>
            <p:nvPr/>
          </p:nvGrpSpPr>
          <p:grpSpPr>
            <a:xfrm>
              <a:off x="4052364" y="1023602"/>
              <a:ext cx="221372" cy="44426"/>
              <a:chOff x="4052364" y="1023602"/>
              <a:chExt cx="221372" cy="44426"/>
            </a:xfrm>
          </p:grpSpPr>
          <p:sp>
            <p:nvSpPr>
              <p:cNvPr id="121" name="任意多边形: 形状 120">
                <a:extLst>
                  <a:ext uri="{FF2B5EF4-FFF2-40B4-BE49-F238E27FC236}">
                    <a16:creationId xmlns:a16="http://schemas.microsoft.com/office/drawing/2014/main" id="{76348EEF-658C-F71D-1E41-8EC613C65BE5}"/>
                  </a:ext>
                </a:extLst>
              </p:cNvPr>
              <p:cNvSpPr/>
              <p:nvPr/>
            </p:nvSpPr>
            <p:spPr>
              <a:xfrm>
                <a:off x="4052364" y="1045816"/>
                <a:ext cx="188052" cy="6346"/>
              </a:xfrm>
              <a:custGeom>
                <a:avLst/>
                <a:gdLst>
                  <a:gd name="connsiteX0" fmla="*/ 0 w 188052"/>
                  <a:gd name="connsiteY0" fmla="*/ 0 h 6346"/>
                  <a:gd name="connsiteX1" fmla="*/ 126934 w 188052"/>
                  <a:gd name="connsiteY1" fmla="*/ 0 h 6346"/>
                  <a:gd name="connsiteX2" fmla="*/ 101547 w 188052"/>
                  <a:gd name="connsiteY2" fmla="*/ 0 h 6346"/>
                  <a:gd name="connsiteX3" fmla="*/ 188053 w 188052"/>
                  <a:gd name="connsiteY3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052" h="6346">
                    <a:moveTo>
                      <a:pt x="0" y="0"/>
                    </a:moveTo>
                    <a:lnTo>
                      <a:pt x="126934" y="0"/>
                    </a:lnTo>
                    <a:lnTo>
                      <a:pt x="101547" y="0"/>
                    </a:lnTo>
                    <a:lnTo>
                      <a:pt x="188053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2" name="任意多边形: 形状 121">
                <a:extLst>
                  <a:ext uri="{FF2B5EF4-FFF2-40B4-BE49-F238E27FC236}">
                    <a16:creationId xmlns:a16="http://schemas.microsoft.com/office/drawing/2014/main" id="{9CFC3B5C-0D46-DFA5-AB5D-3415B892D242}"/>
                  </a:ext>
                </a:extLst>
              </p:cNvPr>
              <p:cNvSpPr/>
              <p:nvPr/>
            </p:nvSpPr>
            <p:spPr>
              <a:xfrm>
                <a:off x="4229310" y="1023602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23" name="图形 6">
              <a:extLst>
                <a:ext uri="{FF2B5EF4-FFF2-40B4-BE49-F238E27FC236}">
                  <a16:creationId xmlns:a16="http://schemas.microsoft.com/office/drawing/2014/main" id="{0407CEFF-0D8C-2031-614C-157E2DBA64F4}"/>
                </a:ext>
              </a:extLst>
            </p:cNvPr>
            <p:cNvGrpSpPr/>
            <p:nvPr/>
          </p:nvGrpSpPr>
          <p:grpSpPr>
            <a:xfrm>
              <a:off x="3735029" y="633344"/>
              <a:ext cx="317334" cy="825070"/>
              <a:chOff x="3735029" y="633344"/>
              <a:chExt cx="317334" cy="825070"/>
            </a:xfrm>
            <a:solidFill>
              <a:srgbClr val="DAE8FC"/>
            </a:solidFill>
          </p:grpSpPr>
          <p:sp>
            <p:nvSpPr>
              <p:cNvPr id="124" name="任意多边形: 形状 123">
                <a:extLst>
                  <a:ext uri="{FF2B5EF4-FFF2-40B4-BE49-F238E27FC236}">
                    <a16:creationId xmlns:a16="http://schemas.microsoft.com/office/drawing/2014/main" id="{EF8C8E8F-76D9-7961-2A7C-D04EC6066F41}"/>
                  </a:ext>
                </a:extLst>
              </p:cNvPr>
              <p:cNvSpPr/>
              <p:nvPr/>
            </p:nvSpPr>
            <p:spPr>
              <a:xfrm rot="10800000" flipV="1">
                <a:off x="3735029" y="633344"/>
                <a:ext cx="317334" cy="825070"/>
              </a:xfrm>
              <a:custGeom>
                <a:avLst/>
                <a:gdLst>
                  <a:gd name="connsiteX0" fmla="*/ 269735 w 317334"/>
                  <a:gd name="connsiteY0" fmla="*/ 0 h 825070"/>
                  <a:gd name="connsiteX1" fmla="*/ 317335 w 317334"/>
                  <a:gd name="connsiteY1" fmla="*/ 47600 h 825070"/>
                  <a:gd name="connsiteX2" fmla="*/ 317335 w 317334"/>
                  <a:gd name="connsiteY2" fmla="*/ 777470 h 825070"/>
                  <a:gd name="connsiteX3" fmla="*/ 269735 w 317334"/>
                  <a:gd name="connsiteY3" fmla="*/ 825070 h 825070"/>
                  <a:gd name="connsiteX4" fmla="*/ 47600 w 317334"/>
                  <a:gd name="connsiteY4" fmla="*/ 825070 h 825070"/>
                  <a:gd name="connsiteX5" fmla="*/ 0 w 317334"/>
                  <a:gd name="connsiteY5" fmla="*/ 777470 h 825070"/>
                  <a:gd name="connsiteX6" fmla="*/ 0 w 317334"/>
                  <a:gd name="connsiteY6" fmla="*/ 47600 h 825070"/>
                  <a:gd name="connsiteX7" fmla="*/ 47600 w 317334"/>
                  <a:gd name="connsiteY7" fmla="*/ 0 h 825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7334" h="825070">
                    <a:moveTo>
                      <a:pt x="269735" y="0"/>
                    </a:moveTo>
                    <a:cubicBezTo>
                      <a:pt x="296023" y="0"/>
                      <a:pt x="317335" y="21311"/>
                      <a:pt x="317335" y="47600"/>
                    </a:cubicBezTo>
                    <a:lnTo>
                      <a:pt x="317335" y="777470"/>
                    </a:lnTo>
                    <a:cubicBezTo>
                      <a:pt x="317335" y="803759"/>
                      <a:pt x="296023" y="825070"/>
                      <a:pt x="269735" y="825070"/>
                    </a:cubicBezTo>
                    <a:lnTo>
                      <a:pt x="47600" y="825070"/>
                    </a:lnTo>
                    <a:cubicBezTo>
                      <a:pt x="21311" y="825070"/>
                      <a:pt x="0" y="803759"/>
                      <a:pt x="0" y="777470"/>
                    </a:cubicBezTo>
                    <a:lnTo>
                      <a:pt x="0" y="47600"/>
                    </a:lnTo>
                    <a:cubicBezTo>
                      <a:pt x="0" y="21311"/>
                      <a:pt x="21311" y="0"/>
                      <a:pt x="4760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25" name="图片 124">
                <a:extLst>
                  <a:ext uri="{FF2B5EF4-FFF2-40B4-BE49-F238E27FC236}">
                    <a16:creationId xmlns:a16="http://schemas.microsoft.com/office/drawing/2014/main" id="{ED138A73-8DEE-5592-4130-7BBE41E39A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41376" y="665014"/>
                <a:ext cx="304641" cy="793336"/>
              </a:xfrm>
              <a:custGeom>
                <a:avLst/>
                <a:gdLst>
                  <a:gd name="connsiteX0" fmla="*/ -1 w 304641"/>
                  <a:gd name="connsiteY0" fmla="*/ -1 h 793336"/>
                  <a:gd name="connsiteX1" fmla="*/ 304641 w 304641"/>
                  <a:gd name="connsiteY1" fmla="*/ -1 h 793336"/>
                  <a:gd name="connsiteX2" fmla="*/ 304641 w 304641"/>
                  <a:gd name="connsiteY2" fmla="*/ 793336 h 793336"/>
                  <a:gd name="connsiteX3" fmla="*/ -1 w 304641"/>
                  <a:gd name="connsiteY3" fmla="*/ 793336 h 793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641" h="793336">
                    <a:moveTo>
                      <a:pt x="-1" y="-1"/>
                    </a:moveTo>
                    <a:lnTo>
                      <a:pt x="304641" y="-1"/>
                    </a:lnTo>
                    <a:lnTo>
                      <a:pt x="304641" y="793336"/>
                    </a:lnTo>
                    <a:lnTo>
                      <a:pt x="-1" y="793336"/>
                    </a:lnTo>
                    <a:close/>
                  </a:path>
                </a:pathLst>
              </a:custGeom>
            </p:spPr>
          </p:pic>
        </p:grpSp>
        <p:grpSp>
          <p:nvGrpSpPr>
            <p:cNvPr id="126" name="图形 6">
              <a:extLst>
                <a:ext uri="{FF2B5EF4-FFF2-40B4-BE49-F238E27FC236}">
                  <a16:creationId xmlns:a16="http://schemas.microsoft.com/office/drawing/2014/main" id="{70C05882-D483-9B1A-D007-1F1494B6562D}"/>
                </a:ext>
              </a:extLst>
            </p:cNvPr>
            <p:cNvGrpSpPr/>
            <p:nvPr/>
          </p:nvGrpSpPr>
          <p:grpSpPr>
            <a:xfrm>
              <a:off x="5897665" y="506410"/>
              <a:ext cx="317334" cy="1078938"/>
              <a:chOff x="5897665" y="506410"/>
              <a:chExt cx="317334" cy="1078938"/>
            </a:xfrm>
            <a:solidFill>
              <a:srgbClr val="6EA0BF"/>
            </a:solidFill>
          </p:grpSpPr>
          <p:sp>
            <p:nvSpPr>
              <p:cNvPr id="127" name="任意多边形: 形状 126">
                <a:extLst>
                  <a:ext uri="{FF2B5EF4-FFF2-40B4-BE49-F238E27FC236}">
                    <a16:creationId xmlns:a16="http://schemas.microsoft.com/office/drawing/2014/main" id="{810362BB-76B4-04AA-8888-31B9100182FB}"/>
                  </a:ext>
                </a:extLst>
              </p:cNvPr>
              <p:cNvSpPr/>
              <p:nvPr/>
            </p:nvSpPr>
            <p:spPr>
              <a:xfrm rot="10800000" flipV="1">
                <a:off x="5897665" y="506410"/>
                <a:ext cx="317334" cy="1078938"/>
              </a:xfrm>
              <a:custGeom>
                <a:avLst/>
                <a:gdLst>
                  <a:gd name="connsiteX0" fmla="*/ 269735 w 317334"/>
                  <a:gd name="connsiteY0" fmla="*/ 0 h 1078938"/>
                  <a:gd name="connsiteX1" fmla="*/ 317335 w 317334"/>
                  <a:gd name="connsiteY1" fmla="*/ 47600 h 1078938"/>
                  <a:gd name="connsiteX2" fmla="*/ 317335 w 317334"/>
                  <a:gd name="connsiteY2" fmla="*/ 1031338 h 1078938"/>
                  <a:gd name="connsiteX3" fmla="*/ 269735 w 317334"/>
                  <a:gd name="connsiteY3" fmla="*/ 1078938 h 1078938"/>
                  <a:gd name="connsiteX4" fmla="*/ 47600 w 317334"/>
                  <a:gd name="connsiteY4" fmla="*/ 1078938 h 1078938"/>
                  <a:gd name="connsiteX5" fmla="*/ 0 w 317334"/>
                  <a:gd name="connsiteY5" fmla="*/ 1031338 h 1078938"/>
                  <a:gd name="connsiteX6" fmla="*/ 0 w 317334"/>
                  <a:gd name="connsiteY6" fmla="*/ 47600 h 1078938"/>
                  <a:gd name="connsiteX7" fmla="*/ 47600 w 317334"/>
                  <a:gd name="connsiteY7" fmla="*/ 0 h 1078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7334" h="1078938">
                    <a:moveTo>
                      <a:pt x="269735" y="0"/>
                    </a:moveTo>
                    <a:cubicBezTo>
                      <a:pt x="296023" y="0"/>
                      <a:pt x="317335" y="21311"/>
                      <a:pt x="317335" y="47600"/>
                    </a:cubicBezTo>
                    <a:lnTo>
                      <a:pt x="317335" y="1031338"/>
                    </a:lnTo>
                    <a:cubicBezTo>
                      <a:pt x="317335" y="1057627"/>
                      <a:pt x="296023" y="1078938"/>
                      <a:pt x="269735" y="1078938"/>
                    </a:cubicBezTo>
                    <a:lnTo>
                      <a:pt x="47600" y="1078938"/>
                    </a:lnTo>
                    <a:cubicBezTo>
                      <a:pt x="21311" y="1078938"/>
                      <a:pt x="0" y="1057627"/>
                      <a:pt x="0" y="1031338"/>
                    </a:cubicBezTo>
                    <a:lnTo>
                      <a:pt x="0" y="47600"/>
                    </a:lnTo>
                    <a:cubicBezTo>
                      <a:pt x="0" y="21311"/>
                      <a:pt x="21311" y="0"/>
                      <a:pt x="47600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347" cap="flat">
                <a:solidFill>
                  <a:srgbClr val="6080A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28" name="图片 127">
                <a:extLst>
                  <a:ext uri="{FF2B5EF4-FFF2-40B4-BE49-F238E27FC236}">
                    <a16:creationId xmlns:a16="http://schemas.microsoft.com/office/drawing/2014/main" id="{CF0320B4-7EFD-1961-A17D-B7C0258118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99252" y="817335"/>
                <a:ext cx="304641" cy="488695"/>
              </a:xfrm>
              <a:custGeom>
                <a:avLst/>
                <a:gdLst>
                  <a:gd name="connsiteX0" fmla="*/ -1 w 304641"/>
                  <a:gd name="connsiteY0" fmla="*/ -1 h 488695"/>
                  <a:gd name="connsiteX1" fmla="*/ 304641 w 304641"/>
                  <a:gd name="connsiteY1" fmla="*/ -1 h 488695"/>
                  <a:gd name="connsiteX2" fmla="*/ 304641 w 304641"/>
                  <a:gd name="connsiteY2" fmla="*/ 488695 h 488695"/>
                  <a:gd name="connsiteX3" fmla="*/ -1 w 304641"/>
                  <a:gd name="connsiteY3" fmla="*/ 488695 h 488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641" h="488695">
                    <a:moveTo>
                      <a:pt x="-1" y="-1"/>
                    </a:moveTo>
                    <a:lnTo>
                      <a:pt x="304641" y="-1"/>
                    </a:lnTo>
                    <a:lnTo>
                      <a:pt x="304641" y="488695"/>
                    </a:lnTo>
                    <a:lnTo>
                      <a:pt x="-1" y="488695"/>
                    </a:lnTo>
                    <a:close/>
                  </a:path>
                </a:pathLst>
              </a:custGeom>
            </p:spPr>
          </p:pic>
        </p:grpSp>
        <p:grpSp>
          <p:nvGrpSpPr>
            <p:cNvPr id="129" name="图形 6">
              <a:extLst>
                <a:ext uri="{FF2B5EF4-FFF2-40B4-BE49-F238E27FC236}">
                  <a16:creationId xmlns:a16="http://schemas.microsoft.com/office/drawing/2014/main" id="{77381AFF-1B55-4150-5875-E2F6814FB3D5}"/>
                </a:ext>
              </a:extLst>
            </p:cNvPr>
            <p:cNvGrpSpPr/>
            <p:nvPr/>
          </p:nvGrpSpPr>
          <p:grpSpPr>
            <a:xfrm>
              <a:off x="3531935" y="379413"/>
              <a:ext cx="929790" cy="666466"/>
              <a:chOff x="3531935" y="379413"/>
              <a:chExt cx="929790" cy="666466"/>
            </a:xfrm>
          </p:grpSpPr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9C8C5F85-05E3-7EDD-B7F5-76C28EA5B24F}"/>
                  </a:ext>
                </a:extLst>
              </p:cNvPr>
              <p:cNvSpPr/>
              <p:nvPr/>
            </p:nvSpPr>
            <p:spPr>
              <a:xfrm>
                <a:off x="3531935" y="379413"/>
                <a:ext cx="907577" cy="666466"/>
              </a:xfrm>
              <a:custGeom>
                <a:avLst/>
                <a:gdLst>
                  <a:gd name="connsiteX0" fmla="*/ 0 w 907577"/>
                  <a:gd name="connsiteY0" fmla="*/ 666466 h 666466"/>
                  <a:gd name="connsiteX1" fmla="*/ 76160 w 907577"/>
                  <a:gd name="connsiteY1" fmla="*/ 666403 h 666466"/>
                  <a:gd name="connsiteX2" fmla="*/ 76160 w 907577"/>
                  <a:gd name="connsiteY2" fmla="*/ 0 h 666466"/>
                  <a:gd name="connsiteX3" fmla="*/ 907577 w 907577"/>
                  <a:gd name="connsiteY3" fmla="*/ 0 h 666466"/>
                  <a:gd name="connsiteX4" fmla="*/ 907577 w 907577"/>
                  <a:gd name="connsiteY4" fmla="*/ 118302 h 66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7577" h="666466">
                    <a:moveTo>
                      <a:pt x="0" y="666466"/>
                    </a:moveTo>
                    <a:lnTo>
                      <a:pt x="76160" y="666403"/>
                    </a:lnTo>
                    <a:lnTo>
                      <a:pt x="76160" y="0"/>
                    </a:lnTo>
                    <a:lnTo>
                      <a:pt x="907577" y="0"/>
                    </a:lnTo>
                    <a:lnTo>
                      <a:pt x="907577" y="118302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: 形状 130">
                <a:extLst>
                  <a:ext uri="{FF2B5EF4-FFF2-40B4-BE49-F238E27FC236}">
                    <a16:creationId xmlns:a16="http://schemas.microsoft.com/office/drawing/2014/main" id="{64886121-A71A-2DA0-EF84-D9C3AB1FCD33}"/>
                  </a:ext>
                </a:extLst>
              </p:cNvPr>
              <p:cNvSpPr/>
              <p:nvPr/>
            </p:nvSpPr>
            <p:spPr>
              <a:xfrm>
                <a:off x="4417299" y="486608"/>
                <a:ext cx="44426" cy="44426"/>
              </a:xfrm>
              <a:custGeom>
                <a:avLst/>
                <a:gdLst>
                  <a:gd name="connsiteX0" fmla="*/ 22213 w 44426"/>
                  <a:gd name="connsiteY0" fmla="*/ 44427 h 44426"/>
                  <a:gd name="connsiteX1" fmla="*/ 0 w 44426"/>
                  <a:gd name="connsiteY1" fmla="*/ 0 h 44426"/>
                  <a:gd name="connsiteX2" fmla="*/ 22213 w 44426"/>
                  <a:gd name="connsiteY2" fmla="*/ 11107 h 44426"/>
                  <a:gd name="connsiteX3" fmla="*/ 44427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22213" y="44427"/>
                    </a:moveTo>
                    <a:lnTo>
                      <a:pt x="0" y="0"/>
                    </a:lnTo>
                    <a:lnTo>
                      <a:pt x="22213" y="11107"/>
                    </a:lnTo>
                    <a:lnTo>
                      <a:pt x="44427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32" name="图形 6">
            <a:extLst>
              <a:ext uri="{FF2B5EF4-FFF2-40B4-BE49-F238E27FC236}">
                <a16:creationId xmlns:a16="http://schemas.microsoft.com/office/drawing/2014/main" id="{EF5C24C4-E9EC-FB72-4373-02D593130562}"/>
              </a:ext>
            </a:extLst>
          </p:cNvPr>
          <p:cNvGrpSpPr/>
          <p:nvPr/>
        </p:nvGrpSpPr>
        <p:grpSpPr>
          <a:xfrm>
            <a:off x="101018" y="2353235"/>
            <a:ext cx="6505129" cy="1713607"/>
            <a:chOff x="101018" y="2353235"/>
            <a:chExt cx="6505129" cy="1713607"/>
          </a:xfrm>
        </p:grpSpPr>
        <p:grpSp>
          <p:nvGrpSpPr>
            <p:cNvPr id="133" name="图形 6">
              <a:extLst>
                <a:ext uri="{FF2B5EF4-FFF2-40B4-BE49-F238E27FC236}">
                  <a16:creationId xmlns:a16="http://schemas.microsoft.com/office/drawing/2014/main" id="{65BB5DF7-B76E-32ED-1BF1-15136AC057DC}"/>
                </a:ext>
              </a:extLst>
            </p:cNvPr>
            <p:cNvGrpSpPr/>
            <p:nvPr/>
          </p:nvGrpSpPr>
          <p:grpSpPr>
            <a:xfrm>
              <a:off x="101018" y="2353235"/>
              <a:ext cx="6385303" cy="1713607"/>
              <a:chOff x="101018" y="2353235"/>
              <a:chExt cx="6385303" cy="1713607"/>
            </a:xfrm>
          </p:grpSpPr>
          <p:sp>
            <p:nvSpPr>
              <p:cNvPr id="134" name="任意多边形: 形状 133">
                <a:extLst>
                  <a:ext uri="{FF2B5EF4-FFF2-40B4-BE49-F238E27FC236}">
                    <a16:creationId xmlns:a16="http://schemas.microsoft.com/office/drawing/2014/main" id="{3A949CA5-3C65-BE69-97D0-FB20FDC7D931}"/>
                  </a:ext>
                </a:extLst>
              </p:cNvPr>
              <p:cNvSpPr/>
              <p:nvPr/>
            </p:nvSpPr>
            <p:spPr>
              <a:xfrm>
                <a:off x="806030" y="2353235"/>
                <a:ext cx="5680291" cy="1713607"/>
              </a:xfrm>
              <a:custGeom>
                <a:avLst/>
                <a:gdLst>
                  <a:gd name="connsiteX0" fmla="*/ 5594611 w 5680291"/>
                  <a:gd name="connsiteY0" fmla="*/ 0 h 1713607"/>
                  <a:gd name="connsiteX1" fmla="*/ 5680292 w 5680291"/>
                  <a:gd name="connsiteY1" fmla="*/ 85680 h 1713607"/>
                  <a:gd name="connsiteX2" fmla="*/ 5680292 w 5680291"/>
                  <a:gd name="connsiteY2" fmla="*/ 1627927 h 1713607"/>
                  <a:gd name="connsiteX3" fmla="*/ 5594611 w 5680291"/>
                  <a:gd name="connsiteY3" fmla="*/ 1713608 h 1713607"/>
                  <a:gd name="connsiteX4" fmla="*/ 85680 w 5680291"/>
                  <a:gd name="connsiteY4" fmla="*/ 1713608 h 1713607"/>
                  <a:gd name="connsiteX5" fmla="*/ 0 w 5680291"/>
                  <a:gd name="connsiteY5" fmla="*/ 1627927 h 1713607"/>
                  <a:gd name="connsiteX6" fmla="*/ 0 w 5680291"/>
                  <a:gd name="connsiteY6" fmla="*/ 85680 h 1713607"/>
                  <a:gd name="connsiteX7" fmla="*/ 85680 w 5680291"/>
                  <a:gd name="connsiteY7" fmla="*/ 0 h 1713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680291" h="1713607">
                    <a:moveTo>
                      <a:pt x="5594611" y="0"/>
                    </a:moveTo>
                    <a:cubicBezTo>
                      <a:pt x="5641932" y="0"/>
                      <a:pt x="5680292" y="38360"/>
                      <a:pt x="5680292" y="85680"/>
                    </a:cubicBezTo>
                    <a:lnTo>
                      <a:pt x="5680292" y="1627927"/>
                    </a:lnTo>
                    <a:cubicBezTo>
                      <a:pt x="5680292" y="1675247"/>
                      <a:pt x="5641932" y="1713608"/>
                      <a:pt x="5594611" y="1713608"/>
                    </a:cubicBezTo>
                    <a:lnTo>
                      <a:pt x="85680" y="1713608"/>
                    </a:lnTo>
                    <a:cubicBezTo>
                      <a:pt x="38360" y="1713608"/>
                      <a:pt x="0" y="1675247"/>
                      <a:pt x="0" y="1627927"/>
                    </a:cubicBezTo>
                    <a:lnTo>
                      <a:pt x="0" y="85680"/>
                    </a:lnTo>
                    <a:cubicBezTo>
                      <a:pt x="0" y="38360"/>
                      <a:pt x="38360" y="0"/>
                      <a:pt x="85680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6347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35" name="图形 6">
                <a:extLst>
                  <a:ext uri="{FF2B5EF4-FFF2-40B4-BE49-F238E27FC236}">
                    <a16:creationId xmlns:a16="http://schemas.microsoft.com/office/drawing/2014/main" id="{75CFA3CD-5CFD-A261-044F-2AADAF266B2A}"/>
                  </a:ext>
                </a:extLst>
              </p:cNvPr>
              <p:cNvGrpSpPr/>
              <p:nvPr/>
            </p:nvGrpSpPr>
            <p:grpSpPr>
              <a:xfrm>
                <a:off x="873432" y="2565849"/>
                <a:ext cx="1904008" cy="1228085"/>
                <a:chOff x="873432" y="2565849"/>
                <a:chExt cx="1904008" cy="1228085"/>
              </a:xfrm>
            </p:grpSpPr>
            <p:sp>
              <p:nvSpPr>
                <p:cNvPr id="136" name="任意多边形: 形状 135">
                  <a:extLst>
                    <a:ext uri="{FF2B5EF4-FFF2-40B4-BE49-F238E27FC236}">
                      <a16:creationId xmlns:a16="http://schemas.microsoft.com/office/drawing/2014/main" id="{C14D051B-EE60-F4EC-23F7-12377737B856}"/>
                    </a:ext>
                  </a:extLst>
                </p:cNvPr>
                <p:cNvSpPr/>
                <p:nvPr/>
              </p:nvSpPr>
              <p:spPr>
                <a:xfrm>
                  <a:off x="873432" y="2565849"/>
                  <a:ext cx="1904008" cy="1228085"/>
                </a:xfrm>
                <a:custGeom>
                  <a:avLst/>
                  <a:gdLst>
                    <a:gd name="connsiteX0" fmla="*/ 1842572 w 1904008"/>
                    <a:gd name="connsiteY0" fmla="*/ 0 h 1228085"/>
                    <a:gd name="connsiteX1" fmla="*/ 1904008 w 1904008"/>
                    <a:gd name="connsiteY1" fmla="*/ 61436 h 1228085"/>
                    <a:gd name="connsiteX2" fmla="*/ 1904008 w 1904008"/>
                    <a:gd name="connsiteY2" fmla="*/ 1166650 h 1228085"/>
                    <a:gd name="connsiteX3" fmla="*/ 1842572 w 1904008"/>
                    <a:gd name="connsiteY3" fmla="*/ 1228085 h 1228085"/>
                    <a:gd name="connsiteX4" fmla="*/ 61436 w 1904008"/>
                    <a:gd name="connsiteY4" fmla="*/ 1228085 h 1228085"/>
                    <a:gd name="connsiteX5" fmla="*/ 0 w 1904008"/>
                    <a:gd name="connsiteY5" fmla="*/ 1166650 h 1228085"/>
                    <a:gd name="connsiteX6" fmla="*/ 0 w 1904008"/>
                    <a:gd name="connsiteY6" fmla="*/ 61436 h 1228085"/>
                    <a:gd name="connsiteX7" fmla="*/ 61436 w 1904008"/>
                    <a:gd name="connsiteY7" fmla="*/ 0 h 1228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04008" h="1228085">
                      <a:moveTo>
                        <a:pt x="1842572" y="0"/>
                      </a:moveTo>
                      <a:cubicBezTo>
                        <a:pt x="1876503" y="0"/>
                        <a:pt x="1904008" y="27506"/>
                        <a:pt x="1904008" y="61436"/>
                      </a:cubicBezTo>
                      <a:lnTo>
                        <a:pt x="1904008" y="1166650"/>
                      </a:lnTo>
                      <a:cubicBezTo>
                        <a:pt x="1904008" y="1200580"/>
                        <a:pt x="1876502" y="1228085"/>
                        <a:pt x="1842572" y="1228085"/>
                      </a:cubicBezTo>
                      <a:lnTo>
                        <a:pt x="61436" y="1228085"/>
                      </a:lnTo>
                      <a:cubicBezTo>
                        <a:pt x="27506" y="1228085"/>
                        <a:pt x="0" y="1200580"/>
                        <a:pt x="0" y="1166650"/>
                      </a:cubicBezTo>
                      <a:lnTo>
                        <a:pt x="0" y="61436"/>
                      </a:lnTo>
                      <a:cubicBezTo>
                        <a:pt x="0" y="27506"/>
                        <a:pt x="27506" y="0"/>
                        <a:pt x="61436" y="0"/>
                      </a:cubicBezTo>
                      <a:close/>
                    </a:path>
                  </a:pathLst>
                </a:custGeom>
                <a:solidFill>
                  <a:srgbClr val="FFFFDE"/>
                </a:solidFill>
                <a:ln w="6347" cap="flat">
                  <a:solidFill>
                    <a:srgbClr val="D6B656"/>
                  </a:solidFill>
                  <a:custDash>
                    <a:ds d="225000" sp="225000"/>
                  </a:custDash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37" name="图形 6">
                  <a:extLst>
                    <a:ext uri="{FF2B5EF4-FFF2-40B4-BE49-F238E27FC236}">
                      <a16:creationId xmlns:a16="http://schemas.microsoft.com/office/drawing/2014/main" id="{54BA9147-68ED-B455-1577-050E1BCFBFC1}"/>
                    </a:ext>
                  </a:extLst>
                </p:cNvPr>
                <p:cNvGrpSpPr/>
                <p:nvPr/>
              </p:nvGrpSpPr>
              <p:grpSpPr>
                <a:xfrm>
                  <a:off x="2053917" y="2629316"/>
                  <a:ext cx="660056" cy="206267"/>
                  <a:chOff x="2053917" y="2629316"/>
                  <a:chExt cx="660056" cy="206267"/>
                </a:xfrm>
                <a:noFill/>
              </p:grpSpPr>
              <p:sp>
                <p:nvSpPr>
                  <p:cNvPr id="138" name="任意多边形: 形状 137">
                    <a:extLst>
                      <a:ext uri="{FF2B5EF4-FFF2-40B4-BE49-F238E27FC236}">
                        <a16:creationId xmlns:a16="http://schemas.microsoft.com/office/drawing/2014/main" id="{2434C89C-B6A5-DA2F-5A41-435EFB368A9F}"/>
                      </a:ext>
                    </a:extLst>
                  </p:cNvPr>
                  <p:cNvSpPr/>
                  <p:nvPr/>
                </p:nvSpPr>
                <p:spPr>
                  <a:xfrm>
                    <a:off x="2053917" y="2629316"/>
                    <a:ext cx="660056" cy="190400"/>
                  </a:xfrm>
                  <a:custGeom>
                    <a:avLst/>
                    <a:gdLst>
                      <a:gd name="connsiteX0" fmla="*/ 0 w 660056"/>
                      <a:gd name="connsiteY0" fmla="*/ 0 h 190400"/>
                      <a:gd name="connsiteX1" fmla="*/ 660056 w 660056"/>
                      <a:gd name="connsiteY1" fmla="*/ 0 h 190400"/>
                      <a:gd name="connsiteX2" fmla="*/ 660056 w 660056"/>
                      <a:gd name="connsiteY2" fmla="*/ 190401 h 190400"/>
                      <a:gd name="connsiteX3" fmla="*/ 0 w 660056"/>
                      <a:gd name="connsiteY3" fmla="*/ 190401 h 190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60056" h="190400">
                        <a:moveTo>
                          <a:pt x="0" y="0"/>
                        </a:moveTo>
                        <a:lnTo>
                          <a:pt x="660056" y="0"/>
                        </a:lnTo>
                        <a:lnTo>
                          <a:pt x="660056" y="190401"/>
                        </a:lnTo>
                        <a:lnTo>
                          <a:pt x="0" y="190401"/>
                        </a:lnTo>
                        <a:close/>
                      </a:path>
                    </a:pathLst>
                  </a:custGeom>
                  <a:noFill/>
                  <a:ln w="63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pic>
                <p:nvPicPr>
                  <p:cNvPr id="139" name="图片 138">
                    <a:extLst>
                      <a:ext uri="{FF2B5EF4-FFF2-40B4-BE49-F238E27FC236}">
                        <a16:creationId xmlns:a16="http://schemas.microsoft.com/office/drawing/2014/main" id="{C2535CDB-900C-1E16-79FF-CFD64EF73B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2059502" y="2651529"/>
                    <a:ext cx="647362" cy="184054"/>
                  </a:xfrm>
                  <a:custGeom>
                    <a:avLst/>
                    <a:gdLst>
                      <a:gd name="connsiteX0" fmla="*/ -1 w 647362"/>
                      <a:gd name="connsiteY0" fmla="*/ -1 h 184054"/>
                      <a:gd name="connsiteX1" fmla="*/ 647362 w 647362"/>
                      <a:gd name="connsiteY1" fmla="*/ -1 h 184054"/>
                      <a:gd name="connsiteX2" fmla="*/ 647362 w 647362"/>
                      <a:gd name="connsiteY2" fmla="*/ 184054 h 184054"/>
                      <a:gd name="connsiteX3" fmla="*/ -1 w 647362"/>
                      <a:gd name="connsiteY3" fmla="*/ 184054 h 184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47362" h="184054">
                        <a:moveTo>
                          <a:pt x="-1" y="-1"/>
                        </a:moveTo>
                        <a:lnTo>
                          <a:pt x="647362" y="-1"/>
                        </a:lnTo>
                        <a:lnTo>
                          <a:pt x="647362" y="184054"/>
                        </a:lnTo>
                        <a:lnTo>
                          <a:pt x="-1" y="184054"/>
                        </a:lnTo>
                        <a:close/>
                      </a:path>
                    </a:pathLst>
                  </a:custGeom>
                </p:spPr>
              </p:pic>
            </p:grpSp>
            <p:grpSp>
              <p:nvGrpSpPr>
                <p:cNvPr id="140" name="图形 6">
                  <a:extLst>
                    <a:ext uri="{FF2B5EF4-FFF2-40B4-BE49-F238E27FC236}">
                      <a16:creationId xmlns:a16="http://schemas.microsoft.com/office/drawing/2014/main" id="{29931790-0743-D193-67BB-624E9AC54266}"/>
                    </a:ext>
                  </a:extLst>
                </p:cNvPr>
                <p:cNvGrpSpPr/>
                <p:nvPr/>
              </p:nvGrpSpPr>
              <p:grpSpPr>
                <a:xfrm>
                  <a:off x="1546181" y="2873664"/>
                  <a:ext cx="462547" cy="339548"/>
                  <a:chOff x="1546181" y="2873664"/>
                  <a:chExt cx="462547" cy="339548"/>
                </a:xfrm>
              </p:grpSpPr>
              <p:sp>
                <p:nvSpPr>
                  <p:cNvPr id="141" name="任意多边形: 形状 140">
                    <a:extLst>
                      <a:ext uri="{FF2B5EF4-FFF2-40B4-BE49-F238E27FC236}">
                        <a16:creationId xmlns:a16="http://schemas.microsoft.com/office/drawing/2014/main" id="{EA2B106F-25CF-9842-77B6-AECF38B1CAFE}"/>
                      </a:ext>
                    </a:extLst>
                  </p:cNvPr>
                  <p:cNvSpPr/>
                  <p:nvPr/>
                </p:nvSpPr>
                <p:spPr>
                  <a:xfrm>
                    <a:off x="1546181" y="2873664"/>
                    <a:ext cx="429226" cy="317334"/>
                  </a:xfrm>
                  <a:custGeom>
                    <a:avLst/>
                    <a:gdLst>
                      <a:gd name="connsiteX0" fmla="*/ 0 w 429226"/>
                      <a:gd name="connsiteY0" fmla="*/ 0 h 317334"/>
                      <a:gd name="connsiteX1" fmla="*/ 56739 w 429226"/>
                      <a:gd name="connsiteY1" fmla="*/ 0 h 317334"/>
                      <a:gd name="connsiteX2" fmla="*/ 113479 w 429226"/>
                      <a:gd name="connsiteY2" fmla="*/ 63467 h 317334"/>
                      <a:gd name="connsiteX3" fmla="*/ 113479 w 429226"/>
                      <a:gd name="connsiteY3" fmla="*/ 253868 h 317334"/>
                      <a:gd name="connsiteX4" fmla="*/ 176946 w 429226"/>
                      <a:gd name="connsiteY4" fmla="*/ 317335 h 317334"/>
                      <a:gd name="connsiteX5" fmla="*/ 429227 w 429226"/>
                      <a:gd name="connsiteY5" fmla="*/ 317335 h 3173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29226" h="317334">
                        <a:moveTo>
                          <a:pt x="0" y="0"/>
                        </a:moveTo>
                        <a:lnTo>
                          <a:pt x="56739" y="0"/>
                        </a:lnTo>
                        <a:cubicBezTo>
                          <a:pt x="94566" y="0"/>
                          <a:pt x="113479" y="21156"/>
                          <a:pt x="113479" y="63467"/>
                        </a:cubicBezTo>
                        <a:lnTo>
                          <a:pt x="113479" y="253868"/>
                        </a:lnTo>
                        <a:cubicBezTo>
                          <a:pt x="113479" y="296179"/>
                          <a:pt x="134635" y="317335"/>
                          <a:pt x="176946" y="317335"/>
                        </a:cubicBezTo>
                        <a:lnTo>
                          <a:pt x="429227" y="317335"/>
                        </a:lnTo>
                      </a:path>
                    </a:pathLst>
                  </a:custGeom>
                  <a:noFill/>
                  <a:ln w="6347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2" name="任意多边形: 形状 141">
                    <a:extLst>
                      <a:ext uri="{FF2B5EF4-FFF2-40B4-BE49-F238E27FC236}">
                        <a16:creationId xmlns:a16="http://schemas.microsoft.com/office/drawing/2014/main" id="{B13780DE-ACA2-D12E-FCB6-18FCB05D6437}"/>
                      </a:ext>
                    </a:extLst>
                  </p:cNvPr>
                  <p:cNvSpPr/>
                  <p:nvPr/>
                </p:nvSpPr>
                <p:spPr>
                  <a:xfrm>
                    <a:off x="1964301" y="3168785"/>
                    <a:ext cx="44426" cy="44426"/>
                  </a:xfrm>
                  <a:custGeom>
                    <a:avLst/>
                    <a:gdLst>
                      <a:gd name="connsiteX0" fmla="*/ 44427 w 44426"/>
                      <a:gd name="connsiteY0" fmla="*/ 22213 h 44426"/>
                      <a:gd name="connsiteX1" fmla="*/ 0 w 44426"/>
                      <a:gd name="connsiteY1" fmla="*/ 44427 h 44426"/>
                      <a:gd name="connsiteX2" fmla="*/ 11107 w 44426"/>
                      <a:gd name="connsiteY2" fmla="*/ 22213 h 44426"/>
                      <a:gd name="connsiteX3" fmla="*/ 0 w 44426"/>
                      <a:gd name="connsiteY3" fmla="*/ 0 h 44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4426" h="44426">
                        <a:moveTo>
                          <a:pt x="44427" y="22213"/>
                        </a:moveTo>
                        <a:lnTo>
                          <a:pt x="0" y="44427"/>
                        </a:lnTo>
                        <a:lnTo>
                          <a:pt x="11107" y="2221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6347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3" name="图形 6">
                  <a:extLst>
                    <a:ext uri="{FF2B5EF4-FFF2-40B4-BE49-F238E27FC236}">
                      <a16:creationId xmlns:a16="http://schemas.microsoft.com/office/drawing/2014/main" id="{5E303A74-C8AD-CBE4-61D6-7B963A0705F7}"/>
                    </a:ext>
                  </a:extLst>
                </p:cNvPr>
                <p:cNvGrpSpPr/>
                <p:nvPr/>
              </p:nvGrpSpPr>
              <p:grpSpPr>
                <a:xfrm>
                  <a:off x="974979" y="2778463"/>
                  <a:ext cx="571202" cy="203094"/>
                  <a:chOff x="974979" y="2778463"/>
                  <a:chExt cx="571202" cy="203094"/>
                </a:xfrm>
                <a:solidFill>
                  <a:srgbClr val="DAE8FC"/>
                </a:solidFill>
              </p:grpSpPr>
              <p:sp>
                <p:nvSpPr>
                  <p:cNvPr id="144" name="任意多边形: 形状 143">
                    <a:extLst>
                      <a:ext uri="{FF2B5EF4-FFF2-40B4-BE49-F238E27FC236}">
                        <a16:creationId xmlns:a16="http://schemas.microsoft.com/office/drawing/2014/main" id="{8EE5AA04-CD80-CACB-2879-D14273E7C4D3}"/>
                      </a:ext>
                    </a:extLst>
                  </p:cNvPr>
                  <p:cNvSpPr/>
                  <p:nvPr/>
                </p:nvSpPr>
                <p:spPr>
                  <a:xfrm>
                    <a:off x="974979" y="2778463"/>
                    <a:ext cx="571202" cy="190400"/>
                  </a:xfrm>
                  <a:custGeom>
                    <a:avLst/>
                    <a:gdLst>
                      <a:gd name="connsiteX0" fmla="*/ 542642 w 571202"/>
                      <a:gd name="connsiteY0" fmla="*/ 0 h 190400"/>
                      <a:gd name="connsiteX1" fmla="*/ 571202 w 571202"/>
                      <a:gd name="connsiteY1" fmla="*/ 28560 h 190400"/>
                      <a:gd name="connsiteX2" fmla="*/ 571202 w 571202"/>
                      <a:gd name="connsiteY2" fmla="*/ 161841 h 190400"/>
                      <a:gd name="connsiteX3" fmla="*/ 542642 w 571202"/>
                      <a:gd name="connsiteY3" fmla="*/ 190401 h 190400"/>
                      <a:gd name="connsiteX4" fmla="*/ 28560 w 571202"/>
                      <a:gd name="connsiteY4" fmla="*/ 190401 h 190400"/>
                      <a:gd name="connsiteX5" fmla="*/ 0 w 571202"/>
                      <a:gd name="connsiteY5" fmla="*/ 161841 h 190400"/>
                      <a:gd name="connsiteX6" fmla="*/ 0 w 571202"/>
                      <a:gd name="connsiteY6" fmla="*/ 28560 h 190400"/>
                      <a:gd name="connsiteX7" fmla="*/ 28560 w 571202"/>
                      <a:gd name="connsiteY7" fmla="*/ 0 h 190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71202" h="190400">
                        <a:moveTo>
                          <a:pt x="542642" y="0"/>
                        </a:moveTo>
                        <a:cubicBezTo>
                          <a:pt x="558416" y="0"/>
                          <a:pt x="571202" y="12787"/>
                          <a:pt x="571202" y="28560"/>
                        </a:cubicBezTo>
                        <a:lnTo>
                          <a:pt x="571202" y="161841"/>
                        </a:lnTo>
                        <a:cubicBezTo>
                          <a:pt x="571202" y="177614"/>
                          <a:pt x="558416" y="190401"/>
                          <a:pt x="542642" y="190401"/>
                        </a:cubicBezTo>
                        <a:lnTo>
                          <a:pt x="28560" y="190401"/>
                        </a:lnTo>
                        <a:cubicBezTo>
                          <a:pt x="12787" y="190401"/>
                          <a:pt x="0" y="177614"/>
                          <a:pt x="0" y="161841"/>
                        </a:cubicBezTo>
                        <a:lnTo>
                          <a:pt x="0" y="28560"/>
                        </a:lnTo>
                        <a:cubicBezTo>
                          <a:pt x="0" y="12787"/>
                          <a:pt x="12787" y="0"/>
                          <a:pt x="28560" y="0"/>
                        </a:cubicBezTo>
                        <a:close/>
                      </a:path>
                    </a:pathLst>
                  </a:custGeom>
                  <a:solidFill>
                    <a:srgbClr val="DAE8FC"/>
                  </a:solidFill>
                  <a:ln w="6347" cap="flat">
                    <a:solidFill>
                      <a:srgbClr val="6C8EB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pic>
                <p:nvPicPr>
                  <p:cNvPr id="145" name="图片 144">
                    <a:extLst>
                      <a:ext uri="{FF2B5EF4-FFF2-40B4-BE49-F238E27FC236}">
                        <a16:creationId xmlns:a16="http://schemas.microsoft.com/office/drawing/2014/main" id="{F74384C8-C1BE-C178-B8E6-2C7F7966735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980564" y="2797503"/>
                    <a:ext cx="558509" cy="184054"/>
                  </a:xfrm>
                  <a:custGeom>
                    <a:avLst/>
                    <a:gdLst>
                      <a:gd name="connsiteX0" fmla="*/ -1 w 558509"/>
                      <a:gd name="connsiteY0" fmla="*/ -1 h 184054"/>
                      <a:gd name="connsiteX1" fmla="*/ 558509 w 558509"/>
                      <a:gd name="connsiteY1" fmla="*/ -1 h 184054"/>
                      <a:gd name="connsiteX2" fmla="*/ 558509 w 558509"/>
                      <a:gd name="connsiteY2" fmla="*/ 184054 h 184054"/>
                      <a:gd name="connsiteX3" fmla="*/ -1 w 558509"/>
                      <a:gd name="connsiteY3" fmla="*/ 184054 h 184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58509" h="184054">
                        <a:moveTo>
                          <a:pt x="-1" y="-1"/>
                        </a:moveTo>
                        <a:lnTo>
                          <a:pt x="558509" y="-1"/>
                        </a:lnTo>
                        <a:lnTo>
                          <a:pt x="558509" y="184054"/>
                        </a:lnTo>
                        <a:lnTo>
                          <a:pt x="-1" y="184054"/>
                        </a:lnTo>
                        <a:close/>
                      </a:path>
                    </a:pathLst>
                  </a:custGeom>
                </p:spPr>
              </p:pic>
            </p:grpSp>
            <p:grpSp>
              <p:nvGrpSpPr>
                <p:cNvPr id="146" name="图形 6">
                  <a:extLst>
                    <a:ext uri="{FF2B5EF4-FFF2-40B4-BE49-F238E27FC236}">
                      <a16:creationId xmlns:a16="http://schemas.microsoft.com/office/drawing/2014/main" id="{F17BF0AF-0E06-45B3-C0D5-FAB25BE6BC93}"/>
                    </a:ext>
                  </a:extLst>
                </p:cNvPr>
                <p:cNvGrpSpPr/>
                <p:nvPr/>
              </p:nvGrpSpPr>
              <p:grpSpPr>
                <a:xfrm>
                  <a:off x="1546181" y="3168785"/>
                  <a:ext cx="462547" cy="44426"/>
                  <a:chOff x="1546181" y="3168785"/>
                  <a:chExt cx="462547" cy="44426"/>
                </a:xfrm>
              </p:grpSpPr>
              <p:sp>
                <p:nvSpPr>
                  <p:cNvPr id="147" name="任意多边形: 形状 146">
                    <a:extLst>
                      <a:ext uri="{FF2B5EF4-FFF2-40B4-BE49-F238E27FC236}">
                        <a16:creationId xmlns:a16="http://schemas.microsoft.com/office/drawing/2014/main" id="{F9269C9A-1DBF-F056-6652-4FE01880F1D3}"/>
                      </a:ext>
                    </a:extLst>
                  </p:cNvPr>
                  <p:cNvSpPr/>
                  <p:nvPr/>
                </p:nvSpPr>
                <p:spPr>
                  <a:xfrm>
                    <a:off x="1546181" y="3190998"/>
                    <a:ext cx="429226" cy="6346"/>
                  </a:xfrm>
                  <a:custGeom>
                    <a:avLst/>
                    <a:gdLst>
                      <a:gd name="connsiteX0" fmla="*/ 0 w 429226"/>
                      <a:gd name="connsiteY0" fmla="*/ 0 h 6346"/>
                      <a:gd name="connsiteX1" fmla="*/ 429227 w 429226"/>
                      <a:gd name="connsiteY1" fmla="*/ 0 h 63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29226" h="6346">
                        <a:moveTo>
                          <a:pt x="0" y="0"/>
                        </a:moveTo>
                        <a:lnTo>
                          <a:pt x="429227" y="0"/>
                        </a:lnTo>
                      </a:path>
                    </a:pathLst>
                  </a:custGeom>
                  <a:noFill/>
                  <a:ln w="6347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" name="任意多边形: 形状 147">
                    <a:extLst>
                      <a:ext uri="{FF2B5EF4-FFF2-40B4-BE49-F238E27FC236}">
                        <a16:creationId xmlns:a16="http://schemas.microsoft.com/office/drawing/2014/main" id="{D8C49E80-93E4-2E0C-9809-AD339A0F6840}"/>
                      </a:ext>
                    </a:extLst>
                  </p:cNvPr>
                  <p:cNvSpPr/>
                  <p:nvPr/>
                </p:nvSpPr>
                <p:spPr>
                  <a:xfrm>
                    <a:off x="1964301" y="3168785"/>
                    <a:ext cx="44426" cy="44426"/>
                  </a:xfrm>
                  <a:custGeom>
                    <a:avLst/>
                    <a:gdLst>
                      <a:gd name="connsiteX0" fmla="*/ 44427 w 44426"/>
                      <a:gd name="connsiteY0" fmla="*/ 22213 h 44426"/>
                      <a:gd name="connsiteX1" fmla="*/ 0 w 44426"/>
                      <a:gd name="connsiteY1" fmla="*/ 44427 h 44426"/>
                      <a:gd name="connsiteX2" fmla="*/ 11107 w 44426"/>
                      <a:gd name="connsiteY2" fmla="*/ 22213 h 44426"/>
                      <a:gd name="connsiteX3" fmla="*/ 0 w 44426"/>
                      <a:gd name="connsiteY3" fmla="*/ 0 h 44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4426" h="44426">
                        <a:moveTo>
                          <a:pt x="44427" y="22213"/>
                        </a:moveTo>
                        <a:lnTo>
                          <a:pt x="0" y="44427"/>
                        </a:lnTo>
                        <a:lnTo>
                          <a:pt x="11107" y="2221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6347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9" name="图形 6">
                  <a:extLst>
                    <a:ext uri="{FF2B5EF4-FFF2-40B4-BE49-F238E27FC236}">
                      <a16:creationId xmlns:a16="http://schemas.microsoft.com/office/drawing/2014/main" id="{BBB046D6-6C6B-CBB4-F61D-65B24CE919B5}"/>
                    </a:ext>
                  </a:extLst>
                </p:cNvPr>
                <p:cNvGrpSpPr/>
                <p:nvPr/>
              </p:nvGrpSpPr>
              <p:grpSpPr>
                <a:xfrm>
                  <a:off x="974979" y="3095798"/>
                  <a:ext cx="571202" cy="203094"/>
                  <a:chOff x="974979" y="3095798"/>
                  <a:chExt cx="571202" cy="203094"/>
                </a:xfrm>
                <a:solidFill>
                  <a:srgbClr val="DAE8FC"/>
                </a:solidFill>
              </p:grpSpPr>
              <p:sp>
                <p:nvSpPr>
                  <p:cNvPr id="150" name="任意多边形: 形状 149">
                    <a:extLst>
                      <a:ext uri="{FF2B5EF4-FFF2-40B4-BE49-F238E27FC236}">
                        <a16:creationId xmlns:a16="http://schemas.microsoft.com/office/drawing/2014/main" id="{B77FE402-4805-BF76-2D31-98CC22D9F540}"/>
                      </a:ext>
                    </a:extLst>
                  </p:cNvPr>
                  <p:cNvSpPr/>
                  <p:nvPr/>
                </p:nvSpPr>
                <p:spPr>
                  <a:xfrm>
                    <a:off x="974979" y="3095798"/>
                    <a:ext cx="571202" cy="190400"/>
                  </a:xfrm>
                  <a:custGeom>
                    <a:avLst/>
                    <a:gdLst>
                      <a:gd name="connsiteX0" fmla="*/ 542642 w 571202"/>
                      <a:gd name="connsiteY0" fmla="*/ 0 h 190400"/>
                      <a:gd name="connsiteX1" fmla="*/ 571202 w 571202"/>
                      <a:gd name="connsiteY1" fmla="*/ 28560 h 190400"/>
                      <a:gd name="connsiteX2" fmla="*/ 571202 w 571202"/>
                      <a:gd name="connsiteY2" fmla="*/ 161841 h 190400"/>
                      <a:gd name="connsiteX3" fmla="*/ 542642 w 571202"/>
                      <a:gd name="connsiteY3" fmla="*/ 190401 h 190400"/>
                      <a:gd name="connsiteX4" fmla="*/ 28560 w 571202"/>
                      <a:gd name="connsiteY4" fmla="*/ 190401 h 190400"/>
                      <a:gd name="connsiteX5" fmla="*/ 0 w 571202"/>
                      <a:gd name="connsiteY5" fmla="*/ 161841 h 190400"/>
                      <a:gd name="connsiteX6" fmla="*/ 0 w 571202"/>
                      <a:gd name="connsiteY6" fmla="*/ 28560 h 190400"/>
                      <a:gd name="connsiteX7" fmla="*/ 28560 w 571202"/>
                      <a:gd name="connsiteY7" fmla="*/ 0 h 190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71202" h="190400">
                        <a:moveTo>
                          <a:pt x="542642" y="0"/>
                        </a:moveTo>
                        <a:cubicBezTo>
                          <a:pt x="558416" y="0"/>
                          <a:pt x="571202" y="12787"/>
                          <a:pt x="571202" y="28560"/>
                        </a:cubicBezTo>
                        <a:lnTo>
                          <a:pt x="571202" y="161841"/>
                        </a:lnTo>
                        <a:cubicBezTo>
                          <a:pt x="571202" y="177614"/>
                          <a:pt x="558416" y="190401"/>
                          <a:pt x="542642" y="190401"/>
                        </a:cubicBezTo>
                        <a:lnTo>
                          <a:pt x="28560" y="190401"/>
                        </a:lnTo>
                        <a:cubicBezTo>
                          <a:pt x="12787" y="190401"/>
                          <a:pt x="0" y="177614"/>
                          <a:pt x="0" y="161841"/>
                        </a:cubicBezTo>
                        <a:lnTo>
                          <a:pt x="0" y="28560"/>
                        </a:lnTo>
                        <a:cubicBezTo>
                          <a:pt x="0" y="12787"/>
                          <a:pt x="12787" y="0"/>
                          <a:pt x="28560" y="0"/>
                        </a:cubicBezTo>
                        <a:close/>
                      </a:path>
                    </a:pathLst>
                  </a:custGeom>
                  <a:solidFill>
                    <a:srgbClr val="DAE8FC"/>
                  </a:solidFill>
                  <a:ln w="6347" cap="flat">
                    <a:solidFill>
                      <a:srgbClr val="6C8EB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pic>
                <p:nvPicPr>
                  <p:cNvPr id="151" name="图片 150">
                    <a:extLst>
                      <a:ext uri="{FF2B5EF4-FFF2-40B4-BE49-F238E27FC236}">
                        <a16:creationId xmlns:a16="http://schemas.microsoft.com/office/drawing/2014/main" id="{589F2A8E-A7B1-959A-4EC0-6A5483D660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980564" y="3114838"/>
                    <a:ext cx="558509" cy="184054"/>
                  </a:xfrm>
                  <a:custGeom>
                    <a:avLst/>
                    <a:gdLst>
                      <a:gd name="connsiteX0" fmla="*/ -1 w 558509"/>
                      <a:gd name="connsiteY0" fmla="*/ -1 h 184054"/>
                      <a:gd name="connsiteX1" fmla="*/ 558509 w 558509"/>
                      <a:gd name="connsiteY1" fmla="*/ -1 h 184054"/>
                      <a:gd name="connsiteX2" fmla="*/ 558509 w 558509"/>
                      <a:gd name="connsiteY2" fmla="*/ 184054 h 184054"/>
                      <a:gd name="connsiteX3" fmla="*/ -1 w 558509"/>
                      <a:gd name="connsiteY3" fmla="*/ 184054 h 184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58509" h="184054">
                        <a:moveTo>
                          <a:pt x="-1" y="-1"/>
                        </a:moveTo>
                        <a:lnTo>
                          <a:pt x="558509" y="-1"/>
                        </a:lnTo>
                        <a:lnTo>
                          <a:pt x="558509" y="184054"/>
                        </a:lnTo>
                        <a:lnTo>
                          <a:pt x="-1" y="184054"/>
                        </a:lnTo>
                        <a:close/>
                      </a:path>
                    </a:pathLst>
                  </a:custGeom>
                </p:spPr>
              </p:pic>
            </p:grpSp>
            <p:grpSp>
              <p:nvGrpSpPr>
                <p:cNvPr id="152" name="图形 6">
                  <a:extLst>
                    <a:ext uri="{FF2B5EF4-FFF2-40B4-BE49-F238E27FC236}">
                      <a16:creationId xmlns:a16="http://schemas.microsoft.com/office/drawing/2014/main" id="{525B785E-068A-15CA-6D72-4BD8D99BB139}"/>
                    </a:ext>
                  </a:extLst>
                </p:cNvPr>
                <p:cNvGrpSpPr/>
                <p:nvPr/>
              </p:nvGrpSpPr>
              <p:grpSpPr>
                <a:xfrm>
                  <a:off x="1546181" y="3168785"/>
                  <a:ext cx="462547" cy="339548"/>
                  <a:chOff x="1546181" y="3168785"/>
                  <a:chExt cx="462547" cy="339548"/>
                </a:xfrm>
              </p:grpSpPr>
              <p:sp>
                <p:nvSpPr>
                  <p:cNvPr id="153" name="任意多边形: 形状 152">
                    <a:extLst>
                      <a:ext uri="{FF2B5EF4-FFF2-40B4-BE49-F238E27FC236}">
                        <a16:creationId xmlns:a16="http://schemas.microsoft.com/office/drawing/2014/main" id="{320A3BC0-43B1-6EA3-FB8A-E685641F65A3}"/>
                      </a:ext>
                    </a:extLst>
                  </p:cNvPr>
                  <p:cNvSpPr/>
                  <p:nvPr/>
                </p:nvSpPr>
                <p:spPr>
                  <a:xfrm>
                    <a:off x="1546181" y="3190998"/>
                    <a:ext cx="429226" cy="317334"/>
                  </a:xfrm>
                  <a:custGeom>
                    <a:avLst/>
                    <a:gdLst>
                      <a:gd name="connsiteX0" fmla="*/ 0 w 429226"/>
                      <a:gd name="connsiteY0" fmla="*/ 317335 h 317334"/>
                      <a:gd name="connsiteX1" fmla="*/ 56739 w 429226"/>
                      <a:gd name="connsiteY1" fmla="*/ 317335 h 317334"/>
                      <a:gd name="connsiteX2" fmla="*/ 113479 w 429226"/>
                      <a:gd name="connsiteY2" fmla="*/ 253868 h 317334"/>
                      <a:gd name="connsiteX3" fmla="*/ 113479 w 429226"/>
                      <a:gd name="connsiteY3" fmla="*/ 63467 h 317334"/>
                      <a:gd name="connsiteX4" fmla="*/ 176946 w 429226"/>
                      <a:gd name="connsiteY4" fmla="*/ 0 h 317334"/>
                      <a:gd name="connsiteX5" fmla="*/ 429227 w 429226"/>
                      <a:gd name="connsiteY5" fmla="*/ 0 h 3173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29226" h="317334">
                        <a:moveTo>
                          <a:pt x="0" y="317335"/>
                        </a:moveTo>
                        <a:lnTo>
                          <a:pt x="56739" y="317335"/>
                        </a:lnTo>
                        <a:cubicBezTo>
                          <a:pt x="94566" y="317335"/>
                          <a:pt x="113479" y="296179"/>
                          <a:pt x="113479" y="253868"/>
                        </a:cubicBezTo>
                        <a:lnTo>
                          <a:pt x="113479" y="63467"/>
                        </a:lnTo>
                        <a:cubicBezTo>
                          <a:pt x="113479" y="21156"/>
                          <a:pt x="134635" y="0"/>
                          <a:pt x="176946" y="0"/>
                        </a:cubicBezTo>
                        <a:lnTo>
                          <a:pt x="429227" y="0"/>
                        </a:lnTo>
                      </a:path>
                    </a:pathLst>
                  </a:custGeom>
                  <a:noFill/>
                  <a:ln w="6347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" name="任意多边形: 形状 153">
                    <a:extLst>
                      <a:ext uri="{FF2B5EF4-FFF2-40B4-BE49-F238E27FC236}">
                        <a16:creationId xmlns:a16="http://schemas.microsoft.com/office/drawing/2014/main" id="{B6ECBC31-3AD8-1CBD-123D-4001CB412EDE}"/>
                      </a:ext>
                    </a:extLst>
                  </p:cNvPr>
                  <p:cNvSpPr/>
                  <p:nvPr/>
                </p:nvSpPr>
                <p:spPr>
                  <a:xfrm>
                    <a:off x="1964301" y="3168785"/>
                    <a:ext cx="44426" cy="44426"/>
                  </a:xfrm>
                  <a:custGeom>
                    <a:avLst/>
                    <a:gdLst>
                      <a:gd name="connsiteX0" fmla="*/ 44427 w 44426"/>
                      <a:gd name="connsiteY0" fmla="*/ 22213 h 44426"/>
                      <a:gd name="connsiteX1" fmla="*/ 0 w 44426"/>
                      <a:gd name="connsiteY1" fmla="*/ 44427 h 44426"/>
                      <a:gd name="connsiteX2" fmla="*/ 11107 w 44426"/>
                      <a:gd name="connsiteY2" fmla="*/ 22213 h 44426"/>
                      <a:gd name="connsiteX3" fmla="*/ 0 w 44426"/>
                      <a:gd name="connsiteY3" fmla="*/ 0 h 44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4426" h="44426">
                        <a:moveTo>
                          <a:pt x="44427" y="22213"/>
                        </a:moveTo>
                        <a:lnTo>
                          <a:pt x="0" y="44427"/>
                        </a:lnTo>
                        <a:lnTo>
                          <a:pt x="11107" y="2221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6347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5" name="图形 6">
                  <a:extLst>
                    <a:ext uri="{FF2B5EF4-FFF2-40B4-BE49-F238E27FC236}">
                      <a16:creationId xmlns:a16="http://schemas.microsoft.com/office/drawing/2014/main" id="{4529F6D0-D8D8-D57F-470B-71D6F7B1C59E}"/>
                    </a:ext>
                  </a:extLst>
                </p:cNvPr>
                <p:cNvGrpSpPr/>
                <p:nvPr/>
              </p:nvGrpSpPr>
              <p:grpSpPr>
                <a:xfrm>
                  <a:off x="974979" y="3413133"/>
                  <a:ext cx="571202" cy="203094"/>
                  <a:chOff x="974979" y="3413133"/>
                  <a:chExt cx="571202" cy="203094"/>
                </a:xfrm>
                <a:solidFill>
                  <a:srgbClr val="DAE8FC"/>
                </a:solidFill>
              </p:grpSpPr>
              <p:sp>
                <p:nvSpPr>
                  <p:cNvPr id="156" name="任意多边形: 形状 155">
                    <a:extLst>
                      <a:ext uri="{FF2B5EF4-FFF2-40B4-BE49-F238E27FC236}">
                        <a16:creationId xmlns:a16="http://schemas.microsoft.com/office/drawing/2014/main" id="{F3B2E8F0-2E5E-B035-9D63-95D14987E92B}"/>
                      </a:ext>
                    </a:extLst>
                  </p:cNvPr>
                  <p:cNvSpPr/>
                  <p:nvPr/>
                </p:nvSpPr>
                <p:spPr>
                  <a:xfrm>
                    <a:off x="974979" y="3413133"/>
                    <a:ext cx="571202" cy="190400"/>
                  </a:xfrm>
                  <a:custGeom>
                    <a:avLst/>
                    <a:gdLst>
                      <a:gd name="connsiteX0" fmla="*/ 542642 w 571202"/>
                      <a:gd name="connsiteY0" fmla="*/ 0 h 190400"/>
                      <a:gd name="connsiteX1" fmla="*/ 571202 w 571202"/>
                      <a:gd name="connsiteY1" fmla="*/ 28560 h 190400"/>
                      <a:gd name="connsiteX2" fmla="*/ 571202 w 571202"/>
                      <a:gd name="connsiteY2" fmla="*/ 161841 h 190400"/>
                      <a:gd name="connsiteX3" fmla="*/ 542642 w 571202"/>
                      <a:gd name="connsiteY3" fmla="*/ 190401 h 190400"/>
                      <a:gd name="connsiteX4" fmla="*/ 28560 w 571202"/>
                      <a:gd name="connsiteY4" fmla="*/ 190401 h 190400"/>
                      <a:gd name="connsiteX5" fmla="*/ 0 w 571202"/>
                      <a:gd name="connsiteY5" fmla="*/ 161841 h 190400"/>
                      <a:gd name="connsiteX6" fmla="*/ 0 w 571202"/>
                      <a:gd name="connsiteY6" fmla="*/ 28560 h 190400"/>
                      <a:gd name="connsiteX7" fmla="*/ 28560 w 571202"/>
                      <a:gd name="connsiteY7" fmla="*/ 0 h 190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71202" h="190400">
                        <a:moveTo>
                          <a:pt x="542642" y="0"/>
                        </a:moveTo>
                        <a:cubicBezTo>
                          <a:pt x="558416" y="0"/>
                          <a:pt x="571202" y="12787"/>
                          <a:pt x="571202" y="28560"/>
                        </a:cubicBezTo>
                        <a:lnTo>
                          <a:pt x="571202" y="161841"/>
                        </a:lnTo>
                        <a:cubicBezTo>
                          <a:pt x="571202" y="177614"/>
                          <a:pt x="558416" y="190401"/>
                          <a:pt x="542642" y="190401"/>
                        </a:cubicBezTo>
                        <a:lnTo>
                          <a:pt x="28560" y="190401"/>
                        </a:lnTo>
                        <a:cubicBezTo>
                          <a:pt x="12787" y="190401"/>
                          <a:pt x="0" y="177614"/>
                          <a:pt x="0" y="161841"/>
                        </a:cubicBezTo>
                        <a:lnTo>
                          <a:pt x="0" y="28560"/>
                        </a:lnTo>
                        <a:cubicBezTo>
                          <a:pt x="0" y="12787"/>
                          <a:pt x="12787" y="0"/>
                          <a:pt x="28560" y="0"/>
                        </a:cubicBezTo>
                        <a:close/>
                      </a:path>
                    </a:pathLst>
                  </a:custGeom>
                  <a:solidFill>
                    <a:srgbClr val="DAE8FC"/>
                  </a:solidFill>
                  <a:ln w="6347" cap="flat">
                    <a:solidFill>
                      <a:srgbClr val="6C8EB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pic>
                <p:nvPicPr>
                  <p:cNvPr id="157" name="图片 156">
                    <a:extLst>
                      <a:ext uri="{FF2B5EF4-FFF2-40B4-BE49-F238E27FC236}">
                        <a16:creationId xmlns:a16="http://schemas.microsoft.com/office/drawing/2014/main" id="{41331CA2-164A-488C-2E9C-A8E93BC60E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980564" y="3432173"/>
                    <a:ext cx="558509" cy="184054"/>
                  </a:xfrm>
                  <a:custGeom>
                    <a:avLst/>
                    <a:gdLst>
                      <a:gd name="connsiteX0" fmla="*/ -1 w 558509"/>
                      <a:gd name="connsiteY0" fmla="*/ -1 h 184054"/>
                      <a:gd name="connsiteX1" fmla="*/ 558509 w 558509"/>
                      <a:gd name="connsiteY1" fmla="*/ -1 h 184054"/>
                      <a:gd name="connsiteX2" fmla="*/ 558509 w 558509"/>
                      <a:gd name="connsiteY2" fmla="*/ 184054 h 184054"/>
                      <a:gd name="connsiteX3" fmla="*/ -1 w 558509"/>
                      <a:gd name="connsiteY3" fmla="*/ 184054 h 184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58509" h="184054">
                        <a:moveTo>
                          <a:pt x="-1" y="-1"/>
                        </a:moveTo>
                        <a:lnTo>
                          <a:pt x="558509" y="-1"/>
                        </a:lnTo>
                        <a:lnTo>
                          <a:pt x="558509" y="184054"/>
                        </a:lnTo>
                        <a:lnTo>
                          <a:pt x="-1" y="184054"/>
                        </a:lnTo>
                        <a:close/>
                      </a:path>
                    </a:pathLst>
                  </a:custGeom>
                </p:spPr>
              </p:pic>
            </p:grpSp>
            <p:grpSp>
              <p:nvGrpSpPr>
                <p:cNvPr id="158" name="图形 6">
                  <a:extLst>
                    <a:ext uri="{FF2B5EF4-FFF2-40B4-BE49-F238E27FC236}">
                      <a16:creationId xmlns:a16="http://schemas.microsoft.com/office/drawing/2014/main" id="{EA2653D4-A17F-6C8D-EA09-A9BF002D913D}"/>
                    </a:ext>
                  </a:extLst>
                </p:cNvPr>
                <p:cNvGrpSpPr/>
                <p:nvPr/>
              </p:nvGrpSpPr>
              <p:grpSpPr>
                <a:xfrm>
                  <a:off x="2015837" y="3095798"/>
                  <a:ext cx="698136" cy="203094"/>
                  <a:chOff x="2015837" y="3095798"/>
                  <a:chExt cx="698136" cy="203094"/>
                </a:xfrm>
                <a:solidFill>
                  <a:srgbClr val="DAE8FC"/>
                </a:solidFill>
              </p:grpSpPr>
              <p:sp>
                <p:nvSpPr>
                  <p:cNvPr id="159" name="任意多边形: 形状 158">
                    <a:extLst>
                      <a:ext uri="{FF2B5EF4-FFF2-40B4-BE49-F238E27FC236}">
                        <a16:creationId xmlns:a16="http://schemas.microsoft.com/office/drawing/2014/main" id="{22BEB977-1B04-013A-2D82-E28D8B0DAA81}"/>
                      </a:ext>
                    </a:extLst>
                  </p:cNvPr>
                  <p:cNvSpPr/>
                  <p:nvPr/>
                </p:nvSpPr>
                <p:spPr>
                  <a:xfrm>
                    <a:off x="2015837" y="3095798"/>
                    <a:ext cx="698136" cy="190400"/>
                  </a:xfrm>
                  <a:custGeom>
                    <a:avLst/>
                    <a:gdLst>
                      <a:gd name="connsiteX0" fmla="*/ 669576 w 698136"/>
                      <a:gd name="connsiteY0" fmla="*/ 0 h 190400"/>
                      <a:gd name="connsiteX1" fmla="*/ 698136 w 698136"/>
                      <a:gd name="connsiteY1" fmla="*/ 28560 h 190400"/>
                      <a:gd name="connsiteX2" fmla="*/ 698136 w 698136"/>
                      <a:gd name="connsiteY2" fmla="*/ 161841 h 190400"/>
                      <a:gd name="connsiteX3" fmla="*/ 669576 w 698136"/>
                      <a:gd name="connsiteY3" fmla="*/ 190401 h 190400"/>
                      <a:gd name="connsiteX4" fmla="*/ 28560 w 698136"/>
                      <a:gd name="connsiteY4" fmla="*/ 190401 h 190400"/>
                      <a:gd name="connsiteX5" fmla="*/ 0 w 698136"/>
                      <a:gd name="connsiteY5" fmla="*/ 161841 h 190400"/>
                      <a:gd name="connsiteX6" fmla="*/ 0 w 698136"/>
                      <a:gd name="connsiteY6" fmla="*/ 28560 h 190400"/>
                      <a:gd name="connsiteX7" fmla="*/ 28560 w 698136"/>
                      <a:gd name="connsiteY7" fmla="*/ 0 h 190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98136" h="190400">
                        <a:moveTo>
                          <a:pt x="669576" y="0"/>
                        </a:moveTo>
                        <a:cubicBezTo>
                          <a:pt x="685350" y="0"/>
                          <a:pt x="698136" y="12787"/>
                          <a:pt x="698136" y="28560"/>
                        </a:cubicBezTo>
                        <a:lnTo>
                          <a:pt x="698136" y="161841"/>
                        </a:lnTo>
                        <a:cubicBezTo>
                          <a:pt x="698136" y="177614"/>
                          <a:pt x="685350" y="190401"/>
                          <a:pt x="669576" y="190401"/>
                        </a:cubicBezTo>
                        <a:lnTo>
                          <a:pt x="28560" y="190401"/>
                        </a:lnTo>
                        <a:cubicBezTo>
                          <a:pt x="12787" y="190401"/>
                          <a:pt x="0" y="177614"/>
                          <a:pt x="0" y="161841"/>
                        </a:cubicBezTo>
                        <a:lnTo>
                          <a:pt x="0" y="28560"/>
                        </a:lnTo>
                        <a:cubicBezTo>
                          <a:pt x="0" y="12787"/>
                          <a:pt x="12787" y="0"/>
                          <a:pt x="28560" y="0"/>
                        </a:cubicBezTo>
                        <a:close/>
                      </a:path>
                    </a:pathLst>
                  </a:custGeom>
                  <a:solidFill>
                    <a:srgbClr val="DAE8FC"/>
                  </a:solidFill>
                  <a:ln w="6347" cap="flat">
                    <a:solidFill>
                      <a:srgbClr val="6C8EB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pic>
                <p:nvPicPr>
                  <p:cNvPr id="160" name="图片 159">
                    <a:extLst>
                      <a:ext uri="{FF2B5EF4-FFF2-40B4-BE49-F238E27FC236}">
                        <a16:creationId xmlns:a16="http://schemas.microsoft.com/office/drawing/2014/main" id="{CB411EA3-4325-B823-A17F-8829F6FD56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2021422" y="3114838"/>
                    <a:ext cx="685442" cy="184054"/>
                  </a:xfrm>
                  <a:custGeom>
                    <a:avLst/>
                    <a:gdLst>
                      <a:gd name="connsiteX0" fmla="*/ -1 w 685442"/>
                      <a:gd name="connsiteY0" fmla="*/ -1 h 184054"/>
                      <a:gd name="connsiteX1" fmla="*/ 685443 w 685442"/>
                      <a:gd name="connsiteY1" fmla="*/ -1 h 184054"/>
                      <a:gd name="connsiteX2" fmla="*/ 685443 w 685442"/>
                      <a:gd name="connsiteY2" fmla="*/ 184054 h 184054"/>
                      <a:gd name="connsiteX3" fmla="*/ -1 w 685442"/>
                      <a:gd name="connsiteY3" fmla="*/ 184054 h 184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5442" h="184054">
                        <a:moveTo>
                          <a:pt x="-1" y="-1"/>
                        </a:moveTo>
                        <a:lnTo>
                          <a:pt x="685443" y="-1"/>
                        </a:lnTo>
                        <a:lnTo>
                          <a:pt x="685443" y="184054"/>
                        </a:lnTo>
                        <a:lnTo>
                          <a:pt x="-1" y="184054"/>
                        </a:lnTo>
                        <a:close/>
                      </a:path>
                    </a:pathLst>
                  </a:custGeom>
                </p:spPr>
              </p:pic>
            </p:grpSp>
            <p:grpSp>
              <p:nvGrpSpPr>
                <p:cNvPr id="161" name="图形 6">
                  <a:extLst>
                    <a:ext uri="{FF2B5EF4-FFF2-40B4-BE49-F238E27FC236}">
                      <a16:creationId xmlns:a16="http://schemas.microsoft.com/office/drawing/2014/main" id="{CEF98496-4FAE-26C7-F51B-987F759F431F}"/>
                    </a:ext>
                  </a:extLst>
                </p:cNvPr>
                <p:cNvGrpSpPr/>
                <p:nvPr/>
              </p:nvGrpSpPr>
              <p:grpSpPr>
                <a:xfrm>
                  <a:off x="1784182" y="3114838"/>
                  <a:ext cx="133280" cy="184054"/>
                  <a:chOff x="1784182" y="3114838"/>
                  <a:chExt cx="133280" cy="184054"/>
                </a:xfrm>
                <a:solidFill>
                  <a:srgbClr val="FFFFFF"/>
                </a:solidFill>
              </p:grpSpPr>
              <p:sp>
                <p:nvSpPr>
                  <p:cNvPr id="162" name="任意多边形: 形状 161">
                    <a:extLst>
                      <a:ext uri="{FF2B5EF4-FFF2-40B4-BE49-F238E27FC236}">
                        <a16:creationId xmlns:a16="http://schemas.microsoft.com/office/drawing/2014/main" id="{202C465C-B3AE-7C64-0662-1503CF8A9D62}"/>
                      </a:ext>
                    </a:extLst>
                  </p:cNvPr>
                  <p:cNvSpPr/>
                  <p:nvPr/>
                </p:nvSpPr>
                <p:spPr>
                  <a:xfrm>
                    <a:off x="1784182" y="3121185"/>
                    <a:ext cx="133280" cy="133280"/>
                  </a:xfrm>
                  <a:custGeom>
                    <a:avLst/>
                    <a:gdLst>
                      <a:gd name="connsiteX0" fmla="*/ 133281 w 133280"/>
                      <a:gd name="connsiteY0" fmla="*/ 66640 h 133280"/>
                      <a:gd name="connsiteX1" fmla="*/ 66640 w 133280"/>
                      <a:gd name="connsiteY1" fmla="*/ 133281 h 133280"/>
                      <a:gd name="connsiteX2" fmla="*/ 0 w 133280"/>
                      <a:gd name="connsiteY2" fmla="*/ 66640 h 133280"/>
                      <a:gd name="connsiteX3" fmla="*/ 66640 w 133280"/>
                      <a:gd name="connsiteY3" fmla="*/ 0 h 133280"/>
                      <a:gd name="connsiteX4" fmla="*/ 133281 w 133280"/>
                      <a:gd name="connsiteY4" fmla="*/ 66640 h 13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3280" h="133280">
                        <a:moveTo>
                          <a:pt x="133281" y="66640"/>
                        </a:moveTo>
                        <a:cubicBezTo>
                          <a:pt x="133281" y="103445"/>
                          <a:pt x="103445" y="133281"/>
                          <a:pt x="66640" y="133281"/>
                        </a:cubicBezTo>
                        <a:cubicBezTo>
                          <a:pt x="29836" y="133281"/>
                          <a:pt x="0" y="103445"/>
                          <a:pt x="0" y="66640"/>
                        </a:cubicBezTo>
                        <a:cubicBezTo>
                          <a:pt x="0" y="29836"/>
                          <a:pt x="29836" y="0"/>
                          <a:pt x="66640" y="0"/>
                        </a:cubicBezTo>
                        <a:cubicBezTo>
                          <a:pt x="103445" y="0"/>
                          <a:pt x="133281" y="29836"/>
                          <a:pt x="133281" y="6664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6347" cap="flat">
                    <a:solidFill>
                      <a:srgbClr val="0000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pic>
                <p:nvPicPr>
                  <p:cNvPr id="163" name="图片 162">
                    <a:extLst>
                      <a:ext uri="{FF2B5EF4-FFF2-40B4-BE49-F238E27FC236}">
                        <a16:creationId xmlns:a16="http://schemas.microsoft.com/office/drawing/2014/main" id="{1AA2DA81-41E1-0A2B-2805-75097D981E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786594" y="3114838"/>
                    <a:ext cx="120587" cy="184054"/>
                  </a:xfrm>
                  <a:custGeom>
                    <a:avLst/>
                    <a:gdLst>
                      <a:gd name="connsiteX0" fmla="*/ -1 w 120587"/>
                      <a:gd name="connsiteY0" fmla="*/ -1 h 184054"/>
                      <a:gd name="connsiteX1" fmla="*/ 120587 w 120587"/>
                      <a:gd name="connsiteY1" fmla="*/ -1 h 184054"/>
                      <a:gd name="connsiteX2" fmla="*/ 120587 w 120587"/>
                      <a:gd name="connsiteY2" fmla="*/ 184054 h 184054"/>
                      <a:gd name="connsiteX3" fmla="*/ -1 w 120587"/>
                      <a:gd name="connsiteY3" fmla="*/ 184054 h 1840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0587" h="184054">
                        <a:moveTo>
                          <a:pt x="-1" y="-1"/>
                        </a:moveTo>
                        <a:lnTo>
                          <a:pt x="120587" y="-1"/>
                        </a:lnTo>
                        <a:lnTo>
                          <a:pt x="120587" y="184054"/>
                        </a:lnTo>
                        <a:lnTo>
                          <a:pt x="-1" y="184054"/>
                        </a:lnTo>
                        <a:close/>
                      </a:path>
                    </a:pathLst>
                  </a:custGeom>
                </p:spPr>
              </p:pic>
            </p:grpSp>
          </p:grpSp>
          <p:grpSp>
            <p:nvGrpSpPr>
              <p:cNvPr id="164" name="图形 6">
                <a:extLst>
                  <a:ext uri="{FF2B5EF4-FFF2-40B4-BE49-F238E27FC236}">
                    <a16:creationId xmlns:a16="http://schemas.microsoft.com/office/drawing/2014/main" id="{392B1FB0-99AC-509D-D222-57FF2910B309}"/>
                  </a:ext>
                </a:extLst>
              </p:cNvPr>
              <p:cNvGrpSpPr/>
              <p:nvPr/>
            </p:nvGrpSpPr>
            <p:grpSpPr>
              <a:xfrm>
                <a:off x="529948" y="3169547"/>
                <a:ext cx="437921" cy="44426"/>
                <a:chOff x="529948" y="3169547"/>
                <a:chExt cx="437921" cy="44426"/>
              </a:xfrm>
            </p:grpSpPr>
            <p:sp>
              <p:nvSpPr>
                <p:cNvPr id="165" name="任意多边形: 形状 164">
                  <a:extLst>
                    <a:ext uri="{FF2B5EF4-FFF2-40B4-BE49-F238E27FC236}">
                      <a16:creationId xmlns:a16="http://schemas.microsoft.com/office/drawing/2014/main" id="{11B32328-13DA-237A-B2E7-42B506807D55}"/>
                    </a:ext>
                  </a:extLst>
                </p:cNvPr>
                <p:cNvSpPr/>
                <p:nvPr/>
              </p:nvSpPr>
              <p:spPr>
                <a:xfrm>
                  <a:off x="529948" y="3191570"/>
                  <a:ext cx="404601" cy="5775"/>
                </a:xfrm>
                <a:custGeom>
                  <a:avLst/>
                  <a:gdLst>
                    <a:gd name="connsiteX0" fmla="*/ 0 w 404601"/>
                    <a:gd name="connsiteY0" fmla="*/ 5776 h 5775"/>
                    <a:gd name="connsiteX1" fmla="*/ 404602 w 404601"/>
                    <a:gd name="connsiteY1" fmla="*/ 0 h 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04601" h="5775">
                      <a:moveTo>
                        <a:pt x="0" y="5776"/>
                      </a:moveTo>
                      <a:lnTo>
                        <a:pt x="404602" y="0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6" name="任意多边形: 形状 165">
                  <a:extLst>
                    <a:ext uri="{FF2B5EF4-FFF2-40B4-BE49-F238E27FC236}">
                      <a16:creationId xmlns:a16="http://schemas.microsoft.com/office/drawing/2014/main" id="{D646BB09-DD30-5B81-93AB-F0E8386E7901}"/>
                    </a:ext>
                  </a:extLst>
                </p:cNvPr>
                <p:cNvSpPr/>
                <p:nvPr/>
              </p:nvSpPr>
              <p:spPr>
                <a:xfrm>
                  <a:off x="923126" y="3169547"/>
                  <a:ext cx="44744" cy="44426"/>
                </a:xfrm>
                <a:custGeom>
                  <a:avLst/>
                  <a:gdLst>
                    <a:gd name="connsiteX0" fmla="*/ 44744 w 44744"/>
                    <a:gd name="connsiteY0" fmla="*/ 21579 h 44426"/>
                    <a:gd name="connsiteX1" fmla="*/ 635 w 44744"/>
                    <a:gd name="connsiteY1" fmla="*/ 44427 h 44426"/>
                    <a:gd name="connsiteX2" fmla="*/ 11424 w 44744"/>
                    <a:gd name="connsiteY2" fmla="*/ 22023 h 44426"/>
                    <a:gd name="connsiteX3" fmla="*/ 0 w 44744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744" h="44426">
                      <a:moveTo>
                        <a:pt x="44744" y="21579"/>
                      </a:moveTo>
                      <a:lnTo>
                        <a:pt x="635" y="44427"/>
                      </a:lnTo>
                      <a:lnTo>
                        <a:pt x="11424" y="2202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7" name="图形 6">
                <a:extLst>
                  <a:ext uri="{FF2B5EF4-FFF2-40B4-BE49-F238E27FC236}">
                    <a16:creationId xmlns:a16="http://schemas.microsoft.com/office/drawing/2014/main" id="{851EA53C-47E7-AFF2-43E1-E4C0C94A597C}"/>
                  </a:ext>
                </a:extLst>
              </p:cNvPr>
              <p:cNvGrpSpPr/>
              <p:nvPr/>
            </p:nvGrpSpPr>
            <p:grpSpPr>
              <a:xfrm>
                <a:off x="529948" y="2851450"/>
                <a:ext cx="437921" cy="345894"/>
                <a:chOff x="529948" y="2851450"/>
                <a:chExt cx="437921" cy="345894"/>
              </a:xfrm>
            </p:grpSpPr>
            <p:sp>
              <p:nvSpPr>
                <p:cNvPr id="168" name="任意多边形: 形状 167">
                  <a:extLst>
                    <a:ext uri="{FF2B5EF4-FFF2-40B4-BE49-F238E27FC236}">
                      <a16:creationId xmlns:a16="http://schemas.microsoft.com/office/drawing/2014/main" id="{20362758-BDB2-E219-65AE-5BD67AAEE6D8}"/>
                    </a:ext>
                  </a:extLst>
                </p:cNvPr>
                <p:cNvSpPr/>
                <p:nvPr/>
              </p:nvSpPr>
              <p:spPr>
                <a:xfrm>
                  <a:off x="529948" y="2873664"/>
                  <a:ext cx="404601" cy="323681"/>
                </a:xfrm>
                <a:custGeom>
                  <a:avLst/>
                  <a:gdLst>
                    <a:gd name="connsiteX0" fmla="*/ 0 w 404601"/>
                    <a:gd name="connsiteY0" fmla="*/ 323681 h 323681"/>
                    <a:gd name="connsiteX1" fmla="*/ 58707 w 404601"/>
                    <a:gd name="connsiteY1" fmla="*/ 314161 h 323681"/>
                    <a:gd name="connsiteX2" fmla="*/ 117414 w 404601"/>
                    <a:gd name="connsiteY2" fmla="*/ 241174 h 323681"/>
                    <a:gd name="connsiteX3" fmla="*/ 117414 w 404601"/>
                    <a:gd name="connsiteY3" fmla="*/ 63467 h 323681"/>
                    <a:gd name="connsiteX4" fmla="*/ 180881 w 404601"/>
                    <a:gd name="connsiteY4" fmla="*/ 0 h 323681"/>
                    <a:gd name="connsiteX5" fmla="*/ 404602 w 404601"/>
                    <a:gd name="connsiteY5" fmla="*/ 0 h 3236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04601" h="323681">
                      <a:moveTo>
                        <a:pt x="0" y="323681"/>
                      </a:moveTo>
                      <a:lnTo>
                        <a:pt x="58707" y="314161"/>
                      </a:lnTo>
                      <a:cubicBezTo>
                        <a:pt x="97845" y="307815"/>
                        <a:pt x="117414" y="283486"/>
                        <a:pt x="117414" y="241174"/>
                      </a:cubicBezTo>
                      <a:lnTo>
                        <a:pt x="117414" y="63467"/>
                      </a:lnTo>
                      <a:cubicBezTo>
                        <a:pt x="117414" y="21156"/>
                        <a:pt x="138570" y="0"/>
                        <a:pt x="180881" y="0"/>
                      </a:cubicBezTo>
                      <a:lnTo>
                        <a:pt x="404602" y="0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9" name="任意多边形: 形状 168">
                  <a:extLst>
                    <a:ext uri="{FF2B5EF4-FFF2-40B4-BE49-F238E27FC236}">
                      <a16:creationId xmlns:a16="http://schemas.microsoft.com/office/drawing/2014/main" id="{79B20C17-357F-DFB2-2E31-3BA64A2A4476}"/>
                    </a:ext>
                  </a:extLst>
                </p:cNvPr>
                <p:cNvSpPr/>
                <p:nvPr/>
              </p:nvSpPr>
              <p:spPr>
                <a:xfrm>
                  <a:off x="923444" y="2851450"/>
                  <a:ext cx="44426" cy="44426"/>
                </a:xfrm>
                <a:custGeom>
                  <a:avLst/>
                  <a:gdLst>
                    <a:gd name="connsiteX0" fmla="*/ 44427 w 44426"/>
                    <a:gd name="connsiteY0" fmla="*/ 22213 h 44426"/>
                    <a:gd name="connsiteX1" fmla="*/ 0 w 44426"/>
                    <a:gd name="connsiteY1" fmla="*/ 44427 h 44426"/>
                    <a:gd name="connsiteX2" fmla="*/ 11107 w 44426"/>
                    <a:gd name="connsiteY2" fmla="*/ 22213 h 44426"/>
                    <a:gd name="connsiteX3" fmla="*/ 0 w 44426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44427" y="22213"/>
                      </a:moveTo>
                      <a:lnTo>
                        <a:pt x="0" y="44427"/>
                      </a:lnTo>
                      <a:lnTo>
                        <a:pt x="11107" y="222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0" name="图形 6">
                <a:extLst>
                  <a:ext uri="{FF2B5EF4-FFF2-40B4-BE49-F238E27FC236}">
                    <a16:creationId xmlns:a16="http://schemas.microsoft.com/office/drawing/2014/main" id="{6635CC71-DF86-541C-AEB8-FE4FA2E1E118}"/>
                  </a:ext>
                </a:extLst>
              </p:cNvPr>
              <p:cNvGrpSpPr/>
              <p:nvPr/>
            </p:nvGrpSpPr>
            <p:grpSpPr>
              <a:xfrm>
                <a:off x="529948" y="3197345"/>
                <a:ext cx="437921" cy="333201"/>
                <a:chOff x="529948" y="3197345"/>
                <a:chExt cx="437921" cy="333201"/>
              </a:xfrm>
            </p:grpSpPr>
            <p:sp>
              <p:nvSpPr>
                <p:cNvPr id="171" name="任意多边形: 形状 170">
                  <a:extLst>
                    <a:ext uri="{FF2B5EF4-FFF2-40B4-BE49-F238E27FC236}">
                      <a16:creationId xmlns:a16="http://schemas.microsoft.com/office/drawing/2014/main" id="{61748951-2B0E-258A-5880-0F2256D5C8BA}"/>
                    </a:ext>
                  </a:extLst>
                </p:cNvPr>
                <p:cNvSpPr/>
                <p:nvPr/>
              </p:nvSpPr>
              <p:spPr>
                <a:xfrm>
                  <a:off x="529948" y="3197345"/>
                  <a:ext cx="404601" cy="310988"/>
                </a:xfrm>
                <a:custGeom>
                  <a:avLst/>
                  <a:gdLst>
                    <a:gd name="connsiteX0" fmla="*/ 0 w 404601"/>
                    <a:gd name="connsiteY0" fmla="*/ 0 h 310988"/>
                    <a:gd name="connsiteX1" fmla="*/ 58707 w 404601"/>
                    <a:gd name="connsiteY1" fmla="*/ 22213 h 310988"/>
                    <a:gd name="connsiteX2" fmla="*/ 117414 w 404601"/>
                    <a:gd name="connsiteY2" fmla="*/ 107894 h 310988"/>
                    <a:gd name="connsiteX3" fmla="*/ 117414 w 404601"/>
                    <a:gd name="connsiteY3" fmla="*/ 247521 h 310988"/>
                    <a:gd name="connsiteX4" fmla="*/ 180881 w 404601"/>
                    <a:gd name="connsiteY4" fmla="*/ 310988 h 310988"/>
                    <a:gd name="connsiteX5" fmla="*/ 404602 w 404601"/>
                    <a:gd name="connsiteY5" fmla="*/ 310988 h 310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04601" h="310988">
                      <a:moveTo>
                        <a:pt x="0" y="0"/>
                      </a:moveTo>
                      <a:lnTo>
                        <a:pt x="58707" y="22213"/>
                      </a:lnTo>
                      <a:cubicBezTo>
                        <a:pt x="97845" y="37022"/>
                        <a:pt x="117414" y="65583"/>
                        <a:pt x="117414" y="107894"/>
                      </a:cubicBezTo>
                      <a:lnTo>
                        <a:pt x="117414" y="247521"/>
                      </a:lnTo>
                      <a:cubicBezTo>
                        <a:pt x="117414" y="289832"/>
                        <a:pt x="138570" y="310988"/>
                        <a:pt x="180881" y="310988"/>
                      </a:cubicBezTo>
                      <a:lnTo>
                        <a:pt x="404602" y="310988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2" name="任意多边形: 形状 171">
                  <a:extLst>
                    <a:ext uri="{FF2B5EF4-FFF2-40B4-BE49-F238E27FC236}">
                      <a16:creationId xmlns:a16="http://schemas.microsoft.com/office/drawing/2014/main" id="{053197ED-3702-187A-5412-10C876F7A55F}"/>
                    </a:ext>
                  </a:extLst>
                </p:cNvPr>
                <p:cNvSpPr/>
                <p:nvPr/>
              </p:nvSpPr>
              <p:spPr>
                <a:xfrm>
                  <a:off x="923444" y="3486120"/>
                  <a:ext cx="44426" cy="44426"/>
                </a:xfrm>
                <a:custGeom>
                  <a:avLst/>
                  <a:gdLst>
                    <a:gd name="connsiteX0" fmla="*/ 44427 w 44426"/>
                    <a:gd name="connsiteY0" fmla="*/ 22213 h 44426"/>
                    <a:gd name="connsiteX1" fmla="*/ 0 w 44426"/>
                    <a:gd name="connsiteY1" fmla="*/ 44427 h 44426"/>
                    <a:gd name="connsiteX2" fmla="*/ 11107 w 44426"/>
                    <a:gd name="connsiteY2" fmla="*/ 22213 h 44426"/>
                    <a:gd name="connsiteX3" fmla="*/ 0 w 44426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44427" y="22213"/>
                      </a:moveTo>
                      <a:lnTo>
                        <a:pt x="0" y="44427"/>
                      </a:lnTo>
                      <a:lnTo>
                        <a:pt x="11107" y="222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ADDCD634-6F62-3C87-B542-59B318C618AF}"/>
                  </a:ext>
                </a:extLst>
              </p:cNvPr>
              <p:cNvSpPr/>
              <p:nvPr/>
            </p:nvSpPr>
            <p:spPr>
              <a:xfrm>
                <a:off x="101018" y="2990549"/>
                <a:ext cx="407246" cy="407246"/>
              </a:xfrm>
              <a:custGeom>
                <a:avLst/>
                <a:gdLst>
                  <a:gd name="connsiteX0" fmla="*/ 332737 w 407246"/>
                  <a:gd name="connsiteY0" fmla="*/ 248916 h 407246"/>
                  <a:gd name="connsiteX1" fmla="*/ 369760 w 407246"/>
                  <a:gd name="connsiteY1" fmla="*/ 212819 h 407246"/>
                  <a:gd name="connsiteX2" fmla="*/ 406782 w 407246"/>
                  <a:gd name="connsiteY2" fmla="*/ 249842 h 407246"/>
                  <a:gd name="connsiteX3" fmla="*/ 369760 w 407246"/>
                  <a:gd name="connsiteY3" fmla="*/ 286864 h 407246"/>
                  <a:gd name="connsiteX4" fmla="*/ 337365 w 407246"/>
                  <a:gd name="connsiteY4" fmla="*/ 267427 h 407246"/>
                  <a:gd name="connsiteX5" fmla="*/ 288311 w 407246"/>
                  <a:gd name="connsiteY5" fmla="*/ 267427 h 407246"/>
                  <a:gd name="connsiteX6" fmla="*/ 279055 w 407246"/>
                  <a:gd name="connsiteY6" fmla="*/ 260948 h 407246"/>
                  <a:gd name="connsiteX7" fmla="*/ 237405 w 407246"/>
                  <a:gd name="connsiteY7" fmla="*/ 101752 h 407246"/>
                  <a:gd name="connsiteX8" fmla="*/ 176318 w 407246"/>
                  <a:gd name="connsiteY8" fmla="*/ 335919 h 407246"/>
                  <a:gd name="connsiteX9" fmla="*/ 158732 w 407246"/>
                  <a:gd name="connsiteY9" fmla="*/ 336844 h 407246"/>
                  <a:gd name="connsiteX10" fmla="*/ 114305 w 407246"/>
                  <a:gd name="connsiteY10" fmla="*/ 198010 h 407246"/>
                  <a:gd name="connsiteX11" fmla="*/ 81911 w 407246"/>
                  <a:gd name="connsiteY11" fmla="*/ 263725 h 407246"/>
                  <a:gd name="connsiteX12" fmla="*/ 73581 w 407246"/>
                  <a:gd name="connsiteY12" fmla="*/ 269278 h 407246"/>
                  <a:gd name="connsiteX13" fmla="*/ 36558 w 407246"/>
                  <a:gd name="connsiteY13" fmla="*/ 269278 h 407246"/>
                  <a:gd name="connsiteX14" fmla="*/ 27303 w 407246"/>
                  <a:gd name="connsiteY14" fmla="*/ 260023 h 407246"/>
                  <a:gd name="connsiteX15" fmla="*/ 36558 w 407246"/>
                  <a:gd name="connsiteY15" fmla="*/ 250767 h 407246"/>
                  <a:gd name="connsiteX16" fmla="*/ 67102 w 407246"/>
                  <a:gd name="connsiteY16" fmla="*/ 250767 h 407246"/>
                  <a:gd name="connsiteX17" fmla="*/ 106901 w 407246"/>
                  <a:gd name="connsiteY17" fmla="*/ 170243 h 407246"/>
                  <a:gd name="connsiteX18" fmla="*/ 123561 w 407246"/>
                  <a:gd name="connsiteY18" fmla="*/ 171169 h 407246"/>
                  <a:gd name="connsiteX19" fmla="*/ 166137 w 407246"/>
                  <a:gd name="connsiteY19" fmla="*/ 299822 h 407246"/>
                  <a:gd name="connsiteX20" fmla="*/ 228149 w 407246"/>
                  <a:gd name="connsiteY20" fmla="*/ 61953 h 407246"/>
                  <a:gd name="connsiteX21" fmla="*/ 245735 w 407246"/>
                  <a:gd name="connsiteY21" fmla="*/ 61953 h 407246"/>
                  <a:gd name="connsiteX22" fmla="*/ 294790 w 407246"/>
                  <a:gd name="connsiteY22" fmla="*/ 248916 h 407246"/>
                  <a:gd name="connsiteX23" fmla="*/ 332737 w 407246"/>
                  <a:gd name="connsiteY23" fmla="*/ 248916 h 407246"/>
                  <a:gd name="connsiteX24" fmla="*/ 369760 w 407246"/>
                  <a:gd name="connsiteY24" fmla="*/ 268353 h 407246"/>
                  <a:gd name="connsiteX25" fmla="*/ 388271 w 407246"/>
                  <a:gd name="connsiteY25" fmla="*/ 249842 h 407246"/>
                  <a:gd name="connsiteX26" fmla="*/ 369760 w 407246"/>
                  <a:gd name="connsiteY26" fmla="*/ 231330 h 407246"/>
                  <a:gd name="connsiteX27" fmla="*/ 351249 w 407246"/>
                  <a:gd name="connsiteY27" fmla="*/ 249842 h 407246"/>
                  <a:gd name="connsiteX28" fmla="*/ 369760 w 407246"/>
                  <a:gd name="connsiteY28" fmla="*/ 268353 h 407246"/>
                  <a:gd name="connsiteX29" fmla="*/ 18047 w 407246"/>
                  <a:gd name="connsiteY29" fmla="*/ 388676 h 407246"/>
                  <a:gd name="connsiteX30" fmla="*/ 397527 w 407246"/>
                  <a:gd name="connsiteY30" fmla="*/ 388676 h 407246"/>
                  <a:gd name="connsiteX31" fmla="*/ 406782 w 407246"/>
                  <a:gd name="connsiteY31" fmla="*/ 397931 h 407246"/>
                  <a:gd name="connsiteX32" fmla="*/ 397527 w 407246"/>
                  <a:gd name="connsiteY32" fmla="*/ 407187 h 407246"/>
                  <a:gd name="connsiteX33" fmla="*/ 8792 w 407246"/>
                  <a:gd name="connsiteY33" fmla="*/ 407187 h 407246"/>
                  <a:gd name="connsiteX34" fmla="*/ -464 w 407246"/>
                  <a:gd name="connsiteY34" fmla="*/ 397931 h 407246"/>
                  <a:gd name="connsiteX35" fmla="*/ -464 w 407246"/>
                  <a:gd name="connsiteY35" fmla="*/ 9196 h 407246"/>
                  <a:gd name="connsiteX36" fmla="*/ 8792 w 407246"/>
                  <a:gd name="connsiteY36" fmla="*/ -59 h 407246"/>
                  <a:gd name="connsiteX37" fmla="*/ 18047 w 407246"/>
                  <a:gd name="connsiteY37" fmla="*/ 9196 h 407246"/>
                  <a:gd name="connsiteX38" fmla="*/ 18047 w 407246"/>
                  <a:gd name="connsiteY38" fmla="*/ 388676 h 407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07246" h="407246">
                    <a:moveTo>
                      <a:pt x="332737" y="248916"/>
                    </a:moveTo>
                    <a:cubicBezTo>
                      <a:pt x="332737" y="228554"/>
                      <a:pt x="349398" y="212819"/>
                      <a:pt x="369760" y="212819"/>
                    </a:cubicBezTo>
                    <a:cubicBezTo>
                      <a:pt x="390122" y="212819"/>
                      <a:pt x="406782" y="229479"/>
                      <a:pt x="406782" y="249842"/>
                    </a:cubicBezTo>
                    <a:cubicBezTo>
                      <a:pt x="406782" y="270204"/>
                      <a:pt x="390122" y="286864"/>
                      <a:pt x="369760" y="286864"/>
                    </a:cubicBezTo>
                    <a:cubicBezTo>
                      <a:pt x="355876" y="286864"/>
                      <a:pt x="343844" y="279460"/>
                      <a:pt x="337365" y="267427"/>
                    </a:cubicBezTo>
                    <a:lnTo>
                      <a:pt x="288311" y="267427"/>
                    </a:lnTo>
                    <a:cubicBezTo>
                      <a:pt x="283683" y="267427"/>
                      <a:pt x="279981" y="264651"/>
                      <a:pt x="279055" y="260948"/>
                    </a:cubicBezTo>
                    <a:lnTo>
                      <a:pt x="237405" y="101752"/>
                    </a:lnTo>
                    <a:lnTo>
                      <a:pt x="176318" y="335919"/>
                    </a:lnTo>
                    <a:cubicBezTo>
                      <a:pt x="173541" y="345174"/>
                      <a:pt x="161509" y="345174"/>
                      <a:pt x="158732" y="336844"/>
                    </a:cubicBezTo>
                    <a:lnTo>
                      <a:pt x="114305" y="198010"/>
                    </a:lnTo>
                    <a:lnTo>
                      <a:pt x="81911" y="263725"/>
                    </a:lnTo>
                    <a:cubicBezTo>
                      <a:pt x="80060" y="266502"/>
                      <a:pt x="77283" y="269278"/>
                      <a:pt x="73581" y="269278"/>
                    </a:cubicBezTo>
                    <a:lnTo>
                      <a:pt x="36558" y="269278"/>
                    </a:lnTo>
                    <a:cubicBezTo>
                      <a:pt x="31005" y="269278"/>
                      <a:pt x="27303" y="265576"/>
                      <a:pt x="27303" y="260023"/>
                    </a:cubicBezTo>
                    <a:cubicBezTo>
                      <a:pt x="27303" y="254469"/>
                      <a:pt x="31005" y="250767"/>
                      <a:pt x="36558" y="250767"/>
                    </a:cubicBezTo>
                    <a:lnTo>
                      <a:pt x="67102" y="250767"/>
                    </a:lnTo>
                    <a:lnTo>
                      <a:pt x="106901" y="170243"/>
                    </a:lnTo>
                    <a:cubicBezTo>
                      <a:pt x="110603" y="162839"/>
                      <a:pt x="121710" y="163765"/>
                      <a:pt x="123561" y="171169"/>
                    </a:cubicBezTo>
                    <a:lnTo>
                      <a:pt x="166137" y="299822"/>
                    </a:lnTo>
                    <a:lnTo>
                      <a:pt x="228149" y="61953"/>
                    </a:lnTo>
                    <a:cubicBezTo>
                      <a:pt x="230926" y="52697"/>
                      <a:pt x="243884" y="52697"/>
                      <a:pt x="245735" y="61953"/>
                    </a:cubicBezTo>
                    <a:lnTo>
                      <a:pt x="294790" y="248916"/>
                    </a:lnTo>
                    <a:lnTo>
                      <a:pt x="332737" y="248916"/>
                    </a:lnTo>
                    <a:close/>
                    <a:moveTo>
                      <a:pt x="369760" y="268353"/>
                    </a:moveTo>
                    <a:cubicBezTo>
                      <a:pt x="379941" y="268353"/>
                      <a:pt x="388271" y="260023"/>
                      <a:pt x="388271" y="249842"/>
                    </a:cubicBezTo>
                    <a:cubicBezTo>
                      <a:pt x="388271" y="239660"/>
                      <a:pt x="379941" y="231330"/>
                      <a:pt x="369760" y="231330"/>
                    </a:cubicBezTo>
                    <a:cubicBezTo>
                      <a:pt x="359579" y="231330"/>
                      <a:pt x="351249" y="239660"/>
                      <a:pt x="351249" y="249842"/>
                    </a:cubicBezTo>
                    <a:cubicBezTo>
                      <a:pt x="351249" y="260023"/>
                      <a:pt x="359579" y="268353"/>
                      <a:pt x="369760" y="268353"/>
                    </a:cubicBezTo>
                    <a:close/>
                    <a:moveTo>
                      <a:pt x="18047" y="388676"/>
                    </a:moveTo>
                    <a:lnTo>
                      <a:pt x="397527" y="388676"/>
                    </a:lnTo>
                    <a:cubicBezTo>
                      <a:pt x="403080" y="388676"/>
                      <a:pt x="406782" y="392378"/>
                      <a:pt x="406782" y="397931"/>
                    </a:cubicBezTo>
                    <a:cubicBezTo>
                      <a:pt x="406782" y="403485"/>
                      <a:pt x="403080" y="407187"/>
                      <a:pt x="397527" y="407187"/>
                    </a:cubicBezTo>
                    <a:lnTo>
                      <a:pt x="8792" y="407187"/>
                    </a:lnTo>
                    <a:cubicBezTo>
                      <a:pt x="3238" y="407187"/>
                      <a:pt x="-464" y="403485"/>
                      <a:pt x="-464" y="397931"/>
                    </a:cubicBezTo>
                    <a:lnTo>
                      <a:pt x="-464" y="9196"/>
                    </a:lnTo>
                    <a:cubicBezTo>
                      <a:pt x="-464" y="3643"/>
                      <a:pt x="3238" y="-59"/>
                      <a:pt x="8792" y="-59"/>
                    </a:cubicBezTo>
                    <a:cubicBezTo>
                      <a:pt x="14345" y="-59"/>
                      <a:pt x="18047" y="3643"/>
                      <a:pt x="18047" y="9196"/>
                    </a:cubicBezTo>
                    <a:lnTo>
                      <a:pt x="18047" y="388676"/>
                    </a:lnTo>
                    <a:close/>
                  </a:path>
                </a:pathLst>
              </a:custGeom>
              <a:solidFill>
                <a:srgbClr val="2C2C2C"/>
              </a:solidFill>
              <a:ln w="4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74" name="图形 6">
                <a:extLst>
                  <a:ext uri="{FF2B5EF4-FFF2-40B4-BE49-F238E27FC236}">
                    <a16:creationId xmlns:a16="http://schemas.microsoft.com/office/drawing/2014/main" id="{7D960E56-2373-E675-97EC-DFADCC7EA138}"/>
                  </a:ext>
                </a:extLst>
              </p:cNvPr>
              <p:cNvGrpSpPr/>
              <p:nvPr/>
            </p:nvGrpSpPr>
            <p:grpSpPr>
              <a:xfrm>
                <a:off x="3662042" y="3166944"/>
                <a:ext cx="151622" cy="44173"/>
                <a:chOff x="3662042" y="3166944"/>
                <a:chExt cx="151622" cy="44173"/>
              </a:xfrm>
            </p:grpSpPr>
            <p:sp>
              <p:nvSpPr>
                <p:cNvPr id="175" name="任意多边形: 形状 174">
                  <a:extLst>
                    <a:ext uri="{FF2B5EF4-FFF2-40B4-BE49-F238E27FC236}">
                      <a16:creationId xmlns:a16="http://schemas.microsoft.com/office/drawing/2014/main" id="{0540D3F3-121F-88AD-A3A3-0D16B83612FD}"/>
                    </a:ext>
                  </a:extLst>
                </p:cNvPr>
                <p:cNvSpPr/>
                <p:nvPr/>
              </p:nvSpPr>
              <p:spPr>
                <a:xfrm>
                  <a:off x="3662042" y="3190173"/>
                  <a:ext cx="126933" cy="825"/>
                </a:xfrm>
                <a:custGeom>
                  <a:avLst/>
                  <a:gdLst>
                    <a:gd name="connsiteX0" fmla="*/ 0 w 126933"/>
                    <a:gd name="connsiteY0" fmla="*/ 825 h 825"/>
                    <a:gd name="connsiteX1" fmla="*/ 126934 w 126933"/>
                    <a:gd name="connsiteY1" fmla="*/ 825 h 825"/>
                    <a:gd name="connsiteX2" fmla="*/ 118429 w 126933"/>
                    <a:gd name="connsiteY2" fmla="*/ 0 h 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6933" h="825">
                      <a:moveTo>
                        <a:pt x="0" y="825"/>
                      </a:moveTo>
                      <a:lnTo>
                        <a:pt x="126934" y="825"/>
                      </a:lnTo>
                      <a:lnTo>
                        <a:pt x="118429" y="0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6" name="任意多边形: 形状 175">
                  <a:extLst>
                    <a:ext uri="{FF2B5EF4-FFF2-40B4-BE49-F238E27FC236}">
                      <a16:creationId xmlns:a16="http://schemas.microsoft.com/office/drawing/2014/main" id="{CF90D61F-4CCD-92FD-8C03-C434AEA79074}"/>
                    </a:ext>
                  </a:extLst>
                </p:cNvPr>
                <p:cNvSpPr/>
                <p:nvPr/>
              </p:nvSpPr>
              <p:spPr>
                <a:xfrm>
                  <a:off x="3767207" y="3166944"/>
                  <a:ext cx="46457" cy="44173"/>
                </a:xfrm>
                <a:custGeom>
                  <a:avLst/>
                  <a:gdLst>
                    <a:gd name="connsiteX0" fmla="*/ 46458 w 46457"/>
                    <a:gd name="connsiteY0" fmla="*/ 26529 h 44173"/>
                    <a:gd name="connsiteX1" fmla="*/ 0 w 46457"/>
                    <a:gd name="connsiteY1" fmla="*/ 44173 h 44173"/>
                    <a:gd name="connsiteX2" fmla="*/ 13264 w 46457"/>
                    <a:gd name="connsiteY2" fmla="*/ 23229 h 44173"/>
                    <a:gd name="connsiteX3" fmla="*/ 4443 w 46457"/>
                    <a:gd name="connsiteY3" fmla="*/ 0 h 44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457" h="44173">
                      <a:moveTo>
                        <a:pt x="46458" y="26529"/>
                      </a:moveTo>
                      <a:lnTo>
                        <a:pt x="0" y="44173"/>
                      </a:lnTo>
                      <a:lnTo>
                        <a:pt x="13264" y="23229"/>
                      </a:lnTo>
                      <a:lnTo>
                        <a:pt x="444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7" name="图形 6">
                <a:extLst>
                  <a:ext uri="{FF2B5EF4-FFF2-40B4-BE49-F238E27FC236}">
                    <a16:creationId xmlns:a16="http://schemas.microsoft.com/office/drawing/2014/main" id="{9D103FD1-D176-BEE7-544E-2AE642C9BD18}"/>
                  </a:ext>
                </a:extLst>
              </p:cNvPr>
              <p:cNvGrpSpPr/>
              <p:nvPr/>
            </p:nvGrpSpPr>
            <p:grpSpPr>
              <a:xfrm>
                <a:off x="2963906" y="3032331"/>
                <a:ext cx="698136" cy="330028"/>
                <a:chOff x="2963906" y="3032331"/>
                <a:chExt cx="698136" cy="330028"/>
              </a:xfrm>
              <a:solidFill>
                <a:srgbClr val="6EA0BF"/>
              </a:solidFill>
            </p:grpSpPr>
            <p:sp>
              <p:nvSpPr>
                <p:cNvPr id="178" name="任意多边形: 形状 177">
                  <a:extLst>
                    <a:ext uri="{FF2B5EF4-FFF2-40B4-BE49-F238E27FC236}">
                      <a16:creationId xmlns:a16="http://schemas.microsoft.com/office/drawing/2014/main" id="{2B16D036-4381-077C-0EE4-9773F848C914}"/>
                    </a:ext>
                  </a:extLst>
                </p:cNvPr>
                <p:cNvSpPr/>
                <p:nvPr/>
              </p:nvSpPr>
              <p:spPr>
                <a:xfrm rot="10800000" flipV="1">
                  <a:off x="2963906" y="3032331"/>
                  <a:ext cx="698136" cy="317334"/>
                </a:xfrm>
                <a:custGeom>
                  <a:avLst/>
                  <a:gdLst>
                    <a:gd name="connsiteX0" fmla="*/ 650536 w 698136"/>
                    <a:gd name="connsiteY0" fmla="*/ 0 h 317334"/>
                    <a:gd name="connsiteX1" fmla="*/ 698136 w 698136"/>
                    <a:gd name="connsiteY1" fmla="*/ 47600 h 317334"/>
                    <a:gd name="connsiteX2" fmla="*/ 698136 w 698136"/>
                    <a:gd name="connsiteY2" fmla="*/ 269735 h 317334"/>
                    <a:gd name="connsiteX3" fmla="*/ 650536 w 698136"/>
                    <a:gd name="connsiteY3" fmla="*/ 317335 h 317334"/>
                    <a:gd name="connsiteX4" fmla="*/ 47600 w 698136"/>
                    <a:gd name="connsiteY4" fmla="*/ 317335 h 317334"/>
                    <a:gd name="connsiteX5" fmla="*/ 0 w 698136"/>
                    <a:gd name="connsiteY5" fmla="*/ 269735 h 317334"/>
                    <a:gd name="connsiteX6" fmla="*/ 0 w 698136"/>
                    <a:gd name="connsiteY6" fmla="*/ 47600 h 317334"/>
                    <a:gd name="connsiteX7" fmla="*/ 47600 w 698136"/>
                    <a:gd name="connsiteY7" fmla="*/ 0 h 317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98136" h="317334">
                      <a:moveTo>
                        <a:pt x="650536" y="0"/>
                      </a:moveTo>
                      <a:cubicBezTo>
                        <a:pt x="676825" y="0"/>
                        <a:pt x="698136" y="21311"/>
                        <a:pt x="698136" y="47600"/>
                      </a:cubicBezTo>
                      <a:lnTo>
                        <a:pt x="698136" y="269735"/>
                      </a:lnTo>
                      <a:cubicBezTo>
                        <a:pt x="698136" y="296024"/>
                        <a:pt x="676825" y="317335"/>
                        <a:pt x="650536" y="317335"/>
                      </a:cubicBezTo>
                      <a:lnTo>
                        <a:pt x="47600" y="317335"/>
                      </a:lnTo>
                      <a:cubicBezTo>
                        <a:pt x="21311" y="317335"/>
                        <a:pt x="0" y="296024"/>
                        <a:pt x="0" y="269735"/>
                      </a:cubicBezTo>
                      <a:lnTo>
                        <a:pt x="0" y="47600"/>
                      </a:lnTo>
                      <a:cubicBezTo>
                        <a:pt x="0" y="21311"/>
                        <a:pt x="21311" y="0"/>
                        <a:pt x="47600" y="0"/>
                      </a:cubicBezTo>
                      <a:close/>
                    </a:path>
                  </a:pathLst>
                </a:custGeom>
                <a:solidFill>
                  <a:srgbClr val="6EA0BF"/>
                </a:solidFill>
                <a:ln w="634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179" name="图片 178">
                  <a:extLst>
                    <a:ext uri="{FF2B5EF4-FFF2-40B4-BE49-F238E27FC236}">
                      <a16:creationId xmlns:a16="http://schemas.microsoft.com/office/drawing/2014/main" id="{0203C0B6-A808-F170-1824-A7C7BF551D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67079" y="3038678"/>
                  <a:ext cx="685442" cy="323681"/>
                </a:xfrm>
                <a:custGeom>
                  <a:avLst/>
                  <a:gdLst>
                    <a:gd name="connsiteX0" fmla="*/ -1 w 685442"/>
                    <a:gd name="connsiteY0" fmla="*/ -1 h 323681"/>
                    <a:gd name="connsiteX1" fmla="*/ 685443 w 685442"/>
                    <a:gd name="connsiteY1" fmla="*/ -1 h 323681"/>
                    <a:gd name="connsiteX2" fmla="*/ 685443 w 685442"/>
                    <a:gd name="connsiteY2" fmla="*/ 323681 h 323681"/>
                    <a:gd name="connsiteX3" fmla="*/ -1 w 685442"/>
                    <a:gd name="connsiteY3" fmla="*/ 323681 h 3236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5442" h="323681">
                      <a:moveTo>
                        <a:pt x="-1" y="-1"/>
                      </a:moveTo>
                      <a:lnTo>
                        <a:pt x="685443" y="-1"/>
                      </a:lnTo>
                      <a:lnTo>
                        <a:pt x="685443" y="323681"/>
                      </a:lnTo>
                      <a:lnTo>
                        <a:pt x="-1" y="32368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0" name="图形 6">
                <a:extLst>
                  <a:ext uri="{FF2B5EF4-FFF2-40B4-BE49-F238E27FC236}">
                    <a16:creationId xmlns:a16="http://schemas.microsoft.com/office/drawing/2014/main" id="{735E3EA7-3979-C697-665B-BD5CF02E28B2}"/>
                  </a:ext>
                </a:extLst>
              </p:cNvPr>
              <p:cNvGrpSpPr/>
              <p:nvPr/>
            </p:nvGrpSpPr>
            <p:grpSpPr>
              <a:xfrm>
                <a:off x="2713973" y="3168785"/>
                <a:ext cx="242824" cy="44426"/>
                <a:chOff x="2713973" y="3168785"/>
                <a:chExt cx="242824" cy="44426"/>
              </a:xfrm>
            </p:grpSpPr>
            <p:sp>
              <p:nvSpPr>
                <p:cNvPr id="181" name="任意多边形: 形状 180">
                  <a:extLst>
                    <a:ext uri="{FF2B5EF4-FFF2-40B4-BE49-F238E27FC236}">
                      <a16:creationId xmlns:a16="http://schemas.microsoft.com/office/drawing/2014/main" id="{C2DCC9C5-AC6C-0174-B6BF-7A00D54183B8}"/>
                    </a:ext>
                  </a:extLst>
                </p:cNvPr>
                <p:cNvSpPr/>
                <p:nvPr/>
              </p:nvSpPr>
              <p:spPr>
                <a:xfrm>
                  <a:off x="2713973" y="3190998"/>
                  <a:ext cx="209504" cy="6346"/>
                </a:xfrm>
                <a:custGeom>
                  <a:avLst/>
                  <a:gdLst>
                    <a:gd name="connsiteX0" fmla="*/ 0 w 209504"/>
                    <a:gd name="connsiteY0" fmla="*/ 0 h 6346"/>
                    <a:gd name="connsiteX1" fmla="*/ 126172 w 209504"/>
                    <a:gd name="connsiteY1" fmla="*/ 0 h 6346"/>
                    <a:gd name="connsiteX2" fmla="*/ 209504 w 209504"/>
                    <a:gd name="connsiteY2" fmla="*/ 0 h 6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9504" h="6346">
                      <a:moveTo>
                        <a:pt x="0" y="0"/>
                      </a:moveTo>
                      <a:lnTo>
                        <a:pt x="126172" y="0"/>
                      </a:lnTo>
                      <a:lnTo>
                        <a:pt x="209504" y="0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2" name="任意多边形: 形状 181">
                  <a:extLst>
                    <a:ext uri="{FF2B5EF4-FFF2-40B4-BE49-F238E27FC236}">
                      <a16:creationId xmlns:a16="http://schemas.microsoft.com/office/drawing/2014/main" id="{FAF8411F-AA48-9E8E-D975-37EBF2E2A2D6}"/>
                    </a:ext>
                  </a:extLst>
                </p:cNvPr>
                <p:cNvSpPr/>
                <p:nvPr/>
              </p:nvSpPr>
              <p:spPr>
                <a:xfrm>
                  <a:off x="2912371" y="3168785"/>
                  <a:ext cx="44426" cy="44426"/>
                </a:xfrm>
                <a:custGeom>
                  <a:avLst/>
                  <a:gdLst>
                    <a:gd name="connsiteX0" fmla="*/ 44427 w 44426"/>
                    <a:gd name="connsiteY0" fmla="*/ 22213 h 44426"/>
                    <a:gd name="connsiteX1" fmla="*/ 0 w 44426"/>
                    <a:gd name="connsiteY1" fmla="*/ 44427 h 44426"/>
                    <a:gd name="connsiteX2" fmla="*/ 11107 w 44426"/>
                    <a:gd name="connsiteY2" fmla="*/ 22213 h 44426"/>
                    <a:gd name="connsiteX3" fmla="*/ 0 w 44426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44427" y="22213"/>
                      </a:moveTo>
                      <a:lnTo>
                        <a:pt x="0" y="44427"/>
                      </a:lnTo>
                      <a:lnTo>
                        <a:pt x="11107" y="222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3" name="图形 6">
                <a:extLst>
                  <a:ext uri="{FF2B5EF4-FFF2-40B4-BE49-F238E27FC236}">
                    <a16:creationId xmlns:a16="http://schemas.microsoft.com/office/drawing/2014/main" id="{9968A4C9-1D4F-C62B-D2DE-DD654A470D04}"/>
                  </a:ext>
                </a:extLst>
              </p:cNvPr>
              <p:cNvGrpSpPr/>
              <p:nvPr/>
            </p:nvGrpSpPr>
            <p:grpSpPr>
              <a:xfrm>
                <a:off x="4138044" y="3171958"/>
                <a:ext cx="157905" cy="44426"/>
                <a:chOff x="4138044" y="3171958"/>
                <a:chExt cx="157905" cy="44426"/>
              </a:xfrm>
            </p:grpSpPr>
            <p:sp>
              <p:nvSpPr>
                <p:cNvPr id="184" name="任意多边形: 形状 183">
                  <a:extLst>
                    <a:ext uri="{FF2B5EF4-FFF2-40B4-BE49-F238E27FC236}">
                      <a16:creationId xmlns:a16="http://schemas.microsoft.com/office/drawing/2014/main" id="{CC8640C0-6DB2-8EE3-7713-86A74330C8F1}"/>
                    </a:ext>
                  </a:extLst>
                </p:cNvPr>
                <p:cNvSpPr/>
                <p:nvPr/>
              </p:nvSpPr>
              <p:spPr>
                <a:xfrm>
                  <a:off x="4138044" y="3194172"/>
                  <a:ext cx="126933" cy="6346"/>
                </a:xfrm>
                <a:custGeom>
                  <a:avLst/>
                  <a:gdLst>
                    <a:gd name="connsiteX0" fmla="*/ 0 w 126933"/>
                    <a:gd name="connsiteY0" fmla="*/ 0 h 6346"/>
                    <a:gd name="connsiteX1" fmla="*/ 126934 w 126933"/>
                    <a:gd name="connsiteY1" fmla="*/ 0 h 6346"/>
                    <a:gd name="connsiteX2" fmla="*/ 38080 w 126933"/>
                    <a:gd name="connsiteY2" fmla="*/ 0 h 6346"/>
                    <a:gd name="connsiteX3" fmla="*/ 124586 w 126933"/>
                    <a:gd name="connsiteY3" fmla="*/ 0 h 6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933" h="6346">
                      <a:moveTo>
                        <a:pt x="0" y="0"/>
                      </a:moveTo>
                      <a:lnTo>
                        <a:pt x="126934" y="0"/>
                      </a:lnTo>
                      <a:lnTo>
                        <a:pt x="38080" y="0"/>
                      </a:lnTo>
                      <a:lnTo>
                        <a:pt x="124586" y="0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5" name="任意多边形: 形状 184">
                  <a:extLst>
                    <a:ext uri="{FF2B5EF4-FFF2-40B4-BE49-F238E27FC236}">
                      <a16:creationId xmlns:a16="http://schemas.microsoft.com/office/drawing/2014/main" id="{778F9AFF-A973-E2E7-D0F6-9E6DD68DF6DE}"/>
                    </a:ext>
                  </a:extLst>
                </p:cNvPr>
                <p:cNvSpPr/>
                <p:nvPr/>
              </p:nvSpPr>
              <p:spPr>
                <a:xfrm>
                  <a:off x="4251523" y="3171958"/>
                  <a:ext cx="44426" cy="44426"/>
                </a:xfrm>
                <a:custGeom>
                  <a:avLst/>
                  <a:gdLst>
                    <a:gd name="connsiteX0" fmla="*/ 44427 w 44426"/>
                    <a:gd name="connsiteY0" fmla="*/ 22213 h 44426"/>
                    <a:gd name="connsiteX1" fmla="*/ 0 w 44426"/>
                    <a:gd name="connsiteY1" fmla="*/ 44427 h 44426"/>
                    <a:gd name="connsiteX2" fmla="*/ 11107 w 44426"/>
                    <a:gd name="connsiteY2" fmla="*/ 22213 h 44426"/>
                    <a:gd name="connsiteX3" fmla="*/ 0 w 44426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44427" y="22213"/>
                      </a:moveTo>
                      <a:lnTo>
                        <a:pt x="0" y="44427"/>
                      </a:lnTo>
                      <a:lnTo>
                        <a:pt x="11107" y="222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6" name="图形 6">
                <a:extLst>
                  <a:ext uri="{FF2B5EF4-FFF2-40B4-BE49-F238E27FC236}">
                    <a16:creationId xmlns:a16="http://schemas.microsoft.com/office/drawing/2014/main" id="{414B6F65-02D1-9401-0B56-F3CA0D9FCD9C}"/>
                  </a:ext>
                </a:extLst>
              </p:cNvPr>
              <p:cNvGrpSpPr/>
              <p:nvPr/>
            </p:nvGrpSpPr>
            <p:grpSpPr>
              <a:xfrm>
                <a:off x="3820710" y="2781637"/>
                <a:ext cx="317334" cy="825070"/>
                <a:chOff x="3820710" y="2781637"/>
                <a:chExt cx="317334" cy="825070"/>
              </a:xfrm>
              <a:solidFill>
                <a:srgbClr val="DAE8FC"/>
              </a:solidFill>
            </p:grpSpPr>
            <p:sp>
              <p:nvSpPr>
                <p:cNvPr id="187" name="任意多边形: 形状 186">
                  <a:extLst>
                    <a:ext uri="{FF2B5EF4-FFF2-40B4-BE49-F238E27FC236}">
                      <a16:creationId xmlns:a16="http://schemas.microsoft.com/office/drawing/2014/main" id="{77201EDD-7145-1F57-0488-CEF9A6C2AA05}"/>
                    </a:ext>
                  </a:extLst>
                </p:cNvPr>
                <p:cNvSpPr/>
                <p:nvPr/>
              </p:nvSpPr>
              <p:spPr>
                <a:xfrm rot="10800000" flipV="1">
                  <a:off x="3820710" y="2781637"/>
                  <a:ext cx="317334" cy="825070"/>
                </a:xfrm>
                <a:custGeom>
                  <a:avLst/>
                  <a:gdLst>
                    <a:gd name="connsiteX0" fmla="*/ 269735 w 317334"/>
                    <a:gd name="connsiteY0" fmla="*/ 0 h 825070"/>
                    <a:gd name="connsiteX1" fmla="*/ 317335 w 317334"/>
                    <a:gd name="connsiteY1" fmla="*/ 47600 h 825070"/>
                    <a:gd name="connsiteX2" fmla="*/ 317335 w 317334"/>
                    <a:gd name="connsiteY2" fmla="*/ 777470 h 825070"/>
                    <a:gd name="connsiteX3" fmla="*/ 269735 w 317334"/>
                    <a:gd name="connsiteY3" fmla="*/ 825070 h 825070"/>
                    <a:gd name="connsiteX4" fmla="*/ 47600 w 317334"/>
                    <a:gd name="connsiteY4" fmla="*/ 825070 h 825070"/>
                    <a:gd name="connsiteX5" fmla="*/ 0 w 317334"/>
                    <a:gd name="connsiteY5" fmla="*/ 777470 h 825070"/>
                    <a:gd name="connsiteX6" fmla="*/ 0 w 317334"/>
                    <a:gd name="connsiteY6" fmla="*/ 47600 h 825070"/>
                    <a:gd name="connsiteX7" fmla="*/ 47600 w 317334"/>
                    <a:gd name="connsiteY7" fmla="*/ 0 h 8250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7334" h="825070">
                      <a:moveTo>
                        <a:pt x="269735" y="0"/>
                      </a:moveTo>
                      <a:cubicBezTo>
                        <a:pt x="296023" y="0"/>
                        <a:pt x="317335" y="21311"/>
                        <a:pt x="317335" y="47600"/>
                      </a:cubicBezTo>
                      <a:lnTo>
                        <a:pt x="317335" y="777470"/>
                      </a:lnTo>
                      <a:cubicBezTo>
                        <a:pt x="317335" y="803759"/>
                        <a:pt x="296023" y="825070"/>
                        <a:pt x="269735" y="825070"/>
                      </a:cubicBezTo>
                      <a:lnTo>
                        <a:pt x="47600" y="825070"/>
                      </a:lnTo>
                      <a:cubicBezTo>
                        <a:pt x="21311" y="825070"/>
                        <a:pt x="0" y="803759"/>
                        <a:pt x="0" y="777470"/>
                      </a:cubicBezTo>
                      <a:lnTo>
                        <a:pt x="0" y="47600"/>
                      </a:lnTo>
                      <a:cubicBezTo>
                        <a:pt x="0" y="21311"/>
                        <a:pt x="21311" y="0"/>
                        <a:pt x="47600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34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188" name="图片 187">
                  <a:extLst>
                    <a:ext uri="{FF2B5EF4-FFF2-40B4-BE49-F238E27FC236}">
                      <a16:creationId xmlns:a16="http://schemas.microsoft.com/office/drawing/2014/main" id="{1EB7280C-91EF-6697-EFED-C5E82C2302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23883" y="2892704"/>
                  <a:ext cx="304641" cy="641016"/>
                </a:xfrm>
                <a:custGeom>
                  <a:avLst/>
                  <a:gdLst>
                    <a:gd name="connsiteX0" fmla="*/ -1 w 304641"/>
                    <a:gd name="connsiteY0" fmla="*/ -1 h 641016"/>
                    <a:gd name="connsiteX1" fmla="*/ 304641 w 304641"/>
                    <a:gd name="connsiteY1" fmla="*/ -1 h 641016"/>
                    <a:gd name="connsiteX2" fmla="*/ 304641 w 304641"/>
                    <a:gd name="connsiteY2" fmla="*/ 641016 h 641016"/>
                    <a:gd name="connsiteX3" fmla="*/ -1 w 304641"/>
                    <a:gd name="connsiteY3" fmla="*/ 641016 h 641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641" h="641016">
                      <a:moveTo>
                        <a:pt x="-1" y="-1"/>
                      </a:moveTo>
                      <a:lnTo>
                        <a:pt x="304641" y="-1"/>
                      </a:lnTo>
                      <a:lnTo>
                        <a:pt x="304641" y="641016"/>
                      </a:lnTo>
                      <a:lnTo>
                        <a:pt x="-1" y="64101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9" name="图形 6">
                <a:extLst>
                  <a:ext uri="{FF2B5EF4-FFF2-40B4-BE49-F238E27FC236}">
                    <a16:creationId xmlns:a16="http://schemas.microsoft.com/office/drawing/2014/main" id="{422AB3C4-D2E7-8881-86BA-D8E4B3C2AF2A}"/>
                  </a:ext>
                </a:extLst>
              </p:cNvPr>
              <p:cNvGrpSpPr/>
              <p:nvPr/>
            </p:nvGrpSpPr>
            <p:grpSpPr>
              <a:xfrm>
                <a:off x="4620393" y="2813370"/>
                <a:ext cx="367346" cy="380801"/>
                <a:chOff x="4620393" y="2813370"/>
                <a:chExt cx="367346" cy="380801"/>
              </a:xfrm>
            </p:grpSpPr>
            <p:sp>
              <p:nvSpPr>
                <p:cNvPr id="190" name="任意多边形: 形状 189">
                  <a:extLst>
                    <a:ext uri="{FF2B5EF4-FFF2-40B4-BE49-F238E27FC236}">
                      <a16:creationId xmlns:a16="http://schemas.microsoft.com/office/drawing/2014/main" id="{787CCF03-ADF5-4002-B1BE-D4D0C00002F0}"/>
                    </a:ext>
                  </a:extLst>
                </p:cNvPr>
                <p:cNvSpPr/>
                <p:nvPr/>
              </p:nvSpPr>
              <p:spPr>
                <a:xfrm>
                  <a:off x="4620393" y="2835584"/>
                  <a:ext cx="334026" cy="358588"/>
                </a:xfrm>
                <a:custGeom>
                  <a:avLst/>
                  <a:gdLst>
                    <a:gd name="connsiteX0" fmla="*/ 0 w 334026"/>
                    <a:gd name="connsiteY0" fmla="*/ 358588 h 358588"/>
                    <a:gd name="connsiteX1" fmla="*/ 123761 w 334026"/>
                    <a:gd name="connsiteY1" fmla="*/ 358588 h 358588"/>
                    <a:gd name="connsiteX2" fmla="*/ 187227 w 334026"/>
                    <a:gd name="connsiteY2" fmla="*/ 295121 h 358588"/>
                    <a:gd name="connsiteX3" fmla="*/ 187227 w 334026"/>
                    <a:gd name="connsiteY3" fmla="*/ 63467 h 358588"/>
                    <a:gd name="connsiteX4" fmla="*/ 250694 w 334026"/>
                    <a:gd name="connsiteY4" fmla="*/ 0 h 358588"/>
                    <a:gd name="connsiteX5" fmla="*/ 334027 w 334026"/>
                    <a:gd name="connsiteY5" fmla="*/ 0 h 35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4026" h="358588">
                      <a:moveTo>
                        <a:pt x="0" y="358588"/>
                      </a:moveTo>
                      <a:lnTo>
                        <a:pt x="123761" y="358588"/>
                      </a:lnTo>
                      <a:cubicBezTo>
                        <a:pt x="166072" y="358588"/>
                        <a:pt x="187227" y="337433"/>
                        <a:pt x="187227" y="295121"/>
                      </a:cubicBezTo>
                      <a:lnTo>
                        <a:pt x="187227" y="63467"/>
                      </a:lnTo>
                      <a:cubicBezTo>
                        <a:pt x="187227" y="21156"/>
                        <a:pt x="208383" y="0"/>
                        <a:pt x="250694" y="0"/>
                      </a:cubicBezTo>
                      <a:lnTo>
                        <a:pt x="334027" y="0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1" name="任意多边形: 形状 190">
                  <a:extLst>
                    <a:ext uri="{FF2B5EF4-FFF2-40B4-BE49-F238E27FC236}">
                      <a16:creationId xmlns:a16="http://schemas.microsoft.com/office/drawing/2014/main" id="{27DDB07A-1ED3-C478-D525-7DC8C819396C}"/>
                    </a:ext>
                  </a:extLst>
                </p:cNvPr>
                <p:cNvSpPr/>
                <p:nvPr/>
              </p:nvSpPr>
              <p:spPr>
                <a:xfrm>
                  <a:off x="4943313" y="2813370"/>
                  <a:ext cx="44426" cy="44426"/>
                </a:xfrm>
                <a:custGeom>
                  <a:avLst/>
                  <a:gdLst>
                    <a:gd name="connsiteX0" fmla="*/ 44427 w 44426"/>
                    <a:gd name="connsiteY0" fmla="*/ 22213 h 44426"/>
                    <a:gd name="connsiteX1" fmla="*/ 0 w 44426"/>
                    <a:gd name="connsiteY1" fmla="*/ 44427 h 44426"/>
                    <a:gd name="connsiteX2" fmla="*/ 11107 w 44426"/>
                    <a:gd name="connsiteY2" fmla="*/ 22213 h 44426"/>
                    <a:gd name="connsiteX3" fmla="*/ 0 w 44426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44427" y="22213"/>
                      </a:moveTo>
                      <a:lnTo>
                        <a:pt x="0" y="44427"/>
                      </a:lnTo>
                      <a:lnTo>
                        <a:pt x="11107" y="222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2" name="图形 6">
                <a:extLst>
                  <a:ext uri="{FF2B5EF4-FFF2-40B4-BE49-F238E27FC236}">
                    <a16:creationId xmlns:a16="http://schemas.microsoft.com/office/drawing/2014/main" id="{DDCF5178-C4E3-B74D-4A71-C0A3AC662EF9}"/>
                  </a:ext>
                </a:extLst>
              </p:cNvPr>
              <p:cNvGrpSpPr/>
              <p:nvPr/>
            </p:nvGrpSpPr>
            <p:grpSpPr>
              <a:xfrm>
                <a:off x="4620393" y="3194172"/>
                <a:ext cx="367346" cy="380801"/>
                <a:chOff x="4620393" y="3194172"/>
                <a:chExt cx="367346" cy="380801"/>
              </a:xfrm>
            </p:grpSpPr>
            <p:sp>
              <p:nvSpPr>
                <p:cNvPr id="193" name="任意多边形: 形状 192">
                  <a:extLst>
                    <a:ext uri="{FF2B5EF4-FFF2-40B4-BE49-F238E27FC236}">
                      <a16:creationId xmlns:a16="http://schemas.microsoft.com/office/drawing/2014/main" id="{DB64A452-C14B-BA5D-588F-FB48C4FD2826}"/>
                    </a:ext>
                  </a:extLst>
                </p:cNvPr>
                <p:cNvSpPr/>
                <p:nvPr/>
              </p:nvSpPr>
              <p:spPr>
                <a:xfrm>
                  <a:off x="4620393" y="3194172"/>
                  <a:ext cx="334026" cy="358588"/>
                </a:xfrm>
                <a:custGeom>
                  <a:avLst/>
                  <a:gdLst>
                    <a:gd name="connsiteX0" fmla="*/ 0 w 334026"/>
                    <a:gd name="connsiteY0" fmla="*/ 0 h 358588"/>
                    <a:gd name="connsiteX1" fmla="*/ 123761 w 334026"/>
                    <a:gd name="connsiteY1" fmla="*/ 0 h 358588"/>
                    <a:gd name="connsiteX2" fmla="*/ 187227 w 334026"/>
                    <a:gd name="connsiteY2" fmla="*/ 63467 h 358588"/>
                    <a:gd name="connsiteX3" fmla="*/ 187227 w 334026"/>
                    <a:gd name="connsiteY3" fmla="*/ 295121 h 358588"/>
                    <a:gd name="connsiteX4" fmla="*/ 250694 w 334026"/>
                    <a:gd name="connsiteY4" fmla="*/ 358588 h 358588"/>
                    <a:gd name="connsiteX5" fmla="*/ 334027 w 334026"/>
                    <a:gd name="connsiteY5" fmla="*/ 358588 h 35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4026" h="358588">
                      <a:moveTo>
                        <a:pt x="0" y="0"/>
                      </a:moveTo>
                      <a:lnTo>
                        <a:pt x="123761" y="0"/>
                      </a:lnTo>
                      <a:cubicBezTo>
                        <a:pt x="166072" y="0"/>
                        <a:pt x="187227" y="21156"/>
                        <a:pt x="187227" y="63467"/>
                      </a:cubicBezTo>
                      <a:lnTo>
                        <a:pt x="187227" y="295121"/>
                      </a:lnTo>
                      <a:cubicBezTo>
                        <a:pt x="187227" y="337433"/>
                        <a:pt x="208383" y="358588"/>
                        <a:pt x="250694" y="358588"/>
                      </a:cubicBezTo>
                      <a:lnTo>
                        <a:pt x="334027" y="358588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4" name="任意多边形: 形状 193">
                  <a:extLst>
                    <a:ext uri="{FF2B5EF4-FFF2-40B4-BE49-F238E27FC236}">
                      <a16:creationId xmlns:a16="http://schemas.microsoft.com/office/drawing/2014/main" id="{99BB4254-50E2-FB30-6C4D-5692FE37EB2A}"/>
                    </a:ext>
                  </a:extLst>
                </p:cNvPr>
                <p:cNvSpPr/>
                <p:nvPr/>
              </p:nvSpPr>
              <p:spPr>
                <a:xfrm>
                  <a:off x="4943313" y="3530547"/>
                  <a:ext cx="44426" cy="44426"/>
                </a:xfrm>
                <a:custGeom>
                  <a:avLst/>
                  <a:gdLst>
                    <a:gd name="connsiteX0" fmla="*/ 44427 w 44426"/>
                    <a:gd name="connsiteY0" fmla="*/ 22213 h 44426"/>
                    <a:gd name="connsiteX1" fmla="*/ 0 w 44426"/>
                    <a:gd name="connsiteY1" fmla="*/ 44427 h 44426"/>
                    <a:gd name="connsiteX2" fmla="*/ 11107 w 44426"/>
                    <a:gd name="connsiteY2" fmla="*/ 22213 h 44426"/>
                    <a:gd name="connsiteX3" fmla="*/ 0 w 44426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44427" y="22213"/>
                      </a:moveTo>
                      <a:lnTo>
                        <a:pt x="0" y="44427"/>
                      </a:lnTo>
                      <a:lnTo>
                        <a:pt x="11107" y="222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5" name="图形 6">
                <a:extLst>
                  <a:ext uri="{FF2B5EF4-FFF2-40B4-BE49-F238E27FC236}">
                    <a16:creationId xmlns:a16="http://schemas.microsoft.com/office/drawing/2014/main" id="{C4570943-A39C-DF10-B983-F986511D01B5}"/>
                  </a:ext>
                </a:extLst>
              </p:cNvPr>
              <p:cNvGrpSpPr/>
              <p:nvPr/>
            </p:nvGrpSpPr>
            <p:grpSpPr>
              <a:xfrm>
                <a:off x="4303058" y="2781637"/>
                <a:ext cx="317334" cy="828243"/>
                <a:chOff x="4303058" y="2781637"/>
                <a:chExt cx="317334" cy="828243"/>
              </a:xfrm>
              <a:solidFill>
                <a:srgbClr val="DAE8FC"/>
              </a:solidFill>
            </p:grpSpPr>
            <p:sp>
              <p:nvSpPr>
                <p:cNvPr id="196" name="任意多边形: 形状 195">
                  <a:extLst>
                    <a:ext uri="{FF2B5EF4-FFF2-40B4-BE49-F238E27FC236}">
                      <a16:creationId xmlns:a16="http://schemas.microsoft.com/office/drawing/2014/main" id="{AC34C780-7756-B32E-54D5-CEFC1986E611}"/>
                    </a:ext>
                  </a:extLst>
                </p:cNvPr>
                <p:cNvSpPr/>
                <p:nvPr/>
              </p:nvSpPr>
              <p:spPr>
                <a:xfrm rot="10800000" flipV="1">
                  <a:off x="4303058" y="2781637"/>
                  <a:ext cx="317334" cy="825070"/>
                </a:xfrm>
                <a:custGeom>
                  <a:avLst/>
                  <a:gdLst>
                    <a:gd name="connsiteX0" fmla="*/ 269735 w 317334"/>
                    <a:gd name="connsiteY0" fmla="*/ 0 h 825070"/>
                    <a:gd name="connsiteX1" fmla="*/ 317335 w 317334"/>
                    <a:gd name="connsiteY1" fmla="*/ 47600 h 825070"/>
                    <a:gd name="connsiteX2" fmla="*/ 317335 w 317334"/>
                    <a:gd name="connsiteY2" fmla="*/ 777470 h 825070"/>
                    <a:gd name="connsiteX3" fmla="*/ 269735 w 317334"/>
                    <a:gd name="connsiteY3" fmla="*/ 825070 h 825070"/>
                    <a:gd name="connsiteX4" fmla="*/ 47600 w 317334"/>
                    <a:gd name="connsiteY4" fmla="*/ 825070 h 825070"/>
                    <a:gd name="connsiteX5" fmla="*/ 0 w 317334"/>
                    <a:gd name="connsiteY5" fmla="*/ 777470 h 825070"/>
                    <a:gd name="connsiteX6" fmla="*/ 0 w 317334"/>
                    <a:gd name="connsiteY6" fmla="*/ 47600 h 825070"/>
                    <a:gd name="connsiteX7" fmla="*/ 47600 w 317334"/>
                    <a:gd name="connsiteY7" fmla="*/ 0 h 8250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7334" h="825070">
                      <a:moveTo>
                        <a:pt x="269735" y="0"/>
                      </a:moveTo>
                      <a:cubicBezTo>
                        <a:pt x="296023" y="0"/>
                        <a:pt x="317335" y="21311"/>
                        <a:pt x="317335" y="47600"/>
                      </a:cubicBezTo>
                      <a:lnTo>
                        <a:pt x="317335" y="777470"/>
                      </a:lnTo>
                      <a:cubicBezTo>
                        <a:pt x="317335" y="803759"/>
                        <a:pt x="296023" y="825070"/>
                        <a:pt x="269735" y="825070"/>
                      </a:cubicBezTo>
                      <a:lnTo>
                        <a:pt x="47600" y="825070"/>
                      </a:lnTo>
                      <a:cubicBezTo>
                        <a:pt x="21311" y="825070"/>
                        <a:pt x="0" y="803759"/>
                        <a:pt x="0" y="777470"/>
                      </a:cubicBezTo>
                      <a:lnTo>
                        <a:pt x="0" y="47600"/>
                      </a:lnTo>
                      <a:cubicBezTo>
                        <a:pt x="0" y="21311"/>
                        <a:pt x="21311" y="0"/>
                        <a:pt x="47600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34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197" name="图片 196">
                  <a:extLst>
                    <a:ext uri="{FF2B5EF4-FFF2-40B4-BE49-F238E27FC236}">
                      <a16:creationId xmlns:a16="http://schemas.microsoft.com/office/drawing/2014/main" id="{9322E58D-8C82-46F0-BEE4-EAD5F44491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06232" y="2816543"/>
                  <a:ext cx="304641" cy="793336"/>
                </a:xfrm>
                <a:custGeom>
                  <a:avLst/>
                  <a:gdLst>
                    <a:gd name="connsiteX0" fmla="*/ -1 w 304641"/>
                    <a:gd name="connsiteY0" fmla="*/ -1 h 793336"/>
                    <a:gd name="connsiteX1" fmla="*/ 304641 w 304641"/>
                    <a:gd name="connsiteY1" fmla="*/ -1 h 793336"/>
                    <a:gd name="connsiteX2" fmla="*/ 304641 w 304641"/>
                    <a:gd name="connsiteY2" fmla="*/ 793336 h 793336"/>
                    <a:gd name="connsiteX3" fmla="*/ -1 w 304641"/>
                    <a:gd name="connsiteY3" fmla="*/ 793336 h 793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641" h="793336">
                      <a:moveTo>
                        <a:pt x="-1" y="-1"/>
                      </a:moveTo>
                      <a:lnTo>
                        <a:pt x="304641" y="-1"/>
                      </a:lnTo>
                      <a:lnTo>
                        <a:pt x="304641" y="793336"/>
                      </a:lnTo>
                      <a:lnTo>
                        <a:pt x="-1" y="79333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98" name="图形 6">
                <a:extLst>
                  <a:ext uri="{FF2B5EF4-FFF2-40B4-BE49-F238E27FC236}">
                    <a16:creationId xmlns:a16="http://schemas.microsoft.com/office/drawing/2014/main" id="{4F844EEA-05C1-0619-9173-3E7360A79C1B}"/>
                  </a:ext>
                </a:extLst>
              </p:cNvPr>
              <p:cNvGrpSpPr/>
              <p:nvPr/>
            </p:nvGrpSpPr>
            <p:grpSpPr>
              <a:xfrm>
                <a:off x="5661251" y="2835584"/>
                <a:ext cx="329266" cy="366521"/>
                <a:chOff x="5661251" y="2835584"/>
                <a:chExt cx="329266" cy="366521"/>
              </a:xfrm>
            </p:grpSpPr>
            <p:sp>
              <p:nvSpPr>
                <p:cNvPr id="199" name="任意多边形: 形状 198">
                  <a:extLst>
                    <a:ext uri="{FF2B5EF4-FFF2-40B4-BE49-F238E27FC236}">
                      <a16:creationId xmlns:a16="http://schemas.microsoft.com/office/drawing/2014/main" id="{93967321-5DEE-94A7-9132-44F561B7B3DC}"/>
                    </a:ext>
                  </a:extLst>
                </p:cNvPr>
                <p:cNvSpPr/>
                <p:nvPr/>
              </p:nvSpPr>
              <p:spPr>
                <a:xfrm>
                  <a:off x="5661251" y="2835584"/>
                  <a:ext cx="295946" cy="344308"/>
                </a:xfrm>
                <a:custGeom>
                  <a:avLst/>
                  <a:gdLst>
                    <a:gd name="connsiteX0" fmla="*/ 0 w 295946"/>
                    <a:gd name="connsiteY0" fmla="*/ 0 h 344308"/>
                    <a:gd name="connsiteX1" fmla="*/ 104720 w 295946"/>
                    <a:gd name="connsiteY1" fmla="*/ 0 h 344308"/>
                    <a:gd name="connsiteX2" fmla="*/ 168187 w 295946"/>
                    <a:gd name="connsiteY2" fmla="*/ 63467 h 344308"/>
                    <a:gd name="connsiteX3" fmla="*/ 168187 w 295946"/>
                    <a:gd name="connsiteY3" fmla="*/ 280841 h 344308"/>
                    <a:gd name="connsiteX4" fmla="*/ 231654 w 295946"/>
                    <a:gd name="connsiteY4" fmla="*/ 344308 h 344308"/>
                    <a:gd name="connsiteX5" fmla="*/ 295946 w 295946"/>
                    <a:gd name="connsiteY5" fmla="*/ 344308 h 344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5946" h="344308">
                      <a:moveTo>
                        <a:pt x="0" y="0"/>
                      </a:moveTo>
                      <a:lnTo>
                        <a:pt x="104720" y="0"/>
                      </a:lnTo>
                      <a:cubicBezTo>
                        <a:pt x="147032" y="0"/>
                        <a:pt x="168187" y="21156"/>
                        <a:pt x="168187" y="63467"/>
                      </a:cubicBezTo>
                      <a:lnTo>
                        <a:pt x="168187" y="280841"/>
                      </a:lnTo>
                      <a:cubicBezTo>
                        <a:pt x="168187" y="323152"/>
                        <a:pt x="189343" y="344308"/>
                        <a:pt x="231654" y="344308"/>
                      </a:cubicBezTo>
                      <a:lnTo>
                        <a:pt x="295946" y="344308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0" name="任意多边形: 形状 199">
                  <a:extLst>
                    <a:ext uri="{FF2B5EF4-FFF2-40B4-BE49-F238E27FC236}">
                      <a16:creationId xmlns:a16="http://schemas.microsoft.com/office/drawing/2014/main" id="{338D179F-9130-7F1E-9153-76BCC3C2E92D}"/>
                    </a:ext>
                  </a:extLst>
                </p:cNvPr>
                <p:cNvSpPr/>
                <p:nvPr/>
              </p:nvSpPr>
              <p:spPr>
                <a:xfrm>
                  <a:off x="5946091" y="3157678"/>
                  <a:ext cx="44426" cy="44426"/>
                </a:xfrm>
                <a:custGeom>
                  <a:avLst/>
                  <a:gdLst>
                    <a:gd name="connsiteX0" fmla="*/ 44427 w 44426"/>
                    <a:gd name="connsiteY0" fmla="*/ 22213 h 44426"/>
                    <a:gd name="connsiteX1" fmla="*/ 0 w 44426"/>
                    <a:gd name="connsiteY1" fmla="*/ 44427 h 44426"/>
                    <a:gd name="connsiteX2" fmla="*/ 11107 w 44426"/>
                    <a:gd name="connsiteY2" fmla="*/ 22213 h 44426"/>
                    <a:gd name="connsiteX3" fmla="*/ 0 w 44426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44427" y="22213"/>
                      </a:moveTo>
                      <a:lnTo>
                        <a:pt x="0" y="44427"/>
                      </a:lnTo>
                      <a:lnTo>
                        <a:pt x="11107" y="222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1" name="图形 6">
                <a:extLst>
                  <a:ext uri="{FF2B5EF4-FFF2-40B4-BE49-F238E27FC236}">
                    <a16:creationId xmlns:a16="http://schemas.microsoft.com/office/drawing/2014/main" id="{A8B87556-7E7A-2FAB-8A25-7DA94606998F}"/>
                  </a:ext>
                </a:extLst>
              </p:cNvPr>
              <p:cNvGrpSpPr/>
              <p:nvPr/>
            </p:nvGrpSpPr>
            <p:grpSpPr>
              <a:xfrm>
                <a:off x="5661251" y="3157678"/>
                <a:ext cx="329266" cy="395081"/>
                <a:chOff x="5661251" y="3157678"/>
                <a:chExt cx="329266" cy="395081"/>
              </a:xfrm>
            </p:grpSpPr>
            <p:sp>
              <p:nvSpPr>
                <p:cNvPr id="202" name="任意多边形: 形状 201">
                  <a:extLst>
                    <a:ext uri="{FF2B5EF4-FFF2-40B4-BE49-F238E27FC236}">
                      <a16:creationId xmlns:a16="http://schemas.microsoft.com/office/drawing/2014/main" id="{162D3E5A-399D-8DAB-FF1F-F845E562ADDF}"/>
                    </a:ext>
                  </a:extLst>
                </p:cNvPr>
                <p:cNvSpPr/>
                <p:nvPr/>
              </p:nvSpPr>
              <p:spPr>
                <a:xfrm>
                  <a:off x="5661251" y="3179892"/>
                  <a:ext cx="295946" cy="372868"/>
                </a:xfrm>
                <a:custGeom>
                  <a:avLst/>
                  <a:gdLst>
                    <a:gd name="connsiteX0" fmla="*/ 0 w 295946"/>
                    <a:gd name="connsiteY0" fmla="*/ 372868 h 372868"/>
                    <a:gd name="connsiteX1" fmla="*/ 104720 w 295946"/>
                    <a:gd name="connsiteY1" fmla="*/ 372868 h 372868"/>
                    <a:gd name="connsiteX2" fmla="*/ 168187 w 295946"/>
                    <a:gd name="connsiteY2" fmla="*/ 309401 h 372868"/>
                    <a:gd name="connsiteX3" fmla="*/ 168187 w 295946"/>
                    <a:gd name="connsiteY3" fmla="*/ 63467 h 372868"/>
                    <a:gd name="connsiteX4" fmla="*/ 231654 w 295946"/>
                    <a:gd name="connsiteY4" fmla="*/ 0 h 372868"/>
                    <a:gd name="connsiteX5" fmla="*/ 295946 w 295946"/>
                    <a:gd name="connsiteY5" fmla="*/ 0 h 372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5946" h="372868">
                      <a:moveTo>
                        <a:pt x="0" y="372868"/>
                      </a:moveTo>
                      <a:lnTo>
                        <a:pt x="104720" y="372868"/>
                      </a:lnTo>
                      <a:cubicBezTo>
                        <a:pt x="147032" y="372868"/>
                        <a:pt x="168187" y="351713"/>
                        <a:pt x="168187" y="309401"/>
                      </a:cubicBezTo>
                      <a:lnTo>
                        <a:pt x="168187" y="63467"/>
                      </a:lnTo>
                      <a:cubicBezTo>
                        <a:pt x="168187" y="21156"/>
                        <a:pt x="189343" y="0"/>
                        <a:pt x="231654" y="0"/>
                      </a:cubicBezTo>
                      <a:lnTo>
                        <a:pt x="295946" y="0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3" name="任意多边形: 形状 202">
                  <a:extLst>
                    <a:ext uri="{FF2B5EF4-FFF2-40B4-BE49-F238E27FC236}">
                      <a16:creationId xmlns:a16="http://schemas.microsoft.com/office/drawing/2014/main" id="{FB57A7E3-478D-1E86-C2AD-2D8FB3D91C08}"/>
                    </a:ext>
                  </a:extLst>
                </p:cNvPr>
                <p:cNvSpPr/>
                <p:nvPr/>
              </p:nvSpPr>
              <p:spPr>
                <a:xfrm>
                  <a:off x="5946091" y="3157678"/>
                  <a:ext cx="44426" cy="44426"/>
                </a:xfrm>
                <a:custGeom>
                  <a:avLst/>
                  <a:gdLst>
                    <a:gd name="connsiteX0" fmla="*/ 44427 w 44426"/>
                    <a:gd name="connsiteY0" fmla="*/ 22213 h 44426"/>
                    <a:gd name="connsiteX1" fmla="*/ 0 w 44426"/>
                    <a:gd name="connsiteY1" fmla="*/ 44427 h 44426"/>
                    <a:gd name="connsiteX2" fmla="*/ 11107 w 44426"/>
                    <a:gd name="connsiteY2" fmla="*/ 22213 h 44426"/>
                    <a:gd name="connsiteX3" fmla="*/ 0 w 44426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44427" y="22213"/>
                      </a:moveTo>
                      <a:lnTo>
                        <a:pt x="0" y="44427"/>
                      </a:lnTo>
                      <a:lnTo>
                        <a:pt x="11107" y="222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4" name="图形 6">
                <a:extLst>
                  <a:ext uri="{FF2B5EF4-FFF2-40B4-BE49-F238E27FC236}">
                    <a16:creationId xmlns:a16="http://schemas.microsoft.com/office/drawing/2014/main" id="{29A37F9A-F019-99A5-2429-AD54417CE5DF}"/>
                  </a:ext>
                </a:extLst>
              </p:cNvPr>
              <p:cNvGrpSpPr/>
              <p:nvPr/>
            </p:nvGrpSpPr>
            <p:grpSpPr>
              <a:xfrm>
                <a:off x="5762798" y="3102145"/>
                <a:ext cx="133280" cy="184054"/>
                <a:chOff x="5762798" y="3102145"/>
                <a:chExt cx="133280" cy="184054"/>
              </a:xfrm>
              <a:solidFill>
                <a:srgbClr val="FFFFFF"/>
              </a:solidFill>
            </p:grpSpPr>
            <p:sp>
              <p:nvSpPr>
                <p:cNvPr id="205" name="任意多边形: 形状 204">
                  <a:extLst>
                    <a:ext uri="{FF2B5EF4-FFF2-40B4-BE49-F238E27FC236}">
                      <a16:creationId xmlns:a16="http://schemas.microsoft.com/office/drawing/2014/main" id="{80EC30B0-A5A7-4D1D-4B40-F77D359606A9}"/>
                    </a:ext>
                  </a:extLst>
                </p:cNvPr>
                <p:cNvSpPr/>
                <p:nvPr/>
              </p:nvSpPr>
              <p:spPr>
                <a:xfrm>
                  <a:off x="5762798" y="3113251"/>
                  <a:ext cx="133280" cy="133280"/>
                </a:xfrm>
                <a:custGeom>
                  <a:avLst/>
                  <a:gdLst>
                    <a:gd name="connsiteX0" fmla="*/ 133281 w 133280"/>
                    <a:gd name="connsiteY0" fmla="*/ 66640 h 133280"/>
                    <a:gd name="connsiteX1" fmla="*/ 66640 w 133280"/>
                    <a:gd name="connsiteY1" fmla="*/ 133281 h 133280"/>
                    <a:gd name="connsiteX2" fmla="*/ 0 w 133280"/>
                    <a:gd name="connsiteY2" fmla="*/ 66640 h 133280"/>
                    <a:gd name="connsiteX3" fmla="*/ 66640 w 133280"/>
                    <a:gd name="connsiteY3" fmla="*/ 0 h 133280"/>
                    <a:gd name="connsiteX4" fmla="*/ 133281 w 133280"/>
                    <a:gd name="connsiteY4" fmla="*/ 66640 h 13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280" h="133280">
                      <a:moveTo>
                        <a:pt x="133281" y="66640"/>
                      </a:moveTo>
                      <a:cubicBezTo>
                        <a:pt x="133281" y="103445"/>
                        <a:pt x="103445" y="133281"/>
                        <a:pt x="66640" y="133281"/>
                      </a:cubicBezTo>
                      <a:cubicBezTo>
                        <a:pt x="29836" y="133281"/>
                        <a:pt x="0" y="103445"/>
                        <a:pt x="0" y="66640"/>
                      </a:cubicBezTo>
                      <a:cubicBezTo>
                        <a:pt x="0" y="29836"/>
                        <a:pt x="29836" y="0"/>
                        <a:pt x="66640" y="0"/>
                      </a:cubicBezTo>
                      <a:cubicBezTo>
                        <a:pt x="103445" y="0"/>
                        <a:pt x="133281" y="29836"/>
                        <a:pt x="133281" y="666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06" name="图片 205">
                  <a:extLst>
                    <a:ext uri="{FF2B5EF4-FFF2-40B4-BE49-F238E27FC236}">
                      <a16:creationId xmlns:a16="http://schemas.microsoft.com/office/drawing/2014/main" id="{10FF5265-62D5-F8F2-6979-4093D44A71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65971" y="3102145"/>
                  <a:ext cx="120587" cy="184054"/>
                </a:xfrm>
                <a:custGeom>
                  <a:avLst/>
                  <a:gdLst>
                    <a:gd name="connsiteX0" fmla="*/ -1 w 120587"/>
                    <a:gd name="connsiteY0" fmla="*/ -1 h 184054"/>
                    <a:gd name="connsiteX1" fmla="*/ 120587 w 120587"/>
                    <a:gd name="connsiteY1" fmla="*/ -1 h 184054"/>
                    <a:gd name="connsiteX2" fmla="*/ 120587 w 120587"/>
                    <a:gd name="connsiteY2" fmla="*/ 184054 h 184054"/>
                    <a:gd name="connsiteX3" fmla="*/ -1 w 120587"/>
                    <a:gd name="connsiteY3" fmla="*/ 184054 h 184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587" h="184054">
                      <a:moveTo>
                        <a:pt x="-1" y="-1"/>
                      </a:moveTo>
                      <a:lnTo>
                        <a:pt x="120587" y="-1"/>
                      </a:lnTo>
                      <a:lnTo>
                        <a:pt x="120587" y="184054"/>
                      </a:lnTo>
                      <a:lnTo>
                        <a:pt x="-1" y="184054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7" name="图形 6">
                <a:extLst>
                  <a:ext uri="{FF2B5EF4-FFF2-40B4-BE49-F238E27FC236}">
                    <a16:creationId xmlns:a16="http://schemas.microsoft.com/office/drawing/2014/main" id="{61F2BB6B-ACB4-36E8-CEF4-46BA3CAE377B}"/>
                  </a:ext>
                </a:extLst>
              </p:cNvPr>
              <p:cNvGrpSpPr/>
              <p:nvPr/>
            </p:nvGrpSpPr>
            <p:grpSpPr>
              <a:xfrm>
                <a:off x="5997626" y="2640423"/>
                <a:ext cx="317334" cy="1078938"/>
                <a:chOff x="5997626" y="2640423"/>
                <a:chExt cx="317334" cy="1078938"/>
              </a:xfrm>
              <a:solidFill>
                <a:srgbClr val="6EA0BF"/>
              </a:solidFill>
            </p:grpSpPr>
            <p:sp>
              <p:nvSpPr>
                <p:cNvPr id="208" name="任意多边形: 形状 207">
                  <a:extLst>
                    <a:ext uri="{FF2B5EF4-FFF2-40B4-BE49-F238E27FC236}">
                      <a16:creationId xmlns:a16="http://schemas.microsoft.com/office/drawing/2014/main" id="{2EA219E7-2AC3-7EE2-D6EB-4314BE74AF98}"/>
                    </a:ext>
                  </a:extLst>
                </p:cNvPr>
                <p:cNvSpPr/>
                <p:nvPr/>
              </p:nvSpPr>
              <p:spPr>
                <a:xfrm rot="10800000" flipV="1">
                  <a:off x="5997626" y="2640423"/>
                  <a:ext cx="317334" cy="1078938"/>
                </a:xfrm>
                <a:custGeom>
                  <a:avLst/>
                  <a:gdLst>
                    <a:gd name="connsiteX0" fmla="*/ 269735 w 317334"/>
                    <a:gd name="connsiteY0" fmla="*/ 0 h 1078938"/>
                    <a:gd name="connsiteX1" fmla="*/ 317335 w 317334"/>
                    <a:gd name="connsiteY1" fmla="*/ 47600 h 1078938"/>
                    <a:gd name="connsiteX2" fmla="*/ 317335 w 317334"/>
                    <a:gd name="connsiteY2" fmla="*/ 1031338 h 1078938"/>
                    <a:gd name="connsiteX3" fmla="*/ 269735 w 317334"/>
                    <a:gd name="connsiteY3" fmla="*/ 1078938 h 1078938"/>
                    <a:gd name="connsiteX4" fmla="*/ 47600 w 317334"/>
                    <a:gd name="connsiteY4" fmla="*/ 1078938 h 1078938"/>
                    <a:gd name="connsiteX5" fmla="*/ 0 w 317334"/>
                    <a:gd name="connsiteY5" fmla="*/ 1031338 h 1078938"/>
                    <a:gd name="connsiteX6" fmla="*/ 0 w 317334"/>
                    <a:gd name="connsiteY6" fmla="*/ 47600 h 1078938"/>
                    <a:gd name="connsiteX7" fmla="*/ 47600 w 317334"/>
                    <a:gd name="connsiteY7" fmla="*/ 0 h 1078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7334" h="1078938">
                      <a:moveTo>
                        <a:pt x="269735" y="0"/>
                      </a:moveTo>
                      <a:cubicBezTo>
                        <a:pt x="296023" y="0"/>
                        <a:pt x="317335" y="21311"/>
                        <a:pt x="317335" y="47600"/>
                      </a:cubicBezTo>
                      <a:lnTo>
                        <a:pt x="317335" y="1031338"/>
                      </a:lnTo>
                      <a:cubicBezTo>
                        <a:pt x="317335" y="1057627"/>
                        <a:pt x="296023" y="1078938"/>
                        <a:pt x="269735" y="1078938"/>
                      </a:cubicBezTo>
                      <a:lnTo>
                        <a:pt x="47600" y="1078938"/>
                      </a:lnTo>
                      <a:cubicBezTo>
                        <a:pt x="21311" y="1078938"/>
                        <a:pt x="0" y="1057627"/>
                        <a:pt x="0" y="1031338"/>
                      </a:cubicBezTo>
                      <a:lnTo>
                        <a:pt x="0" y="47600"/>
                      </a:lnTo>
                      <a:cubicBezTo>
                        <a:pt x="0" y="21311"/>
                        <a:pt x="21311" y="0"/>
                        <a:pt x="47600" y="0"/>
                      </a:cubicBezTo>
                      <a:close/>
                    </a:path>
                  </a:pathLst>
                </a:custGeom>
                <a:solidFill>
                  <a:srgbClr val="6EA0BF"/>
                </a:solidFill>
                <a:ln w="6347" cap="flat">
                  <a:solidFill>
                    <a:srgbClr val="6080AA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09" name="图片 208">
                  <a:extLst>
                    <a:ext uri="{FF2B5EF4-FFF2-40B4-BE49-F238E27FC236}">
                      <a16:creationId xmlns:a16="http://schemas.microsoft.com/office/drawing/2014/main" id="{E0F1B32E-9329-2182-8FCE-41549814D1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00799" y="2949824"/>
                  <a:ext cx="304641" cy="488695"/>
                </a:xfrm>
                <a:custGeom>
                  <a:avLst/>
                  <a:gdLst>
                    <a:gd name="connsiteX0" fmla="*/ -1 w 304641"/>
                    <a:gd name="connsiteY0" fmla="*/ -1 h 488695"/>
                    <a:gd name="connsiteX1" fmla="*/ 304641 w 304641"/>
                    <a:gd name="connsiteY1" fmla="*/ -1 h 488695"/>
                    <a:gd name="connsiteX2" fmla="*/ 304641 w 304641"/>
                    <a:gd name="connsiteY2" fmla="*/ 488695 h 488695"/>
                    <a:gd name="connsiteX3" fmla="*/ -1 w 304641"/>
                    <a:gd name="connsiteY3" fmla="*/ 488695 h 488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641" h="488695">
                      <a:moveTo>
                        <a:pt x="-1" y="-1"/>
                      </a:moveTo>
                      <a:lnTo>
                        <a:pt x="304641" y="-1"/>
                      </a:lnTo>
                      <a:lnTo>
                        <a:pt x="304641" y="488695"/>
                      </a:lnTo>
                      <a:lnTo>
                        <a:pt x="-1" y="488695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0" name="图形 6">
                <a:extLst>
                  <a:ext uri="{FF2B5EF4-FFF2-40B4-BE49-F238E27FC236}">
                    <a16:creationId xmlns:a16="http://schemas.microsoft.com/office/drawing/2014/main" id="{99C1B9DA-536F-323A-50CD-F5F7F29314F1}"/>
                  </a:ext>
                </a:extLst>
              </p:cNvPr>
              <p:cNvGrpSpPr/>
              <p:nvPr/>
            </p:nvGrpSpPr>
            <p:grpSpPr>
              <a:xfrm>
                <a:off x="4994848" y="3428301"/>
                <a:ext cx="666402" cy="248917"/>
                <a:chOff x="4994848" y="3428301"/>
                <a:chExt cx="666402" cy="248917"/>
              </a:xfrm>
              <a:solidFill>
                <a:srgbClr val="DAE8FC"/>
              </a:solidFill>
            </p:grpSpPr>
            <p:sp>
              <p:nvSpPr>
                <p:cNvPr id="211" name="任意多边形: 形状 210">
                  <a:extLst>
                    <a:ext uri="{FF2B5EF4-FFF2-40B4-BE49-F238E27FC236}">
                      <a16:creationId xmlns:a16="http://schemas.microsoft.com/office/drawing/2014/main" id="{F0C34E2E-CC06-F005-D51D-FCC43C6CB4B6}"/>
                    </a:ext>
                  </a:extLst>
                </p:cNvPr>
                <p:cNvSpPr/>
                <p:nvPr/>
              </p:nvSpPr>
              <p:spPr>
                <a:xfrm>
                  <a:off x="4994848" y="3428301"/>
                  <a:ext cx="666402" cy="248917"/>
                </a:xfrm>
                <a:custGeom>
                  <a:avLst/>
                  <a:gdLst>
                    <a:gd name="connsiteX0" fmla="*/ 629084 w 666402"/>
                    <a:gd name="connsiteY0" fmla="*/ 0 h 248917"/>
                    <a:gd name="connsiteX1" fmla="*/ 666403 w 666402"/>
                    <a:gd name="connsiteY1" fmla="*/ 37319 h 248917"/>
                    <a:gd name="connsiteX2" fmla="*/ 666403 w 666402"/>
                    <a:gd name="connsiteY2" fmla="*/ 211599 h 248917"/>
                    <a:gd name="connsiteX3" fmla="*/ 629084 w 666402"/>
                    <a:gd name="connsiteY3" fmla="*/ 248918 h 248917"/>
                    <a:gd name="connsiteX4" fmla="*/ 37319 w 666402"/>
                    <a:gd name="connsiteY4" fmla="*/ 248918 h 248917"/>
                    <a:gd name="connsiteX5" fmla="*/ 0 w 666402"/>
                    <a:gd name="connsiteY5" fmla="*/ 211599 h 248917"/>
                    <a:gd name="connsiteX6" fmla="*/ 0 w 666402"/>
                    <a:gd name="connsiteY6" fmla="*/ 37319 h 248917"/>
                    <a:gd name="connsiteX7" fmla="*/ 37319 w 666402"/>
                    <a:gd name="connsiteY7" fmla="*/ 0 h 248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66402" h="248917">
                      <a:moveTo>
                        <a:pt x="629084" y="0"/>
                      </a:moveTo>
                      <a:cubicBezTo>
                        <a:pt x="649695" y="0"/>
                        <a:pt x="666403" y="16708"/>
                        <a:pt x="666403" y="37319"/>
                      </a:cubicBezTo>
                      <a:lnTo>
                        <a:pt x="666403" y="211599"/>
                      </a:lnTo>
                      <a:cubicBezTo>
                        <a:pt x="666403" y="232210"/>
                        <a:pt x="649695" y="248918"/>
                        <a:pt x="629084" y="248918"/>
                      </a:cubicBezTo>
                      <a:lnTo>
                        <a:pt x="37319" y="248918"/>
                      </a:lnTo>
                      <a:cubicBezTo>
                        <a:pt x="16708" y="248918"/>
                        <a:pt x="0" y="232210"/>
                        <a:pt x="0" y="211599"/>
                      </a:cubicBezTo>
                      <a:lnTo>
                        <a:pt x="0" y="37319"/>
                      </a:lnTo>
                      <a:cubicBezTo>
                        <a:pt x="0" y="16708"/>
                        <a:pt x="16708" y="0"/>
                        <a:pt x="37319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34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12" name="图片 211">
                  <a:extLst>
                    <a:ext uri="{FF2B5EF4-FFF2-40B4-BE49-F238E27FC236}">
                      <a16:creationId xmlns:a16="http://schemas.microsoft.com/office/drawing/2014/main" id="{8BB2E458-DDA6-9589-1948-5FEA500354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98021" y="3476600"/>
                  <a:ext cx="653709" cy="184054"/>
                </a:xfrm>
                <a:custGeom>
                  <a:avLst/>
                  <a:gdLst>
                    <a:gd name="connsiteX0" fmla="*/ -1 w 653709"/>
                    <a:gd name="connsiteY0" fmla="*/ -1 h 184054"/>
                    <a:gd name="connsiteX1" fmla="*/ 653709 w 653709"/>
                    <a:gd name="connsiteY1" fmla="*/ -1 h 184054"/>
                    <a:gd name="connsiteX2" fmla="*/ 653709 w 653709"/>
                    <a:gd name="connsiteY2" fmla="*/ 184054 h 184054"/>
                    <a:gd name="connsiteX3" fmla="*/ -1 w 653709"/>
                    <a:gd name="connsiteY3" fmla="*/ 184054 h 184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3709" h="184054">
                      <a:moveTo>
                        <a:pt x="-1" y="-1"/>
                      </a:moveTo>
                      <a:lnTo>
                        <a:pt x="653709" y="-1"/>
                      </a:lnTo>
                      <a:lnTo>
                        <a:pt x="653709" y="184054"/>
                      </a:lnTo>
                      <a:lnTo>
                        <a:pt x="-1" y="184054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13" name="图形 6">
                <a:extLst>
                  <a:ext uri="{FF2B5EF4-FFF2-40B4-BE49-F238E27FC236}">
                    <a16:creationId xmlns:a16="http://schemas.microsoft.com/office/drawing/2014/main" id="{52160521-E242-683E-7B52-9B8797AA41F2}"/>
                  </a:ext>
                </a:extLst>
              </p:cNvPr>
              <p:cNvGrpSpPr/>
              <p:nvPr/>
            </p:nvGrpSpPr>
            <p:grpSpPr>
              <a:xfrm>
                <a:off x="4994848" y="2711125"/>
                <a:ext cx="666402" cy="248917"/>
                <a:chOff x="4994848" y="2711125"/>
                <a:chExt cx="666402" cy="248917"/>
              </a:xfrm>
              <a:solidFill>
                <a:srgbClr val="DAE8FC"/>
              </a:solidFill>
            </p:grpSpPr>
            <p:sp>
              <p:nvSpPr>
                <p:cNvPr id="214" name="任意多边形: 形状 213">
                  <a:extLst>
                    <a:ext uri="{FF2B5EF4-FFF2-40B4-BE49-F238E27FC236}">
                      <a16:creationId xmlns:a16="http://schemas.microsoft.com/office/drawing/2014/main" id="{652ABCFD-7DAE-9F47-7677-3C67741D7E04}"/>
                    </a:ext>
                  </a:extLst>
                </p:cNvPr>
                <p:cNvSpPr/>
                <p:nvPr/>
              </p:nvSpPr>
              <p:spPr>
                <a:xfrm>
                  <a:off x="4994848" y="2711125"/>
                  <a:ext cx="666402" cy="248917"/>
                </a:xfrm>
                <a:custGeom>
                  <a:avLst/>
                  <a:gdLst>
                    <a:gd name="connsiteX0" fmla="*/ 629084 w 666402"/>
                    <a:gd name="connsiteY0" fmla="*/ 0 h 248917"/>
                    <a:gd name="connsiteX1" fmla="*/ 666403 w 666402"/>
                    <a:gd name="connsiteY1" fmla="*/ 37319 h 248917"/>
                    <a:gd name="connsiteX2" fmla="*/ 666403 w 666402"/>
                    <a:gd name="connsiteY2" fmla="*/ 211599 h 248917"/>
                    <a:gd name="connsiteX3" fmla="*/ 629084 w 666402"/>
                    <a:gd name="connsiteY3" fmla="*/ 248917 h 248917"/>
                    <a:gd name="connsiteX4" fmla="*/ 37319 w 666402"/>
                    <a:gd name="connsiteY4" fmla="*/ 248917 h 248917"/>
                    <a:gd name="connsiteX5" fmla="*/ 0 w 666402"/>
                    <a:gd name="connsiteY5" fmla="*/ 211599 h 248917"/>
                    <a:gd name="connsiteX6" fmla="*/ 0 w 666402"/>
                    <a:gd name="connsiteY6" fmla="*/ 37319 h 248917"/>
                    <a:gd name="connsiteX7" fmla="*/ 37319 w 666402"/>
                    <a:gd name="connsiteY7" fmla="*/ 0 h 248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66402" h="248917">
                      <a:moveTo>
                        <a:pt x="629084" y="0"/>
                      </a:moveTo>
                      <a:cubicBezTo>
                        <a:pt x="649695" y="0"/>
                        <a:pt x="666403" y="16708"/>
                        <a:pt x="666403" y="37319"/>
                      </a:cubicBezTo>
                      <a:lnTo>
                        <a:pt x="666403" y="211599"/>
                      </a:lnTo>
                      <a:cubicBezTo>
                        <a:pt x="666403" y="232209"/>
                        <a:pt x="649695" y="248917"/>
                        <a:pt x="629084" y="248917"/>
                      </a:cubicBezTo>
                      <a:lnTo>
                        <a:pt x="37319" y="248917"/>
                      </a:lnTo>
                      <a:cubicBezTo>
                        <a:pt x="16708" y="248917"/>
                        <a:pt x="0" y="232209"/>
                        <a:pt x="0" y="211599"/>
                      </a:cubicBezTo>
                      <a:lnTo>
                        <a:pt x="0" y="37319"/>
                      </a:lnTo>
                      <a:cubicBezTo>
                        <a:pt x="0" y="16708"/>
                        <a:pt x="16708" y="0"/>
                        <a:pt x="37319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34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15" name="图片 214">
                  <a:extLst>
                    <a:ext uri="{FF2B5EF4-FFF2-40B4-BE49-F238E27FC236}">
                      <a16:creationId xmlns:a16="http://schemas.microsoft.com/office/drawing/2014/main" id="{0EED7AF5-08E6-15A0-17FE-EE03864B87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98021" y="2759423"/>
                  <a:ext cx="653709" cy="184054"/>
                </a:xfrm>
                <a:custGeom>
                  <a:avLst/>
                  <a:gdLst>
                    <a:gd name="connsiteX0" fmla="*/ -1 w 653709"/>
                    <a:gd name="connsiteY0" fmla="*/ -1 h 184054"/>
                    <a:gd name="connsiteX1" fmla="*/ 653709 w 653709"/>
                    <a:gd name="connsiteY1" fmla="*/ -1 h 184054"/>
                    <a:gd name="connsiteX2" fmla="*/ 653709 w 653709"/>
                    <a:gd name="connsiteY2" fmla="*/ 184054 h 184054"/>
                    <a:gd name="connsiteX3" fmla="*/ -1 w 653709"/>
                    <a:gd name="connsiteY3" fmla="*/ 184054 h 184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3709" h="184054">
                      <a:moveTo>
                        <a:pt x="-1" y="-1"/>
                      </a:moveTo>
                      <a:lnTo>
                        <a:pt x="653709" y="-1"/>
                      </a:lnTo>
                      <a:lnTo>
                        <a:pt x="653709" y="184054"/>
                      </a:lnTo>
                      <a:lnTo>
                        <a:pt x="-1" y="184054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216" name="图形 6">
              <a:extLst>
                <a:ext uri="{FF2B5EF4-FFF2-40B4-BE49-F238E27FC236}">
                  <a16:creationId xmlns:a16="http://schemas.microsoft.com/office/drawing/2014/main" id="{AB78508B-F083-989C-5586-BF416DB81138}"/>
                </a:ext>
              </a:extLst>
            </p:cNvPr>
            <p:cNvGrpSpPr/>
            <p:nvPr/>
          </p:nvGrpSpPr>
          <p:grpSpPr>
            <a:xfrm>
              <a:off x="6314960" y="3156346"/>
              <a:ext cx="291186" cy="44426"/>
              <a:chOff x="6314960" y="3156346"/>
              <a:chExt cx="291186" cy="44426"/>
            </a:xfrm>
          </p:grpSpPr>
          <p:sp>
            <p:nvSpPr>
              <p:cNvPr id="217" name="任意多边形: 形状 216">
                <a:extLst>
                  <a:ext uri="{FF2B5EF4-FFF2-40B4-BE49-F238E27FC236}">
                    <a16:creationId xmlns:a16="http://schemas.microsoft.com/office/drawing/2014/main" id="{12A6AD82-AB5B-0B32-E108-C52A1E4DFFE3}"/>
                  </a:ext>
                </a:extLst>
              </p:cNvPr>
              <p:cNvSpPr/>
              <p:nvPr/>
            </p:nvSpPr>
            <p:spPr>
              <a:xfrm>
                <a:off x="6314960" y="3178495"/>
                <a:ext cx="257866" cy="1396"/>
              </a:xfrm>
              <a:custGeom>
                <a:avLst/>
                <a:gdLst>
                  <a:gd name="connsiteX0" fmla="*/ 0 w 257866"/>
                  <a:gd name="connsiteY0" fmla="*/ 1396 h 1396"/>
                  <a:gd name="connsiteX1" fmla="*/ 257866 w 257866"/>
                  <a:gd name="connsiteY1" fmla="*/ 0 h 1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7866" h="1396">
                    <a:moveTo>
                      <a:pt x="0" y="1396"/>
                    </a:moveTo>
                    <a:lnTo>
                      <a:pt x="257866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8" name="任意多边形: 形状 217">
                <a:extLst>
                  <a:ext uri="{FF2B5EF4-FFF2-40B4-BE49-F238E27FC236}">
                    <a16:creationId xmlns:a16="http://schemas.microsoft.com/office/drawing/2014/main" id="{2A613391-F888-4A0D-D0E1-1B7EFEC01975}"/>
                  </a:ext>
                </a:extLst>
              </p:cNvPr>
              <p:cNvSpPr/>
              <p:nvPr/>
            </p:nvSpPr>
            <p:spPr>
              <a:xfrm>
                <a:off x="6561593" y="3156346"/>
                <a:ext cx="44553" cy="44426"/>
              </a:xfrm>
              <a:custGeom>
                <a:avLst/>
                <a:gdLst>
                  <a:gd name="connsiteX0" fmla="*/ 44554 w 44553"/>
                  <a:gd name="connsiteY0" fmla="*/ 22023 h 44426"/>
                  <a:gd name="connsiteX1" fmla="*/ 254 w 44553"/>
                  <a:gd name="connsiteY1" fmla="*/ 44427 h 44426"/>
                  <a:gd name="connsiteX2" fmla="*/ 11234 w 44553"/>
                  <a:gd name="connsiteY2" fmla="*/ 22150 h 44426"/>
                  <a:gd name="connsiteX3" fmla="*/ 0 w 44553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553" h="44426">
                    <a:moveTo>
                      <a:pt x="44554" y="22023"/>
                    </a:moveTo>
                    <a:lnTo>
                      <a:pt x="254" y="44427"/>
                    </a:lnTo>
                    <a:lnTo>
                      <a:pt x="11234" y="221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19" name="图形 6">
            <a:extLst>
              <a:ext uri="{FF2B5EF4-FFF2-40B4-BE49-F238E27FC236}">
                <a16:creationId xmlns:a16="http://schemas.microsoft.com/office/drawing/2014/main" id="{271E7479-7754-D036-93A6-41708113381F}"/>
              </a:ext>
            </a:extLst>
          </p:cNvPr>
          <p:cNvGrpSpPr/>
          <p:nvPr/>
        </p:nvGrpSpPr>
        <p:grpSpPr>
          <a:xfrm>
            <a:off x="7565259" y="1401231"/>
            <a:ext cx="4623566" cy="4671167"/>
            <a:chOff x="7565259" y="1401231"/>
            <a:chExt cx="4623566" cy="4671167"/>
          </a:xfrm>
        </p:grpSpPr>
        <p:grpSp>
          <p:nvGrpSpPr>
            <p:cNvPr id="220" name="图形 6">
              <a:extLst>
                <a:ext uri="{FF2B5EF4-FFF2-40B4-BE49-F238E27FC236}">
                  <a16:creationId xmlns:a16="http://schemas.microsoft.com/office/drawing/2014/main" id="{8637E462-9F3D-5616-6537-CBCF86299359}"/>
                </a:ext>
              </a:extLst>
            </p:cNvPr>
            <p:cNvGrpSpPr/>
            <p:nvPr/>
          </p:nvGrpSpPr>
          <p:grpSpPr>
            <a:xfrm>
              <a:off x="7996834" y="1401231"/>
              <a:ext cx="4191991" cy="4671167"/>
              <a:chOff x="7996834" y="1401231"/>
              <a:chExt cx="4191991" cy="4671167"/>
            </a:xfrm>
          </p:grpSpPr>
          <p:sp>
            <p:nvSpPr>
              <p:cNvPr id="221" name="任意多边形: 形状 220">
                <a:extLst>
                  <a:ext uri="{FF2B5EF4-FFF2-40B4-BE49-F238E27FC236}">
                    <a16:creationId xmlns:a16="http://schemas.microsoft.com/office/drawing/2014/main" id="{168D957D-3A00-A2D6-46CA-3E48BF42D3C7}"/>
                  </a:ext>
                </a:extLst>
              </p:cNvPr>
              <p:cNvSpPr/>
              <p:nvPr/>
            </p:nvSpPr>
            <p:spPr>
              <a:xfrm>
                <a:off x="8460143" y="2480169"/>
                <a:ext cx="2919479" cy="1904008"/>
              </a:xfrm>
              <a:custGeom>
                <a:avLst/>
                <a:gdLst>
                  <a:gd name="connsiteX0" fmla="*/ 2824279 w 2919479"/>
                  <a:gd name="connsiteY0" fmla="*/ 0 h 1904008"/>
                  <a:gd name="connsiteX1" fmla="*/ 2919480 w 2919479"/>
                  <a:gd name="connsiteY1" fmla="*/ 95200 h 1904008"/>
                  <a:gd name="connsiteX2" fmla="*/ 2919480 w 2919479"/>
                  <a:gd name="connsiteY2" fmla="*/ 1808808 h 1904008"/>
                  <a:gd name="connsiteX3" fmla="*/ 2824279 w 2919479"/>
                  <a:gd name="connsiteY3" fmla="*/ 1904008 h 1904008"/>
                  <a:gd name="connsiteX4" fmla="*/ 95200 w 2919479"/>
                  <a:gd name="connsiteY4" fmla="*/ 1904008 h 1904008"/>
                  <a:gd name="connsiteX5" fmla="*/ 0 w 2919479"/>
                  <a:gd name="connsiteY5" fmla="*/ 1808808 h 1904008"/>
                  <a:gd name="connsiteX6" fmla="*/ 0 w 2919479"/>
                  <a:gd name="connsiteY6" fmla="*/ 95200 h 1904008"/>
                  <a:gd name="connsiteX7" fmla="*/ 95200 w 2919479"/>
                  <a:gd name="connsiteY7" fmla="*/ 0 h 1904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19479" h="1904008">
                    <a:moveTo>
                      <a:pt x="2824279" y="0"/>
                    </a:moveTo>
                    <a:cubicBezTo>
                      <a:pt x="2876857" y="0"/>
                      <a:pt x="2919480" y="42623"/>
                      <a:pt x="2919480" y="95200"/>
                    </a:cubicBezTo>
                    <a:lnTo>
                      <a:pt x="2919480" y="1808808"/>
                    </a:lnTo>
                    <a:cubicBezTo>
                      <a:pt x="2919480" y="1861386"/>
                      <a:pt x="2876857" y="1904008"/>
                      <a:pt x="2824279" y="1904008"/>
                    </a:cubicBezTo>
                    <a:lnTo>
                      <a:pt x="95200" y="1904008"/>
                    </a:lnTo>
                    <a:cubicBezTo>
                      <a:pt x="42622" y="1904008"/>
                      <a:pt x="0" y="1861386"/>
                      <a:pt x="0" y="1808808"/>
                    </a:cubicBezTo>
                    <a:lnTo>
                      <a:pt x="0" y="95200"/>
                    </a:lnTo>
                    <a:cubicBezTo>
                      <a:pt x="0" y="42623"/>
                      <a:pt x="42622" y="0"/>
                      <a:pt x="95200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6347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22" name="图形 6">
                <a:extLst>
                  <a:ext uri="{FF2B5EF4-FFF2-40B4-BE49-F238E27FC236}">
                    <a16:creationId xmlns:a16="http://schemas.microsoft.com/office/drawing/2014/main" id="{11CFF647-F5F5-184B-0623-FF7E643CCFFE}"/>
                  </a:ext>
                </a:extLst>
              </p:cNvPr>
              <p:cNvGrpSpPr/>
              <p:nvPr/>
            </p:nvGrpSpPr>
            <p:grpSpPr>
              <a:xfrm>
                <a:off x="8314169" y="1940700"/>
                <a:ext cx="437921" cy="1481191"/>
                <a:chOff x="8314169" y="1940700"/>
                <a:chExt cx="437921" cy="1481191"/>
              </a:xfrm>
            </p:grpSpPr>
            <p:sp>
              <p:nvSpPr>
                <p:cNvPr id="223" name="任意多边形: 形状 222">
                  <a:extLst>
                    <a:ext uri="{FF2B5EF4-FFF2-40B4-BE49-F238E27FC236}">
                      <a16:creationId xmlns:a16="http://schemas.microsoft.com/office/drawing/2014/main" id="{1D4807C7-B41B-A5EE-7FD6-B23A12AE501F}"/>
                    </a:ext>
                  </a:extLst>
                </p:cNvPr>
                <p:cNvSpPr/>
                <p:nvPr/>
              </p:nvSpPr>
              <p:spPr>
                <a:xfrm>
                  <a:off x="8314169" y="1940700"/>
                  <a:ext cx="415708" cy="1447871"/>
                </a:xfrm>
                <a:custGeom>
                  <a:avLst/>
                  <a:gdLst>
                    <a:gd name="connsiteX0" fmla="*/ 0 w 415708"/>
                    <a:gd name="connsiteY0" fmla="*/ 0 h 1447871"/>
                    <a:gd name="connsiteX1" fmla="*/ 352242 w 415708"/>
                    <a:gd name="connsiteY1" fmla="*/ 0 h 1447871"/>
                    <a:gd name="connsiteX2" fmla="*/ 415709 w 415708"/>
                    <a:gd name="connsiteY2" fmla="*/ 63467 h 1447871"/>
                    <a:gd name="connsiteX3" fmla="*/ 415709 w 415708"/>
                    <a:gd name="connsiteY3" fmla="*/ 1447872 h 1447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5708" h="1447871">
                      <a:moveTo>
                        <a:pt x="0" y="0"/>
                      </a:moveTo>
                      <a:lnTo>
                        <a:pt x="352242" y="0"/>
                      </a:lnTo>
                      <a:cubicBezTo>
                        <a:pt x="394553" y="0"/>
                        <a:pt x="415709" y="21156"/>
                        <a:pt x="415709" y="63467"/>
                      </a:cubicBezTo>
                      <a:lnTo>
                        <a:pt x="415709" y="1447872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4" name="任意多边形: 形状 223">
                  <a:extLst>
                    <a:ext uri="{FF2B5EF4-FFF2-40B4-BE49-F238E27FC236}">
                      <a16:creationId xmlns:a16="http://schemas.microsoft.com/office/drawing/2014/main" id="{54E1AE23-10F3-ED22-D64F-5884B7DE2FC1}"/>
                    </a:ext>
                  </a:extLst>
                </p:cNvPr>
                <p:cNvSpPr/>
                <p:nvPr/>
              </p:nvSpPr>
              <p:spPr>
                <a:xfrm>
                  <a:off x="8707664" y="3377464"/>
                  <a:ext cx="44426" cy="44426"/>
                </a:xfrm>
                <a:custGeom>
                  <a:avLst/>
                  <a:gdLst>
                    <a:gd name="connsiteX0" fmla="*/ 22213 w 44426"/>
                    <a:gd name="connsiteY0" fmla="*/ 44427 h 44426"/>
                    <a:gd name="connsiteX1" fmla="*/ 0 w 44426"/>
                    <a:gd name="connsiteY1" fmla="*/ 0 h 44426"/>
                    <a:gd name="connsiteX2" fmla="*/ 22213 w 44426"/>
                    <a:gd name="connsiteY2" fmla="*/ 11107 h 44426"/>
                    <a:gd name="connsiteX3" fmla="*/ 44427 w 44426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22213" y="44427"/>
                      </a:moveTo>
                      <a:lnTo>
                        <a:pt x="0" y="0"/>
                      </a:lnTo>
                      <a:lnTo>
                        <a:pt x="22213" y="11107"/>
                      </a:lnTo>
                      <a:lnTo>
                        <a:pt x="4442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" name="图形 6">
                <a:extLst>
                  <a:ext uri="{FF2B5EF4-FFF2-40B4-BE49-F238E27FC236}">
                    <a16:creationId xmlns:a16="http://schemas.microsoft.com/office/drawing/2014/main" id="{7243AA03-14E0-3285-2C8B-B2F3929F4AFB}"/>
                  </a:ext>
                </a:extLst>
              </p:cNvPr>
              <p:cNvGrpSpPr/>
              <p:nvPr/>
            </p:nvGrpSpPr>
            <p:grpSpPr>
              <a:xfrm>
                <a:off x="7996834" y="1401231"/>
                <a:ext cx="317334" cy="1078938"/>
                <a:chOff x="7996834" y="1401231"/>
                <a:chExt cx="317334" cy="1078938"/>
              </a:xfrm>
              <a:solidFill>
                <a:srgbClr val="DAE8FC"/>
              </a:solidFill>
            </p:grpSpPr>
            <p:sp>
              <p:nvSpPr>
                <p:cNvPr id="226" name="任意多边形: 形状 225">
                  <a:extLst>
                    <a:ext uri="{FF2B5EF4-FFF2-40B4-BE49-F238E27FC236}">
                      <a16:creationId xmlns:a16="http://schemas.microsoft.com/office/drawing/2014/main" id="{E3633F7D-931D-21FE-D21D-E0F3C3BBD3DC}"/>
                    </a:ext>
                  </a:extLst>
                </p:cNvPr>
                <p:cNvSpPr/>
                <p:nvPr/>
              </p:nvSpPr>
              <p:spPr>
                <a:xfrm rot="10800000" flipV="1">
                  <a:off x="7996834" y="1401231"/>
                  <a:ext cx="317334" cy="1078938"/>
                </a:xfrm>
                <a:custGeom>
                  <a:avLst/>
                  <a:gdLst>
                    <a:gd name="connsiteX0" fmla="*/ 269735 w 317334"/>
                    <a:gd name="connsiteY0" fmla="*/ 0 h 1078938"/>
                    <a:gd name="connsiteX1" fmla="*/ 317335 w 317334"/>
                    <a:gd name="connsiteY1" fmla="*/ 47600 h 1078938"/>
                    <a:gd name="connsiteX2" fmla="*/ 317335 w 317334"/>
                    <a:gd name="connsiteY2" fmla="*/ 1031338 h 1078938"/>
                    <a:gd name="connsiteX3" fmla="*/ 269735 w 317334"/>
                    <a:gd name="connsiteY3" fmla="*/ 1078938 h 1078938"/>
                    <a:gd name="connsiteX4" fmla="*/ 47600 w 317334"/>
                    <a:gd name="connsiteY4" fmla="*/ 1078938 h 1078938"/>
                    <a:gd name="connsiteX5" fmla="*/ 0 w 317334"/>
                    <a:gd name="connsiteY5" fmla="*/ 1031338 h 1078938"/>
                    <a:gd name="connsiteX6" fmla="*/ 0 w 317334"/>
                    <a:gd name="connsiteY6" fmla="*/ 47600 h 1078938"/>
                    <a:gd name="connsiteX7" fmla="*/ 47600 w 317334"/>
                    <a:gd name="connsiteY7" fmla="*/ 0 h 1078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7334" h="1078938">
                      <a:moveTo>
                        <a:pt x="269735" y="0"/>
                      </a:moveTo>
                      <a:cubicBezTo>
                        <a:pt x="296023" y="0"/>
                        <a:pt x="317335" y="21311"/>
                        <a:pt x="317335" y="47600"/>
                      </a:cubicBezTo>
                      <a:lnTo>
                        <a:pt x="317335" y="1031338"/>
                      </a:lnTo>
                      <a:cubicBezTo>
                        <a:pt x="317335" y="1057627"/>
                        <a:pt x="296023" y="1078938"/>
                        <a:pt x="269735" y="1078938"/>
                      </a:cubicBezTo>
                      <a:lnTo>
                        <a:pt x="47600" y="1078938"/>
                      </a:lnTo>
                      <a:cubicBezTo>
                        <a:pt x="21312" y="1078938"/>
                        <a:pt x="0" y="1057627"/>
                        <a:pt x="0" y="1031338"/>
                      </a:cubicBezTo>
                      <a:lnTo>
                        <a:pt x="0" y="47600"/>
                      </a:lnTo>
                      <a:cubicBezTo>
                        <a:pt x="0" y="21311"/>
                        <a:pt x="21312" y="0"/>
                        <a:pt x="47600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34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27" name="图片 226">
                  <a:extLst>
                    <a:ext uri="{FF2B5EF4-FFF2-40B4-BE49-F238E27FC236}">
                      <a16:creationId xmlns:a16="http://schemas.microsoft.com/office/drawing/2014/main" id="{E9E27BE8-B9AC-D801-FF6B-9FE3A5AB24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000008" y="1712219"/>
                  <a:ext cx="304641" cy="488695"/>
                </a:xfrm>
                <a:custGeom>
                  <a:avLst/>
                  <a:gdLst>
                    <a:gd name="connsiteX0" fmla="*/ -1 w 304641"/>
                    <a:gd name="connsiteY0" fmla="*/ -1 h 488695"/>
                    <a:gd name="connsiteX1" fmla="*/ 304641 w 304641"/>
                    <a:gd name="connsiteY1" fmla="*/ -1 h 488695"/>
                    <a:gd name="connsiteX2" fmla="*/ 304641 w 304641"/>
                    <a:gd name="connsiteY2" fmla="*/ 488695 h 488695"/>
                    <a:gd name="connsiteX3" fmla="*/ -1 w 304641"/>
                    <a:gd name="connsiteY3" fmla="*/ 488695 h 488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641" h="488695">
                      <a:moveTo>
                        <a:pt x="-1" y="-1"/>
                      </a:moveTo>
                      <a:lnTo>
                        <a:pt x="304641" y="-1"/>
                      </a:lnTo>
                      <a:lnTo>
                        <a:pt x="304641" y="488695"/>
                      </a:lnTo>
                      <a:lnTo>
                        <a:pt x="-1" y="488695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28" name="图形 6">
                <a:extLst>
                  <a:ext uri="{FF2B5EF4-FFF2-40B4-BE49-F238E27FC236}">
                    <a16:creationId xmlns:a16="http://schemas.microsoft.com/office/drawing/2014/main" id="{ADF2A27E-F03B-810D-E975-3C204BA36CA3}"/>
                  </a:ext>
                </a:extLst>
              </p:cNvPr>
              <p:cNvGrpSpPr/>
              <p:nvPr/>
            </p:nvGrpSpPr>
            <p:grpSpPr>
              <a:xfrm>
                <a:off x="8314169" y="3473426"/>
                <a:ext cx="341959" cy="44426"/>
                <a:chOff x="8314169" y="3473426"/>
                <a:chExt cx="341959" cy="44426"/>
              </a:xfrm>
            </p:grpSpPr>
            <p:sp>
              <p:nvSpPr>
                <p:cNvPr id="229" name="任意多边形: 形状 228">
                  <a:extLst>
                    <a:ext uri="{FF2B5EF4-FFF2-40B4-BE49-F238E27FC236}">
                      <a16:creationId xmlns:a16="http://schemas.microsoft.com/office/drawing/2014/main" id="{D933E93F-89AC-BD27-A3AB-611399C9D734}"/>
                    </a:ext>
                  </a:extLst>
                </p:cNvPr>
                <p:cNvSpPr/>
                <p:nvPr/>
              </p:nvSpPr>
              <p:spPr>
                <a:xfrm>
                  <a:off x="8314169" y="3495640"/>
                  <a:ext cx="308639" cy="6346"/>
                </a:xfrm>
                <a:custGeom>
                  <a:avLst/>
                  <a:gdLst>
                    <a:gd name="connsiteX0" fmla="*/ 0 w 308639"/>
                    <a:gd name="connsiteY0" fmla="*/ 0 h 6346"/>
                    <a:gd name="connsiteX1" fmla="*/ 308640 w 308639"/>
                    <a:gd name="connsiteY1" fmla="*/ 0 h 6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639" h="6346">
                      <a:moveTo>
                        <a:pt x="0" y="0"/>
                      </a:moveTo>
                      <a:lnTo>
                        <a:pt x="308640" y="0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0" name="任意多边形: 形状 229">
                  <a:extLst>
                    <a:ext uri="{FF2B5EF4-FFF2-40B4-BE49-F238E27FC236}">
                      <a16:creationId xmlns:a16="http://schemas.microsoft.com/office/drawing/2014/main" id="{63924380-4462-52DC-4D79-B30BEE082685}"/>
                    </a:ext>
                  </a:extLst>
                </p:cNvPr>
                <p:cNvSpPr/>
                <p:nvPr/>
              </p:nvSpPr>
              <p:spPr>
                <a:xfrm>
                  <a:off x="8611702" y="3473426"/>
                  <a:ext cx="44426" cy="44426"/>
                </a:xfrm>
                <a:custGeom>
                  <a:avLst/>
                  <a:gdLst>
                    <a:gd name="connsiteX0" fmla="*/ 44427 w 44426"/>
                    <a:gd name="connsiteY0" fmla="*/ 22213 h 44426"/>
                    <a:gd name="connsiteX1" fmla="*/ 0 w 44426"/>
                    <a:gd name="connsiteY1" fmla="*/ 44427 h 44426"/>
                    <a:gd name="connsiteX2" fmla="*/ 11107 w 44426"/>
                    <a:gd name="connsiteY2" fmla="*/ 22213 h 44426"/>
                    <a:gd name="connsiteX3" fmla="*/ 0 w 44426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44427" y="22213"/>
                      </a:moveTo>
                      <a:lnTo>
                        <a:pt x="0" y="44427"/>
                      </a:lnTo>
                      <a:lnTo>
                        <a:pt x="11107" y="222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1" name="图形 6">
                <a:extLst>
                  <a:ext uri="{FF2B5EF4-FFF2-40B4-BE49-F238E27FC236}">
                    <a16:creationId xmlns:a16="http://schemas.microsoft.com/office/drawing/2014/main" id="{B76E2B34-07F3-6874-6059-367CE065F4CC}"/>
                  </a:ext>
                </a:extLst>
              </p:cNvPr>
              <p:cNvGrpSpPr/>
              <p:nvPr/>
            </p:nvGrpSpPr>
            <p:grpSpPr>
              <a:xfrm>
                <a:off x="7996834" y="2956171"/>
                <a:ext cx="317334" cy="1078938"/>
                <a:chOff x="7996834" y="2956171"/>
                <a:chExt cx="317334" cy="1078938"/>
              </a:xfrm>
              <a:solidFill>
                <a:srgbClr val="DAE8FC"/>
              </a:solidFill>
            </p:grpSpPr>
            <p:sp>
              <p:nvSpPr>
                <p:cNvPr id="232" name="任意多边形: 形状 231">
                  <a:extLst>
                    <a:ext uri="{FF2B5EF4-FFF2-40B4-BE49-F238E27FC236}">
                      <a16:creationId xmlns:a16="http://schemas.microsoft.com/office/drawing/2014/main" id="{0278A626-C475-ABC8-16D2-E24E2B754724}"/>
                    </a:ext>
                  </a:extLst>
                </p:cNvPr>
                <p:cNvSpPr/>
                <p:nvPr/>
              </p:nvSpPr>
              <p:spPr>
                <a:xfrm rot="10800000" flipV="1">
                  <a:off x="7996834" y="2956171"/>
                  <a:ext cx="317334" cy="1078938"/>
                </a:xfrm>
                <a:custGeom>
                  <a:avLst/>
                  <a:gdLst>
                    <a:gd name="connsiteX0" fmla="*/ 269735 w 317334"/>
                    <a:gd name="connsiteY0" fmla="*/ 0 h 1078938"/>
                    <a:gd name="connsiteX1" fmla="*/ 317335 w 317334"/>
                    <a:gd name="connsiteY1" fmla="*/ 47600 h 1078938"/>
                    <a:gd name="connsiteX2" fmla="*/ 317335 w 317334"/>
                    <a:gd name="connsiteY2" fmla="*/ 1031338 h 1078938"/>
                    <a:gd name="connsiteX3" fmla="*/ 269735 w 317334"/>
                    <a:gd name="connsiteY3" fmla="*/ 1078938 h 1078938"/>
                    <a:gd name="connsiteX4" fmla="*/ 47600 w 317334"/>
                    <a:gd name="connsiteY4" fmla="*/ 1078938 h 1078938"/>
                    <a:gd name="connsiteX5" fmla="*/ 0 w 317334"/>
                    <a:gd name="connsiteY5" fmla="*/ 1031338 h 1078938"/>
                    <a:gd name="connsiteX6" fmla="*/ 0 w 317334"/>
                    <a:gd name="connsiteY6" fmla="*/ 47600 h 1078938"/>
                    <a:gd name="connsiteX7" fmla="*/ 47600 w 317334"/>
                    <a:gd name="connsiteY7" fmla="*/ 0 h 1078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7334" h="1078938">
                      <a:moveTo>
                        <a:pt x="269735" y="0"/>
                      </a:moveTo>
                      <a:cubicBezTo>
                        <a:pt x="296023" y="0"/>
                        <a:pt x="317335" y="21311"/>
                        <a:pt x="317335" y="47600"/>
                      </a:cubicBezTo>
                      <a:lnTo>
                        <a:pt x="317335" y="1031338"/>
                      </a:lnTo>
                      <a:cubicBezTo>
                        <a:pt x="317335" y="1057627"/>
                        <a:pt x="296023" y="1078938"/>
                        <a:pt x="269735" y="1078938"/>
                      </a:cubicBezTo>
                      <a:lnTo>
                        <a:pt x="47600" y="1078938"/>
                      </a:lnTo>
                      <a:cubicBezTo>
                        <a:pt x="21312" y="1078938"/>
                        <a:pt x="0" y="1057627"/>
                        <a:pt x="0" y="1031338"/>
                      </a:cubicBezTo>
                      <a:lnTo>
                        <a:pt x="0" y="47600"/>
                      </a:lnTo>
                      <a:cubicBezTo>
                        <a:pt x="0" y="21311"/>
                        <a:pt x="21312" y="0"/>
                        <a:pt x="47600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34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33" name="图片 232">
                  <a:extLst>
                    <a:ext uri="{FF2B5EF4-FFF2-40B4-BE49-F238E27FC236}">
                      <a16:creationId xmlns:a16="http://schemas.microsoft.com/office/drawing/2014/main" id="{5E8B3FD8-9947-8363-33D8-1916EFEC14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000008" y="3267159"/>
                  <a:ext cx="304641" cy="488695"/>
                </a:xfrm>
                <a:custGeom>
                  <a:avLst/>
                  <a:gdLst>
                    <a:gd name="connsiteX0" fmla="*/ -1 w 304641"/>
                    <a:gd name="connsiteY0" fmla="*/ -1 h 488695"/>
                    <a:gd name="connsiteX1" fmla="*/ 304641 w 304641"/>
                    <a:gd name="connsiteY1" fmla="*/ -1 h 488695"/>
                    <a:gd name="connsiteX2" fmla="*/ 304641 w 304641"/>
                    <a:gd name="connsiteY2" fmla="*/ 488695 h 488695"/>
                    <a:gd name="connsiteX3" fmla="*/ -1 w 304641"/>
                    <a:gd name="connsiteY3" fmla="*/ 488695 h 488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641" h="488695">
                      <a:moveTo>
                        <a:pt x="-1" y="-1"/>
                      </a:moveTo>
                      <a:lnTo>
                        <a:pt x="304641" y="-1"/>
                      </a:lnTo>
                      <a:lnTo>
                        <a:pt x="304641" y="488695"/>
                      </a:lnTo>
                      <a:lnTo>
                        <a:pt x="-1" y="488695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34" name="图形 6">
                <a:extLst>
                  <a:ext uri="{FF2B5EF4-FFF2-40B4-BE49-F238E27FC236}">
                    <a16:creationId xmlns:a16="http://schemas.microsoft.com/office/drawing/2014/main" id="{4548D240-FF4E-D37B-205E-D2F29480271D}"/>
                  </a:ext>
                </a:extLst>
              </p:cNvPr>
              <p:cNvGrpSpPr/>
              <p:nvPr/>
            </p:nvGrpSpPr>
            <p:grpSpPr>
              <a:xfrm>
                <a:off x="8314169" y="3569388"/>
                <a:ext cx="437921" cy="1963540"/>
                <a:chOff x="8314169" y="3569388"/>
                <a:chExt cx="437921" cy="1963540"/>
              </a:xfrm>
            </p:grpSpPr>
            <p:sp>
              <p:nvSpPr>
                <p:cNvPr id="235" name="任意多边形: 形状 234">
                  <a:extLst>
                    <a:ext uri="{FF2B5EF4-FFF2-40B4-BE49-F238E27FC236}">
                      <a16:creationId xmlns:a16="http://schemas.microsoft.com/office/drawing/2014/main" id="{EFEFD9C0-52AC-D213-4094-6FA5B35AC494}"/>
                    </a:ext>
                  </a:extLst>
                </p:cNvPr>
                <p:cNvSpPr/>
                <p:nvPr/>
              </p:nvSpPr>
              <p:spPr>
                <a:xfrm>
                  <a:off x="8314169" y="3602708"/>
                  <a:ext cx="415708" cy="1930220"/>
                </a:xfrm>
                <a:custGeom>
                  <a:avLst/>
                  <a:gdLst>
                    <a:gd name="connsiteX0" fmla="*/ 0 w 415708"/>
                    <a:gd name="connsiteY0" fmla="*/ 1930220 h 1930220"/>
                    <a:gd name="connsiteX1" fmla="*/ 352242 w 415708"/>
                    <a:gd name="connsiteY1" fmla="*/ 1930220 h 1930220"/>
                    <a:gd name="connsiteX2" fmla="*/ 415709 w 415708"/>
                    <a:gd name="connsiteY2" fmla="*/ 1866753 h 1930220"/>
                    <a:gd name="connsiteX3" fmla="*/ 415709 w 415708"/>
                    <a:gd name="connsiteY3" fmla="*/ 0 h 19302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5708" h="1930220">
                      <a:moveTo>
                        <a:pt x="0" y="1930220"/>
                      </a:moveTo>
                      <a:lnTo>
                        <a:pt x="352242" y="1930220"/>
                      </a:lnTo>
                      <a:cubicBezTo>
                        <a:pt x="394553" y="1930220"/>
                        <a:pt x="415709" y="1909065"/>
                        <a:pt x="415709" y="1866753"/>
                      </a:cubicBezTo>
                      <a:lnTo>
                        <a:pt x="415709" y="0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36" name="任意多边形: 形状 235">
                  <a:extLst>
                    <a:ext uri="{FF2B5EF4-FFF2-40B4-BE49-F238E27FC236}">
                      <a16:creationId xmlns:a16="http://schemas.microsoft.com/office/drawing/2014/main" id="{3812B662-F997-7E21-F4A6-9E0478620A04}"/>
                    </a:ext>
                  </a:extLst>
                </p:cNvPr>
                <p:cNvSpPr/>
                <p:nvPr/>
              </p:nvSpPr>
              <p:spPr>
                <a:xfrm>
                  <a:off x="8707664" y="3569388"/>
                  <a:ext cx="44426" cy="44426"/>
                </a:xfrm>
                <a:custGeom>
                  <a:avLst/>
                  <a:gdLst>
                    <a:gd name="connsiteX0" fmla="*/ 22213 w 44426"/>
                    <a:gd name="connsiteY0" fmla="*/ 0 h 44426"/>
                    <a:gd name="connsiteX1" fmla="*/ 44427 w 44426"/>
                    <a:gd name="connsiteY1" fmla="*/ 44427 h 44426"/>
                    <a:gd name="connsiteX2" fmla="*/ 22213 w 44426"/>
                    <a:gd name="connsiteY2" fmla="*/ 33320 h 44426"/>
                    <a:gd name="connsiteX3" fmla="*/ 0 w 44426"/>
                    <a:gd name="connsiteY3" fmla="*/ 44427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22213" y="0"/>
                      </a:moveTo>
                      <a:lnTo>
                        <a:pt x="44427" y="44427"/>
                      </a:lnTo>
                      <a:lnTo>
                        <a:pt x="22213" y="33320"/>
                      </a:lnTo>
                      <a:lnTo>
                        <a:pt x="0" y="444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7" name="图形 6">
                <a:extLst>
                  <a:ext uri="{FF2B5EF4-FFF2-40B4-BE49-F238E27FC236}">
                    <a16:creationId xmlns:a16="http://schemas.microsoft.com/office/drawing/2014/main" id="{5BB4C98B-5C61-70EB-7943-A5D90FB70C8B}"/>
                  </a:ext>
                </a:extLst>
              </p:cNvPr>
              <p:cNvGrpSpPr/>
              <p:nvPr/>
            </p:nvGrpSpPr>
            <p:grpSpPr>
              <a:xfrm>
                <a:off x="7996834" y="4993460"/>
                <a:ext cx="317334" cy="1078938"/>
                <a:chOff x="7996834" y="4993460"/>
                <a:chExt cx="317334" cy="1078938"/>
              </a:xfrm>
              <a:solidFill>
                <a:srgbClr val="DAE8FC"/>
              </a:solidFill>
            </p:grpSpPr>
            <p:sp>
              <p:nvSpPr>
                <p:cNvPr id="238" name="任意多边形: 形状 237">
                  <a:extLst>
                    <a:ext uri="{FF2B5EF4-FFF2-40B4-BE49-F238E27FC236}">
                      <a16:creationId xmlns:a16="http://schemas.microsoft.com/office/drawing/2014/main" id="{4B1751C0-793E-2568-24D4-48E2D8433D33}"/>
                    </a:ext>
                  </a:extLst>
                </p:cNvPr>
                <p:cNvSpPr/>
                <p:nvPr/>
              </p:nvSpPr>
              <p:spPr>
                <a:xfrm rot="10800000" flipV="1">
                  <a:off x="7996834" y="4993460"/>
                  <a:ext cx="317334" cy="1078938"/>
                </a:xfrm>
                <a:custGeom>
                  <a:avLst/>
                  <a:gdLst>
                    <a:gd name="connsiteX0" fmla="*/ 269735 w 317334"/>
                    <a:gd name="connsiteY0" fmla="*/ 0 h 1078938"/>
                    <a:gd name="connsiteX1" fmla="*/ 317335 w 317334"/>
                    <a:gd name="connsiteY1" fmla="*/ 47600 h 1078938"/>
                    <a:gd name="connsiteX2" fmla="*/ 317335 w 317334"/>
                    <a:gd name="connsiteY2" fmla="*/ 1031338 h 1078938"/>
                    <a:gd name="connsiteX3" fmla="*/ 269735 w 317334"/>
                    <a:gd name="connsiteY3" fmla="*/ 1078938 h 1078938"/>
                    <a:gd name="connsiteX4" fmla="*/ 47600 w 317334"/>
                    <a:gd name="connsiteY4" fmla="*/ 1078938 h 1078938"/>
                    <a:gd name="connsiteX5" fmla="*/ 0 w 317334"/>
                    <a:gd name="connsiteY5" fmla="*/ 1031338 h 1078938"/>
                    <a:gd name="connsiteX6" fmla="*/ 0 w 317334"/>
                    <a:gd name="connsiteY6" fmla="*/ 47600 h 1078938"/>
                    <a:gd name="connsiteX7" fmla="*/ 47600 w 317334"/>
                    <a:gd name="connsiteY7" fmla="*/ 0 h 1078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7334" h="1078938">
                      <a:moveTo>
                        <a:pt x="269735" y="0"/>
                      </a:moveTo>
                      <a:cubicBezTo>
                        <a:pt x="296023" y="0"/>
                        <a:pt x="317335" y="21311"/>
                        <a:pt x="317335" y="47600"/>
                      </a:cubicBezTo>
                      <a:lnTo>
                        <a:pt x="317335" y="1031338"/>
                      </a:lnTo>
                      <a:cubicBezTo>
                        <a:pt x="317335" y="1057627"/>
                        <a:pt x="296023" y="1078938"/>
                        <a:pt x="269735" y="1078938"/>
                      </a:cubicBezTo>
                      <a:lnTo>
                        <a:pt x="47600" y="1078938"/>
                      </a:lnTo>
                      <a:cubicBezTo>
                        <a:pt x="21312" y="1078938"/>
                        <a:pt x="0" y="1057627"/>
                        <a:pt x="0" y="1031338"/>
                      </a:cubicBezTo>
                      <a:lnTo>
                        <a:pt x="0" y="47600"/>
                      </a:lnTo>
                      <a:cubicBezTo>
                        <a:pt x="0" y="21311"/>
                        <a:pt x="21312" y="0"/>
                        <a:pt x="47600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34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39" name="图片 238">
                  <a:extLst>
                    <a:ext uri="{FF2B5EF4-FFF2-40B4-BE49-F238E27FC236}">
                      <a16:creationId xmlns:a16="http://schemas.microsoft.com/office/drawing/2014/main" id="{F4451D21-780E-E878-E4FE-15945D4EF2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000008" y="5304448"/>
                  <a:ext cx="304641" cy="488695"/>
                </a:xfrm>
                <a:custGeom>
                  <a:avLst/>
                  <a:gdLst>
                    <a:gd name="connsiteX0" fmla="*/ -1 w 304641"/>
                    <a:gd name="connsiteY0" fmla="*/ -1 h 488695"/>
                    <a:gd name="connsiteX1" fmla="*/ 304641 w 304641"/>
                    <a:gd name="connsiteY1" fmla="*/ -1 h 488695"/>
                    <a:gd name="connsiteX2" fmla="*/ 304641 w 304641"/>
                    <a:gd name="connsiteY2" fmla="*/ 488695 h 488695"/>
                    <a:gd name="connsiteX3" fmla="*/ -1 w 304641"/>
                    <a:gd name="connsiteY3" fmla="*/ 488695 h 488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641" h="488695">
                      <a:moveTo>
                        <a:pt x="-1" y="-1"/>
                      </a:moveTo>
                      <a:lnTo>
                        <a:pt x="304641" y="-1"/>
                      </a:lnTo>
                      <a:lnTo>
                        <a:pt x="304641" y="488695"/>
                      </a:lnTo>
                      <a:lnTo>
                        <a:pt x="-1" y="488695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40" name="图形 6">
                <a:extLst>
                  <a:ext uri="{FF2B5EF4-FFF2-40B4-BE49-F238E27FC236}">
                    <a16:creationId xmlns:a16="http://schemas.microsoft.com/office/drawing/2014/main" id="{2FB9F5A0-A35D-9EA4-BE0E-E6E28EA46B73}"/>
                  </a:ext>
                </a:extLst>
              </p:cNvPr>
              <p:cNvGrpSpPr/>
              <p:nvPr/>
            </p:nvGrpSpPr>
            <p:grpSpPr>
              <a:xfrm>
                <a:off x="8796518" y="3473426"/>
                <a:ext cx="164252" cy="44426"/>
                <a:chOff x="8796518" y="3473426"/>
                <a:chExt cx="164252" cy="44426"/>
              </a:xfrm>
            </p:grpSpPr>
            <p:sp>
              <p:nvSpPr>
                <p:cNvPr id="241" name="任意多边形: 形状 240">
                  <a:extLst>
                    <a:ext uri="{FF2B5EF4-FFF2-40B4-BE49-F238E27FC236}">
                      <a16:creationId xmlns:a16="http://schemas.microsoft.com/office/drawing/2014/main" id="{2F932C72-0F4E-C08E-2829-23443BE3950A}"/>
                    </a:ext>
                  </a:extLst>
                </p:cNvPr>
                <p:cNvSpPr/>
                <p:nvPr/>
              </p:nvSpPr>
              <p:spPr>
                <a:xfrm>
                  <a:off x="8796518" y="3495640"/>
                  <a:ext cx="130932" cy="6346"/>
                </a:xfrm>
                <a:custGeom>
                  <a:avLst/>
                  <a:gdLst>
                    <a:gd name="connsiteX0" fmla="*/ 0 w 130932"/>
                    <a:gd name="connsiteY0" fmla="*/ 0 h 6346"/>
                    <a:gd name="connsiteX1" fmla="*/ 126934 w 130932"/>
                    <a:gd name="connsiteY1" fmla="*/ 0 h 6346"/>
                    <a:gd name="connsiteX2" fmla="*/ 44427 w 130932"/>
                    <a:gd name="connsiteY2" fmla="*/ 0 h 6346"/>
                    <a:gd name="connsiteX3" fmla="*/ 130932 w 130932"/>
                    <a:gd name="connsiteY3" fmla="*/ 0 h 6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0932" h="6346">
                      <a:moveTo>
                        <a:pt x="0" y="0"/>
                      </a:moveTo>
                      <a:lnTo>
                        <a:pt x="126934" y="0"/>
                      </a:lnTo>
                      <a:lnTo>
                        <a:pt x="44427" y="0"/>
                      </a:lnTo>
                      <a:lnTo>
                        <a:pt x="130932" y="0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2" name="任意多边形: 形状 241">
                  <a:extLst>
                    <a:ext uri="{FF2B5EF4-FFF2-40B4-BE49-F238E27FC236}">
                      <a16:creationId xmlns:a16="http://schemas.microsoft.com/office/drawing/2014/main" id="{87095B66-7645-9313-7FF0-4A5387D1DFDF}"/>
                    </a:ext>
                  </a:extLst>
                </p:cNvPr>
                <p:cNvSpPr/>
                <p:nvPr/>
              </p:nvSpPr>
              <p:spPr>
                <a:xfrm>
                  <a:off x="8916344" y="3473426"/>
                  <a:ext cx="44426" cy="44426"/>
                </a:xfrm>
                <a:custGeom>
                  <a:avLst/>
                  <a:gdLst>
                    <a:gd name="connsiteX0" fmla="*/ 44427 w 44426"/>
                    <a:gd name="connsiteY0" fmla="*/ 22213 h 44426"/>
                    <a:gd name="connsiteX1" fmla="*/ 0 w 44426"/>
                    <a:gd name="connsiteY1" fmla="*/ 44427 h 44426"/>
                    <a:gd name="connsiteX2" fmla="*/ 11107 w 44426"/>
                    <a:gd name="connsiteY2" fmla="*/ 22213 h 44426"/>
                    <a:gd name="connsiteX3" fmla="*/ 0 w 44426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44427" y="22213"/>
                      </a:moveTo>
                      <a:lnTo>
                        <a:pt x="0" y="44427"/>
                      </a:lnTo>
                      <a:lnTo>
                        <a:pt x="11107" y="222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3" name="图形 6">
                <a:extLst>
                  <a:ext uri="{FF2B5EF4-FFF2-40B4-BE49-F238E27FC236}">
                    <a16:creationId xmlns:a16="http://schemas.microsoft.com/office/drawing/2014/main" id="{16A65539-D056-C97F-59A0-9A99BD08E690}"/>
                  </a:ext>
                </a:extLst>
              </p:cNvPr>
              <p:cNvGrpSpPr/>
              <p:nvPr/>
            </p:nvGrpSpPr>
            <p:grpSpPr>
              <a:xfrm>
                <a:off x="8663237" y="3419479"/>
                <a:ext cx="133280" cy="184054"/>
                <a:chOff x="8663237" y="3419479"/>
                <a:chExt cx="133280" cy="184054"/>
              </a:xfrm>
              <a:solidFill>
                <a:srgbClr val="FFFFFF"/>
              </a:solidFill>
            </p:grpSpPr>
            <p:sp>
              <p:nvSpPr>
                <p:cNvPr id="244" name="任意多边形: 形状 243">
                  <a:extLst>
                    <a:ext uri="{FF2B5EF4-FFF2-40B4-BE49-F238E27FC236}">
                      <a16:creationId xmlns:a16="http://schemas.microsoft.com/office/drawing/2014/main" id="{AA0DD7D0-B166-930B-635A-A7D06D4E9624}"/>
                    </a:ext>
                  </a:extLst>
                </p:cNvPr>
                <p:cNvSpPr/>
                <p:nvPr/>
              </p:nvSpPr>
              <p:spPr>
                <a:xfrm>
                  <a:off x="8663237" y="3429000"/>
                  <a:ext cx="133280" cy="133280"/>
                </a:xfrm>
                <a:custGeom>
                  <a:avLst/>
                  <a:gdLst>
                    <a:gd name="connsiteX0" fmla="*/ 133281 w 133280"/>
                    <a:gd name="connsiteY0" fmla="*/ 66640 h 133280"/>
                    <a:gd name="connsiteX1" fmla="*/ 66640 w 133280"/>
                    <a:gd name="connsiteY1" fmla="*/ 133281 h 133280"/>
                    <a:gd name="connsiteX2" fmla="*/ 0 w 133280"/>
                    <a:gd name="connsiteY2" fmla="*/ 66640 h 133280"/>
                    <a:gd name="connsiteX3" fmla="*/ 66640 w 133280"/>
                    <a:gd name="connsiteY3" fmla="*/ 0 h 133280"/>
                    <a:gd name="connsiteX4" fmla="*/ 133281 w 133280"/>
                    <a:gd name="connsiteY4" fmla="*/ 66640 h 13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280" h="133280">
                      <a:moveTo>
                        <a:pt x="133281" y="66640"/>
                      </a:moveTo>
                      <a:cubicBezTo>
                        <a:pt x="133281" y="103445"/>
                        <a:pt x="103444" y="133281"/>
                        <a:pt x="66640" y="133281"/>
                      </a:cubicBezTo>
                      <a:cubicBezTo>
                        <a:pt x="29836" y="133281"/>
                        <a:pt x="0" y="103445"/>
                        <a:pt x="0" y="66640"/>
                      </a:cubicBezTo>
                      <a:cubicBezTo>
                        <a:pt x="0" y="29836"/>
                        <a:pt x="29836" y="0"/>
                        <a:pt x="66640" y="0"/>
                      </a:cubicBezTo>
                      <a:cubicBezTo>
                        <a:pt x="103444" y="0"/>
                        <a:pt x="133281" y="29836"/>
                        <a:pt x="133281" y="666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45" name="图片 244">
                  <a:extLst>
                    <a:ext uri="{FF2B5EF4-FFF2-40B4-BE49-F238E27FC236}">
                      <a16:creationId xmlns:a16="http://schemas.microsoft.com/office/drawing/2014/main" id="{4B58D02E-ED56-405C-3B91-ABF1023A03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66411" y="3419479"/>
                  <a:ext cx="120587" cy="184054"/>
                </a:xfrm>
                <a:custGeom>
                  <a:avLst/>
                  <a:gdLst>
                    <a:gd name="connsiteX0" fmla="*/ -1 w 120587"/>
                    <a:gd name="connsiteY0" fmla="*/ -1 h 184054"/>
                    <a:gd name="connsiteX1" fmla="*/ 120587 w 120587"/>
                    <a:gd name="connsiteY1" fmla="*/ -1 h 184054"/>
                    <a:gd name="connsiteX2" fmla="*/ 120587 w 120587"/>
                    <a:gd name="connsiteY2" fmla="*/ 184054 h 184054"/>
                    <a:gd name="connsiteX3" fmla="*/ -1 w 120587"/>
                    <a:gd name="connsiteY3" fmla="*/ 184054 h 184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587" h="184054">
                      <a:moveTo>
                        <a:pt x="-1" y="-1"/>
                      </a:moveTo>
                      <a:lnTo>
                        <a:pt x="120587" y="-1"/>
                      </a:lnTo>
                      <a:lnTo>
                        <a:pt x="120587" y="184054"/>
                      </a:lnTo>
                      <a:lnTo>
                        <a:pt x="-1" y="184054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46" name="图形 6">
                <a:extLst>
                  <a:ext uri="{FF2B5EF4-FFF2-40B4-BE49-F238E27FC236}">
                    <a16:creationId xmlns:a16="http://schemas.microsoft.com/office/drawing/2014/main" id="{A580F462-A206-D1A5-32ED-F13F4C6D9003}"/>
                  </a:ext>
                </a:extLst>
              </p:cNvPr>
              <p:cNvGrpSpPr/>
              <p:nvPr/>
            </p:nvGrpSpPr>
            <p:grpSpPr>
              <a:xfrm>
                <a:off x="9285213" y="3473426"/>
                <a:ext cx="183292" cy="44426"/>
                <a:chOff x="9285213" y="3473426"/>
                <a:chExt cx="183292" cy="44426"/>
              </a:xfrm>
            </p:grpSpPr>
            <p:sp>
              <p:nvSpPr>
                <p:cNvPr id="247" name="任意多边形: 形状 246">
                  <a:extLst>
                    <a:ext uri="{FF2B5EF4-FFF2-40B4-BE49-F238E27FC236}">
                      <a16:creationId xmlns:a16="http://schemas.microsoft.com/office/drawing/2014/main" id="{E6BAEFD6-1CF5-2FB6-EEF9-CFC6D3813D83}"/>
                    </a:ext>
                  </a:extLst>
                </p:cNvPr>
                <p:cNvSpPr/>
                <p:nvPr/>
              </p:nvSpPr>
              <p:spPr>
                <a:xfrm>
                  <a:off x="9285213" y="3495640"/>
                  <a:ext cx="149972" cy="6346"/>
                </a:xfrm>
                <a:custGeom>
                  <a:avLst/>
                  <a:gdLst>
                    <a:gd name="connsiteX0" fmla="*/ 0 w 149972"/>
                    <a:gd name="connsiteY0" fmla="*/ 0 h 6346"/>
                    <a:gd name="connsiteX1" fmla="*/ 126934 w 149972"/>
                    <a:gd name="connsiteY1" fmla="*/ 0 h 6346"/>
                    <a:gd name="connsiteX2" fmla="*/ 63467 w 149972"/>
                    <a:gd name="connsiteY2" fmla="*/ 0 h 6346"/>
                    <a:gd name="connsiteX3" fmla="*/ 149972 w 149972"/>
                    <a:gd name="connsiteY3" fmla="*/ 0 h 6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9972" h="6346">
                      <a:moveTo>
                        <a:pt x="0" y="0"/>
                      </a:moveTo>
                      <a:lnTo>
                        <a:pt x="126934" y="0"/>
                      </a:lnTo>
                      <a:lnTo>
                        <a:pt x="63467" y="0"/>
                      </a:lnTo>
                      <a:lnTo>
                        <a:pt x="149972" y="0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48" name="任意多边形: 形状 247">
                  <a:extLst>
                    <a:ext uri="{FF2B5EF4-FFF2-40B4-BE49-F238E27FC236}">
                      <a16:creationId xmlns:a16="http://schemas.microsoft.com/office/drawing/2014/main" id="{E059DB50-9014-ECE8-0069-F3B4E75F7EA2}"/>
                    </a:ext>
                  </a:extLst>
                </p:cNvPr>
                <p:cNvSpPr/>
                <p:nvPr/>
              </p:nvSpPr>
              <p:spPr>
                <a:xfrm>
                  <a:off x="9424079" y="3473426"/>
                  <a:ext cx="44426" cy="44426"/>
                </a:xfrm>
                <a:custGeom>
                  <a:avLst/>
                  <a:gdLst>
                    <a:gd name="connsiteX0" fmla="*/ 44427 w 44426"/>
                    <a:gd name="connsiteY0" fmla="*/ 22213 h 44426"/>
                    <a:gd name="connsiteX1" fmla="*/ 0 w 44426"/>
                    <a:gd name="connsiteY1" fmla="*/ 44427 h 44426"/>
                    <a:gd name="connsiteX2" fmla="*/ 11107 w 44426"/>
                    <a:gd name="connsiteY2" fmla="*/ 22213 h 44426"/>
                    <a:gd name="connsiteX3" fmla="*/ 0 w 44426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44427" y="22213"/>
                      </a:moveTo>
                      <a:lnTo>
                        <a:pt x="0" y="44427"/>
                      </a:lnTo>
                      <a:lnTo>
                        <a:pt x="11107" y="222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9" name="图形 6">
                <a:extLst>
                  <a:ext uri="{FF2B5EF4-FFF2-40B4-BE49-F238E27FC236}">
                    <a16:creationId xmlns:a16="http://schemas.microsoft.com/office/drawing/2014/main" id="{32FCD849-7EAA-C942-4FB1-15BD9C0C59FB}"/>
                  </a:ext>
                </a:extLst>
              </p:cNvPr>
              <p:cNvGrpSpPr/>
              <p:nvPr/>
            </p:nvGrpSpPr>
            <p:grpSpPr>
              <a:xfrm>
                <a:off x="8967879" y="2956171"/>
                <a:ext cx="317334" cy="1078938"/>
                <a:chOff x="8967879" y="2956171"/>
                <a:chExt cx="317334" cy="1078938"/>
              </a:xfrm>
              <a:solidFill>
                <a:srgbClr val="DAE8FC"/>
              </a:solidFill>
            </p:grpSpPr>
            <p:sp>
              <p:nvSpPr>
                <p:cNvPr id="250" name="任意多边形: 形状 249">
                  <a:extLst>
                    <a:ext uri="{FF2B5EF4-FFF2-40B4-BE49-F238E27FC236}">
                      <a16:creationId xmlns:a16="http://schemas.microsoft.com/office/drawing/2014/main" id="{6DAB870A-71E2-EF72-1DCF-4548C8C361D9}"/>
                    </a:ext>
                  </a:extLst>
                </p:cNvPr>
                <p:cNvSpPr/>
                <p:nvPr/>
              </p:nvSpPr>
              <p:spPr>
                <a:xfrm rot="10800000" flipV="1">
                  <a:off x="8967879" y="2956171"/>
                  <a:ext cx="317334" cy="1078938"/>
                </a:xfrm>
                <a:custGeom>
                  <a:avLst/>
                  <a:gdLst>
                    <a:gd name="connsiteX0" fmla="*/ 269735 w 317334"/>
                    <a:gd name="connsiteY0" fmla="*/ 0 h 1078938"/>
                    <a:gd name="connsiteX1" fmla="*/ 317335 w 317334"/>
                    <a:gd name="connsiteY1" fmla="*/ 47600 h 1078938"/>
                    <a:gd name="connsiteX2" fmla="*/ 317335 w 317334"/>
                    <a:gd name="connsiteY2" fmla="*/ 1031338 h 1078938"/>
                    <a:gd name="connsiteX3" fmla="*/ 269735 w 317334"/>
                    <a:gd name="connsiteY3" fmla="*/ 1078938 h 1078938"/>
                    <a:gd name="connsiteX4" fmla="*/ 47600 w 317334"/>
                    <a:gd name="connsiteY4" fmla="*/ 1078938 h 1078938"/>
                    <a:gd name="connsiteX5" fmla="*/ 0 w 317334"/>
                    <a:gd name="connsiteY5" fmla="*/ 1031338 h 1078938"/>
                    <a:gd name="connsiteX6" fmla="*/ 0 w 317334"/>
                    <a:gd name="connsiteY6" fmla="*/ 47600 h 1078938"/>
                    <a:gd name="connsiteX7" fmla="*/ 47600 w 317334"/>
                    <a:gd name="connsiteY7" fmla="*/ 0 h 1078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7334" h="1078938">
                      <a:moveTo>
                        <a:pt x="269735" y="0"/>
                      </a:moveTo>
                      <a:cubicBezTo>
                        <a:pt x="296023" y="0"/>
                        <a:pt x="317335" y="21311"/>
                        <a:pt x="317335" y="47600"/>
                      </a:cubicBezTo>
                      <a:lnTo>
                        <a:pt x="317335" y="1031338"/>
                      </a:lnTo>
                      <a:cubicBezTo>
                        <a:pt x="317335" y="1057627"/>
                        <a:pt x="296023" y="1078938"/>
                        <a:pt x="269735" y="1078938"/>
                      </a:cubicBezTo>
                      <a:lnTo>
                        <a:pt x="47600" y="1078938"/>
                      </a:lnTo>
                      <a:cubicBezTo>
                        <a:pt x="21312" y="1078938"/>
                        <a:pt x="0" y="1057627"/>
                        <a:pt x="0" y="1031338"/>
                      </a:cubicBezTo>
                      <a:lnTo>
                        <a:pt x="0" y="47600"/>
                      </a:lnTo>
                      <a:cubicBezTo>
                        <a:pt x="0" y="21311"/>
                        <a:pt x="21312" y="0"/>
                        <a:pt x="47600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34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51" name="图片 250">
                  <a:extLst>
                    <a:ext uri="{FF2B5EF4-FFF2-40B4-BE49-F238E27FC236}">
                      <a16:creationId xmlns:a16="http://schemas.microsoft.com/office/drawing/2014/main" id="{5E29E89D-40C2-D72F-8DA1-30C4EB700A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971052" y="3114838"/>
                  <a:ext cx="304641" cy="793336"/>
                </a:xfrm>
                <a:custGeom>
                  <a:avLst/>
                  <a:gdLst>
                    <a:gd name="connsiteX0" fmla="*/ -1 w 304641"/>
                    <a:gd name="connsiteY0" fmla="*/ -1 h 793336"/>
                    <a:gd name="connsiteX1" fmla="*/ 304641 w 304641"/>
                    <a:gd name="connsiteY1" fmla="*/ -1 h 793336"/>
                    <a:gd name="connsiteX2" fmla="*/ 304641 w 304641"/>
                    <a:gd name="connsiteY2" fmla="*/ 793336 h 793336"/>
                    <a:gd name="connsiteX3" fmla="*/ -1 w 304641"/>
                    <a:gd name="connsiteY3" fmla="*/ 793336 h 793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641" h="793336">
                      <a:moveTo>
                        <a:pt x="-1" y="-1"/>
                      </a:moveTo>
                      <a:lnTo>
                        <a:pt x="304641" y="-1"/>
                      </a:lnTo>
                      <a:lnTo>
                        <a:pt x="304641" y="793336"/>
                      </a:lnTo>
                      <a:lnTo>
                        <a:pt x="-1" y="79333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52" name="图形 6">
                <a:extLst>
                  <a:ext uri="{FF2B5EF4-FFF2-40B4-BE49-F238E27FC236}">
                    <a16:creationId xmlns:a16="http://schemas.microsoft.com/office/drawing/2014/main" id="{D1F7BCA3-A524-D4AC-977B-453AA138C992}"/>
                  </a:ext>
                </a:extLst>
              </p:cNvPr>
              <p:cNvGrpSpPr/>
              <p:nvPr/>
            </p:nvGrpSpPr>
            <p:grpSpPr>
              <a:xfrm>
                <a:off x="9792949" y="3473426"/>
                <a:ext cx="246759" cy="44426"/>
                <a:chOff x="9792949" y="3473426"/>
                <a:chExt cx="246759" cy="44426"/>
              </a:xfrm>
            </p:grpSpPr>
            <p:sp>
              <p:nvSpPr>
                <p:cNvPr id="253" name="任意多边形: 形状 252">
                  <a:extLst>
                    <a:ext uri="{FF2B5EF4-FFF2-40B4-BE49-F238E27FC236}">
                      <a16:creationId xmlns:a16="http://schemas.microsoft.com/office/drawing/2014/main" id="{237497DF-83B7-C8B2-7A21-7562C41722B6}"/>
                    </a:ext>
                  </a:extLst>
                </p:cNvPr>
                <p:cNvSpPr/>
                <p:nvPr/>
              </p:nvSpPr>
              <p:spPr>
                <a:xfrm>
                  <a:off x="9792949" y="3495640"/>
                  <a:ext cx="213439" cy="6346"/>
                </a:xfrm>
                <a:custGeom>
                  <a:avLst/>
                  <a:gdLst>
                    <a:gd name="connsiteX0" fmla="*/ 0 w 213439"/>
                    <a:gd name="connsiteY0" fmla="*/ 0 h 6346"/>
                    <a:gd name="connsiteX1" fmla="*/ 213439 w 213439"/>
                    <a:gd name="connsiteY1" fmla="*/ 0 h 6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13439" h="6346">
                      <a:moveTo>
                        <a:pt x="0" y="0"/>
                      </a:moveTo>
                      <a:lnTo>
                        <a:pt x="213439" y="0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4" name="任意多边形: 形状 253">
                  <a:extLst>
                    <a:ext uri="{FF2B5EF4-FFF2-40B4-BE49-F238E27FC236}">
                      <a16:creationId xmlns:a16="http://schemas.microsoft.com/office/drawing/2014/main" id="{78C51B72-6118-7F09-5989-90970AB1A21E}"/>
                    </a:ext>
                  </a:extLst>
                </p:cNvPr>
                <p:cNvSpPr/>
                <p:nvPr/>
              </p:nvSpPr>
              <p:spPr>
                <a:xfrm>
                  <a:off x="9995282" y="3473426"/>
                  <a:ext cx="44426" cy="44426"/>
                </a:xfrm>
                <a:custGeom>
                  <a:avLst/>
                  <a:gdLst>
                    <a:gd name="connsiteX0" fmla="*/ 44427 w 44426"/>
                    <a:gd name="connsiteY0" fmla="*/ 22213 h 44426"/>
                    <a:gd name="connsiteX1" fmla="*/ 0 w 44426"/>
                    <a:gd name="connsiteY1" fmla="*/ 44427 h 44426"/>
                    <a:gd name="connsiteX2" fmla="*/ 11107 w 44426"/>
                    <a:gd name="connsiteY2" fmla="*/ 22213 h 44426"/>
                    <a:gd name="connsiteX3" fmla="*/ 0 w 44426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44427" y="22213"/>
                      </a:moveTo>
                      <a:lnTo>
                        <a:pt x="0" y="44427"/>
                      </a:lnTo>
                      <a:lnTo>
                        <a:pt x="11107" y="222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5" name="图形 6">
                <a:extLst>
                  <a:ext uri="{FF2B5EF4-FFF2-40B4-BE49-F238E27FC236}">
                    <a16:creationId xmlns:a16="http://schemas.microsoft.com/office/drawing/2014/main" id="{2A11BBCB-CDE6-20B1-38C2-3F871758A7BB}"/>
                  </a:ext>
                </a:extLst>
              </p:cNvPr>
              <p:cNvGrpSpPr/>
              <p:nvPr/>
            </p:nvGrpSpPr>
            <p:grpSpPr>
              <a:xfrm>
                <a:off x="9611116" y="3640789"/>
                <a:ext cx="1314717" cy="521254"/>
                <a:chOff x="9611116" y="3640789"/>
                <a:chExt cx="1314717" cy="521254"/>
              </a:xfrm>
            </p:grpSpPr>
            <p:sp>
              <p:nvSpPr>
                <p:cNvPr id="256" name="任意多边形: 形状 255">
                  <a:extLst>
                    <a:ext uri="{FF2B5EF4-FFF2-40B4-BE49-F238E27FC236}">
                      <a16:creationId xmlns:a16="http://schemas.microsoft.com/office/drawing/2014/main" id="{1BC76190-8377-1330-A501-9228CEA42F39}"/>
                    </a:ext>
                  </a:extLst>
                </p:cNvPr>
                <p:cNvSpPr/>
                <p:nvPr/>
              </p:nvSpPr>
              <p:spPr>
                <a:xfrm>
                  <a:off x="9611116" y="3674109"/>
                  <a:ext cx="1292504" cy="487933"/>
                </a:xfrm>
                <a:custGeom>
                  <a:avLst/>
                  <a:gdLst>
                    <a:gd name="connsiteX0" fmla="*/ 0 w 1292504"/>
                    <a:gd name="connsiteY0" fmla="*/ 359921 h 487933"/>
                    <a:gd name="connsiteX1" fmla="*/ 952 w 1292504"/>
                    <a:gd name="connsiteY1" fmla="*/ 487934 h 487933"/>
                    <a:gd name="connsiteX2" fmla="*/ 1292505 w 1292504"/>
                    <a:gd name="connsiteY2" fmla="*/ 487934 h 487933"/>
                    <a:gd name="connsiteX3" fmla="*/ 1292505 w 1292504"/>
                    <a:gd name="connsiteY3" fmla="*/ 0 h 487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2504" h="487933">
                      <a:moveTo>
                        <a:pt x="0" y="359921"/>
                      </a:moveTo>
                      <a:lnTo>
                        <a:pt x="952" y="487934"/>
                      </a:lnTo>
                      <a:lnTo>
                        <a:pt x="1292505" y="487934"/>
                      </a:lnTo>
                      <a:lnTo>
                        <a:pt x="1292505" y="0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7" name="任意多边形: 形状 256">
                  <a:extLst>
                    <a:ext uri="{FF2B5EF4-FFF2-40B4-BE49-F238E27FC236}">
                      <a16:creationId xmlns:a16="http://schemas.microsoft.com/office/drawing/2014/main" id="{074239A6-8F62-AD63-0B36-50D81A51DE58}"/>
                    </a:ext>
                  </a:extLst>
                </p:cNvPr>
                <p:cNvSpPr/>
                <p:nvPr/>
              </p:nvSpPr>
              <p:spPr>
                <a:xfrm>
                  <a:off x="10881407" y="3640789"/>
                  <a:ext cx="44426" cy="44426"/>
                </a:xfrm>
                <a:custGeom>
                  <a:avLst/>
                  <a:gdLst>
                    <a:gd name="connsiteX0" fmla="*/ 22213 w 44426"/>
                    <a:gd name="connsiteY0" fmla="*/ 0 h 44426"/>
                    <a:gd name="connsiteX1" fmla="*/ 44427 w 44426"/>
                    <a:gd name="connsiteY1" fmla="*/ 44427 h 44426"/>
                    <a:gd name="connsiteX2" fmla="*/ 22213 w 44426"/>
                    <a:gd name="connsiteY2" fmla="*/ 33320 h 44426"/>
                    <a:gd name="connsiteX3" fmla="*/ 0 w 44426"/>
                    <a:gd name="connsiteY3" fmla="*/ 44427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22213" y="0"/>
                      </a:moveTo>
                      <a:lnTo>
                        <a:pt x="44427" y="44427"/>
                      </a:lnTo>
                      <a:lnTo>
                        <a:pt x="22213" y="33320"/>
                      </a:lnTo>
                      <a:lnTo>
                        <a:pt x="0" y="444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8" name="图形 6">
                <a:extLst>
                  <a:ext uri="{FF2B5EF4-FFF2-40B4-BE49-F238E27FC236}">
                    <a16:creationId xmlns:a16="http://schemas.microsoft.com/office/drawing/2014/main" id="{BFF5A081-280A-ECEF-2710-519059BDD113}"/>
                  </a:ext>
                </a:extLst>
              </p:cNvPr>
              <p:cNvGrpSpPr/>
              <p:nvPr/>
            </p:nvGrpSpPr>
            <p:grpSpPr>
              <a:xfrm>
                <a:off x="9475614" y="2956171"/>
                <a:ext cx="317334" cy="1078938"/>
                <a:chOff x="9475614" y="2956171"/>
                <a:chExt cx="317334" cy="1078938"/>
              </a:xfrm>
              <a:solidFill>
                <a:srgbClr val="DAE8FC"/>
              </a:solidFill>
            </p:grpSpPr>
            <p:sp>
              <p:nvSpPr>
                <p:cNvPr id="259" name="任意多边形: 形状 258">
                  <a:extLst>
                    <a:ext uri="{FF2B5EF4-FFF2-40B4-BE49-F238E27FC236}">
                      <a16:creationId xmlns:a16="http://schemas.microsoft.com/office/drawing/2014/main" id="{AB717AAE-4ACA-6ADF-DA6D-92442ED14943}"/>
                    </a:ext>
                  </a:extLst>
                </p:cNvPr>
                <p:cNvSpPr/>
                <p:nvPr/>
              </p:nvSpPr>
              <p:spPr>
                <a:xfrm rot="10800000" flipV="1">
                  <a:off x="9475614" y="2956171"/>
                  <a:ext cx="317334" cy="1078938"/>
                </a:xfrm>
                <a:custGeom>
                  <a:avLst/>
                  <a:gdLst>
                    <a:gd name="connsiteX0" fmla="*/ 269735 w 317334"/>
                    <a:gd name="connsiteY0" fmla="*/ 0 h 1078938"/>
                    <a:gd name="connsiteX1" fmla="*/ 317335 w 317334"/>
                    <a:gd name="connsiteY1" fmla="*/ 47600 h 1078938"/>
                    <a:gd name="connsiteX2" fmla="*/ 317335 w 317334"/>
                    <a:gd name="connsiteY2" fmla="*/ 1031338 h 1078938"/>
                    <a:gd name="connsiteX3" fmla="*/ 269735 w 317334"/>
                    <a:gd name="connsiteY3" fmla="*/ 1078938 h 1078938"/>
                    <a:gd name="connsiteX4" fmla="*/ 47600 w 317334"/>
                    <a:gd name="connsiteY4" fmla="*/ 1078938 h 1078938"/>
                    <a:gd name="connsiteX5" fmla="*/ 0 w 317334"/>
                    <a:gd name="connsiteY5" fmla="*/ 1031338 h 1078938"/>
                    <a:gd name="connsiteX6" fmla="*/ 0 w 317334"/>
                    <a:gd name="connsiteY6" fmla="*/ 47600 h 1078938"/>
                    <a:gd name="connsiteX7" fmla="*/ 47600 w 317334"/>
                    <a:gd name="connsiteY7" fmla="*/ 0 h 1078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7334" h="1078938">
                      <a:moveTo>
                        <a:pt x="269735" y="0"/>
                      </a:moveTo>
                      <a:cubicBezTo>
                        <a:pt x="296023" y="0"/>
                        <a:pt x="317335" y="21311"/>
                        <a:pt x="317335" y="47600"/>
                      </a:cubicBezTo>
                      <a:lnTo>
                        <a:pt x="317335" y="1031338"/>
                      </a:lnTo>
                      <a:cubicBezTo>
                        <a:pt x="317335" y="1057627"/>
                        <a:pt x="296023" y="1078938"/>
                        <a:pt x="269735" y="1078938"/>
                      </a:cubicBezTo>
                      <a:lnTo>
                        <a:pt x="47600" y="1078938"/>
                      </a:lnTo>
                      <a:cubicBezTo>
                        <a:pt x="21312" y="1078938"/>
                        <a:pt x="0" y="1057627"/>
                        <a:pt x="0" y="1031338"/>
                      </a:cubicBezTo>
                      <a:lnTo>
                        <a:pt x="0" y="47600"/>
                      </a:lnTo>
                      <a:cubicBezTo>
                        <a:pt x="0" y="21311"/>
                        <a:pt x="21312" y="0"/>
                        <a:pt x="47600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34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60" name="图片 259">
                  <a:extLst>
                    <a:ext uri="{FF2B5EF4-FFF2-40B4-BE49-F238E27FC236}">
                      <a16:creationId xmlns:a16="http://schemas.microsoft.com/office/drawing/2014/main" id="{C6049069-6E7A-FFB4-B7AD-D4D254345C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478788" y="3190998"/>
                  <a:ext cx="304641" cy="641016"/>
                </a:xfrm>
                <a:custGeom>
                  <a:avLst/>
                  <a:gdLst>
                    <a:gd name="connsiteX0" fmla="*/ -1 w 304641"/>
                    <a:gd name="connsiteY0" fmla="*/ -1 h 641016"/>
                    <a:gd name="connsiteX1" fmla="*/ 304641 w 304641"/>
                    <a:gd name="connsiteY1" fmla="*/ -1 h 641016"/>
                    <a:gd name="connsiteX2" fmla="*/ 304641 w 304641"/>
                    <a:gd name="connsiteY2" fmla="*/ 641016 h 641016"/>
                    <a:gd name="connsiteX3" fmla="*/ -1 w 304641"/>
                    <a:gd name="connsiteY3" fmla="*/ 641016 h 641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641" h="641016">
                      <a:moveTo>
                        <a:pt x="-1" y="-1"/>
                      </a:moveTo>
                      <a:lnTo>
                        <a:pt x="304641" y="-1"/>
                      </a:lnTo>
                      <a:lnTo>
                        <a:pt x="304641" y="641016"/>
                      </a:lnTo>
                      <a:lnTo>
                        <a:pt x="-1" y="641016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61" name="图形 6">
                <a:extLst>
                  <a:ext uri="{FF2B5EF4-FFF2-40B4-BE49-F238E27FC236}">
                    <a16:creationId xmlns:a16="http://schemas.microsoft.com/office/drawing/2014/main" id="{BF725172-CCA3-CD50-0A42-3BB83048726E}"/>
                  </a:ext>
                </a:extLst>
              </p:cNvPr>
              <p:cNvGrpSpPr/>
              <p:nvPr/>
            </p:nvGrpSpPr>
            <p:grpSpPr>
              <a:xfrm>
                <a:off x="10364152" y="3473426"/>
                <a:ext cx="246759" cy="44426"/>
                <a:chOff x="10364152" y="3473426"/>
                <a:chExt cx="246759" cy="44426"/>
              </a:xfrm>
            </p:grpSpPr>
            <p:sp>
              <p:nvSpPr>
                <p:cNvPr id="262" name="任意多边形: 形状 261">
                  <a:extLst>
                    <a:ext uri="{FF2B5EF4-FFF2-40B4-BE49-F238E27FC236}">
                      <a16:creationId xmlns:a16="http://schemas.microsoft.com/office/drawing/2014/main" id="{41603D6B-03AB-5106-1623-8D0A9D3F9030}"/>
                    </a:ext>
                  </a:extLst>
                </p:cNvPr>
                <p:cNvSpPr/>
                <p:nvPr/>
              </p:nvSpPr>
              <p:spPr>
                <a:xfrm>
                  <a:off x="10364152" y="3495640"/>
                  <a:ext cx="213439" cy="6346"/>
                </a:xfrm>
                <a:custGeom>
                  <a:avLst/>
                  <a:gdLst>
                    <a:gd name="connsiteX0" fmla="*/ 0 w 213439"/>
                    <a:gd name="connsiteY0" fmla="*/ 0 h 6346"/>
                    <a:gd name="connsiteX1" fmla="*/ 213439 w 213439"/>
                    <a:gd name="connsiteY1" fmla="*/ 0 h 6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13439" h="6346">
                      <a:moveTo>
                        <a:pt x="0" y="0"/>
                      </a:moveTo>
                      <a:lnTo>
                        <a:pt x="213439" y="0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3" name="任意多边形: 形状 262">
                  <a:extLst>
                    <a:ext uri="{FF2B5EF4-FFF2-40B4-BE49-F238E27FC236}">
                      <a16:creationId xmlns:a16="http://schemas.microsoft.com/office/drawing/2014/main" id="{C7684644-313F-2889-E430-82D469367A7D}"/>
                    </a:ext>
                  </a:extLst>
                </p:cNvPr>
                <p:cNvSpPr/>
                <p:nvPr/>
              </p:nvSpPr>
              <p:spPr>
                <a:xfrm>
                  <a:off x="10566484" y="3473426"/>
                  <a:ext cx="44426" cy="44426"/>
                </a:xfrm>
                <a:custGeom>
                  <a:avLst/>
                  <a:gdLst>
                    <a:gd name="connsiteX0" fmla="*/ 44427 w 44426"/>
                    <a:gd name="connsiteY0" fmla="*/ 22213 h 44426"/>
                    <a:gd name="connsiteX1" fmla="*/ 0 w 44426"/>
                    <a:gd name="connsiteY1" fmla="*/ 44427 h 44426"/>
                    <a:gd name="connsiteX2" fmla="*/ 11107 w 44426"/>
                    <a:gd name="connsiteY2" fmla="*/ 22213 h 44426"/>
                    <a:gd name="connsiteX3" fmla="*/ 0 w 44426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44427" y="22213"/>
                      </a:moveTo>
                      <a:lnTo>
                        <a:pt x="0" y="44427"/>
                      </a:lnTo>
                      <a:lnTo>
                        <a:pt x="11107" y="222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4" name="图形 6">
                <a:extLst>
                  <a:ext uri="{FF2B5EF4-FFF2-40B4-BE49-F238E27FC236}">
                    <a16:creationId xmlns:a16="http://schemas.microsoft.com/office/drawing/2014/main" id="{61730538-41D5-07C2-9046-7B04BDEDAAC0}"/>
                  </a:ext>
                </a:extLst>
              </p:cNvPr>
              <p:cNvGrpSpPr/>
              <p:nvPr/>
            </p:nvGrpSpPr>
            <p:grpSpPr>
              <a:xfrm>
                <a:off x="10046817" y="2956171"/>
                <a:ext cx="317334" cy="1078938"/>
                <a:chOff x="10046817" y="2956171"/>
                <a:chExt cx="317334" cy="1078938"/>
              </a:xfrm>
              <a:solidFill>
                <a:srgbClr val="6EA0BF"/>
              </a:solidFill>
            </p:grpSpPr>
            <p:sp>
              <p:nvSpPr>
                <p:cNvPr id="265" name="任意多边形: 形状 264">
                  <a:extLst>
                    <a:ext uri="{FF2B5EF4-FFF2-40B4-BE49-F238E27FC236}">
                      <a16:creationId xmlns:a16="http://schemas.microsoft.com/office/drawing/2014/main" id="{E099EE06-E261-D0C6-3818-57AEE61BD6F2}"/>
                    </a:ext>
                  </a:extLst>
                </p:cNvPr>
                <p:cNvSpPr/>
                <p:nvPr/>
              </p:nvSpPr>
              <p:spPr>
                <a:xfrm rot="10800000" flipV="1">
                  <a:off x="10046817" y="2956171"/>
                  <a:ext cx="317334" cy="1078938"/>
                </a:xfrm>
                <a:custGeom>
                  <a:avLst/>
                  <a:gdLst>
                    <a:gd name="connsiteX0" fmla="*/ 269735 w 317334"/>
                    <a:gd name="connsiteY0" fmla="*/ 0 h 1078938"/>
                    <a:gd name="connsiteX1" fmla="*/ 317335 w 317334"/>
                    <a:gd name="connsiteY1" fmla="*/ 47600 h 1078938"/>
                    <a:gd name="connsiteX2" fmla="*/ 317335 w 317334"/>
                    <a:gd name="connsiteY2" fmla="*/ 1031338 h 1078938"/>
                    <a:gd name="connsiteX3" fmla="*/ 269735 w 317334"/>
                    <a:gd name="connsiteY3" fmla="*/ 1078938 h 1078938"/>
                    <a:gd name="connsiteX4" fmla="*/ 47600 w 317334"/>
                    <a:gd name="connsiteY4" fmla="*/ 1078938 h 1078938"/>
                    <a:gd name="connsiteX5" fmla="*/ 0 w 317334"/>
                    <a:gd name="connsiteY5" fmla="*/ 1031338 h 1078938"/>
                    <a:gd name="connsiteX6" fmla="*/ 0 w 317334"/>
                    <a:gd name="connsiteY6" fmla="*/ 47600 h 1078938"/>
                    <a:gd name="connsiteX7" fmla="*/ 47600 w 317334"/>
                    <a:gd name="connsiteY7" fmla="*/ 0 h 1078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17334" h="1078938">
                      <a:moveTo>
                        <a:pt x="269735" y="0"/>
                      </a:moveTo>
                      <a:cubicBezTo>
                        <a:pt x="296023" y="0"/>
                        <a:pt x="317335" y="21311"/>
                        <a:pt x="317335" y="47600"/>
                      </a:cubicBezTo>
                      <a:lnTo>
                        <a:pt x="317335" y="1031338"/>
                      </a:lnTo>
                      <a:cubicBezTo>
                        <a:pt x="317335" y="1057627"/>
                        <a:pt x="296023" y="1078938"/>
                        <a:pt x="269735" y="1078938"/>
                      </a:cubicBezTo>
                      <a:lnTo>
                        <a:pt x="47600" y="1078938"/>
                      </a:lnTo>
                      <a:cubicBezTo>
                        <a:pt x="21312" y="1078938"/>
                        <a:pt x="0" y="1057627"/>
                        <a:pt x="0" y="1031338"/>
                      </a:cubicBezTo>
                      <a:lnTo>
                        <a:pt x="0" y="47600"/>
                      </a:lnTo>
                      <a:cubicBezTo>
                        <a:pt x="0" y="21311"/>
                        <a:pt x="21312" y="0"/>
                        <a:pt x="47600" y="0"/>
                      </a:cubicBezTo>
                      <a:close/>
                    </a:path>
                  </a:pathLst>
                </a:custGeom>
                <a:solidFill>
                  <a:srgbClr val="6EA0BF"/>
                </a:solidFill>
                <a:ln w="6347" cap="flat">
                  <a:solidFill>
                    <a:srgbClr val="6080AA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66" name="图片 265">
                  <a:extLst>
                    <a:ext uri="{FF2B5EF4-FFF2-40B4-BE49-F238E27FC236}">
                      <a16:creationId xmlns:a16="http://schemas.microsoft.com/office/drawing/2014/main" id="{D9C5022F-9DAF-13C0-A5E3-07B109DE75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049990" y="3038678"/>
                  <a:ext cx="304641" cy="945657"/>
                </a:xfrm>
                <a:custGeom>
                  <a:avLst/>
                  <a:gdLst>
                    <a:gd name="connsiteX0" fmla="*/ -1 w 304641"/>
                    <a:gd name="connsiteY0" fmla="*/ -1 h 945657"/>
                    <a:gd name="connsiteX1" fmla="*/ 304641 w 304641"/>
                    <a:gd name="connsiteY1" fmla="*/ -1 h 945657"/>
                    <a:gd name="connsiteX2" fmla="*/ 304641 w 304641"/>
                    <a:gd name="connsiteY2" fmla="*/ 945657 h 945657"/>
                    <a:gd name="connsiteX3" fmla="*/ -1 w 304641"/>
                    <a:gd name="connsiteY3" fmla="*/ 945657 h 945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641" h="945657">
                      <a:moveTo>
                        <a:pt x="-1" y="-1"/>
                      </a:moveTo>
                      <a:lnTo>
                        <a:pt x="304641" y="-1"/>
                      </a:lnTo>
                      <a:lnTo>
                        <a:pt x="304641" y="945657"/>
                      </a:lnTo>
                      <a:lnTo>
                        <a:pt x="-1" y="94565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67" name="图形 6">
                <a:extLst>
                  <a:ext uri="{FF2B5EF4-FFF2-40B4-BE49-F238E27FC236}">
                    <a16:creationId xmlns:a16="http://schemas.microsoft.com/office/drawing/2014/main" id="{F1740408-E5D6-BBAA-402D-A4D7E3457580}"/>
                  </a:ext>
                </a:extLst>
              </p:cNvPr>
              <p:cNvGrpSpPr/>
              <p:nvPr/>
            </p:nvGrpSpPr>
            <p:grpSpPr>
              <a:xfrm>
                <a:off x="11189222" y="3472347"/>
                <a:ext cx="316573" cy="44426"/>
                <a:chOff x="11189222" y="3472347"/>
                <a:chExt cx="316573" cy="44426"/>
              </a:xfrm>
            </p:grpSpPr>
            <p:sp>
              <p:nvSpPr>
                <p:cNvPr id="268" name="任意多边形: 形状 267">
                  <a:extLst>
                    <a:ext uri="{FF2B5EF4-FFF2-40B4-BE49-F238E27FC236}">
                      <a16:creationId xmlns:a16="http://schemas.microsoft.com/office/drawing/2014/main" id="{9C62C6B1-0F75-05BB-B296-B422B9BA72B1}"/>
                    </a:ext>
                  </a:extLst>
                </p:cNvPr>
                <p:cNvSpPr/>
                <p:nvPr/>
              </p:nvSpPr>
              <p:spPr>
                <a:xfrm>
                  <a:off x="11189222" y="3494434"/>
                  <a:ext cx="283253" cy="1205"/>
                </a:xfrm>
                <a:custGeom>
                  <a:avLst/>
                  <a:gdLst>
                    <a:gd name="connsiteX0" fmla="*/ 0 w 283253"/>
                    <a:gd name="connsiteY0" fmla="*/ 1206 h 1205"/>
                    <a:gd name="connsiteX1" fmla="*/ 161841 w 283253"/>
                    <a:gd name="connsiteY1" fmla="*/ 1206 h 1205"/>
                    <a:gd name="connsiteX2" fmla="*/ 283253 w 283253"/>
                    <a:gd name="connsiteY2" fmla="*/ 0 h 12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3253" h="1205">
                      <a:moveTo>
                        <a:pt x="0" y="1206"/>
                      </a:moveTo>
                      <a:lnTo>
                        <a:pt x="161841" y="1206"/>
                      </a:lnTo>
                      <a:lnTo>
                        <a:pt x="283253" y="0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9" name="任意多边形: 形状 268">
                  <a:extLst>
                    <a:ext uri="{FF2B5EF4-FFF2-40B4-BE49-F238E27FC236}">
                      <a16:creationId xmlns:a16="http://schemas.microsoft.com/office/drawing/2014/main" id="{C6D4C64F-46C0-320F-32E7-4E2D51335AD7}"/>
                    </a:ext>
                  </a:extLst>
                </p:cNvPr>
                <p:cNvSpPr/>
                <p:nvPr/>
              </p:nvSpPr>
              <p:spPr>
                <a:xfrm>
                  <a:off x="11461177" y="3472347"/>
                  <a:ext cx="44617" cy="44426"/>
                </a:xfrm>
                <a:custGeom>
                  <a:avLst/>
                  <a:gdLst>
                    <a:gd name="connsiteX0" fmla="*/ 44617 w 44617"/>
                    <a:gd name="connsiteY0" fmla="*/ 21769 h 44426"/>
                    <a:gd name="connsiteX1" fmla="*/ 445 w 44617"/>
                    <a:gd name="connsiteY1" fmla="*/ 44427 h 44426"/>
                    <a:gd name="connsiteX2" fmla="*/ 11297 w 44617"/>
                    <a:gd name="connsiteY2" fmla="*/ 22087 h 44426"/>
                    <a:gd name="connsiteX3" fmla="*/ 0 w 44617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617" h="44426">
                      <a:moveTo>
                        <a:pt x="44617" y="21769"/>
                      </a:moveTo>
                      <a:lnTo>
                        <a:pt x="445" y="44427"/>
                      </a:lnTo>
                      <a:lnTo>
                        <a:pt x="11297" y="2208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0" name="图形 6">
                <a:extLst>
                  <a:ext uri="{FF2B5EF4-FFF2-40B4-BE49-F238E27FC236}">
                    <a16:creationId xmlns:a16="http://schemas.microsoft.com/office/drawing/2014/main" id="{D7D43378-DF21-8A80-2649-616F34665863}"/>
                  </a:ext>
                </a:extLst>
              </p:cNvPr>
              <p:cNvGrpSpPr/>
              <p:nvPr/>
            </p:nvGrpSpPr>
            <p:grpSpPr>
              <a:xfrm>
                <a:off x="10618019" y="3357599"/>
                <a:ext cx="571202" cy="276081"/>
                <a:chOff x="10618019" y="3357599"/>
                <a:chExt cx="571202" cy="276081"/>
              </a:xfrm>
              <a:solidFill>
                <a:srgbClr val="DAE8FC"/>
              </a:solidFill>
            </p:grpSpPr>
            <p:sp>
              <p:nvSpPr>
                <p:cNvPr id="271" name="任意多边形: 形状 270">
                  <a:extLst>
                    <a:ext uri="{FF2B5EF4-FFF2-40B4-BE49-F238E27FC236}">
                      <a16:creationId xmlns:a16="http://schemas.microsoft.com/office/drawing/2014/main" id="{D9CF6EDB-FF03-0D82-A179-39F9548F2B31}"/>
                    </a:ext>
                  </a:extLst>
                </p:cNvPr>
                <p:cNvSpPr/>
                <p:nvPr/>
              </p:nvSpPr>
              <p:spPr>
                <a:xfrm rot="10800000" flipV="1">
                  <a:off x="10618019" y="3357599"/>
                  <a:ext cx="571202" cy="276081"/>
                </a:xfrm>
                <a:custGeom>
                  <a:avLst/>
                  <a:gdLst>
                    <a:gd name="connsiteX0" fmla="*/ 529822 w 571202"/>
                    <a:gd name="connsiteY0" fmla="*/ 0 h 276081"/>
                    <a:gd name="connsiteX1" fmla="*/ 571203 w 571202"/>
                    <a:gd name="connsiteY1" fmla="*/ 41380 h 276081"/>
                    <a:gd name="connsiteX2" fmla="*/ 571203 w 571202"/>
                    <a:gd name="connsiteY2" fmla="*/ 234701 h 276081"/>
                    <a:gd name="connsiteX3" fmla="*/ 529822 w 571202"/>
                    <a:gd name="connsiteY3" fmla="*/ 276081 h 276081"/>
                    <a:gd name="connsiteX4" fmla="*/ 41381 w 571202"/>
                    <a:gd name="connsiteY4" fmla="*/ 276081 h 276081"/>
                    <a:gd name="connsiteX5" fmla="*/ 0 w 571202"/>
                    <a:gd name="connsiteY5" fmla="*/ 234701 h 276081"/>
                    <a:gd name="connsiteX6" fmla="*/ 0 w 571202"/>
                    <a:gd name="connsiteY6" fmla="*/ 41380 h 276081"/>
                    <a:gd name="connsiteX7" fmla="*/ 41381 w 571202"/>
                    <a:gd name="connsiteY7" fmla="*/ 0 h 276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71202" h="276081">
                      <a:moveTo>
                        <a:pt x="529822" y="0"/>
                      </a:moveTo>
                      <a:cubicBezTo>
                        <a:pt x="552676" y="0"/>
                        <a:pt x="571203" y="18527"/>
                        <a:pt x="571203" y="41380"/>
                      </a:cubicBezTo>
                      <a:lnTo>
                        <a:pt x="571203" y="234701"/>
                      </a:lnTo>
                      <a:cubicBezTo>
                        <a:pt x="571203" y="257554"/>
                        <a:pt x="552676" y="276081"/>
                        <a:pt x="529822" y="276081"/>
                      </a:cubicBezTo>
                      <a:lnTo>
                        <a:pt x="41381" y="276081"/>
                      </a:lnTo>
                      <a:cubicBezTo>
                        <a:pt x="18526" y="276081"/>
                        <a:pt x="0" y="257554"/>
                        <a:pt x="0" y="234701"/>
                      </a:cubicBezTo>
                      <a:lnTo>
                        <a:pt x="0" y="41380"/>
                      </a:lnTo>
                      <a:cubicBezTo>
                        <a:pt x="0" y="18527"/>
                        <a:pt x="18526" y="0"/>
                        <a:pt x="41381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34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72" name="图片 271">
                  <a:extLst>
                    <a:ext uri="{FF2B5EF4-FFF2-40B4-BE49-F238E27FC236}">
                      <a16:creationId xmlns:a16="http://schemas.microsoft.com/office/drawing/2014/main" id="{0C38CA7B-E87E-D29D-7CA2-0A32B8B225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621193" y="3419479"/>
                  <a:ext cx="558509" cy="184054"/>
                </a:xfrm>
                <a:custGeom>
                  <a:avLst/>
                  <a:gdLst>
                    <a:gd name="connsiteX0" fmla="*/ -1 w 558509"/>
                    <a:gd name="connsiteY0" fmla="*/ -1 h 184054"/>
                    <a:gd name="connsiteX1" fmla="*/ 558509 w 558509"/>
                    <a:gd name="connsiteY1" fmla="*/ -1 h 184054"/>
                    <a:gd name="connsiteX2" fmla="*/ 558509 w 558509"/>
                    <a:gd name="connsiteY2" fmla="*/ 184054 h 184054"/>
                    <a:gd name="connsiteX3" fmla="*/ -1 w 558509"/>
                    <a:gd name="connsiteY3" fmla="*/ 184054 h 184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8509" h="184054">
                      <a:moveTo>
                        <a:pt x="-1" y="-1"/>
                      </a:moveTo>
                      <a:lnTo>
                        <a:pt x="558509" y="-1"/>
                      </a:lnTo>
                      <a:lnTo>
                        <a:pt x="558509" y="184054"/>
                      </a:lnTo>
                      <a:lnTo>
                        <a:pt x="-1" y="184054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73" name="图形 6">
                <a:extLst>
                  <a:ext uri="{FF2B5EF4-FFF2-40B4-BE49-F238E27FC236}">
                    <a16:creationId xmlns:a16="http://schemas.microsoft.com/office/drawing/2014/main" id="{EA4DF049-2342-6C4F-697D-25F334AF684B}"/>
                  </a:ext>
                </a:extLst>
              </p:cNvPr>
              <p:cNvGrpSpPr/>
              <p:nvPr/>
            </p:nvGrpSpPr>
            <p:grpSpPr>
              <a:xfrm>
                <a:off x="11776291" y="3632094"/>
                <a:ext cx="44426" cy="300706"/>
                <a:chOff x="11776291" y="3632094"/>
                <a:chExt cx="44426" cy="300706"/>
              </a:xfrm>
            </p:grpSpPr>
            <p:sp>
              <p:nvSpPr>
                <p:cNvPr id="274" name="任意多边形: 形状 273">
                  <a:extLst>
                    <a:ext uri="{FF2B5EF4-FFF2-40B4-BE49-F238E27FC236}">
                      <a16:creationId xmlns:a16="http://schemas.microsoft.com/office/drawing/2014/main" id="{D4C4D00A-F40D-76B7-BA39-AE8E23E59AA8}"/>
                    </a:ext>
                  </a:extLst>
                </p:cNvPr>
                <p:cNvSpPr/>
                <p:nvPr/>
              </p:nvSpPr>
              <p:spPr>
                <a:xfrm>
                  <a:off x="11798504" y="3632094"/>
                  <a:ext cx="6346" cy="267386"/>
                </a:xfrm>
                <a:custGeom>
                  <a:avLst/>
                  <a:gdLst>
                    <a:gd name="connsiteX0" fmla="*/ 0 w 6346"/>
                    <a:gd name="connsiteY0" fmla="*/ 0 h 267386"/>
                    <a:gd name="connsiteX1" fmla="*/ 0 w 6346"/>
                    <a:gd name="connsiteY1" fmla="*/ 153907 h 267386"/>
                    <a:gd name="connsiteX2" fmla="*/ 0 w 6346"/>
                    <a:gd name="connsiteY2" fmla="*/ 267386 h 26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346" h="267386">
                      <a:moveTo>
                        <a:pt x="0" y="0"/>
                      </a:moveTo>
                      <a:lnTo>
                        <a:pt x="0" y="153907"/>
                      </a:lnTo>
                      <a:lnTo>
                        <a:pt x="0" y="267386"/>
                      </a:lnTo>
                    </a:path>
                  </a:pathLst>
                </a:custGeom>
                <a:noFill/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5" name="任意多边形: 形状 274">
                  <a:extLst>
                    <a:ext uri="{FF2B5EF4-FFF2-40B4-BE49-F238E27FC236}">
                      <a16:creationId xmlns:a16="http://schemas.microsoft.com/office/drawing/2014/main" id="{7FDD8561-E911-2631-7279-08997D67FD32}"/>
                    </a:ext>
                  </a:extLst>
                </p:cNvPr>
                <p:cNvSpPr/>
                <p:nvPr/>
              </p:nvSpPr>
              <p:spPr>
                <a:xfrm>
                  <a:off x="11776291" y="3888373"/>
                  <a:ext cx="44426" cy="44426"/>
                </a:xfrm>
                <a:custGeom>
                  <a:avLst/>
                  <a:gdLst>
                    <a:gd name="connsiteX0" fmla="*/ 22213 w 44426"/>
                    <a:gd name="connsiteY0" fmla="*/ 44427 h 44426"/>
                    <a:gd name="connsiteX1" fmla="*/ 0 w 44426"/>
                    <a:gd name="connsiteY1" fmla="*/ 0 h 44426"/>
                    <a:gd name="connsiteX2" fmla="*/ 22213 w 44426"/>
                    <a:gd name="connsiteY2" fmla="*/ 11107 h 44426"/>
                    <a:gd name="connsiteX3" fmla="*/ 44427 w 44426"/>
                    <a:gd name="connsiteY3" fmla="*/ 0 h 4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426" h="44426">
                      <a:moveTo>
                        <a:pt x="22213" y="44427"/>
                      </a:moveTo>
                      <a:lnTo>
                        <a:pt x="0" y="0"/>
                      </a:lnTo>
                      <a:lnTo>
                        <a:pt x="22213" y="11107"/>
                      </a:lnTo>
                      <a:lnTo>
                        <a:pt x="4442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4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6" name="图形 6">
                <a:extLst>
                  <a:ext uri="{FF2B5EF4-FFF2-40B4-BE49-F238E27FC236}">
                    <a16:creationId xmlns:a16="http://schemas.microsoft.com/office/drawing/2014/main" id="{80A93AB0-C36F-CEA6-2D04-95440A8F7904}"/>
                  </a:ext>
                </a:extLst>
              </p:cNvPr>
              <p:cNvGrpSpPr/>
              <p:nvPr/>
            </p:nvGrpSpPr>
            <p:grpSpPr>
              <a:xfrm>
                <a:off x="11512903" y="3356013"/>
                <a:ext cx="571202" cy="276081"/>
                <a:chOff x="11512903" y="3356013"/>
                <a:chExt cx="571202" cy="276081"/>
              </a:xfrm>
              <a:solidFill>
                <a:srgbClr val="DAE8FC"/>
              </a:solidFill>
            </p:grpSpPr>
            <p:sp>
              <p:nvSpPr>
                <p:cNvPr id="277" name="任意多边形: 形状 276">
                  <a:extLst>
                    <a:ext uri="{FF2B5EF4-FFF2-40B4-BE49-F238E27FC236}">
                      <a16:creationId xmlns:a16="http://schemas.microsoft.com/office/drawing/2014/main" id="{4CEFF5AB-9671-567B-77DF-F3EF64BA8313}"/>
                    </a:ext>
                  </a:extLst>
                </p:cNvPr>
                <p:cNvSpPr/>
                <p:nvPr/>
              </p:nvSpPr>
              <p:spPr>
                <a:xfrm rot="10800000" flipV="1">
                  <a:off x="11512903" y="3356013"/>
                  <a:ext cx="571202" cy="276081"/>
                </a:xfrm>
                <a:custGeom>
                  <a:avLst/>
                  <a:gdLst>
                    <a:gd name="connsiteX0" fmla="*/ 529822 w 571202"/>
                    <a:gd name="connsiteY0" fmla="*/ 0 h 276081"/>
                    <a:gd name="connsiteX1" fmla="*/ 571203 w 571202"/>
                    <a:gd name="connsiteY1" fmla="*/ 41380 h 276081"/>
                    <a:gd name="connsiteX2" fmla="*/ 571203 w 571202"/>
                    <a:gd name="connsiteY2" fmla="*/ 234701 h 276081"/>
                    <a:gd name="connsiteX3" fmla="*/ 529822 w 571202"/>
                    <a:gd name="connsiteY3" fmla="*/ 276081 h 276081"/>
                    <a:gd name="connsiteX4" fmla="*/ 41381 w 571202"/>
                    <a:gd name="connsiteY4" fmla="*/ 276081 h 276081"/>
                    <a:gd name="connsiteX5" fmla="*/ 0 w 571202"/>
                    <a:gd name="connsiteY5" fmla="*/ 234701 h 276081"/>
                    <a:gd name="connsiteX6" fmla="*/ 0 w 571202"/>
                    <a:gd name="connsiteY6" fmla="*/ 41380 h 276081"/>
                    <a:gd name="connsiteX7" fmla="*/ 41381 w 571202"/>
                    <a:gd name="connsiteY7" fmla="*/ 0 h 276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71202" h="276081">
                      <a:moveTo>
                        <a:pt x="529822" y="0"/>
                      </a:moveTo>
                      <a:cubicBezTo>
                        <a:pt x="552676" y="0"/>
                        <a:pt x="571203" y="18527"/>
                        <a:pt x="571203" y="41380"/>
                      </a:cubicBezTo>
                      <a:lnTo>
                        <a:pt x="571203" y="234701"/>
                      </a:lnTo>
                      <a:cubicBezTo>
                        <a:pt x="571203" y="257554"/>
                        <a:pt x="552676" y="276081"/>
                        <a:pt x="529822" y="276081"/>
                      </a:cubicBezTo>
                      <a:lnTo>
                        <a:pt x="41381" y="276081"/>
                      </a:lnTo>
                      <a:cubicBezTo>
                        <a:pt x="18526" y="276081"/>
                        <a:pt x="0" y="257554"/>
                        <a:pt x="0" y="234701"/>
                      </a:cubicBezTo>
                      <a:lnTo>
                        <a:pt x="0" y="41380"/>
                      </a:lnTo>
                      <a:cubicBezTo>
                        <a:pt x="0" y="18527"/>
                        <a:pt x="18526" y="0"/>
                        <a:pt x="41381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34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78" name="图片 277">
                  <a:extLst>
                    <a:ext uri="{FF2B5EF4-FFF2-40B4-BE49-F238E27FC236}">
                      <a16:creationId xmlns:a16="http://schemas.microsoft.com/office/drawing/2014/main" id="{5679627D-6057-3C74-4667-40B139A1A3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516077" y="3419479"/>
                  <a:ext cx="558509" cy="184054"/>
                </a:xfrm>
                <a:custGeom>
                  <a:avLst/>
                  <a:gdLst>
                    <a:gd name="connsiteX0" fmla="*/ -1 w 558509"/>
                    <a:gd name="connsiteY0" fmla="*/ -1 h 184054"/>
                    <a:gd name="connsiteX1" fmla="*/ 558509 w 558509"/>
                    <a:gd name="connsiteY1" fmla="*/ -1 h 184054"/>
                    <a:gd name="connsiteX2" fmla="*/ 558509 w 558509"/>
                    <a:gd name="connsiteY2" fmla="*/ 184054 h 184054"/>
                    <a:gd name="connsiteX3" fmla="*/ -1 w 558509"/>
                    <a:gd name="connsiteY3" fmla="*/ 184054 h 184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8509" h="184054">
                      <a:moveTo>
                        <a:pt x="-1" y="-1"/>
                      </a:moveTo>
                      <a:lnTo>
                        <a:pt x="558509" y="-1"/>
                      </a:lnTo>
                      <a:lnTo>
                        <a:pt x="558509" y="184054"/>
                      </a:lnTo>
                      <a:lnTo>
                        <a:pt x="-1" y="184054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79" name="图形 6">
                <a:extLst>
                  <a:ext uri="{FF2B5EF4-FFF2-40B4-BE49-F238E27FC236}">
                    <a16:creationId xmlns:a16="http://schemas.microsoft.com/office/drawing/2014/main" id="{BB5B3D8D-DB27-4C5D-20E3-708316B913BD}"/>
                  </a:ext>
                </a:extLst>
              </p:cNvPr>
              <p:cNvGrpSpPr/>
              <p:nvPr/>
            </p:nvGrpSpPr>
            <p:grpSpPr>
              <a:xfrm>
                <a:off x="11408183" y="3994553"/>
                <a:ext cx="780643" cy="205569"/>
                <a:chOff x="11408183" y="3994553"/>
                <a:chExt cx="780643" cy="205569"/>
              </a:xfrm>
              <a:noFill/>
            </p:grpSpPr>
            <p:sp>
              <p:nvSpPr>
                <p:cNvPr id="280" name="任意多边形: 形状 279">
                  <a:extLst>
                    <a:ext uri="{FF2B5EF4-FFF2-40B4-BE49-F238E27FC236}">
                      <a16:creationId xmlns:a16="http://schemas.microsoft.com/office/drawing/2014/main" id="{C07E6154-9939-9DCF-26DD-22FD94080191}"/>
                    </a:ext>
                  </a:extLst>
                </p:cNvPr>
                <p:cNvSpPr/>
                <p:nvPr/>
              </p:nvSpPr>
              <p:spPr>
                <a:xfrm>
                  <a:off x="11408183" y="3994553"/>
                  <a:ext cx="780643" cy="190400"/>
                </a:xfrm>
                <a:custGeom>
                  <a:avLst/>
                  <a:gdLst>
                    <a:gd name="connsiteX0" fmla="*/ 0 w 780643"/>
                    <a:gd name="connsiteY0" fmla="*/ 0 h 190400"/>
                    <a:gd name="connsiteX1" fmla="*/ 780643 w 780643"/>
                    <a:gd name="connsiteY1" fmla="*/ 0 h 190400"/>
                    <a:gd name="connsiteX2" fmla="*/ 780643 w 780643"/>
                    <a:gd name="connsiteY2" fmla="*/ 190401 h 190400"/>
                    <a:gd name="connsiteX3" fmla="*/ 0 w 780643"/>
                    <a:gd name="connsiteY3" fmla="*/ 190401 h 190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0643" h="190400">
                      <a:moveTo>
                        <a:pt x="0" y="0"/>
                      </a:moveTo>
                      <a:lnTo>
                        <a:pt x="780643" y="0"/>
                      </a:lnTo>
                      <a:lnTo>
                        <a:pt x="780643" y="190401"/>
                      </a:lnTo>
                      <a:lnTo>
                        <a:pt x="0" y="190401"/>
                      </a:lnTo>
                      <a:close/>
                    </a:path>
                  </a:pathLst>
                </a:custGeom>
                <a:noFill/>
                <a:ln w="63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81" name="图片 280">
                  <a:extLst>
                    <a:ext uri="{FF2B5EF4-FFF2-40B4-BE49-F238E27FC236}">
                      <a16:creationId xmlns:a16="http://schemas.microsoft.com/office/drawing/2014/main" id="{48D19F1E-60E1-01B0-1C8A-3545B1A62C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414529" y="4016069"/>
                  <a:ext cx="767950" cy="184054"/>
                </a:xfrm>
                <a:custGeom>
                  <a:avLst/>
                  <a:gdLst>
                    <a:gd name="connsiteX0" fmla="*/ -1 w 767950"/>
                    <a:gd name="connsiteY0" fmla="*/ -1 h 184054"/>
                    <a:gd name="connsiteX1" fmla="*/ 767950 w 767950"/>
                    <a:gd name="connsiteY1" fmla="*/ -1 h 184054"/>
                    <a:gd name="connsiteX2" fmla="*/ 767950 w 767950"/>
                    <a:gd name="connsiteY2" fmla="*/ 184054 h 184054"/>
                    <a:gd name="connsiteX3" fmla="*/ -1 w 767950"/>
                    <a:gd name="connsiteY3" fmla="*/ 184054 h 184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7950" h="184054">
                      <a:moveTo>
                        <a:pt x="-1" y="-1"/>
                      </a:moveTo>
                      <a:lnTo>
                        <a:pt x="767950" y="-1"/>
                      </a:lnTo>
                      <a:lnTo>
                        <a:pt x="767950" y="184054"/>
                      </a:lnTo>
                      <a:lnTo>
                        <a:pt x="-1" y="184054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82" name="图形 6">
                <a:extLst>
                  <a:ext uri="{FF2B5EF4-FFF2-40B4-BE49-F238E27FC236}">
                    <a16:creationId xmlns:a16="http://schemas.microsoft.com/office/drawing/2014/main" id="{3262642C-1A03-7D8F-B268-4BF47883AD08}"/>
                  </a:ext>
                </a:extLst>
              </p:cNvPr>
              <p:cNvGrpSpPr/>
              <p:nvPr/>
            </p:nvGrpSpPr>
            <p:grpSpPr>
              <a:xfrm>
                <a:off x="9126546" y="2543636"/>
                <a:ext cx="1586673" cy="190400"/>
                <a:chOff x="9126546" y="2543636"/>
                <a:chExt cx="1586673" cy="190400"/>
              </a:xfrm>
              <a:noFill/>
            </p:grpSpPr>
            <p:sp>
              <p:nvSpPr>
                <p:cNvPr id="283" name="任意多边形: 形状 282">
                  <a:extLst>
                    <a:ext uri="{FF2B5EF4-FFF2-40B4-BE49-F238E27FC236}">
                      <a16:creationId xmlns:a16="http://schemas.microsoft.com/office/drawing/2014/main" id="{EA922A85-B1C0-9B12-7718-5AC1CE200950}"/>
                    </a:ext>
                  </a:extLst>
                </p:cNvPr>
                <p:cNvSpPr/>
                <p:nvPr/>
              </p:nvSpPr>
              <p:spPr>
                <a:xfrm>
                  <a:off x="9126546" y="2543636"/>
                  <a:ext cx="1586673" cy="190400"/>
                </a:xfrm>
                <a:custGeom>
                  <a:avLst/>
                  <a:gdLst>
                    <a:gd name="connsiteX0" fmla="*/ 0 w 1586673"/>
                    <a:gd name="connsiteY0" fmla="*/ 0 h 190400"/>
                    <a:gd name="connsiteX1" fmla="*/ 1586674 w 1586673"/>
                    <a:gd name="connsiteY1" fmla="*/ 0 h 190400"/>
                    <a:gd name="connsiteX2" fmla="*/ 1586674 w 1586673"/>
                    <a:gd name="connsiteY2" fmla="*/ 190401 h 190400"/>
                    <a:gd name="connsiteX3" fmla="*/ 0 w 1586673"/>
                    <a:gd name="connsiteY3" fmla="*/ 190401 h 190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86673" h="190400">
                      <a:moveTo>
                        <a:pt x="0" y="0"/>
                      </a:moveTo>
                      <a:lnTo>
                        <a:pt x="1586674" y="0"/>
                      </a:lnTo>
                      <a:lnTo>
                        <a:pt x="1586674" y="190401"/>
                      </a:lnTo>
                      <a:lnTo>
                        <a:pt x="0" y="190401"/>
                      </a:lnTo>
                      <a:close/>
                    </a:path>
                  </a:pathLst>
                </a:custGeom>
                <a:noFill/>
                <a:ln w="63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84" name="图片 283">
                  <a:extLst>
                    <a:ext uri="{FF2B5EF4-FFF2-40B4-BE49-F238E27FC236}">
                      <a16:creationId xmlns:a16="http://schemas.microsoft.com/office/drawing/2014/main" id="{0614A860-3038-03F3-9C90-4D52FC95A1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29719" y="2562676"/>
                  <a:ext cx="1573980" cy="171360"/>
                </a:xfrm>
                <a:custGeom>
                  <a:avLst/>
                  <a:gdLst>
                    <a:gd name="connsiteX0" fmla="*/ -1 w 1573980"/>
                    <a:gd name="connsiteY0" fmla="*/ -1 h 171360"/>
                    <a:gd name="connsiteX1" fmla="*/ 1573980 w 1573980"/>
                    <a:gd name="connsiteY1" fmla="*/ -1 h 171360"/>
                    <a:gd name="connsiteX2" fmla="*/ 1573980 w 1573980"/>
                    <a:gd name="connsiteY2" fmla="*/ 171360 h 171360"/>
                    <a:gd name="connsiteX3" fmla="*/ -1 w 1573980"/>
                    <a:gd name="connsiteY3" fmla="*/ 171360 h 171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73980" h="171360">
                      <a:moveTo>
                        <a:pt x="-1" y="-1"/>
                      </a:moveTo>
                      <a:lnTo>
                        <a:pt x="1573980" y="-1"/>
                      </a:lnTo>
                      <a:lnTo>
                        <a:pt x="1573980" y="171360"/>
                      </a:lnTo>
                      <a:lnTo>
                        <a:pt x="-1" y="171360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285" name="图形 6">
              <a:extLst>
                <a:ext uri="{FF2B5EF4-FFF2-40B4-BE49-F238E27FC236}">
                  <a16:creationId xmlns:a16="http://schemas.microsoft.com/office/drawing/2014/main" id="{4CBEBFB0-982B-10A7-13AB-B570B02F6E9A}"/>
                </a:ext>
              </a:extLst>
            </p:cNvPr>
            <p:cNvGrpSpPr/>
            <p:nvPr/>
          </p:nvGrpSpPr>
          <p:grpSpPr>
            <a:xfrm>
              <a:off x="7565259" y="1918486"/>
              <a:ext cx="424466" cy="44426"/>
              <a:chOff x="7565259" y="1918486"/>
              <a:chExt cx="424466" cy="44426"/>
            </a:xfrm>
          </p:grpSpPr>
          <p:sp>
            <p:nvSpPr>
              <p:cNvPr id="286" name="任意多边形: 形状 285">
                <a:extLst>
                  <a:ext uri="{FF2B5EF4-FFF2-40B4-BE49-F238E27FC236}">
                    <a16:creationId xmlns:a16="http://schemas.microsoft.com/office/drawing/2014/main" id="{804BF277-194F-0486-F689-DE15DF41CA6A}"/>
                  </a:ext>
                </a:extLst>
              </p:cNvPr>
              <p:cNvSpPr/>
              <p:nvPr/>
            </p:nvSpPr>
            <p:spPr>
              <a:xfrm>
                <a:off x="7565259" y="1940700"/>
                <a:ext cx="391146" cy="6346"/>
              </a:xfrm>
              <a:custGeom>
                <a:avLst/>
                <a:gdLst>
                  <a:gd name="connsiteX0" fmla="*/ 0 w 391146"/>
                  <a:gd name="connsiteY0" fmla="*/ 0 h 6346"/>
                  <a:gd name="connsiteX1" fmla="*/ 391147 w 391146"/>
                  <a:gd name="connsiteY1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1146" h="6346">
                    <a:moveTo>
                      <a:pt x="0" y="0"/>
                    </a:moveTo>
                    <a:lnTo>
                      <a:pt x="391147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7" name="任意多边形: 形状 286">
                <a:extLst>
                  <a:ext uri="{FF2B5EF4-FFF2-40B4-BE49-F238E27FC236}">
                    <a16:creationId xmlns:a16="http://schemas.microsoft.com/office/drawing/2014/main" id="{AB77FC33-7014-09B3-4115-60A58F0BD32E}"/>
                  </a:ext>
                </a:extLst>
              </p:cNvPr>
              <p:cNvSpPr/>
              <p:nvPr/>
            </p:nvSpPr>
            <p:spPr>
              <a:xfrm>
                <a:off x="7945299" y="1918486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88" name="图形 6">
              <a:extLst>
                <a:ext uri="{FF2B5EF4-FFF2-40B4-BE49-F238E27FC236}">
                  <a16:creationId xmlns:a16="http://schemas.microsoft.com/office/drawing/2014/main" id="{4FCEA292-6EE2-9FF7-EF09-67E1F0C1DFD8}"/>
                </a:ext>
              </a:extLst>
            </p:cNvPr>
            <p:cNvGrpSpPr/>
            <p:nvPr/>
          </p:nvGrpSpPr>
          <p:grpSpPr>
            <a:xfrm>
              <a:off x="7565259" y="3473426"/>
              <a:ext cx="424466" cy="44426"/>
              <a:chOff x="7565259" y="3473426"/>
              <a:chExt cx="424466" cy="44426"/>
            </a:xfrm>
          </p:grpSpPr>
          <p:sp>
            <p:nvSpPr>
              <p:cNvPr id="289" name="任意多边形: 形状 288">
                <a:extLst>
                  <a:ext uri="{FF2B5EF4-FFF2-40B4-BE49-F238E27FC236}">
                    <a16:creationId xmlns:a16="http://schemas.microsoft.com/office/drawing/2014/main" id="{AE88E660-4D78-80FE-97E3-0D7121F00167}"/>
                  </a:ext>
                </a:extLst>
              </p:cNvPr>
              <p:cNvSpPr/>
              <p:nvPr/>
            </p:nvSpPr>
            <p:spPr>
              <a:xfrm>
                <a:off x="7565259" y="3495640"/>
                <a:ext cx="391146" cy="6346"/>
              </a:xfrm>
              <a:custGeom>
                <a:avLst/>
                <a:gdLst>
                  <a:gd name="connsiteX0" fmla="*/ 0 w 391146"/>
                  <a:gd name="connsiteY0" fmla="*/ 0 h 6346"/>
                  <a:gd name="connsiteX1" fmla="*/ 391147 w 391146"/>
                  <a:gd name="connsiteY1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1146" h="6346">
                    <a:moveTo>
                      <a:pt x="0" y="0"/>
                    </a:moveTo>
                    <a:lnTo>
                      <a:pt x="391147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0" name="任意多边形: 形状 289">
                <a:extLst>
                  <a:ext uri="{FF2B5EF4-FFF2-40B4-BE49-F238E27FC236}">
                    <a16:creationId xmlns:a16="http://schemas.microsoft.com/office/drawing/2014/main" id="{8BFA90AA-80DB-CD13-D70E-89DAD8F6D7A8}"/>
                  </a:ext>
                </a:extLst>
              </p:cNvPr>
              <p:cNvSpPr/>
              <p:nvPr/>
            </p:nvSpPr>
            <p:spPr>
              <a:xfrm>
                <a:off x="7945299" y="3473426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91" name="图形 6">
              <a:extLst>
                <a:ext uri="{FF2B5EF4-FFF2-40B4-BE49-F238E27FC236}">
                  <a16:creationId xmlns:a16="http://schemas.microsoft.com/office/drawing/2014/main" id="{026F60AD-0727-9322-0130-1394CE9C48F4}"/>
                </a:ext>
              </a:extLst>
            </p:cNvPr>
            <p:cNvGrpSpPr/>
            <p:nvPr/>
          </p:nvGrpSpPr>
          <p:grpSpPr>
            <a:xfrm>
              <a:off x="7565259" y="5509954"/>
              <a:ext cx="424466" cy="44426"/>
              <a:chOff x="7565259" y="5509954"/>
              <a:chExt cx="424466" cy="44426"/>
            </a:xfrm>
          </p:grpSpPr>
          <p:sp>
            <p:nvSpPr>
              <p:cNvPr id="292" name="任意多边形: 形状 291">
                <a:extLst>
                  <a:ext uri="{FF2B5EF4-FFF2-40B4-BE49-F238E27FC236}">
                    <a16:creationId xmlns:a16="http://schemas.microsoft.com/office/drawing/2014/main" id="{44B6A86F-5560-5393-3920-5976E4E23886}"/>
                  </a:ext>
                </a:extLst>
              </p:cNvPr>
              <p:cNvSpPr/>
              <p:nvPr/>
            </p:nvSpPr>
            <p:spPr>
              <a:xfrm>
                <a:off x="7565259" y="5526582"/>
                <a:ext cx="391146" cy="5775"/>
              </a:xfrm>
              <a:custGeom>
                <a:avLst/>
                <a:gdLst>
                  <a:gd name="connsiteX0" fmla="*/ 0 w 391146"/>
                  <a:gd name="connsiteY0" fmla="*/ 0 h 5775"/>
                  <a:gd name="connsiteX1" fmla="*/ 391147 w 391146"/>
                  <a:gd name="connsiteY1" fmla="*/ 5775 h 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1146" h="5775">
                    <a:moveTo>
                      <a:pt x="0" y="0"/>
                    </a:moveTo>
                    <a:lnTo>
                      <a:pt x="391147" y="5775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3" name="任意多边形: 形状 292">
                <a:extLst>
                  <a:ext uri="{FF2B5EF4-FFF2-40B4-BE49-F238E27FC236}">
                    <a16:creationId xmlns:a16="http://schemas.microsoft.com/office/drawing/2014/main" id="{B888B6E0-65A0-D521-CFE0-EAD813A1FB13}"/>
                  </a:ext>
                </a:extLst>
              </p:cNvPr>
              <p:cNvSpPr/>
              <p:nvPr/>
            </p:nvSpPr>
            <p:spPr>
              <a:xfrm>
                <a:off x="7944982" y="5509954"/>
                <a:ext cx="44744" cy="44426"/>
              </a:xfrm>
              <a:custGeom>
                <a:avLst/>
                <a:gdLst>
                  <a:gd name="connsiteX0" fmla="*/ 44745 w 44744"/>
                  <a:gd name="connsiteY0" fmla="*/ 22848 h 44426"/>
                  <a:gd name="connsiteX1" fmla="*/ 0 w 44744"/>
                  <a:gd name="connsiteY1" fmla="*/ 44427 h 44426"/>
                  <a:gd name="connsiteX2" fmla="*/ 11424 w 44744"/>
                  <a:gd name="connsiteY2" fmla="*/ 22404 h 44426"/>
                  <a:gd name="connsiteX3" fmla="*/ 635 w 44744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44" h="44426">
                    <a:moveTo>
                      <a:pt x="44745" y="22848"/>
                    </a:moveTo>
                    <a:lnTo>
                      <a:pt x="0" y="44427"/>
                    </a:lnTo>
                    <a:lnTo>
                      <a:pt x="11424" y="22404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94" name="图形 6">
            <a:extLst>
              <a:ext uri="{FF2B5EF4-FFF2-40B4-BE49-F238E27FC236}">
                <a16:creationId xmlns:a16="http://schemas.microsoft.com/office/drawing/2014/main" id="{86A6E44C-87EF-96EA-C095-723BD7B9A56B}"/>
              </a:ext>
            </a:extLst>
          </p:cNvPr>
          <p:cNvGrpSpPr/>
          <p:nvPr/>
        </p:nvGrpSpPr>
        <p:grpSpPr>
          <a:xfrm>
            <a:off x="82493" y="4555538"/>
            <a:ext cx="6587121" cy="1967475"/>
            <a:chOff x="82493" y="4555538"/>
            <a:chExt cx="6587121" cy="1967475"/>
          </a:xfrm>
        </p:grpSpPr>
        <p:sp>
          <p:nvSpPr>
            <p:cNvPr id="295" name="任意多边形: 形状 294">
              <a:extLst>
                <a:ext uri="{FF2B5EF4-FFF2-40B4-BE49-F238E27FC236}">
                  <a16:creationId xmlns:a16="http://schemas.microsoft.com/office/drawing/2014/main" id="{71B67577-B50E-E75E-950E-6E4457CF4093}"/>
                </a:ext>
              </a:extLst>
            </p:cNvPr>
            <p:cNvSpPr/>
            <p:nvPr/>
          </p:nvSpPr>
          <p:spPr>
            <a:xfrm>
              <a:off x="2289570" y="4555538"/>
              <a:ext cx="4196751" cy="1967475"/>
            </a:xfrm>
            <a:custGeom>
              <a:avLst/>
              <a:gdLst>
                <a:gd name="connsiteX0" fmla="*/ 4098378 w 4196751"/>
                <a:gd name="connsiteY0" fmla="*/ 0 h 1967475"/>
                <a:gd name="connsiteX1" fmla="*/ 4196752 w 4196751"/>
                <a:gd name="connsiteY1" fmla="*/ 98374 h 1967475"/>
                <a:gd name="connsiteX2" fmla="*/ 4196752 w 4196751"/>
                <a:gd name="connsiteY2" fmla="*/ 1869102 h 1967475"/>
                <a:gd name="connsiteX3" fmla="*/ 4098378 w 4196751"/>
                <a:gd name="connsiteY3" fmla="*/ 1967475 h 1967475"/>
                <a:gd name="connsiteX4" fmla="*/ 98374 w 4196751"/>
                <a:gd name="connsiteY4" fmla="*/ 1967475 h 1967475"/>
                <a:gd name="connsiteX5" fmla="*/ 0 w 4196751"/>
                <a:gd name="connsiteY5" fmla="*/ 1869102 h 1967475"/>
                <a:gd name="connsiteX6" fmla="*/ 0 w 4196751"/>
                <a:gd name="connsiteY6" fmla="*/ 98374 h 1967475"/>
                <a:gd name="connsiteX7" fmla="*/ 98374 w 4196751"/>
                <a:gd name="connsiteY7" fmla="*/ 0 h 1967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96751" h="1967475">
                  <a:moveTo>
                    <a:pt x="4098378" y="0"/>
                  </a:moveTo>
                  <a:cubicBezTo>
                    <a:pt x="4152708" y="0"/>
                    <a:pt x="4196752" y="44043"/>
                    <a:pt x="4196752" y="98374"/>
                  </a:cubicBezTo>
                  <a:lnTo>
                    <a:pt x="4196752" y="1869102"/>
                  </a:lnTo>
                  <a:cubicBezTo>
                    <a:pt x="4196752" y="1923432"/>
                    <a:pt x="4152708" y="1967475"/>
                    <a:pt x="4098378" y="1967475"/>
                  </a:cubicBezTo>
                  <a:lnTo>
                    <a:pt x="98374" y="1967475"/>
                  </a:lnTo>
                  <a:cubicBezTo>
                    <a:pt x="44043" y="1967475"/>
                    <a:pt x="0" y="1923432"/>
                    <a:pt x="0" y="1869102"/>
                  </a:cubicBezTo>
                  <a:lnTo>
                    <a:pt x="0" y="98374"/>
                  </a:lnTo>
                  <a:cubicBezTo>
                    <a:pt x="0" y="44043"/>
                    <a:pt x="44043" y="0"/>
                    <a:pt x="98374" y="0"/>
                  </a:cubicBezTo>
                  <a:close/>
                </a:path>
              </a:pathLst>
            </a:custGeom>
            <a:solidFill>
              <a:srgbClr val="FFF2CC"/>
            </a:solidFill>
            <a:ln w="6347" cap="flat">
              <a:solidFill>
                <a:srgbClr val="DBC06E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" name="任意多边形: 形状 295">
              <a:extLst>
                <a:ext uri="{FF2B5EF4-FFF2-40B4-BE49-F238E27FC236}">
                  <a16:creationId xmlns:a16="http://schemas.microsoft.com/office/drawing/2014/main" id="{7FADC43F-7ECD-1F58-EF7A-DD4BB0759782}"/>
                </a:ext>
              </a:extLst>
            </p:cNvPr>
            <p:cNvSpPr/>
            <p:nvPr/>
          </p:nvSpPr>
          <p:spPr>
            <a:xfrm>
              <a:off x="2424437" y="5634476"/>
              <a:ext cx="2982946" cy="825070"/>
            </a:xfrm>
            <a:custGeom>
              <a:avLst/>
              <a:gdLst>
                <a:gd name="connsiteX0" fmla="*/ 2941693 w 2982946"/>
                <a:gd name="connsiteY0" fmla="*/ 0 h 825070"/>
                <a:gd name="connsiteX1" fmla="*/ 2982947 w 2982946"/>
                <a:gd name="connsiteY1" fmla="*/ 41254 h 825070"/>
                <a:gd name="connsiteX2" fmla="*/ 2982947 w 2982946"/>
                <a:gd name="connsiteY2" fmla="*/ 783817 h 825070"/>
                <a:gd name="connsiteX3" fmla="*/ 2941693 w 2982946"/>
                <a:gd name="connsiteY3" fmla="*/ 825070 h 825070"/>
                <a:gd name="connsiteX4" fmla="*/ 41254 w 2982946"/>
                <a:gd name="connsiteY4" fmla="*/ 825070 h 825070"/>
                <a:gd name="connsiteX5" fmla="*/ 0 w 2982946"/>
                <a:gd name="connsiteY5" fmla="*/ 783817 h 825070"/>
                <a:gd name="connsiteX6" fmla="*/ 0 w 2982946"/>
                <a:gd name="connsiteY6" fmla="*/ 41254 h 825070"/>
                <a:gd name="connsiteX7" fmla="*/ 41254 w 2982946"/>
                <a:gd name="connsiteY7" fmla="*/ 0 h 82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82946" h="825070">
                  <a:moveTo>
                    <a:pt x="2941693" y="0"/>
                  </a:moveTo>
                  <a:cubicBezTo>
                    <a:pt x="2964477" y="0"/>
                    <a:pt x="2982947" y="18470"/>
                    <a:pt x="2982947" y="41254"/>
                  </a:cubicBezTo>
                  <a:lnTo>
                    <a:pt x="2982947" y="783817"/>
                  </a:lnTo>
                  <a:cubicBezTo>
                    <a:pt x="2982947" y="806600"/>
                    <a:pt x="2964477" y="825070"/>
                    <a:pt x="2941693" y="825070"/>
                  </a:cubicBezTo>
                  <a:lnTo>
                    <a:pt x="41254" y="825070"/>
                  </a:lnTo>
                  <a:cubicBezTo>
                    <a:pt x="18470" y="825070"/>
                    <a:pt x="0" y="806600"/>
                    <a:pt x="0" y="783817"/>
                  </a:cubicBezTo>
                  <a:lnTo>
                    <a:pt x="0" y="41254"/>
                  </a:lnTo>
                  <a:cubicBezTo>
                    <a:pt x="0" y="18470"/>
                    <a:pt x="18470" y="0"/>
                    <a:pt x="41254" y="0"/>
                  </a:cubicBezTo>
                  <a:close/>
                </a:path>
              </a:pathLst>
            </a:custGeom>
            <a:solidFill>
              <a:srgbClr val="FFFFDE"/>
            </a:solidFill>
            <a:ln w="6347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" name="任意多边形: 形状 296">
              <a:extLst>
                <a:ext uri="{FF2B5EF4-FFF2-40B4-BE49-F238E27FC236}">
                  <a16:creationId xmlns:a16="http://schemas.microsoft.com/office/drawing/2014/main" id="{E8035472-2342-AC66-77C9-59E057ECE2FD}"/>
                </a:ext>
              </a:extLst>
            </p:cNvPr>
            <p:cNvSpPr/>
            <p:nvPr/>
          </p:nvSpPr>
          <p:spPr>
            <a:xfrm>
              <a:off x="2424437" y="4682472"/>
              <a:ext cx="2982946" cy="825070"/>
            </a:xfrm>
            <a:custGeom>
              <a:avLst/>
              <a:gdLst>
                <a:gd name="connsiteX0" fmla="*/ 2941693 w 2982946"/>
                <a:gd name="connsiteY0" fmla="*/ 0 h 825070"/>
                <a:gd name="connsiteX1" fmla="*/ 2982947 w 2982946"/>
                <a:gd name="connsiteY1" fmla="*/ 41254 h 825070"/>
                <a:gd name="connsiteX2" fmla="*/ 2982947 w 2982946"/>
                <a:gd name="connsiteY2" fmla="*/ 783817 h 825070"/>
                <a:gd name="connsiteX3" fmla="*/ 2941693 w 2982946"/>
                <a:gd name="connsiteY3" fmla="*/ 825070 h 825070"/>
                <a:gd name="connsiteX4" fmla="*/ 41254 w 2982946"/>
                <a:gd name="connsiteY4" fmla="*/ 825070 h 825070"/>
                <a:gd name="connsiteX5" fmla="*/ 0 w 2982946"/>
                <a:gd name="connsiteY5" fmla="*/ 783817 h 825070"/>
                <a:gd name="connsiteX6" fmla="*/ 0 w 2982946"/>
                <a:gd name="connsiteY6" fmla="*/ 41254 h 825070"/>
                <a:gd name="connsiteX7" fmla="*/ 41254 w 2982946"/>
                <a:gd name="connsiteY7" fmla="*/ 0 h 82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82946" h="825070">
                  <a:moveTo>
                    <a:pt x="2941693" y="0"/>
                  </a:moveTo>
                  <a:cubicBezTo>
                    <a:pt x="2964477" y="0"/>
                    <a:pt x="2982947" y="18470"/>
                    <a:pt x="2982947" y="41254"/>
                  </a:cubicBezTo>
                  <a:lnTo>
                    <a:pt x="2982947" y="783817"/>
                  </a:lnTo>
                  <a:cubicBezTo>
                    <a:pt x="2982947" y="806600"/>
                    <a:pt x="2964477" y="825070"/>
                    <a:pt x="2941693" y="825070"/>
                  </a:cubicBezTo>
                  <a:lnTo>
                    <a:pt x="41254" y="825070"/>
                  </a:lnTo>
                  <a:cubicBezTo>
                    <a:pt x="18470" y="825070"/>
                    <a:pt x="0" y="806600"/>
                    <a:pt x="0" y="783817"/>
                  </a:cubicBezTo>
                  <a:lnTo>
                    <a:pt x="0" y="41254"/>
                  </a:lnTo>
                  <a:cubicBezTo>
                    <a:pt x="0" y="18470"/>
                    <a:pt x="18470" y="0"/>
                    <a:pt x="41254" y="0"/>
                  </a:cubicBezTo>
                  <a:close/>
                </a:path>
              </a:pathLst>
            </a:custGeom>
            <a:solidFill>
              <a:srgbClr val="FFFFDE"/>
            </a:solidFill>
            <a:ln w="6347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98" name="图形 6">
              <a:extLst>
                <a:ext uri="{FF2B5EF4-FFF2-40B4-BE49-F238E27FC236}">
                  <a16:creationId xmlns:a16="http://schemas.microsoft.com/office/drawing/2014/main" id="{C0C70E53-920A-F490-23D6-24EEA2A811CF}"/>
                </a:ext>
              </a:extLst>
            </p:cNvPr>
            <p:cNvGrpSpPr/>
            <p:nvPr/>
          </p:nvGrpSpPr>
          <p:grpSpPr>
            <a:xfrm>
              <a:off x="529948" y="5072793"/>
              <a:ext cx="300706" cy="44426"/>
              <a:chOff x="529948" y="5072793"/>
              <a:chExt cx="300706" cy="44426"/>
            </a:xfrm>
          </p:grpSpPr>
          <p:sp>
            <p:nvSpPr>
              <p:cNvPr id="299" name="任意多边形: 形状 298">
                <a:extLst>
                  <a:ext uri="{FF2B5EF4-FFF2-40B4-BE49-F238E27FC236}">
                    <a16:creationId xmlns:a16="http://schemas.microsoft.com/office/drawing/2014/main" id="{9597678B-D0E8-5FDE-B83F-015E362DAFDD}"/>
                  </a:ext>
                </a:extLst>
              </p:cNvPr>
              <p:cNvSpPr/>
              <p:nvPr/>
            </p:nvSpPr>
            <p:spPr>
              <a:xfrm>
                <a:off x="529948" y="5095007"/>
                <a:ext cx="267386" cy="6346"/>
              </a:xfrm>
              <a:custGeom>
                <a:avLst/>
                <a:gdLst>
                  <a:gd name="connsiteX0" fmla="*/ 0 w 267386"/>
                  <a:gd name="connsiteY0" fmla="*/ 0 h 6346"/>
                  <a:gd name="connsiteX1" fmla="*/ 267386 w 267386"/>
                  <a:gd name="connsiteY1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67386" h="6346">
                    <a:moveTo>
                      <a:pt x="0" y="0"/>
                    </a:moveTo>
                    <a:lnTo>
                      <a:pt x="267386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0" name="任意多边形: 形状 299">
                <a:extLst>
                  <a:ext uri="{FF2B5EF4-FFF2-40B4-BE49-F238E27FC236}">
                    <a16:creationId xmlns:a16="http://schemas.microsoft.com/office/drawing/2014/main" id="{948AC9E7-1B17-43AD-0A6C-BA981A9BFC0E}"/>
                  </a:ext>
                </a:extLst>
              </p:cNvPr>
              <p:cNvSpPr/>
              <p:nvPr/>
            </p:nvSpPr>
            <p:spPr>
              <a:xfrm>
                <a:off x="786228" y="5072793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01" name="任意多边形: 形状 300">
              <a:extLst>
                <a:ext uri="{FF2B5EF4-FFF2-40B4-BE49-F238E27FC236}">
                  <a16:creationId xmlns:a16="http://schemas.microsoft.com/office/drawing/2014/main" id="{487ADFCB-651E-5538-B420-EA0A1EFFF410}"/>
                </a:ext>
              </a:extLst>
            </p:cNvPr>
            <p:cNvSpPr/>
            <p:nvPr/>
          </p:nvSpPr>
          <p:spPr>
            <a:xfrm rot="-5400000">
              <a:off x="137662" y="4876387"/>
              <a:ext cx="333375" cy="443714"/>
            </a:xfrm>
            <a:custGeom>
              <a:avLst/>
              <a:gdLst>
                <a:gd name="connsiteX0" fmla="*/ 332911 w 333375"/>
                <a:gd name="connsiteY0" fmla="*/ 55927 h 443714"/>
                <a:gd name="connsiteX1" fmla="*/ 277397 w 333375"/>
                <a:gd name="connsiteY1" fmla="*/ 414 h 443714"/>
                <a:gd name="connsiteX2" fmla="*/ 221884 w 333375"/>
                <a:gd name="connsiteY2" fmla="*/ 55928 h 443714"/>
                <a:gd name="connsiteX3" fmla="*/ 261853 w 333375"/>
                <a:gd name="connsiteY3" fmla="*/ 109220 h 443714"/>
                <a:gd name="connsiteX4" fmla="*/ 261853 w 333375"/>
                <a:gd name="connsiteY4" fmla="*/ 164734 h 443714"/>
                <a:gd name="connsiteX5" fmla="*/ 166370 w 333375"/>
                <a:gd name="connsiteY5" fmla="*/ 259478 h 443714"/>
                <a:gd name="connsiteX6" fmla="*/ 70701 w 333375"/>
                <a:gd name="connsiteY6" fmla="*/ 164549 h 443714"/>
                <a:gd name="connsiteX7" fmla="*/ 70701 w 333375"/>
                <a:gd name="connsiteY7" fmla="*/ 109035 h 443714"/>
                <a:gd name="connsiteX8" fmla="*/ 108330 w 333375"/>
                <a:gd name="connsiteY8" fmla="*/ 40133 h 443714"/>
                <a:gd name="connsiteX9" fmla="*/ 39428 w 333375"/>
                <a:gd name="connsiteY9" fmla="*/ 2503 h 443714"/>
                <a:gd name="connsiteX10" fmla="*/ 1798 w 333375"/>
                <a:gd name="connsiteY10" fmla="*/ 71406 h 443714"/>
                <a:gd name="connsiteX11" fmla="*/ 39428 w 333375"/>
                <a:gd name="connsiteY11" fmla="*/ 109035 h 443714"/>
                <a:gd name="connsiteX12" fmla="*/ 39428 w 333375"/>
                <a:gd name="connsiteY12" fmla="*/ 177132 h 443714"/>
                <a:gd name="connsiteX13" fmla="*/ 150455 w 333375"/>
                <a:gd name="connsiteY13" fmla="*/ 288160 h 443714"/>
                <a:gd name="connsiteX14" fmla="*/ 150455 w 333375"/>
                <a:gd name="connsiteY14" fmla="*/ 335162 h 443714"/>
                <a:gd name="connsiteX15" fmla="*/ 112825 w 333375"/>
                <a:gd name="connsiteY15" fmla="*/ 404064 h 443714"/>
                <a:gd name="connsiteX16" fmla="*/ 181728 w 333375"/>
                <a:gd name="connsiteY16" fmla="*/ 441694 h 443714"/>
                <a:gd name="connsiteX17" fmla="*/ 219357 w 333375"/>
                <a:gd name="connsiteY17" fmla="*/ 372791 h 443714"/>
                <a:gd name="connsiteX18" fmla="*/ 181728 w 333375"/>
                <a:gd name="connsiteY18" fmla="*/ 335162 h 443714"/>
                <a:gd name="connsiteX19" fmla="*/ 181728 w 333375"/>
                <a:gd name="connsiteY19" fmla="*/ 288530 h 443714"/>
                <a:gd name="connsiteX20" fmla="*/ 292757 w 333375"/>
                <a:gd name="connsiteY20" fmla="*/ 177502 h 443714"/>
                <a:gd name="connsiteX21" fmla="*/ 292757 w 333375"/>
                <a:gd name="connsiteY21" fmla="*/ 109220 h 443714"/>
                <a:gd name="connsiteX22" fmla="*/ 332911 w 333375"/>
                <a:gd name="connsiteY22" fmla="*/ 55927 h 443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3375" h="443714">
                  <a:moveTo>
                    <a:pt x="332911" y="55927"/>
                  </a:moveTo>
                  <a:cubicBezTo>
                    <a:pt x="332911" y="25268"/>
                    <a:pt x="308056" y="414"/>
                    <a:pt x="277397" y="414"/>
                  </a:cubicBezTo>
                  <a:cubicBezTo>
                    <a:pt x="246738" y="414"/>
                    <a:pt x="221884" y="25268"/>
                    <a:pt x="221884" y="55928"/>
                  </a:cubicBezTo>
                  <a:cubicBezTo>
                    <a:pt x="221884" y="80600"/>
                    <a:pt x="238168" y="102312"/>
                    <a:pt x="261853" y="109220"/>
                  </a:cubicBezTo>
                  <a:lnTo>
                    <a:pt x="261853" y="164734"/>
                  </a:lnTo>
                  <a:lnTo>
                    <a:pt x="166370" y="259478"/>
                  </a:lnTo>
                  <a:lnTo>
                    <a:pt x="70701" y="164549"/>
                  </a:lnTo>
                  <a:lnTo>
                    <a:pt x="70701" y="109035"/>
                  </a:lnTo>
                  <a:cubicBezTo>
                    <a:pt x="100119" y="100399"/>
                    <a:pt x="116966" y="69551"/>
                    <a:pt x="108330" y="40133"/>
                  </a:cubicBezTo>
                  <a:cubicBezTo>
                    <a:pt x="99694" y="10715"/>
                    <a:pt x="68846" y="-6132"/>
                    <a:pt x="39428" y="2503"/>
                  </a:cubicBezTo>
                  <a:cubicBezTo>
                    <a:pt x="10010" y="11139"/>
                    <a:pt x="-6838" y="41988"/>
                    <a:pt x="1798" y="71406"/>
                  </a:cubicBezTo>
                  <a:cubicBezTo>
                    <a:pt x="7120" y="89535"/>
                    <a:pt x="21298" y="103713"/>
                    <a:pt x="39428" y="109035"/>
                  </a:cubicBezTo>
                  <a:lnTo>
                    <a:pt x="39428" y="177132"/>
                  </a:lnTo>
                  <a:lnTo>
                    <a:pt x="150455" y="288160"/>
                  </a:lnTo>
                  <a:lnTo>
                    <a:pt x="150455" y="335162"/>
                  </a:lnTo>
                  <a:cubicBezTo>
                    <a:pt x="121037" y="343797"/>
                    <a:pt x="104190" y="374646"/>
                    <a:pt x="112825" y="404064"/>
                  </a:cubicBezTo>
                  <a:cubicBezTo>
                    <a:pt x="121461" y="433482"/>
                    <a:pt x="152310" y="450329"/>
                    <a:pt x="181728" y="441694"/>
                  </a:cubicBezTo>
                  <a:cubicBezTo>
                    <a:pt x="211146" y="433058"/>
                    <a:pt x="227993" y="402209"/>
                    <a:pt x="219357" y="372791"/>
                  </a:cubicBezTo>
                  <a:cubicBezTo>
                    <a:pt x="214035" y="354662"/>
                    <a:pt x="199857" y="340484"/>
                    <a:pt x="181728" y="335162"/>
                  </a:cubicBezTo>
                  <a:lnTo>
                    <a:pt x="181728" y="288530"/>
                  </a:lnTo>
                  <a:lnTo>
                    <a:pt x="292757" y="177502"/>
                  </a:lnTo>
                  <a:lnTo>
                    <a:pt x="292757" y="109220"/>
                  </a:lnTo>
                  <a:cubicBezTo>
                    <a:pt x="316516" y="102380"/>
                    <a:pt x="332887" y="80652"/>
                    <a:pt x="332911" y="55927"/>
                  </a:cubicBezTo>
                  <a:close/>
                </a:path>
              </a:pathLst>
            </a:custGeom>
            <a:solidFill>
              <a:srgbClr val="2C2C2C"/>
            </a:solidFill>
            <a:ln w="4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02" name="图形 6">
              <a:extLst>
                <a:ext uri="{FF2B5EF4-FFF2-40B4-BE49-F238E27FC236}">
                  <a16:creationId xmlns:a16="http://schemas.microsoft.com/office/drawing/2014/main" id="{F2F48927-CCA4-4558-FD49-04470616F8EA}"/>
                </a:ext>
              </a:extLst>
            </p:cNvPr>
            <p:cNvGrpSpPr/>
            <p:nvPr/>
          </p:nvGrpSpPr>
          <p:grpSpPr>
            <a:xfrm>
              <a:off x="2107102" y="5072793"/>
              <a:ext cx="418120" cy="44426"/>
              <a:chOff x="2107102" y="5072793"/>
              <a:chExt cx="418120" cy="44426"/>
            </a:xfrm>
          </p:grpSpPr>
          <p:sp>
            <p:nvSpPr>
              <p:cNvPr id="303" name="任意多边形: 形状 302">
                <a:extLst>
                  <a:ext uri="{FF2B5EF4-FFF2-40B4-BE49-F238E27FC236}">
                    <a16:creationId xmlns:a16="http://schemas.microsoft.com/office/drawing/2014/main" id="{735D78CC-966D-47AB-1AFD-26B9780D11C9}"/>
                  </a:ext>
                </a:extLst>
              </p:cNvPr>
              <p:cNvSpPr/>
              <p:nvPr/>
            </p:nvSpPr>
            <p:spPr>
              <a:xfrm>
                <a:off x="2107102" y="5095007"/>
                <a:ext cx="384800" cy="6346"/>
              </a:xfrm>
              <a:custGeom>
                <a:avLst/>
                <a:gdLst>
                  <a:gd name="connsiteX0" fmla="*/ 0 w 384800"/>
                  <a:gd name="connsiteY0" fmla="*/ 0 h 6346"/>
                  <a:gd name="connsiteX1" fmla="*/ 384800 w 384800"/>
                  <a:gd name="connsiteY1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4800" h="6346">
                    <a:moveTo>
                      <a:pt x="0" y="0"/>
                    </a:moveTo>
                    <a:lnTo>
                      <a:pt x="384800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4" name="任意多边形: 形状 303">
                <a:extLst>
                  <a:ext uri="{FF2B5EF4-FFF2-40B4-BE49-F238E27FC236}">
                    <a16:creationId xmlns:a16="http://schemas.microsoft.com/office/drawing/2014/main" id="{8A15893F-C504-39A0-EDA6-8B0240184AAE}"/>
                  </a:ext>
                </a:extLst>
              </p:cNvPr>
              <p:cNvSpPr/>
              <p:nvPr/>
            </p:nvSpPr>
            <p:spPr>
              <a:xfrm>
                <a:off x="2480795" y="5072793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05" name="图形 6">
              <a:extLst>
                <a:ext uri="{FF2B5EF4-FFF2-40B4-BE49-F238E27FC236}">
                  <a16:creationId xmlns:a16="http://schemas.microsoft.com/office/drawing/2014/main" id="{7269DE21-79CD-B220-1C7D-1EDDC15AA1EA}"/>
                </a:ext>
              </a:extLst>
            </p:cNvPr>
            <p:cNvGrpSpPr/>
            <p:nvPr/>
          </p:nvGrpSpPr>
          <p:grpSpPr>
            <a:xfrm>
              <a:off x="2107102" y="5095007"/>
              <a:ext cx="418120" cy="974217"/>
              <a:chOff x="2107102" y="5095007"/>
              <a:chExt cx="418120" cy="974217"/>
            </a:xfrm>
          </p:grpSpPr>
          <p:sp>
            <p:nvSpPr>
              <p:cNvPr id="306" name="任意多边形: 形状 305">
                <a:extLst>
                  <a:ext uri="{FF2B5EF4-FFF2-40B4-BE49-F238E27FC236}">
                    <a16:creationId xmlns:a16="http://schemas.microsoft.com/office/drawing/2014/main" id="{06C04396-3A1B-53E3-4749-F7C06A2B0DA6}"/>
                  </a:ext>
                </a:extLst>
              </p:cNvPr>
              <p:cNvSpPr/>
              <p:nvPr/>
            </p:nvSpPr>
            <p:spPr>
              <a:xfrm>
                <a:off x="2107102" y="5095007"/>
                <a:ext cx="384800" cy="952004"/>
              </a:xfrm>
              <a:custGeom>
                <a:avLst/>
                <a:gdLst>
                  <a:gd name="connsiteX0" fmla="*/ 0 w 384800"/>
                  <a:gd name="connsiteY0" fmla="*/ 0 h 952004"/>
                  <a:gd name="connsiteX1" fmla="*/ 149147 w 384800"/>
                  <a:gd name="connsiteY1" fmla="*/ 0 h 952004"/>
                  <a:gd name="connsiteX2" fmla="*/ 212614 w 384800"/>
                  <a:gd name="connsiteY2" fmla="*/ 63467 h 952004"/>
                  <a:gd name="connsiteX3" fmla="*/ 212614 w 384800"/>
                  <a:gd name="connsiteY3" fmla="*/ 888537 h 952004"/>
                  <a:gd name="connsiteX4" fmla="*/ 276081 w 384800"/>
                  <a:gd name="connsiteY4" fmla="*/ 952004 h 952004"/>
                  <a:gd name="connsiteX5" fmla="*/ 384800 w 384800"/>
                  <a:gd name="connsiteY5" fmla="*/ 952004 h 95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4800" h="952004">
                    <a:moveTo>
                      <a:pt x="0" y="0"/>
                    </a:moveTo>
                    <a:lnTo>
                      <a:pt x="149147" y="0"/>
                    </a:lnTo>
                    <a:cubicBezTo>
                      <a:pt x="191459" y="0"/>
                      <a:pt x="212614" y="21156"/>
                      <a:pt x="212614" y="63467"/>
                    </a:cubicBezTo>
                    <a:lnTo>
                      <a:pt x="212614" y="888537"/>
                    </a:lnTo>
                    <a:cubicBezTo>
                      <a:pt x="212614" y="930849"/>
                      <a:pt x="233770" y="952004"/>
                      <a:pt x="276081" y="952004"/>
                    </a:cubicBezTo>
                    <a:lnTo>
                      <a:pt x="384800" y="952004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7" name="任意多边形: 形状 306">
                <a:extLst>
                  <a:ext uri="{FF2B5EF4-FFF2-40B4-BE49-F238E27FC236}">
                    <a16:creationId xmlns:a16="http://schemas.microsoft.com/office/drawing/2014/main" id="{1082F596-321E-61F3-B8BC-73D57AC699C0}"/>
                  </a:ext>
                </a:extLst>
              </p:cNvPr>
              <p:cNvSpPr/>
              <p:nvPr/>
            </p:nvSpPr>
            <p:spPr>
              <a:xfrm>
                <a:off x="2480795" y="6024798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08" name="图形 6">
              <a:extLst>
                <a:ext uri="{FF2B5EF4-FFF2-40B4-BE49-F238E27FC236}">
                  <a16:creationId xmlns:a16="http://schemas.microsoft.com/office/drawing/2014/main" id="{2ED4D816-2C56-CDB5-B384-7B471116F53D}"/>
                </a:ext>
              </a:extLst>
            </p:cNvPr>
            <p:cNvGrpSpPr/>
            <p:nvPr/>
          </p:nvGrpSpPr>
          <p:grpSpPr>
            <a:xfrm>
              <a:off x="837763" y="4872873"/>
              <a:ext cx="1269338" cy="444268"/>
              <a:chOff x="837763" y="4872873"/>
              <a:chExt cx="1269338" cy="444268"/>
            </a:xfrm>
            <a:solidFill>
              <a:srgbClr val="FFF2CC"/>
            </a:solidFill>
          </p:grpSpPr>
          <p:sp>
            <p:nvSpPr>
              <p:cNvPr id="309" name="任意多边形: 形状 308">
                <a:extLst>
                  <a:ext uri="{FF2B5EF4-FFF2-40B4-BE49-F238E27FC236}">
                    <a16:creationId xmlns:a16="http://schemas.microsoft.com/office/drawing/2014/main" id="{AD92A5F0-D39D-EB9A-5BB9-1C86D0378ABA}"/>
                  </a:ext>
                </a:extLst>
              </p:cNvPr>
              <p:cNvSpPr/>
              <p:nvPr/>
            </p:nvSpPr>
            <p:spPr>
              <a:xfrm>
                <a:off x="837763" y="4872873"/>
                <a:ext cx="1269338" cy="444268"/>
              </a:xfrm>
              <a:custGeom>
                <a:avLst/>
                <a:gdLst>
                  <a:gd name="connsiteX0" fmla="*/ 1202699 w 1269338"/>
                  <a:gd name="connsiteY0" fmla="*/ 0 h 444268"/>
                  <a:gd name="connsiteX1" fmla="*/ 1269339 w 1269338"/>
                  <a:gd name="connsiteY1" fmla="*/ 66640 h 444268"/>
                  <a:gd name="connsiteX2" fmla="*/ 1269339 w 1269338"/>
                  <a:gd name="connsiteY2" fmla="*/ 377628 h 444268"/>
                  <a:gd name="connsiteX3" fmla="*/ 1202699 w 1269338"/>
                  <a:gd name="connsiteY3" fmla="*/ 444269 h 444268"/>
                  <a:gd name="connsiteX4" fmla="*/ 66640 w 1269338"/>
                  <a:gd name="connsiteY4" fmla="*/ 444269 h 444268"/>
                  <a:gd name="connsiteX5" fmla="*/ 0 w 1269338"/>
                  <a:gd name="connsiteY5" fmla="*/ 377628 h 444268"/>
                  <a:gd name="connsiteX6" fmla="*/ 0 w 1269338"/>
                  <a:gd name="connsiteY6" fmla="*/ 66640 h 444268"/>
                  <a:gd name="connsiteX7" fmla="*/ 66640 w 1269338"/>
                  <a:gd name="connsiteY7" fmla="*/ 0 h 444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69338" h="444268">
                    <a:moveTo>
                      <a:pt x="1202699" y="0"/>
                    </a:moveTo>
                    <a:cubicBezTo>
                      <a:pt x="1239503" y="0"/>
                      <a:pt x="1269339" y="29836"/>
                      <a:pt x="1269339" y="66640"/>
                    </a:cubicBezTo>
                    <a:lnTo>
                      <a:pt x="1269339" y="377628"/>
                    </a:lnTo>
                    <a:cubicBezTo>
                      <a:pt x="1269339" y="414433"/>
                      <a:pt x="1239503" y="444269"/>
                      <a:pt x="1202699" y="444269"/>
                    </a:cubicBezTo>
                    <a:lnTo>
                      <a:pt x="66640" y="444269"/>
                    </a:lnTo>
                    <a:cubicBezTo>
                      <a:pt x="29836" y="444269"/>
                      <a:pt x="0" y="414433"/>
                      <a:pt x="0" y="377628"/>
                    </a:cubicBezTo>
                    <a:lnTo>
                      <a:pt x="0" y="66640"/>
                    </a:lnTo>
                    <a:cubicBezTo>
                      <a:pt x="0" y="29836"/>
                      <a:pt x="29836" y="0"/>
                      <a:pt x="66640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6347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10" name="图片 309">
                <a:extLst>
                  <a:ext uri="{FF2B5EF4-FFF2-40B4-BE49-F238E27FC236}">
                    <a16:creationId xmlns:a16="http://schemas.microsoft.com/office/drawing/2014/main" id="{5DA56D1B-C3F0-9C17-5D4F-2BFA294618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40937" y="5018846"/>
                <a:ext cx="1256645" cy="171360"/>
              </a:xfrm>
              <a:custGeom>
                <a:avLst/>
                <a:gdLst>
                  <a:gd name="connsiteX0" fmla="*/ -1 w 1256645"/>
                  <a:gd name="connsiteY0" fmla="*/ -1 h 171360"/>
                  <a:gd name="connsiteX1" fmla="*/ 1256645 w 1256645"/>
                  <a:gd name="connsiteY1" fmla="*/ -1 h 171360"/>
                  <a:gd name="connsiteX2" fmla="*/ 1256645 w 1256645"/>
                  <a:gd name="connsiteY2" fmla="*/ 171360 h 171360"/>
                  <a:gd name="connsiteX3" fmla="*/ -1 w 1256645"/>
                  <a:gd name="connsiteY3" fmla="*/ 171360 h 171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6645" h="171360">
                    <a:moveTo>
                      <a:pt x="-1" y="-1"/>
                    </a:moveTo>
                    <a:lnTo>
                      <a:pt x="1256645" y="-1"/>
                    </a:lnTo>
                    <a:lnTo>
                      <a:pt x="1256645" y="171360"/>
                    </a:lnTo>
                    <a:lnTo>
                      <a:pt x="-1" y="171360"/>
                    </a:lnTo>
                    <a:close/>
                  </a:path>
                </a:pathLst>
              </a:custGeom>
            </p:spPr>
          </p:pic>
        </p:grpSp>
        <p:grpSp>
          <p:nvGrpSpPr>
            <p:cNvPr id="311" name="图形 6">
              <a:extLst>
                <a:ext uri="{FF2B5EF4-FFF2-40B4-BE49-F238E27FC236}">
                  <a16:creationId xmlns:a16="http://schemas.microsoft.com/office/drawing/2014/main" id="{8EC805D3-EA4D-0D4E-A221-C3209021C935}"/>
                </a:ext>
              </a:extLst>
            </p:cNvPr>
            <p:cNvGrpSpPr/>
            <p:nvPr/>
          </p:nvGrpSpPr>
          <p:grpSpPr>
            <a:xfrm>
              <a:off x="5883385" y="5571009"/>
              <a:ext cx="171360" cy="44426"/>
              <a:chOff x="5883385" y="5571009"/>
              <a:chExt cx="171360" cy="44426"/>
            </a:xfrm>
          </p:grpSpPr>
          <p:sp>
            <p:nvSpPr>
              <p:cNvPr id="312" name="任意多边形: 形状 311">
                <a:extLst>
                  <a:ext uri="{FF2B5EF4-FFF2-40B4-BE49-F238E27FC236}">
                    <a16:creationId xmlns:a16="http://schemas.microsoft.com/office/drawing/2014/main" id="{011E4A79-C782-EA7E-98B4-2205EEC3CD98}"/>
                  </a:ext>
                </a:extLst>
              </p:cNvPr>
              <p:cNvSpPr/>
              <p:nvPr/>
            </p:nvSpPr>
            <p:spPr>
              <a:xfrm>
                <a:off x="5883385" y="5593222"/>
                <a:ext cx="171360" cy="6346"/>
              </a:xfrm>
              <a:custGeom>
                <a:avLst/>
                <a:gdLst>
                  <a:gd name="connsiteX0" fmla="*/ 44427 w 171360"/>
                  <a:gd name="connsiteY0" fmla="*/ 0 h 6346"/>
                  <a:gd name="connsiteX1" fmla="*/ 171361 w 171360"/>
                  <a:gd name="connsiteY1" fmla="*/ 0 h 6346"/>
                  <a:gd name="connsiteX2" fmla="*/ 0 w 171360"/>
                  <a:gd name="connsiteY2" fmla="*/ 0 h 6346"/>
                  <a:gd name="connsiteX3" fmla="*/ 86505 w 171360"/>
                  <a:gd name="connsiteY3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360" h="6346">
                    <a:moveTo>
                      <a:pt x="44427" y="0"/>
                    </a:moveTo>
                    <a:lnTo>
                      <a:pt x="171361" y="0"/>
                    </a:lnTo>
                    <a:lnTo>
                      <a:pt x="0" y="0"/>
                    </a:lnTo>
                    <a:lnTo>
                      <a:pt x="86505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3" name="任意多边形: 形状 312">
                <a:extLst>
                  <a:ext uri="{FF2B5EF4-FFF2-40B4-BE49-F238E27FC236}">
                    <a16:creationId xmlns:a16="http://schemas.microsoft.com/office/drawing/2014/main" id="{AE117E52-59D8-A982-E70A-9DF51C651C52}"/>
                  </a:ext>
                </a:extLst>
              </p:cNvPr>
              <p:cNvSpPr/>
              <p:nvPr/>
            </p:nvSpPr>
            <p:spPr>
              <a:xfrm>
                <a:off x="5958784" y="5571009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14" name="图形 6">
              <a:extLst>
                <a:ext uri="{FF2B5EF4-FFF2-40B4-BE49-F238E27FC236}">
                  <a16:creationId xmlns:a16="http://schemas.microsoft.com/office/drawing/2014/main" id="{600BF93A-412D-7FAB-6A00-94403F4E2D98}"/>
                </a:ext>
              </a:extLst>
            </p:cNvPr>
            <p:cNvGrpSpPr/>
            <p:nvPr/>
          </p:nvGrpSpPr>
          <p:grpSpPr>
            <a:xfrm>
              <a:off x="5610477" y="5053753"/>
              <a:ext cx="317334" cy="1078938"/>
              <a:chOff x="5610477" y="5053753"/>
              <a:chExt cx="317334" cy="1078938"/>
            </a:xfrm>
            <a:solidFill>
              <a:srgbClr val="DAE8FC"/>
            </a:solidFill>
          </p:grpSpPr>
          <p:sp>
            <p:nvSpPr>
              <p:cNvPr id="315" name="任意多边形: 形状 314">
                <a:extLst>
                  <a:ext uri="{FF2B5EF4-FFF2-40B4-BE49-F238E27FC236}">
                    <a16:creationId xmlns:a16="http://schemas.microsoft.com/office/drawing/2014/main" id="{B98E13E3-2131-9344-981D-38C99DB864F4}"/>
                  </a:ext>
                </a:extLst>
              </p:cNvPr>
              <p:cNvSpPr/>
              <p:nvPr/>
            </p:nvSpPr>
            <p:spPr>
              <a:xfrm>
                <a:off x="5610477" y="5053753"/>
                <a:ext cx="317334" cy="1078938"/>
              </a:xfrm>
              <a:custGeom>
                <a:avLst/>
                <a:gdLst>
                  <a:gd name="connsiteX0" fmla="*/ 269735 w 317334"/>
                  <a:gd name="connsiteY0" fmla="*/ 0 h 1078938"/>
                  <a:gd name="connsiteX1" fmla="*/ 317335 w 317334"/>
                  <a:gd name="connsiteY1" fmla="*/ 47600 h 1078938"/>
                  <a:gd name="connsiteX2" fmla="*/ 317335 w 317334"/>
                  <a:gd name="connsiteY2" fmla="*/ 1031338 h 1078938"/>
                  <a:gd name="connsiteX3" fmla="*/ 269735 w 317334"/>
                  <a:gd name="connsiteY3" fmla="*/ 1078938 h 1078938"/>
                  <a:gd name="connsiteX4" fmla="*/ 47600 w 317334"/>
                  <a:gd name="connsiteY4" fmla="*/ 1078938 h 1078938"/>
                  <a:gd name="connsiteX5" fmla="*/ 0 w 317334"/>
                  <a:gd name="connsiteY5" fmla="*/ 1031338 h 1078938"/>
                  <a:gd name="connsiteX6" fmla="*/ 0 w 317334"/>
                  <a:gd name="connsiteY6" fmla="*/ 47600 h 1078938"/>
                  <a:gd name="connsiteX7" fmla="*/ 47600 w 317334"/>
                  <a:gd name="connsiteY7" fmla="*/ 0 h 1078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7334" h="1078938">
                    <a:moveTo>
                      <a:pt x="269735" y="0"/>
                    </a:moveTo>
                    <a:cubicBezTo>
                      <a:pt x="296023" y="0"/>
                      <a:pt x="317335" y="21311"/>
                      <a:pt x="317335" y="47600"/>
                    </a:cubicBezTo>
                    <a:lnTo>
                      <a:pt x="317335" y="1031338"/>
                    </a:lnTo>
                    <a:cubicBezTo>
                      <a:pt x="317335" y="1057627"/>
                      <a:pt x="296023" y="1078938"/>
                      <a:pt x="269735" y="1078938"/>
                    </a:cubicBezTo>
                    <a:lnTo>
                      <a:pt x="47600" y="1078938"/>
                    </a:lnTo>
                    <a:cubicBezTo>
                      <a:pt x="21311" y="1078938"/>
                      <a:pt x="0" y="1057627"/>
                      <a:pt x="0" y="1031338"/>
                    </a:cubicBezTo>
                    <a:lnTo>
                      <a:pt x="0" y="47600"/>
                    </a:lnTo>
                    <a:cubicBezTo>
                      <a:pt x="0" y="21311"/>
                      <a:pt x="21311" y="0"/>
                      <a:pt x="4760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16" name="图片 315">
                <a:extLst>
                  <a:ext uri="{FF2B5EF4-FFF2-40B4-BE49-F238E27FC236}">
                    <a16:creationId xmlns:a16="http://schemas.microsoft.com/office/drawing/2014/main" id="{2A73ECA5-23A4-0BAC-1806-73F795040F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613651" y="5139434"/>
                <a:ext cx="304641" cy="945657"/>
              </a:xfrm>
              <a:custGeom>
                <a:avLst/>
                <a:gdLst>
                  <a:gd name="connsiteX0" fmla="*/ -1 w 304641"/>
                  <a:gd name="connsiteY0" fmla="*/ -1 h 945657"/>
                  <a:gd name="connsiteX1" fmla="*/ 304641 w 304641"/>
                  <a:gd name="connsiteY1" fmla="*/ -1 h 945657"/>
                  <a:gd name="connsiteX2" fmla="*/ 304641 w 304641"/>
                  <a:gd name="connsiteY2" fmla="*/ 945657 h 945657"/>
                  <a:gd name="connsiteX3" fmla="*/ -1 w 304641"/>
                  <a:gd name="connsiteY3" fmla="*/ 945657 h 945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641" h="945657">
                    <a:moveTo>
                      <a:pt x="-1" y="-1"/>
                    </a:moveTo>
                    <a:lnTo>
                      <a:pt x="304641" y="-1"/>
                    </a:lnTo>
                    <a:lnTo>
                      <a:pt x="304641" y="945657"/>
                    </a:lnTo>
                    <a:lnTo>
                      <a:pt x="-1" y="945657"/>
                    </a:lnTo>
                    <a:close/>
                  </a:path>
                </a:pathLst>
              </a:custGeom>
            </p:spPr>
          </p:pic>
        </p:grpSp>
        <p:grpSp>
          <p:nvGrpSpPr>
            <p:cNvPr id="317" name="图形 6">
              <a:extLst>
                <a:ext uri="{FF2B5EF4-FFF2-40B4-BE49-F238E27FC236}">
                  <a16:creationId xmlns:a16="http://schemas.microsoft.com/office/drawing/2014/main" id="{C3F0789F-079A-36DA-880E-C9E021C40FDE}"/>
                </a:ext>
              </a:extLst>
            </p:cNvPr>
            <p:cNvGrpSpPr/>
            <p:nvPr/>
          </p:nvGrpSpPr>
          <p:grpSpPr>
            <a:xfrm>
              <a:off x="6327654" y="5568280"/>
              <a:ext cx="341959" cy="44426"/>
              <a:chOff x="6327654" y="5568280"/>
              <a:chExt cx="341959" cy="44426"/>
            </a:xfrm>
          </p:grpSpPr>
          <p:sp>
            <p:nvSpPr>
              <p:cNvPr id="318" name="任意多边形: 形状 317">
                <a:extLst>
                  <a:ext uri="{FF2B5EF4-FFF2-40B4-BE49-F238E27FC236}">
                    <a16:creationId xmlns:a16="http://schemas.microsoft.com/office/drawing/2014/main" id="{2096D8E4-4821-22CF-BA3C-6B5882EF64DC}"/>
                  </a:ext>
                </a:extLst>
              </p:cNvPr>
              <p:cNvSpPr/>
              <p:nvPr/>
            </p:nvSpPr>
            <p:spPr>
              <a:xfrm>
                <a:off x="6327654" y="5590430"/>
                <a:ext cx="308639" cy="2792"/>
              </a:xfrm>
              <a:custGeom>
                <a:avLst/>
                <a:gdLst>
                  <a:gd name="connsiteX0" fmla="*/ 0 w 308639"/>
                  <a:gd name="connsiteY0" fmla="*/ 2793 h 2792"/>
                  <a:gd name="connsiteX1" fmla="*/ 308640 w 308639"/>
                  <a:gd name="connsiteY1" fmla="*/ 0 h 2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639" h="2792">
                    <a:moveTo>
                      <a:pt x="0" y="2793"/>
                    </a:moveTo>
                    <a:lnTo>
                      <a:pt x="308640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9" name="任意多边形: 形状 318">
                <a:extLst>
                  <a:ext uri="{FF2B5EF4-FFF2-40B4-BE49-F238E27FC236}">
                    <a16:creationId xmlns:a16="http://schemas.microsoft.com/office/drawing/2014/main" id="{79802895-3E00-CDCC-D3D2-36784F2EBD0C}"/>
                  </a:ext>
                </a:extLst>
              </p:cNvPr>
              <p:cNvSpPr/>
              <p:nvPr/>
            </p:nvSpPr>
            <p:spPr>
              <a:xfrm>
                <a:off x="6624996" y="5568280"/>
                <a:ext cx="44617" cy="44426"/>
              </a:xfrm>
              <a:custGeom>
                <a:avLst/>
                <a:gdLst>
                  <a:gd name="connsiteX0" fmla="*/ 44617 w 44617"/>
                  <a:gd name="connsiteY0" fmla="*/ 21833 h 44426"/>
                  <a:gd name="connsiteX1" fmla="*/ 381 w 44617"/>
                  <a:gd name="connsiteY1" fmla="*/ 44427 h 44426"/>
                  <a:gd name="connsiteX2" fmla="*/ 11297 w 44617"/>
                  <a:gd name="connsiteY2" fmla="*/ 22150 h 44426"/>
                  <a:gd name="connsiteX3" fmla="*/ 0 w 44617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17" h="44426">
                    <a:moveTo>
                      <a:pt x="44617" y="21833"/>
                    </a:moveTo>
                    <a:lnTo>
                      <a:pt x="381" y="44427"/>
                    </a:lnTo>
                    <a:lnTo>
                      <a:pt x="11297" y="221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20" name="图形 6">
              <a:extLst>
                <a:ext uri="{FF2B5EF4-FFF2-40B4-BE49-F238E27FC236}">
                  <a16:creationId xmlns:a16="http://schemas.microsoft.com/office/drawing/2014/main" id="{8BA1877C-59B6-02BF-76CC-18F947772035}"/>
                </a:ext>
              </a:extLst>
            </p:cNvPr>
            <p:cNvGrpSpPr/>
            <p:nvPr/>
          </p:nvGrpSpPr>
          <p:grpSpPr>
            <a:xfrm>
              <a:off x="6010319" y="5053753"/>
              <a:ext cx="317334" cy="1078938"/>
              <a:chOff x="6010319" y="5053753"/>
              <a:chExt cx="317334" cy="1078938"/>
            </a:xfrm>
            <a:solidFill>
              <a:srgbClr val="6EA0BF"/>
            </a:solidFill>
          </p:grpSpPr>
          <p:sp>
            <p:nvSpPr>
              <p:cNvPr id="321" name="任意多边形: 形状 320">
                <a:extLst>
                  <a:ext uri="{FF2B5EF4-FFF2-40B4-BE49-F238E27FC236}">
                    <a16:creationId xmlns:a16="http://schemas.microsoft.com/office/drawing/2014/main" id="{F23C980B-2F1E-CF42-70F0-CB592FD22536}"/>
                  </a:ext>
                </a:extLst>
              </p:cNvPr>
              <p:cNvSpPr/>
              <p:nvPr/>
            </p:nvSpPr>
            <p:spPr>
              <a:xfrm rot="10800000" flipV="1">
                <a:off x="6010319" y="5053753"/>
                <a:ext cx="317334" cy="1078938"/>
              </a:xfrm>
              <a:custGeom>
                <a:avLst/>
                <a:gdLst>
                  <a:gd name="connsiteX0" fmla="*/ 269735 w 317334"/>
                  <a:gd name="connsiteY0" fmla="*/ 0 h 1078938"/>
                  <a:gd name="connsiteX1" fmla="*/ 317335 w 317334"/>
                  <a:gd name="connsiteY1" fmla="*/ 47600 h 1078938"/>
                  <a:gd name="connsiteX2" fmla="*/ 317335 w 317334"/>
                  <a:gd name="connsiteY2" fmla="*/ 1031338 h 1078938"/>
                  <a:gd name="connsiteX3" fmla="*/ 269735 w 317334"/>
                  <a:gd name="connsiteY3" fmla="*/ 1078938 h 1078938"/>
                  <a:gd name="connsiteX4" fmla="*/ 47600 w 317334"/>
                  <a:gd name="connsiteY4" fmla="*/ 1078938 h 1078938"/>
                  <a:gd name="connsiteX5" fmla="*/ 0 w 317334"/>
                  <a:gd name="connsiteY5" fmla="*/ 1031338 h 1078938"/>
                  <a:gd name="connsiteX6" fmla="*/ 0 w 317334"/>
                  <a:gd name="connsiteY6" fmla="*/ 47600 h 1078938"/>
                  <a:gd name="connsiteX7" fmla="*/ 47600 w 317334"/>
                  <a:gd name="connsiteY7" fmla="*/ 0 h 1078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7334" h="1078938">
                    <a:moveTo>
                      <a:pt x="269735" y="0"/>
                    </a:moveTo>
                    <a:cubicBezTo>
                      <a:pt x="296023" y="0"/>
                      <a:pt x="317335" y="21311"/>
                      <a:pt x="317335" y="47600"/>
                    </a:cubicBezTo>
                    <a:lnTo>
                      <a:pt x="317335" y="1031338"/>
                    </a:lnTo>
                    <a:cubicBezTo>
                      <a:pt x="317335" y="1057627"/>
                      <a:pt x="296023" y="1078938"/>
                      <a:pt x="269735" y="1078938"/>
                    </a:cubicBezTo>
                    <a:lnTo>
                      <a:pt x="47600" y="1078938"/>
                    </a:lnTo>
                    <a:cubicBezTo>
                      <a:pt x="21311" y="1078938"/>
                      <a:pt x="0" y="1057627"/>
                      <a:pt x="0" y="1031338"/>
                    </a:cubicBezTo>
                    <a:lnTo>
                      <a:pt x="0" y="47600"/>
                    </a:lnTo>
                    <a:cubicBezTo>
                      <a:pt x="0" y="21311"/>
                      <a:pt x="21311" y="0"/>
                      <a:pt x="47600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347" cap="flat">
                <a:solidFill>
                  <a:srgbClr val="6080A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22" name="图片 321">
                <a:extLst>
                  <a:ext uri="{FF2B5EF4-FFF2-40B4-BE49-F238E27FC236}">
                    <a16:creationId xmlns:a16="http://schemas.microsoft.com/office/drawing/2014/main" id="{2C0D9E1C-0C5D-7648-4DE6-85B7DE96D3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13492" y="5367915"/>
                <a:ext cx="304641" cy="488695"/>
              </a:xfrm>
              <a:custGeom>
                <a:avLst/>
                <a:gdLst>
                  <a:gd name="connsiteX0" fmla="*/ -1 w 304641"/>
                  <a:gd name="connsiteY0" fmla="*/ -1 h 488695"/>
                  <a:gd name="connsiteX1" fmla="*/ 304641 w 304641"/>
                  <a:gd name="connsiteY1" fmla="*/ -1 h 488695"/>
                  <a:gd name="connsiteX2" fmla="*/ 304641 w 304641"/>
                  <a:gd name="connsiteY2" fmla="*/ 488695 h 488695"/>
                  <a:gd name="connsiteX3" fmla="*/ -1 w 304641"/>
                  <a:gd name="connsiteY3" fmla="*/ 488695 h 488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641" h="488695">
                    <a:moveTo>
                      <a:pt x="-1" y="-1"/>
                    </a:moveTo>
                    <a:lnTo>
                      <a:pt x="304641" y="-1"/>
                    </a:lnTo>
                    <a:lnTo>
                      <a:pt x="304641" y="488695"/>
                    </a:lnTo>
                    <a:lnTo>
                      <a:pt x="-1" y="488695"/>
                    </a:lnTo>
                    <a:close/>
                  </a:path>
                </a:pathLst>
              </a:custGeom>
            </p:spPr>
          </p:pic>
        </p:grpSp>
        <p:grpSp>
          <p:nvGrpSpPr>
            <p:cNvPr id="323" name="图形 6">
              <a:extLst>
                <a:ext uri="{FF2B5EF4-FFF2-40B4-BE49-F238E27FC236}">
                  <a16:creationId xmlns:a16="http://schemas.microsoft.com/office/drawing/2014/main" id="{121E9EE1-4FD2-8ACB-4342-BF8C00043450}"/>
                </a:ext>
              </a:extLst>
            </p:cNvPr>
            <p:cNvGrpSpPr/>
            <p:nvPr/>
          </p:nvGrpSpPr>
          <p:grpSpPr>
            <a:xfrm>
              <a:off x="5280449" y="5095007"/>
              <a:ext cx="322919" cy="523602"/>
              <a:chOff x="5280449" y="5095007"/>
              <a:chExt cx="322919" cy="523602"/>
            </a:xfrm>
          </p:grpSpPr>
          <p:sp>
            <p:nvSpPr>
              <p:cNvPr id="324" name="任意多边形: 形状 323">
                <a:extLst>
                  <a:ext uri="{FF2B5EF4-FFF2-40B4-BE49-F238E27FC236}">
                    <a16:creationId xmlns:a16="http://schemas.microsoft.com/office/drawing/2014/main" id="{19C92509-AA26-153A-AD87-6C7C9AE74C90}"/>
                  </a:ext>
                </a:extLst>
              </p:cNvPr>
              <p:cNvSpPr/>
              <p:nvPr/>
            </p:nvSpPr>
            <p:spPr>
              <a:xfrm>
                <a:off x="5280449" y="5095007"/>
                <a:ext cx="289599" cy="501388"/>
              </a:xfrm>
              <a:custGeom>
                <a:avLst/>
                <a:gdLst>
                  <a:gd name="connsiteX0" fmla="*/ 0 w 289599"/>
                  <a:gd name="connsiteY0" fmla="*/ 0 h 501388"/>
                  <a:gd name="connsiteX1" fmla="*/ 126934 w 289599"/>
                  <a:gd name="connsiteY1" fmla="*/ 0 h 501388"/>
                  <a:gd name="connsiteX2" fmla="*/ 190401 w 289599"/>
                  <a:gd name="connsiteY2" fmla="*/ 63467 h 501388"/>
                  <a:gd name="connsiteX3" fmla="*/ 190401 w 289599"/>
                  <a:gd name="connsiteY3" fmla="*/ 437922 h 501388"/>
                  <a:gd name="connsiteX4" fmla="*/ 240032 w 289599"/>
                  <a:gd name="connsiteY4" fmla="*/ 501389 h 501388"/>
                  <a:gd name="connsiteX5" fmla="*/ 289600 w 289599"/>
                  <a:gd name="connsiteY5" fmla="*/ 501389 h 501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9599" h="501388">
                    <a:moveTo>
                      <a:pt x="0" y="0"/>
                    </a:moveTo>
                    <a:lnTo>
                      <a:pt x="126934" y="0"/>
                    </a:lnTo>
                    <a:cubicBezTo>
                      <a:pt x="169245" y="0"/>
                      <a:pt x="190401" y="21156"/>
                      <a:pt x="190401" y="63467"/>
                    </a:cubicBezTo>
                    <a:lnTo>
                      <a:pt x="190401" y="437922"/>
                    </a:lnTo>
                    <a:cubicBezTo>
                      <a:pt x="190401" y="480233"/>
                      <a:pt x="206945" y="501389"/>
                      <a:pt x="240032" y="501389"/>
                    </a:cubicBezTo>
                    <a:lnTo>
                      <a:pt x="289600" y="501389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5" name="任意多边形: 形状 324">
                <a:extLst>
                  <a:ext uri="{FF2B5EF4-FFF2-40B4-BE49-F238E27FC236}">
                    <a16:creationId xmlns:a16="http://schemas.microsoft.com/office/drawing/2014/main" id="{777CE3AE-D542-C304-1ED3-66A3C2C90074}"/>
                  </a:ext>
                </a:extLst>
              </p:cNvPr>
              <p:cNvSpPr/>
              <p:nvPr/>
            </p:nvSpPr>
            <p:spPr>
              <a:xfrm>
                <a:off x="5558942" y="5574182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26" name="图形 6">
              <a:extLst>
                <a:ext uri="{FF2B5EF4-FFF2-40B4-BE49-F238E27FC236}">
                  <a16:creationId xmlns:a16="http://schemas.microsoft.com/office/drawing/2014/main" id="{5FF66316-1EB6-4F49-575E-021ACCE349B9}"/>
                </a:ext>
              </a:extLst>
            </p:cNvPr>
            <p:cNvGrpSpPr/>
            <p:nvPr/>
          </p:nvGrpSpPr>
          <p:grpSpPr>
            <a:xfrm>
              <a:off x="5286796" y="5571009"/>
              <a:ext cx="316573" cy="476002"/>
              <a:chOff x="5286796" y="5571009"/>
              <a:chExt cx="316573" cy="476002"/>
            </a:xfrm>
          </p:grpSpPr>
          <p:sp>
            <p:nvSpPr>
              <p:cNvPr id="327" name="任意多边形: 形状 326">
                <a:extLst>
                  <a:ext uri="{FF2B5EF4-FFF2-40B4-BE49-F238E27FC236}">
                    <a16:creationId xmlns:a16="http://schemas.microsoft.com/office/drawing/2014/main" id="{F7A73C4C-184F-0DF3-71CC-675EFD2069F9}"/>
                  </a:ext>
                </a:extLst>
              </p:cNvPr>
              <p:cNvSpPr/>
              <p:nvPr/>
            </p:nvSpPr>
            <p:spPr>
              <a:xfrm>
                <a:off x="5286796" y="5593222"/>
                <a:ext cx="283253" cy="453788"/>
              </a:xfrm>
              <a:custGeom>
                <a:avLst/>
                <a:gdLst>
                  <a:gd name="connsiteX0" fmla="*/ 0 w 283253"/>
                  <a:gd name="connsiteY0" fmla="*/ 453789 h 453788"/>
                  <a:gd name="connsiteX1" fmla="*/ 120587 w 283253"/>
                  <a:gd name="connsiteY1" fmla="*/ 453789 h 453788"/>
                  <a:gd name="connsiteX2" fmla="*/ 184054 w 283253"/>
                  <a:gd name="connsiteY2" fmla="*/ 390322 h 453788"/>
                  <a:gd name="connsiteX3" fmla="*/ 184054 w 283253"/>
                  <a:gd name="connsiteY3" fmla="*/ 63467 h 453788"/>
                  <a:gd name="connsiteX4" fmla="*/ 233685 w 283253"/>
                  <a:gd name="connsiteY4" fmla="*/ 0 h 453788"/>
                  <a:gd name="connsiteX5" fmla="*/ 283253 w 283253"/>
                  <a:gd name="connsiteY5" fmla="*/ 0 h 45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3253" h="453788">
                    <a:moveTo>
                      <a:pt x="0" y="453789"/>
                    </a:moveTo>
                    <a:lnTo>
                      <a:pt x="120587" y="453789"/>
                    </a:lnTo>
                    <a:cubicBezTo>
                      <a:pt x="162899" y="453789"/>
                      <a:pt x="184054" y="432633"/>
                      <a:pt x="184054" y="390322"/>
                    </a:cubicBezTo>
                    <a:lnTo>
                      <a:pt x="184054" y="63467"/>
                    </a:lnTo>
                    <a:cubicBezTo>
                      <a:pt x="184054" y="21156"/>
                      <a:pt x="200598" y="0"/>
                      <a:pt x="233685" y="0"/>
                    </a:cubicBezTo>
                    <a:lnTo>
                      <a:pt x="283253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8" name="任意多边形: 形状 327">
                <a:extLst>
                  <a:ext uri="{FF2B5EF4-FFF2-40B4-BE49-F238E27FC236}">
                    <a16:creationId xmlns:a16="http://schemas.microsoft.com/office/drawing/2014/main" id="{4737D262-1E79-10F4-5625-AFD17D14DC81}"/>
                  </a:ext>
                </a:extLst>
              </p:cNvPr>
              <p:cNvSpPr/>
              <p:nvPr/>
            </p:nvSpPr>
            <p:spPr>
              <a:xfrm>
                <a:off x="5558942" y="5571009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29" name="图形 6">
              <a:extLst>
                <a:ext uri="{FF2B5EF4-FFF2-40B4-BE49-F238E27FC236}">
                  <a16:creationId xmlns:a16="http://schemas.microsoft.com/office/drawing/2014/main" id="{4C9B7D68-2B55-9F10-D94E-F7555B76903D}"/>
                </a:ext>
              </a:extLst>
            </p:cNvPr>
            <p:cNvGrpSpPr/>
            <p:nvPr/>
          </p:nvGrpSpPr>
          <p:grpSpPr>
            <a:xfrm>
              <a:off x="5413730" y="5520235"/>
              <a:ext cx="133280" cy="184054"/>
              <a:chOff x="5413730" y="5520235"/>
              <a:chExt cx="133280" cy="184054"/>
            </a:xfrm>
            <a:solidFill>
              <a:srgbClr val="FFFFFF"/>
            </a:solidFill>
          </p:grpSpPr>
          <p:sp>
            <p:nvSpPr>
              <p:cNvPr id="330" name="任意多边形: 形状 329">
                <a:extLst>
                  <a:ext uri="{FF2B5EF4-FFF2-40B4-BE49-F238E27FC236}">
                    <a16:creationId xmlns:a16="http://schemas.microsoft.com/office/drawing/2014/main" id="{60810375-9290-7E61-BC5D-1417E0265E08}"/>
                  </a:ext>
                </a:extLst>
              </p:cNvPr>
              <p:cNvSpPr/>
              <p:nvPr/>
            </p:nvSpPr>
            <p:spPr>
              <a:xfrm>
                <a:off x="5413730" y="5526582"/>
                <a:ext cx="133280" cy="133280"/>
              </a:xfrm>
              <a:custGeom>
                <a:avLst/>
                <a:gdLst>
                  <a:gd name="connsiteX0" fmla="*/ 133281 w 133280"/>
                  <a:gd name="connsiteY0" fmla="*/ 66640 h 133280"/>
                  <a:gd name="connsiteX1" fmla="*/ 66640 w 133280"/>
                  <a:gd name="connsiteY1" fmla="*/ 133281 h 133280"/>
                  <a:gd name="connsiteX2" fmla="*/ 0 w 133280"/>
                  <a:gd name="connsiteY2" fmla="*/ 66640 h 133280"/>
                  <a:gd name="connsiteX3" fmla="*/ 66640 w 133280"/>
                  <a:gd name="connsiteY3" fmla="*/ 0 h 133280"/>
                  <a:gd name="connsiteX4" fmla="*/ 133281 w 133280"/>
                  <a:gd name="connsiteY4" fmla="*/ 66640 h 13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280" h="133280">
                    <a:moveTo>
                      <a:pt x="133281" y="66640"/>
                    </a:moveTo>
                    <a:cubicBezTo>
                      <a:pt x="133281" y="103445"/>
                      <a:pt x="103445" y="133281"/>
                      <a:pt x="66640" y="133281"/>
                    </a:cubicBezTo>
                    <a:cubicBezTo>
                      <a:pt x="29836" y="133281"/>
                      <a:pt x="0" y="103445"/>
                      <a:pt x="0" y="66640"/>
                    </a:cubicBezTo>
                    <a:cubicBezTo>
                      <a:pt x="0" y="29836"/>
                      <a:pt x="29836" y="0"/>
                      <a:pt x="66640" y="0"/>
                    </a:cubicBezTo>
                    <a:cubicBezTo>
                      <a:pt x="103445" y="0"/>
                      <a:pt x="133281" y="29836"/>
                      <a:pt x="133281" y="666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31" name="图片 330">
                <a:extLst>
                  <a:ext uri="{FF2B5EF4-FFF2-40B4-BE49-F238E27FC236}">
                    <a16:creationId xmlns:a16="http://schemas.microsoft.com/office/drawing/2014/main" id="{84C443DA-B712-589E-2764-0002883BE7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16903" y="5520235"/>
                <a:ext cx="120587" cy="184054"/>
              </a:xfrm>
              <a:custGeom>
                <a:avLst/>
                <a:gdLst>
                  <a:gd name="connsiteX0" fmla="*/ -1 w 120587"/>
                  <a:gd name="connsiteY0" fmla="*/ -1 h 184054"/>
                  <a:gd name="connsiteX1" fmla="*/ 120587 w 120587"/>
                  <a:gd name="connsiteY1" fmla="*/ -1 h 184054"/>
                  <a:gd name="connsiteX2" fmla="*/ 120587 w 120587"/>
                  <a:gd name="connsiteY2" fmla="*/ 184054 h 184054"/>
                  <a:gd name="connsiteX3" fmla="*/ -1 w 120587"/>
                  <a:gd name="connsiteY3" fmla="*/ 184054 h 184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587" h="184054">
                    <a:moveTo>
                      <a:pt x="-1" y="-1"/>
                    </a:moveTo>
                    <a:lnTo>
                      <a:pt x="120587" y="-1"/>
                    </a:lnTo>
                    <a:lnTo>
                      <a:pt x="120587" y="184054"/>
                    </a:lnTo>
                    <a:lnTo>
                      <a:pt x="-1" y="184054"/>
                    </a:lnTo>
                    <a:close/>
                  </a:path>
                </a:pathLst>
              </a:custGeom>
            </p:spPr>
          </p:pic>
        </p:grpSp>
        <p:grpSp>
          <p:nvGrpSpPr>
            <p:cNvPr id="332" name="图形 6">
              <a:extLst>
                <a:ext uri="{FF2B5EF4-FFF2-40B4-BE49-F238E27FC236}">
                  <a16:creationId xmlns:a16="http://schemas.microsoft.com/office/drawing/2014/main" id="{D40A8531-E7B6-30F4-0BD1-EF88E6AB670E}"/>
                </a:ext>
              </a:extLst>
            </p:cNvPr>
            <p:cNvGrpSpPr/>
            <p:nvPr/>
          </p:nvGrpSpPr>
          <p:grpSpPr>
            <a:xfrm>
              <a:off x="2779852" y="5072793"/>
              <a:ext cx="133280" cy="44426"/>
              <a:chOff x="2779852" y="5072793"/>
              <a:chExt cx="133280" cy="44426"/>
            </a:xfrm>
          </p:grpSpPr>
          <p:sp>
            <p:nvSpPr>
              <p:cNvPr id="333" name="任意多边形: 形状 332">
                <a:extLst>
                  <a:ext uri="{FF2B5EF4-FFF2-40B4-BE49-F238E27FC236}">
                    <a16:creationId xmlns:a16="http://schemas.microsoft.com/office/drawing/2014/main" id="{1C6D8C97-9F60-97AE-06CB-247FE5E72E7B}"/>
                  </a:ext>
                </a:extLst>
              </p:cNvPr>
              <p:cNvSpPr/>
              <p:nvPr/>
            </p:nvSpPr>
            <p:spPr>
              <a:xfrm>
                <a:off x="2779852" y="5095007"/>
                <a:ext cx="133280" cy="6346"/>
              </a:xfrm>
              <a:custGeom>
                <a:avLst/>
                <a:gdLst>
                  <a:gd name="connsiteX0" fmla="*/ 6347 w 133280"/>
                  <a:gd name="connsiteY0" fmla="*/ 0 h 6346"/>
                  <a:gd name="connsiteX1" fmla="*/ 133281 w 133280"/>
                  <a:gd name="connsiteY1" fmla="*/ 0 h 6346"/>
                  <a:gd name="connsiteX2" fmla="*/ 0 w 133280"/>
                  <a:gd name="connsiteY2" fmla="*/ 0 h 6346"/>
                  <a:gd name="connsiteX3" fmla="*/ 86505 w 133280"/>
                  <a:gd name="connsiteY3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280" h="6346">
                    <a:moveTo>
                      <a:pt x="6347" y="0"/>
                    </a:moveTo>
                    <a:lnTo>
                      <a:pt x="133281" y="0"/>
                    </a:lnTo>
                    <a:lnTo>
                      <a:pt x="0" y="0"/>
                    </a:lnTo>
                    <a:lnTo>
                      <a:pt x="86505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4" name="任意多边形: 形状 333">
                <a:extLst>
                  <a:ext uri="{FF2B5EF4-FFF2-40B4-BE49-F238E27FC236}">
                    <a16:creationId xmlns:a16="http://schemas.microsoft.com/office/drawing/2014/main" id="{57C51541-3D9F-3B14-9CD0-05807CB6AEE1}"/>
                  </a:ext>
                </a:extLst>
              </p:cNvPr>
              <p:cNvSpPr/>
              <p:nvPr/>
            </p:nvSpPr>
            <p:spPr>
              <a:xfrm>
                <a:off x="2855250" y="5072793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35" name="图形 6">
              <a:extLst>
                <a:ext uri="{FF2B5EF4-FFF2-40B4-BE49-F238E27FC236}">
                  <a16:creationId xmlns:a16="http://schemas.microsoft.com/office/drawing/2014/main" id="{269406B1-FDF7-8A6C-7C1E-E50195541ACD}"/>
                </a:ext>
              </a:extLst>
            </p:cNvPr>
            <p:cNvGrpSpPr/>
            <p:nvPr/>
          </p:nvGrpSpPr>
          <p:grpSpPr>
            <a:xfrm>
              <a:off x="2532331" y="4790365"/>
              <a:ext cx="253867" cy="641016"/>
              <a:chOff x="2532331" y="4790365"/>
              <a:chExt cx="253867" cy="641016"/>
            </a:xfrm>
            <a:solidFill>
              <a:srgbClr val="DAE8FC"/>
            </a:solidFill>
          </p:grpSpPr>
          <p:sp>
            <p:nvSpPr>
              <p:cNvPr id="336" name="任意多边形: 形状 335">
                <a:extLst>
                  <a:ext uri="{FF2B5EF4-FFF2-40B4-BE49-F238E27FC236}">
                    <a16:creationId xmlns:a16="http://schemas.microsoft.com/office/drawing/2014/main" id="{88CC2D22-74E9-08B3-CB71-98D102EFEA6B}"/>
                  </a:ext>
                </a:extLst>
              </p:cNvPr>
              <p:cNvSpPr/>
              <p:nvPr/>
            </p:nvSpPr>
            <p:spPr>
              <a:xfrm>
                <a:off x="2532331" y="4793539"/>
                <a:ext cx="253867" cy="602935"/>
              </a:xfrm>
              <a:custGeom>
                <a:avLst/>
                <a:gdLst>
                  <a:gd name="connsiteX0" fmla="*/ 215788 w 253867"/>
                  <a:gd name="connsiteY0" fmla="*/ 0 h 602935"/>
                  <a:gd name="connsiteX1" fmla="*/ 253868 w 253867"/>
                  <a:gd name="connsiteY1" fmla="*/ 38080 h 602935"/>
                  <a:gd name="connsiteX2" fmla="*/ 253868 w 253867"/>
                  <a:gd name="connsiteY2" fmla="*/ 564856 h 602935"/>
                  <a:gd name="connsiteX3" fmla="*/ 215788 w 253867"/>
                  <a:gd name="connsiteY3" fmla="*/ 602936 h 602935"/>
                  <a:gd name="connsiteX4" fmla="*/ 38080 w 253867"/>
                  <a:gd name="connsiteY4" fmla="*/ 602936 h 602935"/>
                  <a:gd name="connsiteX5" fmla="*/ 0 w 253867"/>
                  <a:gd name="connsiteY5" fmla="*/ 564856 h 602935"/>
                  <a:gd name="connsiteX6" fmla="*/ 0 w 253867"/>
                  <a:gd name="connsiteY6" fmla="*/ 38080 h 602935"/>
                  <a:gd name="connsiteX7" fmla="*/ 38080 w 253867"/>
                  <a:gd name="connsiteY7" fmla="*/ 0 h 60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3867" h="602935">
                    <a:moveTo>
                      <a:pt x="215788" y="0"/>
                    </a:moveTo>
                    <a:cubicBezTo>
                      <a:pt x="236819" y="0"/>
                      <a:pt x="253868" y="17049"/>
                      <a:pt x="253868" y="38080"/>
                    </a:cubicBezTo>
                    <a:lnTo>
                      <a:pt x="253868" y="564856"/>
                    </a:lnTo>
                    <a:cubicBezTo>
                      <a:pt x="253868" y="585887"/>
                      <a:pt x="236819" y="602936"/>
                      <a:pt x="215788" y="602936"/>
                    </a:cubicBezTo>
                    <a:lnTo>
                      <a:pt x="38080" y="602936"/>
                    </a:lnTo>
                    <a:cubicBezTo>
                      <a:pt x="17049" y="602936"/>
                      <a:pt x="0" y="585887"/>
                      <a:pt x="0" y="564856"/>
                    </a:cubicBezTo>
                    <a:lnTo>
                      <a:pt x="0" y="38080"/>
                    </a:lnTo>
                    <a:cubicBezTo>
                      <a:pt x="0" y="17049"/>
                      <a:pt x="17049" y="0"/>
                      <a:pt x="3808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37" name="图片 336">
                <a:extLst>
                  <a:ext uri="{FF2B5EF4-FFF2-40B4-BE49-F238E27FC236}">
                    <a16:creationId xmlns:a16="http://schemas.microsoft.com/office/drawing/2014/main" id="{847A62A4-55D8-3F58-BCD8-9CC6558961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535504" y="4790365"/>
                <a:ext cx="241174" cy="641016"/>
              </a:xfrm>
              <a:custGeom>
                <a:avLst/>
                <a:gdLst>
                  <a:gd name="connsiteX0" fmla="*/ -1 w 241174"/>
                  <a:gd name="connsiteY0" fmla="*/ -1 h 641016"/>
                  <a:gd name="connsiteX1" fmla="*/ 241174 w 241174"/>
                  <a:gd name="connsiteY1" fmla="*/ -1 h 641016"/>
                  <a:gd name="connsiteX2" fmla="*/ 241174 w 241174"/>
                  <a:gd name="connsiteY2" fmla="*/ 641016 h 641016"/>
                  <a:gd name="connsiteX3" fmla="*/ -1 w 241174"/>
                  <a:gd name="connsiteY3" fmla="*/ 641016 h 641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1174" h="641016">
                    <a:moveTo>
                      <a:pt x="-1" y="-1"/>
                    </a:moveTo>
                    <a:lnTo>
                      <a:pt x="241174" y="-1"/>
                    </a:lnTo>
                    <a:lnTo>
                      <a:pt x="241174" y="641016"/>
                    </a:lnTo>
                    <a:lnTo>
                      <a:pt x="-1" y="641016"/>
                    </a:lnTo>
                    <a:close/>
                  </a:path>
                </a:pathLst>
              </a:custGeom>
            </p:spPr>
          </p:pic>
        </p:grpSp>
        <p:grpSp>
          <p:nvGrpSpPr>
            <p:cNvPr id="338" name="图形 6">
              <a:extLst>
                <a:ext uri="{FF2B5EF4-FFF2-40B4-BE49-F238E27FC236}">
                  <a16:creationId xmlns:a16="http://schemas.microsoft.com/office/drawing/2014/main" id="{B8F217CD-7508-2E07-5E84-DBA413837D8A}"/>
                </a:ext>
              </a:extLst>
            </p:cNvPr>
            <p:cNvGrpSpPr/>
            <p:nvPr/>
          </p:nvGrpSpPr>
          <p:grpSpPr>
            <a:xfrm>
              <a:off x="3604922" y="5072793"/>
              <a:ext cx="126933" cy="44426"/>
              <a:chOff x="3604922" y="5072793"/>
              <a:chExt cx="126933" cy="44426"/>
            </a:xfrm>
          </p:grpSpPr>
          <p:sp>
            <p:nvSpPr>
              <p:cNvPr id="339" name="任意多边形: 形状 338">
                <a:extLst>
                  <a:ext uri="{FF2B5EF4-FFF2-40B4-BE49-F238E27FC236}">
                    <a16:creationId xmlns:a16="http://schemas.microsoft.com/office/drawing/2014/main" id="{900C136C-C1F1-7EA7-F429-2A6DD66CE44C}"/>
                  </a:ext>
                </a:extLst>
              </p:cNvPr>
              <p:cNvSpPr/>
              <p:nvPr/>
            </p:nvSpPr>
            <p:spPr>
              <a:xfrm>
                <a:off x="3604922" y="5095007"/>
                <a:ext cx="126933" cy="6346"/>
              </a:xfrm>
              <a:custGeom>
                <a:avLst/>
                <a:gdLst>
                  <a:gd name="connsiteX0" fmla="*/ 0 w 126933"/>
                  <a:gd name="connsiteY0" fmla="*/ 0 h 6346"/>
                  <a:gd name="connsiteX1" fmla="*/ 126934 w 126933"/>
                  <a:gd name="connsiteY1" fmla="*/ 0 h 6346"/>
                  <a:gd name="connsiteX2" fmla="*/ 0 w 126933"/>
                  <a:gd name="connsiteY2" fmla="*/ 0 h 6346"/>
                  <a:gd name="connsiteX3" fmla="*/ 86505 w 126933"/>
                  <a:gd name="connsiteY3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933" h="6346">
                    <a:moveTo>
                      <a:pt x="0" y="0"/>
                    </a:moveTo>
                    <a:lnTo>
                      <a:pt x="126934" y="0"/>
                    </a:lnTo>
                    <a:lnTo>
                      <a:pt x="0" y="0"/>
                    </a:lnTo>
                    <a:lnTo>
                      <a:pt x="86505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0" name="任意多边形: 形状 339">
                <a:extLst>
                  <a:ext uri="{FF2B5EF4-FFF2-40B4-BE49-F238E27FC236}">
                    <a16:creationId xmlns:a16="http://schemas.microsoft.com/office/drawing/2014/main" id="{F07596C3-33E4-88E7-4D66-F4ED5C982227}"/>
                  </a:ext>
                </a:extLst>
              </p:cNvPr>
              <p:cNvSpPr/>
              <p:nvPr/>
            </p:nvSpPr>
            <p:spPr>
              <a:xfrm>
                <a:off x="3680321" y="5072793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41" name="图形 6">
              <a:extLst>
                <a:ext uri="{FF2B5EF4-FFF2-40B4-BE49-F238E27FC236}">
                  <a16:creationId xmlns:a16="http://schemas.microsoft.com/office/drawing/2014/main" id="{AFB5BD61-14E9-9AD5-457F-8FFB07167D67}"/>
                </a:ext>
              </a:extLst>
            </p:cNvPr>
            <p:cNvGrpSpPr/>
            <p:nvPr/>
          </p:nvGrpSpPr>
          <p:grpSpPr>
            <a:xfrm>
              <a:off x="2906786" y="4999806"/>
              <a:ext cx="698136" cy="203094"/>
              <a:chOff x="2906786" y="4999806"/>
              <a:chExt cx="698136" cy="203094"/>
            </a:xfrm>
            <a:solidFill>
              <a:srgbClr val="DAE8FC"/>
            </a:solidFill>
          </p:grpSpPr>
          <p:sp>
            <p:nvSpPr>
              <p:cNvPr id="342" name="任意多边形: 形状 341">
                <a:extLst>
                  <a:ext uri="{FF2B5EF4-FFF2-40B4-BE49-F238E27FC236}">
                    <a16:creationId xmlns:a16="http://schemas.microsoft.com/office/drawing/2014/main" id="{054247BF-626D-41CC-BE60-1212BFEE5468}"/>
                  </a:ext>
                </a:extLst>
              </p:cNvPr>
              <p:cNvSpPr/>
              <p:nvPr/>
            </p:nvSpPr>
            <p:spPr>
              <a:xfrm>
                <a:off x="2906786" y="4999806"/>
                <a:ext cx="698136" cy="190400"/>
              </a:xfrm>
              <a:custGeom>
                <a:avLst/>
                <a:gdLst>
                  <a:gd name="connsiteX0" fmla="*/ 669576 w 698136"/>
                  <a:gd name="connsiteY0" fmla="*/ 0 h 190400"/>
                  <a:gd name="connsiteX1" fmla="*/ 698136 w 698136"/>
                  <a:gd name="connsiteY1" fmla="*/ 28560 h 190400"/>
                  <a:gd name="connsiteX2" fmla="*/ 698136 w 698136"/>
                  <a:gd name="connsiteY2" fmla="*/ 161841 h 190400"/>
                  <a:gd name="connsiteX3" fmla="*/ 669576 w 698136"/>
                  <a:gd name="connsiteY3" fmla="*/ 190401 h 190400"/>
                  <a:gd name="connsiteX4" fmla="*/ 28560 w 698136"/>
                  <a:gd name="connsiteY4" fmla="*/ 190401 h 190400"/>
                  <a:gd name="connsiteX5" fmla="*/ 0 w 698136"/>
                  <a:gd name="connsiteY5" fmla="*/ 161841 h 190400"/>
                  <a:gd name="connsiteX6" fmla="*/ 0 w 698136"/>
                  <a:gd name="connsiteY6" fmla="*/ 28560 h 190400"/>
                  <a:gd name="connsiteX7" fmla="*/ 28560 w 698136"/>
                  <a:gd name="connsiteY7" fmla="*/ 0 h 19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98136" h="190400">
                    <a:moveTo>
                      <a:pt x="669576" y="0"/>
                    </a:moveTo>
                    <a:cubicBezTo>
                      <a:pt x="685350" y="0"/>
                      <a:pt x="698136" y="12787"/>
                      <a:pt x="698136" y="28560"/>
                    </a:cubicBezTo>
                    <a:lnTo>
                      <a:pt x="698136" y="161841"/>
                    </a:lnTo>
                    <a:cubicBezTo>
                      <a:pt x="698136" y="177614"/>
                      <a:pt x="685350" y="190401"/>
                      <a:pt x="669576" y="190401"/>
                    </a:cubicBezTo>
                    <a:lnTo>
                      <a:pt x="28560" y="190401"/>
                    </a:lnTo>
                    <a:cubicBezTo>
                      <a:pt x="12787" y="190401"/>
                      <a:pt x="0" y="177614"/>
                      <a:pt x="0" y="161841"/>
                    </a:cubicBezTo>
                    <a:lnTo>
                      <a:pt x="0" y="28560"/>
                    </a:lnTo>
                    <a:cubicBezTo>
                      <a:pt x="0" y="12787"/>
                      <a:pt x="12787" y="0"/>
                      <a:pt x="2856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43" name="图片 342">
                <a:extLst>
                  <a:ext uri="{FF2B5EF4-FFF2-40B4-BE49-F238E27FC236}">
                    <a16:creationId xmlns:a16="http://schemas.microsoft.com/office/drawing/2014/main" id="{AE084F12-2FE6-3113-AF1C-D1188FFE6C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09959" y="5018846"/>
                <a:ext cx="685442" cy="184054"/>
              </a:xfrm>
              <a:custGeom>
                <a:avLst/>
                <a:gdLst>
                  <a:gd name="connsiteX0" fmla="*/ -1 w 685442"/>
                  <a:gd name="connsiteY0" fmla="*/ -1 h 184054"/>
                  <a:gd name="connsiteX1" fmla="*/ 685443 w 685442"/>
                  <a:gd name="connsiteY1" fmla="*/ -1 h 184054"/>
                  <a:gd name="connsiteX2" fmla="*/ 685443 w 685442"/>
                  <a:gd name="connsiteY2" fmla="*/ 184054 h 184054"/>
                  <a:gd name="connsiteX3" fmla="*/ -1 w 685442"/>
                  <a:gd name="connsiteY3" fmla="*/ 184054 h 184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5442" h="184054">
                    <a:moveTo>
                      <a:pt x="-1" y="-1"/>
                    </a:moveTo>
                    <a:lnTo>
                      <a:pt x="685443" y="-1"/>
                    </a:lnTo>
                    <a:lnTo>
                      <a:pt x="685443" y="184054"/>
                    </a:lnTo>
                    <a:lnTo>
                      <a:pt x="-1" y="184054"/>
                    </a:lnTo>
                    <a:close/>
                  </a:path>
                </a:pathLst>
              </a:custGeom>
            </p:spPr>
          </p:pic>
        </p:grpSp>
        <p:grpSp>
          <p:nvGrpSpPr>
            <p:cNvPr id="344" name="图形 6">
              <a:extLst>
                <a:ext uri="{FF2B5EF4-FFF2-40B4-BE49-F238E27FC236}">
                  <a16:creationId xmlns:a16="http://schemas.microsoft.com/office/drawing/2014/main" id="{C676B1E0-F496-BACD-D35C-48C3C556F163}"/>
                </a:ext>
              </a:extLst>
            </p:cNvPr>
            <p:cNvGrpSpPr/>
            <p:nvPr/>
          </p:nvGrpSpPr>
          <p:grpSpPr>
            <a:xfrm>
              <a:off x="4429992" y="5072793"/>
              <a:ext cx="126933" cy="44426"/>
              <a:chOff x="4429992" y="5072793"/>
              <a:chExt cx="126933" cy="44426"/>
            </a:xfrm>
          </p:grpSpPr>
          <p:sp>
            <p:nvSpPr>
              <p:cNvPr id="345" name="任意多边形: 形状 344">
                <a:extLst>
                  <a:ext uri="{FF2B5EF4-FFF2-40B4-BE49-F238E27FC236}">
                    <a16:creationId xmlns:a16="http://schemas.microsoft.com/office/drawing/2014/main" id="{59C25725-C9CF-D811-CDBF-B9874224A069}"/>
                  </a:ext>
                </a:extLst>
              </p:cNvPr>
              <p:cNvSpPr/>
              <p:nvPr/>
            </p:nvSpPr>
            <p:spPr>
              <a:xfrm>
                <a:off x="4429992" y="5095007"/>
                <a:ext cx="126933" cy="6346"/>
              </a:xfrm>
              <a:custGeom>
                <a:avLst/>
                <a:gdLst>
                  <a:gd name="connsiteX0" fmla="*/ 0 w 126933"/>
                  <a:gd name="connsiteY0" fmla="*/ 0 h 6346"/>
                  <a:gd name="connsiteX1" fmla="*/ 126934 w 126933"/>
                  <a:gd name="connsiteY1" fmla="*/ 0 h 6346"/>
                  <a:gd name="connsiteX2" fmla="*/ 6347 w 126933"/>
                  <a:gd name="connsiteY2" fmla="*/ 0 h 6346"/>
                  <a:gd name="connsiteX3" fmla="*/ 92852 w 126933"/>
                  <a:gd name="connsiteY3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933" h="6346">
                    <a:moveTo>
                      <a:pt x="0" y="0"/>
                    </a:moveTo>
                    <a:lnTo>
                      <a:pt x="126934" y="0"/>
                    </a:lnTo>
                    <a:lnTo>
                      <a:pt x="6347" y="0"/>
                    </a:lnTo>
                    <a:lnTo>
                      <a:pt x="92852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6" name="任意多边形: 形状 345">
                <a:extLst>
                  <a:ext uri="{FF2B5EF4-FFF2-40B4-BE49-F238E27FC236}">
                    <a16:creationId xmlns:a16="http://schemas.microsoft.com/office/drawing/2014/main" id="{E8CFEBAB-71C9-2B3F-53B4-8CC70B803CDB}"/>
                  </a:ext>
                </a:extLst>
              </p:cNvPr>
              <p:cNvSpPr/>
              <p:nvPr/>
            </p:nvSpPr>
            <p:spPr>
              <a:xfrm>
                <a:off x="4511738" y="5072793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47" name="图形 6">
              <a:extLst>
                <a:ext uri="{FF2B5EF4-FFF2-40B4-BE49-F238E27FC236}">
                  <a16:creationId xmlns:a16="http://schemas.microsoft.com/office/drawing/2014/main" id="{580B194F-941A-063B-F20F-338568CE3E9B}"/>
                </a:ext>
              </a:extLst>
            </p:cNvPr>
            <p:cNvGrpSpPr/>
            <p:nvPr/>
          </p:nvGrpSpPr>
          <p:grpSpPr>
            <a:xfrm>
              <a:off x="3731856" y="4936339"/>
              <a:ext cx="698136" cy="330028"/>
              <a:chOff x="3731856" y="4936339"/>
              <a:chExt cx="698136" cy="330028"/>
            </a:xfrm>
            <a:solidFill>
              <a:srgbClr val="6EA0BF"/>
            </a:solidFill>
          </p:grpSpPr>
          <p:sp>
            <p:nvSpPr>
              <p:cNvPr id="348" name="任意多边形: 形状 347">
                <a:extLst>
                  <a:ext uri="{FF2B5EF4-FFF2-40B4-BE49-F238E27FC236}">
                    <a16:creationId xmlns:a16="http://schemas.microsoft.com/office/drawing/2014/main" id="{92BFD6EC-180B-132F-3B87-1E1D8E8DBA45}"/>
                  </a:ext>
                </a:extLst>
              </p:cNvPr>
              <p:cNvSpPr/>
              <p:nvPr/>
            </p:nvSpPr>
            <p:spPr>
              <a:xfrm rot="10800000" flipV="1">
                <a:off x="3731856" y="4936339"/>
                <a:ext cx="698136" cy="317334"/>
              </a:xfrm>
              <a:custGeom>
                <a:avLst/>
                <a:gdLst>
                  <a:gd name="connsiteX0" fmla="*/ 650536 w 698136"/>
                  <a:gd name="connsiteY0" fmla="*/ 0 h 317334"/>
                  <a:gd name="connsiteX1" fmla="*/ 698136 w 698136"/>
                  <a:gd name="connsiteY1" fmla="*/ 47600 h 317334"/>
                  <a:gd name="connsiteX2" fmla="*/ 698136 w 698136"/>
                  <a:gd name="connsiteY2" fmla="*/ 269735 h 317334"/>
                  <a:gd name="connsiteX3" fmla="*/ 650536 w 698136"/>
                  <a:gd name="connsiteY3" fmla="*/ 317335 h 317334"/>
                  <a:gd name="connsiteX4" fmla="*/ 47600 w 698136"/>
                  <a:gd name="connsiteY4" fmla="*/ 317335 h 317334"/>
                  <a:gd name="connsiteX5" fmla="*/ 0 w 698136"/>
                  <a:gd name="connsiteY5" fmla="*/ 269735 h 317334"/>
                  <a:gd name="connsiteX6" fmla="*/ 0 w 698136"/>
                  <a:gd name="connsiteY6" fmla="*/ 47600 h 317334"/>
                  <a:gd name="connsiteX7" fmla="*/ 47600 w 698136"/>
                  <a:gd name="connsiteY7" fmla="*/ 0 h 317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98136" h="317334">
                    <a:moveTo>
                      <a:pt x="650536" y="0"/>
                    </a:moveTo>
                    <a:cubicBezTo>
                      <a:pt x="676825" y="0"/>
                      <a:pt x="698136" y="21311"/>
                      <a:pt x="698136" y="47600"/>
                    </a:cubicBezTo>
                    <a:lnTo>
                      <a:pt x="698136" y="269735"/>
                    </a:lnTo>
                    <a:cubicBezTo>
                      <a:pt x="698136" y="296024"/>
                      <a:pt x="676825" y="317335"/>
                      <a:pt x="650536" y="317335"/>
                    </a:cubicBezTo>
                    <a:lnTo>
                      <a:pt x="47600" y="317335"/>
                    </a:lnTo>
                    <a:cubicBezTo>
                      <a:pt x="21311" y="317335"/>
                      <a:pt x="0" y="296024"/>
                      <a:pt x="0" y="269735"/>
                    </a:cubicBezTo>
                    <a:lnTo>
                      <a:pt x="0" y="47600"/>
                    </a:lnTo>
                    <a:cubicBezTo>
                      <a:pt x="0" y="21311"/>
                      <a:pt x="21311" y="0"/>
                      <a:pt x="47600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49" name="图片 348">
                <a:extLst>
                  <a:ext uri="{FF2B5EF4-FFF2-40B4-BE49-F238E27FC236}">
                    <a16:creationId xmlns:a16="http://schemas.microsoft.com/office/drawing/2014/main" id="{BC58930A-5893-F5DA-7D3A-B5A0DBC690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35029" y="4942686"/>
                <a:ext cx="685442" cy="323681"/>
              </a:xfrm>
              <a:custGeom>
                <a:avLst/>
                <a:gdLst>
                  <a:gd name="connsiteX0" fmla="*/ -1 w 685442"/>
                  <a:gd name="connsiteY0" fmla="*/ -1 h 323681"/>
                  <a:gd name="connsiteX1" fmla="*/ 685443 w 685442"/>
                  <a:gd name="connsiteY1" fmla="*/ -1 h 323681"/>
                  <a:gd name="connsiteX2" fmla="*/ 685443 w 685442"/>
                  <a:gd name="connsiteY2" fmla="*/ 323681 h 323681"/>
                  <a:gd name="connsiteX3" fmla="*/ -1 w 685442"/>
                  <a:gd name="connsiteY3" fmla="*/ 323681 h 323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5442" h="323681">
                    <a:moveTo>
                      <a:pt x="-1" y="-1"/>
                    </a:moveTo>
                    <a:lnTo>
                      <a:pt x="685443" y="-1"/>
                    </a:lnTo>
                    <a:lnTo>
                      <a:pt x="685443" y="323681"/>
                    </a:lnTo>
                    <a:lnTo>
                      <a:pt x="-1" y="323681"/>
                    </a:lnTo>
                    <a:close/>
                  </a:path>
                </a:pathLst>
              </a:custGeom>
            </p:spPr>
          </p:pic>
        </p:grpSp>
        <p:grpSp>
          <p:nvGrpSpPr>
            <p:cNvPr id="350" name="图形 6">
              <a:extLst>
                <a:ext uri="{FF2B5EF4-FFF2-40B4-BE49-F238E27FC236}">
                  <a16:creationId xmlns:a16="http://schemas.microsoft.com/office/drawing/2014/main" id="{41A3B967-C91C-716A-31DB-96877E9825F9}"/>
                </a:ext>
              </a:extLst>
            </p:cNvPr>
            <p:cNvGrpSpPr/>
            <p:nvPr/>
          </p:nvGrpSpPr>
          <p:grpSpPr>
            <a:xfrm>
              <a:off x="4817141" y="5072793"/>
              <a:ext cx="151559" cy="44426"/>
              <a:chOff x="4817141" y="5072793"/>
              <a:chExt cx="151559" cy="44426"/>
            </a:xfrm>
          </p:grpSpPr>
          <p:sp>
            <p:nvSpPr>
              <p:cNvPr id="351" name="任意多边形: 形状 350">
                <a:extLst>
                  <a:ext uri="{FF2B5EF4-FFF2-40B4-BE49-F238E27FC236}">
                    <a16:creationId xmlns:a16="http://schemas.microsoft.com/office/drawing/2014/main" id="{933ED8A2-BBBF-C4F3-72D8-FDBB1EA7DBBA}"/>
                  </a:ext>
                </a:extLst>
              </p:cNvPr>
              <p:cNvSpPr/>
              <p:nvPr/>
            </p:nvSpPr>
            <p:spPr>
              <a:xfrm>
                <a:off x="4817141" y="5095007"/>
                <a:ext cx="126933" cy="6346"/>
              </a:xfrm>
              <a:custGeom>
                <a:avLst/>
                <a:gdLst>
                  <a:gd name="connsiteX0" fmla="*/ 0 w 126933"/>
                  <a:gd name="connsiteY0" fmla="*/ 0 h 6346"/>
                  <a:gd name="connsiteX1" fmla="*/ 126934 w 126933"/>
                  <a:gd name="connsiteY1" fmla="*/ 0 h 6346"/>
                  <a:gd name="connsiteX2" fmla="*/ 31733 w 126933"/>
                  <a:gd name="connsiteY2" fmla="*/ 0 h 6346"/>
                  <a:gd name="connsiteX3" fmla="*/ 118239 w 126933"/>
                  <a:gd name="connsiteY3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933" h="6346">
                    <a:moveTo>
                      <a:pt x="0" y="0"/>
                    </a:moveTo>
                    <a:lnTo>
                      <a:pt x="126934" y="0"/>
                    </a:lnTo>
                    <a:lnTo>
                      <a:pt x="31733" y="0"/>
                    </a:lnTo>
                    <a:lnTo>
                      <a:pt x="118239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2" name="任意多边形: 形状 351">
                <a:extLst>
                  <a:ext uri="{FF2B5EF4-FFF2-40B4-BE49-F238E27FC236}">
                    <a16:creationId xmlns:a16="http://schemas.microsoft.com/office/drawing/2014/main" id="{6FBEEE43-A757-16CD-EA50-6465B7E50E37}"/>
                  </a:ext>
                </a:extLst>
              </p:cNvPr>
              <p:cNvSpPr/>
              <p:nvPr/>
            </p:nvSpPr>
            <p:spPr>
              <a:xfrm>
                <a:off x="4924273" y="5072793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53" name="图形 6">
              <a:extLst>
                <a:ext uri="{FF2B5EF4-FFF2-40B4-BE49-F238E27FC236}">
                  <a16:creationId xmlns:a16="http://schemas.microsoft.com/office/drawing/2014/main" id="{FF60C446-8463-DADA-3A2B-018B804EDC8A}"/>
                </a:ext>
              </a:extLst>
            </p:cNvPr>
            <p:cNvGrpSpPr/>
            <p:nvPr/>
          </p:nvGrpSpPr>
          <p:grpSpPr>
            <a:xfrm>
              <a:off x="4563273" y="4790365"/>
              <a:ext cx="253867" cy="641016"/>
              <a:chOff x="4563273" y="4790365"/>
              <a:chExt cx="253867" cy="641016"/>
            </a:xfrm>
            <a:solidFill>
              <a:srgbClr val="DAE8FC"/>
            </a:solidFill>
          </p:grpSpPr>
          <p:sp>
            <p:nvSpPr>
              <p:cNvPr id="354" name="任意多边形: 形状 353">
                <a:extLst>
                  <a:ext uri="{FF2B5EF4-FFF2-40B4-BE49-F238E27FC236}">
                    <a16:creationId xmlns:a16="http://schemas.microsoft.com/office/drawing/2014/main" id="{0DFF82DB-4CAD-C818-18C2-C536F2028CF5}"/>
                  </a:ext>
                </a:extLst>
              </p:cNvPr>
              <p:cNvSpPr/>
              <p:nvPr/>
            </p:nvSpPr>
            <p:spPr>
              <a:xfrm>
                <a:off x="4563273" y="4793539"/>
                <a:ext cx="253867" cy="602935"/>
              </a:xfrm>
              <a:custGeom>
                <a:avLst/>
                <a:gdLst>
                  <a:gd name="connsiteX0" fmla="*/ 215788 w 253867"/>
                  <a:gd name="connsiteY0" fmla="*/ 0 h 602935"/>
                  <a:gd name="connsiteX1" fmla="*/ 253868 w 253867"/>
                  <a:gd name="connsiteY1" fmla="*/ 38080 h 602935"/>
                  <a:gd name="connsiteX2" fmla="*/ 253868 w 253867"/>
                  <a:gd name="connsiteY2" fmla="*/ 564856 h 602935"/>
                  <a:gd name="connsiteX3" fmla="*/ 215788 w 253867"/>
                  <a:gd name="connsiteY3" fmla="*/ 602936 h 602935"/>
                  <a:gd name="connsiteX4" fmla="*/ 38080 w 253867"/>
                  <a:gd name="connsiteY4" fmla="*/ 602936 h 602935"/>
                  <a:gd name="connsiteX5" fmla="*/ 0 w 253867"/>
                  <a:gd name="connsiteY5" fmla="*/ 564856 h 602935"/>
                  <a:gd name="connsiteX6" fmla="*/ 0 w 253867"/>
                  <a:gd name="connsiteY6" fmla="*/ 38080 h 602935"/>
                  <a:gd name="connsiteX7" fmla="*/ 38080 w 253867"/>
                  <a:gd name="connsiteY7" fmla="*/ 0 h 60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3867" h="602935">
                    <a:moveTo>
                      <a:pt x="215788" y="0"/>
                    </a:moveTo>
                    <a:cubicBezTo>
                      <a:pt x="236819" y="0"/>
                      <a:pt x="253868" y="17049"/>
                      <a:pt x="253868" y="38080"/>
                    </a:cubicBezTo>
                    <a:lnTo>
                      <a:pt x="253868" y="564856"/>
                    </a:lnTo>
                    <a:cubicBezTo>
                      <a:pt x="253868" y="585887"/>
                      <a:pt x="236819" y="602936"/>
                      <a:pt x="215788" y="602936"/>
                    </a:cubicBezTo>
                    <a:lnTo>
                      <a:pt x="38080" y="602936"/>
                    </a:lnTo>
                    <a:cubicBezTo>
                      <a:pt x="17049" y="602936"/>
                      <a:pt x="0" y="585887"/>
                      <a:pt x="0" y="564856"/>
                    </a:cubicBezTo>
                    <a:lnTo>
                      <a:pt x="0" y="38080"/>
                    </a:lnTo>
                    <a:cubicBezTo>
                      <a:pt x="0" y="17049"/>
                      <a:pt x="17049" y="0"/>
                      <a:pt x="3808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55" name="图片 354">
                <a:extLst>
                  <a:ext uri="{FF2B5EF4-FFF2-40B4-BE49-F238E27FC236}">
                    <a16:creationId xmlns:a16="http://schemas.microsoft.com/office/drawing/2014/main" id="{22D71129-B9FD-94B2-07F0-C6E30ACDB5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566446" y="4790365"/>
                <a:ext cx="241174" cy="641016"/>
              </a:xfrm>
              <a:custGeom>
                <a:avLst/>
                <a:gdLst>
                  <a:gd name="connsiteX0" fmla="*/ -1 w 241174"/>
                  <a:gd name="connsiteY0" fmla="*/ -1 h 641016"/>
                  <a:gd name="connsiteX1" fmla="*/ 241174 w 241174"/>
                  <a:gd name="connsiteY1" fmla="*/ -1 h 641016"/>
                  <a:gd name="connsiteX2" fmla="*/ 241174 w 241174"/>
                  <a:gd name="connsiteY2" fmla="*/ 641016 h 641016"/>
                  <a:gd name="connsiteX3" fmla="*/ -1 w 241174"/>
                  <a:gd name="connsiteY3" fmla="*/ 641016 h 641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1174" h="641016">
                    <a:moveTo>
                      <a:pt x="-1" y="-1"/>
                    </a:moveTo>
                    <a:lnTo>
                      <a:pt x="241174" y="-1"/>
                    </a:lnTo>
                    <a:lnTo>
                      <a:pt x="241174" y="641016"/>
                    </a:lnTo>
                    <a:lnTo>
                      <a:pt x="-1" y="641016"/>
                    </a:lnTo>
                    <a:close/>
                  </a:path>
                </a:pathLst>
              </a:custGeom>
            </p:spPr>
          </p:pic>
        </p:grpSp>
        <p:grpSp>
          <p:nvGrpSpPr>
            <p:cNvPr id="356" name="图形 6">
              <a:extLst>
                <a:ext uri="{FF2B5EF4-FFF2-40B4-BE49-F238E27FC236}">
                  <a16:creationId xmlns:a16="http://schemas.microsoft.com/office/drawing/2014/main" id="{24482621-A9CA-4BFA-C37C-E51B6E81F425}"/>
                </a:ext>
              </a:extLst>
            </p:cNvPr>
            <p:cNvGrpSpPr/>
            <p:nvPr/>
          </p:nvGrpSpPr>
          <p:grpSpPr>
            <a:xfrm>
              <a:off x="4975808" y="4793539"/>
              <a:ext cx="304641" cy="602935"/>
              <a:chOff x="4975808" y="4793539"/>
              <a:chExt cx="304641" cy="602935"/>
            </a:xfrm>
            <a:solidFill>
              <a:srgbClr val="DAE8FC"/>
            </a:solidFill>
          </p:grpSpPr>
          <p:sp>
            <p:nvSpPr>
              <p:cNvPr id="357" name="任意多边形: 形状 356">
                <a:extLst>
                  <a:ext uri="{FF2B5EF4-FFF2-40B4-BE49-F238E27FC236}">
                    <a16:creationId xmlns:a16="http://schemas.microsoft.com/office/drawing/2014/main" id="{08844CD9-4734-7926-9736-E3EDE3CF3757}"/>
                  </a:ext>
                </a:extLst>
              </p:cNvPr>
              <p:cNvSpPr/>
              <p:nvPr/>
            </p:nvSpPr>
            <p:spPr>
              <a:xfrm>
                <a:off x="4975808" y="4793539"/>
                <a:ext cx="304641" cy="602935"/>
              </a:xfrm>
              <a:custGeom>
                <a:avLst/>
                <a:gdLst>
                  <a:gd name="connsiteX0" fmla="*/ 258945 w 304641"/>
                  <a:gd name="connsiteY0" fmla="*/ 0 h 602935"/>
                  <a:gd name="connsiteX1" fmla="*/ 304641 w 304641"/>
                  <a:gd name="connsiteY1" fmla="*/ 45696 h 602935"/>
                  <a:gd name="connsiteX2" fmla="*/ 304641 w 304641"/>
                  <a:gd name="connsiteY2" fmla="*/ 557240 h 602935"/>
                  <a:gd name="connsiteX3" fmla="*/ 258945 w 304641"/>
                  <a:gd name="connsiteY3" fmla="*/ 602936 h 602935"/>
                  <a:gd name="connsiteX4" fmla="*/ 45696 w 304641"/>
                  <a:gd name="connsiteY4" fmla="*/ 602936 h 602935"/>
                  <a:gd name="connsiteX5" fmla="*/ 0 w 304641"/>
                  <a:gd name="connsiteY5" fmla="*/ 557240 h 602935"/>
                  <a:gd name="connsiteX6" fmla="*/ 0 w 304641"/>
                  <a:gd name="connsiteY6" fmla="*/ 45696 h 602935"/>
                  <a:gd name="connsiteX7" fmla="*/ 45696 w 304641"/>
                  <a:gd name="connsiteY7" fmla="*/ 0 h 60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4641" h="602935">
                    <a:moveTo>
                      <a:pt x="258945" y="0"/>
                    </a:moveTo>
                    <a:cubicBezTo>
                      <a:pt x="284182" y="0"/>
                      <a:pt x="304641" y="20459"/>
                      <a:pt x="304641" y="45696"/>
                    </a:cubicBezTo>
                    <a:lnTo>
                      <a:pt x="304641" y="557240"/>
                    </a:lnTo>
                    <a:cubicBezTo>
                      <a:pt x="304641" y="582477"/>
                      <a:pt x="284182" y="602936"/>
                      <a:pt x="258945" y="602936"/>
                    </a:cubicBezTo>
                    <a:lnTo>
                      <a:pt x="45696" y="602936"/>
                    </a:lnTo>
                    <a:cubicBezTo>
                      <a:pt x="20459" y="602936"/>
                      <a:pt x="0" y="582477"/>
                      <a:pt x="0" y="557240"/>
                    </a:cubicBezTo>
                    <a:lnTo>
                      <a:pt x="0" y="45696"/>
                    </a:lnTo>
                    <a:cubicBezTo>
                      <a:pt x="0" y="20459"/>
                      <a:pt x="20459" y="0"/>
                      <a:pt x="45696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58" name="图片 357">
                <a:extLst>
                  <a:ext uri="{FF2B5EF4-FFF2-40B4-BE49-F238E27FC236}">
                    <a16:creationId xmlns:a16="http://schemas.microsoft.com/office/drawing/2014/main" id="{E8B5F3F8-EEFA-10A3-DC9C-1A570E1853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978981" y="4866526"/>
                <a:ext cx="291947" cy="488695"/>
              </a:xfrm>
              <a:custGeom>
                <a:avLst/>
                <a:gdLst>
                  <a:gd name="connsiteX0" fmla="*/ -1 w 291947"/>
                  <a:gd name="connsiteY0" fmla="*/ -1 h 488695"/>
                  <a:gd name="connsiteX1" fmla="*/ 291947 w 291947"/>
                  <a:gd name="connsiteY1" fmla="*/ -1 h 488695"/>
                  <a:gd name="connsiteX2" fmla="*/ 291947 w 291947"/>
                  <a:gd name="connsiteY2" fmla="*/ 488695 h 488695"/>
                  <a:gd name="connsiteX3" fmla="*/ -1 w 291947"/>
                  <a:gd name="connsiteY3" fmla="*/ 488695 h 488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947" h="488695">
                    <a:moveTo>
                      <a:pt x="-1" y="-1"/>
                    </a:moveTo>
                    <a:lnTo>
                      <a:pt x="291947" y="-1"/>
                    </a:lnTo>
                    <a:lnTo>
                      <a:pt x="291947" y="488695"/>
                    </a:lnTo>
                    <a:lnTo>
                      <a:pt x="-1" y="488695"/>
                    </a:lnTo>
                    <a:close/>
                  </a:path>
                </a:pathLst>
              </a:custGeom>
            </p:spPr>
          </p:pic>
        </p:grpSp>
        <p:grpSp>
          <p:nvGrpSpPr>
            <p:cNvPr id="359" name="图形 6">
              <a:extLst>
                <a:ext uri="{FF2B5EF4-FFF2-40B4-BE49-F238E27FC236}">
                  <a16:creationId xmlns:a16="http://schemas.microsoft.com/office/drawing/2014/main" id="{54DBB7DC-A70B-F48B-F278-2183447C8663}"/>
                </a:ext>
              </a:extLst>
            </p:cNvPr>
            <p:cNvGrpSpPr/>
            <p:nvPr/>
          </p:nvGrpSpPr>
          <p:grpSpPr>
            <a:xfrm>
              <a:off x="2779852" y="6024798"/>
              <a:ext cx="133280" cy="44426"/>
              <a:chOff x="2779852" y="6024798"/>
              <a:chExt cx="133280" cy="44426"/>
            </a:xfrm>
          </p:grpSpPr>
          <p:sp>
            <p:nvSpPr>
              <p:cNvPr id="360" name="任意多边形: 形状 359">
                <a:extLst>
                  <a:ext uri="{FF2B5EF4-FFF2-40B4-BE49-F238E27FC236}">
                    <a16:creationId xmlns:a16="http://schemas.microsoft.com/office/drawing/2014/main" id="{E51D59C2-FA5F-3B50-4DCE-9A4CB97FB5C0}"/>
                  </a:ext>
                </a:extLst>
              </p:cNvPr>
              <p:cNvSpPr/>
              <p:nvPr/>
            </p:nvSpPr>
            <p:spPr>
              <a:xfrm>
                <a:off x="2779852" y="6047011"/>
                <a:ext cx="133280" cy="6346"/>
              </a:xfrm>
              <a:custGeom>
                <a:avLst/>
                <a:gdLst>
                  <a:gd name="connsiteX0" fmla="*/ 6347 w 133280"/>
                  <a:gd name="connsiteY0" fmla="*/ 0 h 6346"/>
                  <a:gd name="connsiteX1" fmla="*/ 133281 w 133280"/>
                  <a:gd name="connsiteY1" fmla="*/ 0 h 6346"/>
                  <a:gd name="connsiteX2" fmla="*/ 0 w 133280"/>
                  <a:gd name="connsiteY2" fmla="*/ 0 h 6346"/>
                  <a:gd name="connsiteX3" fmla="*/ 86505 w 133280"/>
                  <a:gd name="connsiteY3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280" h="6346">
                    <a:moveTo>
                      <a:pt x="6347" y="0"/>
                    </a:moveTo>
                    <a:lnTo>
                      <a:pt x="133281" y="0"/>
                    </a:lnTo>
                    <a:lnTo>
                      <a:pt x="0" y="0"/>
                    </a:lnTo>
                    <a:lnTo>
                      <a:pt x="86505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1" name="任意多边形: 形状 360">
                <a:extLst>
                  <a:ext uri="{FF2B5EF4-FFF2-40B4-BE49-F238E27FC236}">
                    <a16:creationId xmlns:a16="http://schemas.microsoft.com/office/drawing/2014/main" id="{25F0243C-8CF2-93D1-DA6C-7DA4840AAC2B}"/>
                  </a:ext>
                </a:extLst>
              </p:cNvPr>
              <p:cNvSpPr/>
              <p:nvPr/>
            </p:nvSpPr>
            <p:spPr>
              <a:xfrm>
                <a:off x="2855250" y="6024798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62" name="图形 6">
              <a:extLst>
                <a:ext uri="{FF2B5EF4-FFF2-40B4-BE49-F238E27FC236}">
                  <a16:creationId xmlns:a16="http://schemas.microsoft.com/office/drawing/2014/main" id="{CBD45801-2958-22E2-09E1-C3CA4ECEA81B}"/>
                </a:ext>
              </a:extLst>
            </p:cNvPr>
            <p:cNvGrpSpPr/>
            <p:nvPr/>
          </p:nvGrpSpPr>
          <p:grpSpPr>
            <a:xfrm>
              <a:off x="2532331" y="5742370"/>
              <a:ext cx="253867" cy="641016"/>
              <a:chOff x="2532331" y="5742370"/>
              <a:chExt cx="253867" cy="641016"/>
            </a:xfrm>
            <a:solidFill>
              <a:srgbClr val="DAE8FC"/>
            </a:solidFill>
          </p:grpSpPr>
          <p:sp>
            <p:nvSpPr>
              <p:cNvPr id="363" name="任意多边形: 形状 362">
                <a:extLst>
                  <a:ext uri="{FF2B5EF4-FFF2-40B4-BE49-F238E27FC236}">
                    <a16:creationId xmlns:a16="http://schemas.microsoft.com/office/drawing/2014/main" id="{8B915D99-B5D5-2355-ED6E-07B955EF2D7F}"/>
                  </a:ext>
                </a:extLst>
              </p:cNvPr>
              <p:cNvSpPr/>
              <p:nvPr/>
            </p:nvSpPr>
            <p:spPr>
              <a:xfrm>
                <a:off x="2532331" y="5745543"/>
                <a:ext cx="253867" cy="602935"/>
              </a:xfrm>
              <a:custGeom>
                <a:avLst/>
                <a:gdLst>
                  <a:gd name="connsiteX0" fmla="*/ 215788 w 253867"/>
                  <a:gd name="connsiteY0" fmla="*/ 0 h 602935"/>
                  <a:gd name="connsiteX1" fmla="*/ 253868 w 253867"/>
                  <a:gd name="connsiteY1" fmla="*/ 38080 h 602935"/>
                  <a:gd name="connsiteX2" fmla="*/ 253868 w 253867"/>
                  <a:gd name="connsiteY2" fmla="*/ 564856 h 602935"/>
                  <a:gd name="connsiteX3" fmla="*/ 215788 w 253867"/>
                  <a:gd name="connsiteY3" fmla="*/ 602936 h 602935"/>
                  <a:gd name="connsiteX4" fmla="*/ 38080 w 253867"/>
                  <a:gd name="connsiteY4" fmla="*/ 602936 h 602935"/>
                  <a:gd name="connsiteX5" fmla="*/ 0 w 253867"/>
                  <a:gd name="connsiteY5" fmla="*/ 564856 h 602935"/>
                  <a:gd name="connsiteX6" fmla="*/ 0 w 253867"/>
                  <a:gd name="connsiteY6" fmla="*/ 38080 h 602935"/>
                  <a:gd name="connsiteX7" fmla="*/ 38080 w 253867"/>
                  <a:gd name="connsiteY7" fmla="*/ 0 h 60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3867" h="602935">
                    <a:moveTo>
                      <a:pt x="215788" y="0"/>
                    </a:moveTo>
                    <a:cubicBezTo>
                      <a:pt x="236819" y="0"/>
                      <a:pt x="253868" y="17049"/>
                      <a:pt x="253868" y="38080"/>
                    </a:cubicBezTo>
                    <a:lnTo>
                      <a:pt x="253868" y="564856"/>
                    </a:lnTo>
                    <a:cubicBezTo>
                      <a:pt x="253868" y="585887"/>
                      <a:pt x="236819" y="602936"/>
                      <a:pt x="215788" y="602936"/>
                    </a:cubicBezTo>
                    <a:lnTo>
                      <a:pt x="38080" y="602936"/>
                    </a:lnTo>
                    <a:cubicBezTo>
                      <a:pt x="17049" y="602936"/>
                      <a:pt x="0" y="585887"/>
                      <a:pt x="0" y="564856"/>
                    </a:cubicBezTo>
                    <a:lnTo>
                      <a:pt x="0" y="38080"/>
                    </a:lnTo>
                    <a:cubicBezTo>
                      <a:pt x="0" y="17049"/>
                      <a:pt x="17049" y="0"/>
                      <a:pt x="3808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64" name="图片 363">
                <a:extLst>
                  <a:ext uri="{FF2B5EF4-FFF2-40B4-BE49-F238E27FC236}">
                    <a16:creationId xmlns:a16="http://schemas.microsoft.com/office/drawing/2014/main" id="{916E5451-C830-BFC8-2FF0-CC0ACFA474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535504" y="5742370"/>
                <a:ext cx="241174" cy="641016"/>
              </a:xfrm>
              <a:custGeom>
                <a:avLst/>
                <a:gdLst>
                  <a:gd name="connsiteX0" fmla="*/ -1 w 241174"/>
                  <a:gd name="connsiteY0" fmla="*/ -1 h 641016"/>
                  <a:gd name="connsiteX1" fmla="*/ 241174 w 241174"/>
                  <a:gd name="connsiteY1" fmla="*/ -1 h 641016"/>
                  <a:gd name="connsiteX2" fmla="*/ 241174 w 241174"/>
                  <a:gd name="connsiteY2" fmla="*/ 641016 h 641016"/>
                  <a:gd name="connsiteX3" fmla="*/ -1 w 241174"/>
                  <a:gd name="connsiteY3" fmla="*/ 641016 h 641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1174" h="641016">
                    <a:moveTo>
                      <a:pt x="-1" y="-1"/>
                    </a:moveTo>
                    <a:lnTo>
                      <a:pt x="241174" y="-1"/>
                    </a:lnTo>
                    <a:lnTo>
                      <a:pt x="241174" y="641016"/>
                    </a:lnTo>
                    <a:lnTo>
                      <a:pt x="-1" y="641016"/>
                    </a:lnTo>
                    <a:close/>
                  </a:path>
                </a:pathLst>
              </a:custGeom>
            </p:spPr>
          </p:pic>
        </p:grpSp>
        <p:grpSp>
          <p:nvGrpSpPr>
            <p:cNvPr id="365" name="图形 6">
              <a:extLst>
                <a:ext uri="{FF2B5EF4-FFF2-40B4-BE49-F238E27FC236}">
                  <a16:creationId xmlns:a16="http://schemas.microsoft.com/office/drawing/2014/main" id="{DB02F06A-FA38-F28B-2191-57CC8071BBF6}"/>
                </a:ext>
              </a:extLst>
            </p:cNvPr>
            <p:cNvGrpSpPr/>
            <p:nvPr/>
          </p:nvGrpSpPr>
          <p:grpSpPr>
            <a:xfrm>
              <a:off x="3604922" y="6024798"/>
              <a:ext cx="126933" cy="44426"/>
              <a:chOff x="3604922" y="6024798"/>
              <a:chExt cx="126933" cy="44426"/>
            </a:xfrm>
          </p:grpSpPr>
          <p:sp>
            <p:nvSpPr>
              <p:cNvPr id="366" name="任意多边形: 形状 365">
                <a:extLst>
                  <a:ext uri="{FF2B5EF4-FFF2-40B4-BE49-F238E27FC236}">
                    <a16:creationId xmlns:a16="http://schemas.microsoft.com/office/drawing/2014/main" id="{CCFB77C2-C276-794D-903D-DF377F24AC07}"/>
                  </a:ext>
                </a:extLst>
              </p:cNvPr>
              <p:cNvSpPr/>
              <p:nvPr/>
            </p:nvSpPr>
            <p:spPr>
              <a:xfrm>
                <a:off x="3604922" y="6047011"/>
                <a:ext cx="126933" cy="6346"/>
              </a:xfrm>
              <a:custGeom>
                <a:avLst/>
                <a:gdLst>
                  <a:gd name="connsiteX0" fmla="*/ 0 w 126933"/>
                  <a:gd name="connsiteY0" fmla="*/ 0 h 6346"/>
                  <a:gd name="connsiteX1" fmla="*/ 126934 w 126933"/>
                  <a:gd name="connsiteY1" fmla="*/ 0 h 6346"/>
                  <a:gd name="connsiteX2" fmla="*/ 0 w 126933"/>
                  <a:gd name="connsiteY2" fmla="*/ 0 h 6346"/>
                  <a:gd name="connsiteX3" fmla="*/ 86505 w 126933"/>
                  <a:gd name="connsiteY3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933" h="6346">
                    <a:moveTo>
                      <a:pt x="0" y="0"/>
                    </a:moveTo>
                    <a:lnTo>
                      <a:pt x="126934" y="0"/>
                    </a:lnTo>
                    <a:lnTo>
                      <a:pt x="0" y="0"/>
                    </a:lnTo>
                    <a:lnTo>
                      <a:pt x="86505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7" name="任意多边形: 形状 366">
                <a:extLst>
                  <a:ext uri="{FF2B5EF4-FFF2-40B4-BE49-F238E27FC236}">
                    <a16:creationId xmlns:a16="http://schemas.microsoft.com/office/drawing/2014/main" id="{04CA18CE-9A0D-E605-73A9-567D643DD11F}"/>
                  </a:ext>
                </a:extLst>
              </p:cNvPr>
              <p:cNvSpPr/>
              <p:nvPr/>
            </p:nvSpPr>
            <p:spPr>
              <a:xfrm>
                <a:off x="3680321" y="6024798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68" name="图形 6">
              <a:extLst>
                <a:ext uri="{FF2B5EF4-FFF2-40B4-BE49-F238E27FC236}">
                  <a16:creationId xmlns:a16="http://schemas.microsoft.com/office/drawing/2014/main" id="{B2D1AE5B-F42B-17A9-EE78-401A576FD716}"/>
                </a:ext>
              </a:extLst>
            </p:cNvPr>
            <p:cNvGrpSpPr/>
            <p:nvPr/>
          </p:nvGrpSpPr>
          <p:grpSpPr>
            <a:xfrm>
              <a:off x="2906786" y="5951811"/>
              <a:ext cx="698136" cy="203094"/>
              <a:chOff x="2906786" y="5951811"/>
              <a:chExt cx="698136" cy="203094"/>
            </a:xfrm>
            <a:solidFill>
              <a:srgbClr val="DAE8FC"/>
            </a:solidFill>
          </p:grpSpPr>
          <p:sp>
            <p:nvSpPr>
              <p:cNvPr id="369" name="任意多边形: 形状 368">
                <a:extLst>
                  <a:ext uri="{FF2B5EF4-FFF2-40B4-BE49-F238E27FC236}">
                    <a16:creationId xmlns:a16="http://schemas.microsoft.com/office/drawing/2014/main" id="{F38374F1-6742-F7A7-CA4D-7868D0045670}"/>
                  </a:ext>
                </a:extLst>
              </p:cNvPr>
              <p:cNvSpPr/>
              <p:nvPr/>
            </p:nvSpPr>
            <p:spPr>
              <a:xfrm>
                <a:off x="2906786" y="5951811"/>
                <a:ext cx="698136" cy="190400"/>
              </a:xfrm>
              <a:custGeom>
                <a:avLst/>
                <a:gdLst>
                  <a:gd name="connsiteX0" fmla="*/ 669576 w 698136"/>
                  <a:gd name="connsiteY0" fmla="*/ 0 h 190400"/>
                  <a:gd name="connsiteX1" fmla="*/ 698136 w 698136"/>
                  <a:gd name="connsiteY1" fmla="*/ 28560 h 190400"/>
                  <a:gd name="connsiteX2" fmla="*/ 698136 w 698136"/>
                  <a:gd name="connsiteY2" fmla="*/ 161841 h 190400"/>
                  <a:gd name="connsiteX3" fmla="*/ 669576 w 698136"/>
                  <a:gd name="connsiteY3" fmla="*/ 190401 h 190400"/>
                  <a:gd name="connsiteX4" fmla="*/ 28560 w 698136"/>
                  <a:gd name="connsiteY4" fmla="*/ 190401 h 190400"/>
                  <a:gd name="connsiteX5" fmla="*/ 0 w 698136"/>
                  <a:gd name="connsiteY5" fmla="*/ 161841 h 190400"/>
                  <a:gd name="connsiteX6" fmla="*/ 0 w 698136"/>
                  <a:gd name="connsiteY6" fmla="*/ 28560 h 190400"/>
                  <a:gd name="connsiteX7" fmla="*/ 28560 w 698136"/>
                  <a:gd name="connsiteY7" fmla="*/ 0 h 19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98136" h="190400">
                    <a:moveTo>
                      <a:pt x="669576" y="0"/>
                    </a:moveTo>
                    <a:cubicBezTo>
                      <a:pt x="685350" y="0"/>
                      <a:pt x="698136" y="12787"/>
                      <a:pt x="698136" y="28560"/>
                    </a:cubicBezTo>
                    <a:lnTo>
                      <a:pt x="698136" y="161841"/>
                    </a:lnTo>
                    <a:cubicBezTo>
                      <a:pt x="698136" y="177614"/>
                      <a:pt x="685350" y="190401"/>
                      <a:pt x="669576" y="190401"/>
                    </a:cubicBezTo>
                    <a:lnTo>
                      <a:pt x="28560" y="190401"/>
                    </a:lnTo>
                    <a:cubicBezTo>
                      <a:pt x="12787" y="190401"/>
                      <a:pt x="0" y="177614"/>
                      <a:pt x="0" y="161841"/>
                    </a:cubicBezTo>
                    <a:lnTo>
                      <a:pt x="0" y="28560"/>
                    </a:lnTo>
                    <a:cubicBezTo>
                      <a:pt x="0" y="12787"/>
                      <a:pt x="12787" y="0"/>
                      <a:pt x="2856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70" name="图片 369">
                <a:extLst>
                  <a:ext uri="{FF2B5EF4-FFF2-40B4-BE49-F238E27FC236}">
                    <a16:creationId xmlns:a16="http://schemas.microsoft.com/office/drawing/2014/main" id="{5D81725B-FD74-6DB5-C7D4-9736AF6732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09959" y="5970851"/>
                <a:ext cx="685442" cy="184054"/>
              </a:xfrm>
              <a:custGeom>
                <a:avLst/>
                <a:gdLst>
                  <a:gd name="connsiteX0" fmla="*/ -1 w 685442"/>
                  <a:gd name="connsiteY0" fmla="*/ -1 h 184054"/>
                  <a:gd name="connsiteX1" fmla="*/ 685443 w 685442"/>
                  <a:gd name="connsiteY1" fmla="*/ -1 h 184054"/>
                  <a:gd name="connsiteX2" fmla="*/ 685443 w 685442"/>
                  <a:gd name="connsiteY2" fmla="*/ 184054 h 184054"/>
                  <a:gd name="connsiteX3" fmla="*/ -1 w 685442"/>
                  <a:gd name="connsiteY3" fmla="*/ 184054 h 184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5442" h="184054">
                    <a:moveTo>
                      <a:pt x="-1" y="-1"/>
                    </a:moveTo>
                    <a:lnTo>
                      <a:pt x="685443" y="-1"/>
                    </a:lnTo>
                    <a:lnTo>
                      <a:pt x="685443" y="184054"/>
                    </a:lnTo>
                    <a:lnTo>
                      <a:pt x="-1" y="184054"/>
                    </a:lnTo>
                    <a:close/>
                  </a:path>
                </a:pathLst>
              </a:custGeom>
            </p:spPr>
          </p:pic>
        </p:grpSp>
        <p:grpSp>
          <p:nvGrpSpPr>
            <p:cNvPr id="371" name="图形 6">
              <a:extLst>
                <a:ext uri="{FF2B5EF4-FFF2-40B4-BE49-F238E27FC236}">
                  <a16:creationId xmlns:a16="http://schemas.microsoft.com/office/drawing/2014/main" id="{C1BE356D-53DB-86A6-182E-ACAC0D02B7FE}"/>
                </a:ext>
              </a:extLst>
            </p:cNvPr>
            <p:cNvGrpSpPr/>
            <p:nvPr/>
          </p:nvGrpSpPr>
          <p:grpSpPr>
            <a:xfrm>
              <a:off x="4429992" y="6024798"/>
              <a:ext cx="126933" cy="44426"/>
              <a:chOff x="4429992" y="6024798"/>
              <a:chExt cx="126933" cy="44426"/>
            </a:xfrm>
          </p:grpSpPr>
          <p:sp>
            <p:nvSpPr>
              <p:cNvPr id="372" name="任意多边形: 形状 371">
                <a:extLst>
                  <a:ext uri="{FF2B5EF4-FFF2-40B4-BE49-F238E27FC236}">
                    <a16:creationId xmlns:a16="http://schemas.microsoft.com/office/drawing/2014/main" id="{BE6D315D-FCC8-714E-3DAD-7D2955D61446}"/>
                  </a:ext>
                </a:extLst>
              </p:cNvPr>
              <p:cNvSpPr/>
              <p:nvPr/>
            </p:nvSpPr>
            <p:spPr>
              <a:xfrm>
                <a:off x="4429992" y="6047011"/>
                <a:ext cx="126933" cy="6346"/>
              </a:xfrm>
              <a:custGeom>
                <a:avLst/>
                <a:gdLst>
                  <a:gd name="connsiteX0" fmla="*/ 0 w 126933"/>
                  <a:gd name="connsiteY0" fmla="*/ 0 h 6346"/>
                  <a:gd name="connsiteX1" fmla="*/ 126934 w 126933"/>
                  <a:gd name="connsiteY1" fmla="*/ 0 h 6346"/>
                  <a:gd name="connsiteX2" fmla="*/ 6347 w 126933"/>
                  <a:gd name="connsiteY2" fmla="*/ 0 h 6346"/>
                  <a:gd name="connsiteX3" fmla="*/ 92852 w 126933"/>
                  <a:gd name="connsiteY3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933" h="6346">
                    <a:moveTo>
                      <a:pt x="0" y="0"/>
                    </a:moveTo>
                    <a:lnTo>
                      <a:pt x="126934" y="0"/>
                    </a:lnTo>
                    <a:lnTo>
                      <a:pt x="6347" y="0"/>
                    </a:lnTo>
                    <a:lnTo>
                      <a:pt x="92852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3" name="任意多边形: 形状 372">
                <a:extLst>
                  <a:ext uri="{FF2B5EF4-FFF2-40B4-BE49-F238E27FC236}">
                    <a16:creationId xmlns:a16="http://schemas.microsoft.com/office/drawing/2014/main" id="{6A48E4AC-DF2E-76EC-7498-548E5B44567E}"/>
                  </a:ext>
                </a:extLst>
              </p:cNvPr>
              <p:cNvSpPr/>
              <p:nvPr/>
            </p:nvSpPr>
            <p:spPr>
              <a:xfrm>
                <a:off x="4511738" y="6024798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74" name="图形 6">
              <a:extLst>
                <a:ext uri="{FF2B5EF4-FFF2-40B4-BE49-F238E27FC236}">
                  <a16:creationId xmlns:a16="http://schemas.microsoft.com/office/drawing/2014/main" id="{4D17259E-88A9-9577-256F-8B73111E023F}"/>
                </a:ext>
              </a:extLst>
            </p:cNvPr>
            <p:cNvGrpSpPr/>
            <p:nvPr/>
          </p:nvGrpSpPr>
          <p:grpSpPr>
            <a:xfrm>
              <a:off x="3731856" y="5888344"/>
              <a:ext cx="698136" cy="330028"/>
              <a:chOff x="3731856" y="5888344"/>
              <a:chExt cx="698136" cy="330028"/>
            </a:xfrm>
            <a:solidFill>
              <a:srgbClr val="6EA0BF"/>
            </a:solidFill>
          </p:grpSpPr>
          <p:sp>
            <p:nvSpPr>
              <p:cNvPr id="375" name="任意多边形: 形状 374">
                <a:extLst>
                  <a:ext uri="{FF2B5EF4-FFF2-40B4-BE49-F238E27FC236}">
                    <a16:creationId xmlns:a16="http://schemas.microsoft.com/office/drawing/2014/main" id="{EFF89379-CCE2-BA47-AD0D-3F87E7387369}"/>
                  </a:ext>
                </a:extLst>
              </p:cNvPr>
              <p:cNvSpPr/>
              <p:nvPr/>
            </p:nvSpPr>
            <p:spPr>
              <a:xfrm rot="10800000" flipV="1">
                <a:off x="3731856" y="5888344"/>
                <a:ext cx="698136" cy="317334"/>
              </a:xfrm>
              <a:custGeom>
                <a:avLst/>
                <a:gdLst>
                  <a:gd name="connsiteX0" fmla="*/ 650536 w 698136"/>
                  <a:gd name="connsiteY0" fmla="*/ 0 h 317334"/>
                  <a:gd name="connsiteX1" fmla="*/ 698136 w 698136"/>
                  <a:gd name="connsiteY1" fmla="*/ 47600 h 317334"/>
                  <a:gd name="connsiteX2" fmla="*/ 698136 w 698136"/>
                  <a:gd name="connsiteY2" fmla="*/ 269735 h 317334"/>
                  <a:gd name="connsiteX3" fmla="*/ 650536 w 698136"/>
                  <a:gd name="connsiteY3" fmla="*/ 317335 h 317334"/>
                  <a:gd name="connsiteX4" fmla="*/ 47600 w 698136"/>
                  <a:gd name="connsiteY4" fmla="*/ 317335 h 317334"/>
                  <a:gd name="connsiteX5" fmla="*/ 0 w 698136"/>
                  <a:gd name="connsiteY5" fmla="*/ 269735 h 317334"/>
                  <a:gd name="connsiteX6" fmla="*/ 0 w 698136"/>
                  <a:gd name="connsiteY6" fmla="*/ 47600 h 317334"/>
                  <a:gd name="connsiteX7" fmla="*/ 47600 w 698136"/>
                  <a:gd name="connsiteY7" fmla="*/ 0 h 317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98136" h="317334">
                    <a:moveTo>
                      <a:pt x="650536" y="0"/>
                    </a:moveTo>
                    <a:cubicBezTo>
                      <a:pt x="676825" y="0"/>
                      <a:pt x="698136" y="21311"/>
                      <a:pt x="698136" y="47600"/>
                    </a:cubicBezTo>
                    <a:lnTo>
                      <a:pt x="698136" y="269735"/>
                    </a:lnTo>
                    <a:cubicBezTo>
                      <a:pt x="698136" y="296024"/>
                      <a:pt x="676825" y="317335"/>
                      <a:pt x="650536" y="317335"/>
                    </a:cubicBezTo>
                    <a:lnTo>
                      <a:pt x="47600" y="317335"/>
                    </a:lnTo>
                    <a:cubicBezTo>
                      <a:pt x="21311" y="317335"/>
                      <a:pt x="0" y="296024"/>
                      <a:pt x="0" y="269735"/>
                    </a:cubicBezTo>
                    <a:lnTo>
                      <a:pt x="0" y="47600"/>
                    </a:lnTo>
                    <a:cubicBezTo>
                      <a:pt x="0" y="21311"/>
                      <a:pt x="21311" y="0"/>
                      <a:pt x="47600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76" name="图片 375">
                <a:extLst>
                  <a:ext uri="{FF2B5EF4-FFF2-40B4-BE49-F238E27FC236}">
                    <a16:creationId xmlns:a16="http://schemas.microsoft.com/office/drawing/2014/main" id="{9783EEFD-7B4F-A7AE-93D3-A55DC39D76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35029" y="5894690"/>
                <a:ext cx="685442" cy="323681"/>
              </a:xfrm>
              <a:custGeom>
                <a:avLst/>
                <a:gdLst>
                  <a:gd name="connsiteX0" fmla="*/ -1 w 685442"/>
                  <a:gd name="connsiteY0" fmla="*/ -1 h 323681"/>
                  <a:gd name="connsiteX1" fmla="*/ 685443 w 685442"/>
                  <a:gd name="connsiteY1" fmla="*/ -1 h 323681"/>
                  <a:gd name="connsiteX2" fmla="*/ 685443 w 685442"/>
                  <a:gd name="connsiteY2" fmla="*/ 323681 h 323681"/>
                  <a:gd name="connsiteX3" fmla="*/ -1 w 685442"/>
                  <a:gd name="connsiteY3" fmla="*/ 323681 h 323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5442" h="323681">
                    <a:moveTo>
                      <a:pt x="-1" y="-1"/>
                    </a:moveTo>
                    <a:lnTo>
                      <a:pt x="685443" y="-1"/>
                    </a:lnTo>
                    <a:lnTo>
                      <a:pt x="685443" y="323681"/>
                    </a:lnTo>
                    <a:lnTo>
                      <a:pt x="-1" y="323681"/>
                    </a:lnTo>
                    <a:close/>
                  </a:path>
                </a:pathLst>
              </a:custGeom>
            </p:spPr>
          </p:pic>
        </p:grpSp>
        <p:grpSp>
          <p:nvGrpSpPr>
            <p:cNvPr id="377" name="图形 6">
              <a:extLst>
                <a:ext uri="{FF2B5EF4-FFF2-40B4-BE49-F238E27FC236}">
                  <a16:creationId xmlns:a16="http://schemas.microsoft.com/office/drawing/2014/main" id="{44E7E303-CCED-3F91-DBCD-6153075489DA}"/>
                </a:ext>
              </a:extLst>
            </p:cNvPr>
            <p:cNvGrpSpPr/>
            <p:nvPr/>
          </p:nvGrpSpPr>
          <p:grpSpPr>
            <a:xfrm>
              <a:off x="4817141" y="6024798"/>
              <a:ext cx="157905" cy="44426"/>
              <a:chOff x="4817141" y="6024798"/>
              <a:chExt cx="157905" cy="44426"/>
            </a:xfrm>
          </p:grpSpPr>
          <p:sp>
            <p:nvSpPr>
              <p:cNvPr id="378" name="任意多边形: 形状 377">
                <a:extLst>
                  <a:ext uri="{FF2B5EF4-FFF2-40B4-BE49-F238E27FC236}">
                    <a16:creationId xmlns:a16="http://schemas.microsoft.com/office/drawing/2014/main" id="{81352A5A-4628-B52D-48BC-0F594675311A}"/>
                  </a:ext>
                </a:extLst>
              </p:cNvPr>
              <p:cNvSpPr/>
              <p:nvPr/>
            </p:nvSpPr>
            <p:spPr>
              <a:xfrm>
                <a:off x="4817141" y="6047011"/>
                <a:ext cx="126933" cy="6346"/>
              </a:xfrm>
              <a:custGeom>
                <a:avLst/>
                <a:gdLst>
                  <a:gd name="connsiteX0" fmla="*/ 0 w 126933"/>
                  <a:gd name="connsiteY0" fmla="*/ 0 h 6346"/>
                  <a:gd name="connsiteX1" fmla="*/ 126934 w 126933"/>
                  <a:gd name="connsiteY1" fmla="*/ 0 h 6346"/>
                  <a:gd name="connsiteX2" fmla="*/ 38080 w 126933"/>
                  <a:gd name="connsiteY2" fmla="*/ 0 h 6346"/>
                  <a:gd name="connsiteX3" fmla="*/ 124586 w 126933"/>
                  <a:gd name="connsiteY3" fmla="*/ 0 h 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933" h="6346">
                    <a:moveTo>
                      <a:pt x="0" y="0"/>
                    </a:moveTo>
                    <a:lnTo>
                      <a:pt x="126934" y="0"/>
                    </a:lnTo>
                    <a:lnTo>
                      <a:pt x="38080" y="0"/>
                    </a:lnTo>
                    <a:lnTo>
                      <a:pt x="124586" y="0"/>
                    </a:lnTo>
                  </a:path>
                </a:pathLst>
              </a:custGeom>
              <a:noFill/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9" name="任意多边形: 形状 378">
                <a:extLst>
                  <a:ext uri="{FF2B5EF4-FFF2-40B4-BE49-F238E27FC236}">
                    <a16:creationId xmlns:a16="http://schemas.microsoft.com/office/drawing/2014/main" id="{AEF3F6E0-9602-A867-BB47-9453D0E02DE3}"/>
                  </a:ext>
                </a:extLst>
              </p:cNvPr>
              <p:cNvSpPr/>
              <p:nvPr/>
            </p:nvSpPr>
            <p:spPr>
              <a:xfrm>
                <a:off x="4930619" y="6024798"/>
                <a:ext cx="44426" cy="44426"/>
              </a:xfrm>
              <a:custGeom>
                <a:avLst/>
                <a:gdLst>
                  <a:gd name="connsiteX0" fmla="*/ 44427 w 44426"/>
                  <a:gd name="connsiteY0" fmla="*/ 22213 h 44426"/>
                  <a:gd name="connsiteX1" fmla="*/ 0 w 44426"/>
                  <a:gd name="connsiteY1" fmla="*/ 44427 h 44426"/>
                  <a:gd name="connsiteX2" fmla="*/ 11107 w 44426"/>
                  <a:gd name="connsiteY2" fmla="*/ 22213 h 44426"/>
                  <a:gd name="connsiteX3" fmla="*/ 0 w 44426"/>
                  <a:gd name="connsiteY3" fmla="*/ 0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26" h="44426">
                    <a:moveTo>
                      <a:pt x="44427" y="22213"/>
                    </a:moveTo>
                    <a:lnTo>
                      <a:pt x="0" y="44427"/>
                    </a:lnTo>
                    <a:lnTo>
                      <a:pt x="11107" y="222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80" name="图形 6">
              <a:extLst>
                <a:ext uri="{FF2B5EF4-FFF2-40B4-BE49-F238E27FC236}">
                  <a16:creationId xmlns:a16="http://schemas.microsoft.com/office/drawing/2014/main" id="{10689DF9-B698-C62D-ED6A-CAD74C350392}"/>
                </a:ext>
              </a:extLst>
            </p:cNvPr>
            <p:cNvGrpSpPr/>
            <p:nvPr/>
          </p:nvGrpSpPr>
          <p:grpSpPr>
            <a:xfrm>
              <a:off x="4563273" y="5742370"/>
              <a:ext cx="253867" cy="641016"/>
              <a:chOff x="4563273" y="5742370"/>
              <a:chExt cx="253867" cy="641016"/>
            </a:xfrm>
            <a:solidFill>
              <a:srgbClr val="DAE8FC"/>
            </a:solidFill>
          </p:grpSpPr>
          <p:sp>
            <p:nvSpPr>
              <p:cNvPr id="381" name="任意多边形: 形状 380">
                <a:extLst>
                  <a:ext uri="{FF2B5EF4-FFF2-40B4-BE49-F238E27FC236}">
                    <a16:creationId xmlns:a16="http://schemas.microsoft.com/office/drawing/2014/main" id="{4804BE5B-892F-7B33-419B-1AE2CF28989A}"/>
                  </a:ext>
                </a:extLst>
              </p:cNvPr>
              <p:cNvSpPr/>
              <p:nvPr/>
            </p:nvSpPr>
            <p:spPr>
              <a:xfrm>
                <a:off x="4563273" y="5745543"/>
                <a:ext cx="253867" cy="602935"/>
              </a:xfrm>
              <a:custGeom>
                <a:avLst/>
                <a:gdLst>
                  <a:gd name="connsiteX0" fmla="*/ 215788 w 253867"/>
                  <a:gd name="connsiteY0" fmla="*/ 0 h 602935"/>
                  <a:gd name="connsiteX1" fmla="*/ 253868 w 253867"/>
                  <a:gd name="connsiteY1" fmla="*/ 38080 h 602935"/>
                  <a:gd name="connsiteX2" fmla="*/ 253868 w 253867"/>
                  <a:gd name="connsiteY2" fmla="*/ 564856 h 602935"/>
                  <a:gd name="connsiteX3" fmla="*/ 215788 w 253867"/>
                  <a:gd name="connsiteY3" fmla="*/ 602936 h 602935"/>
                  <a:gd name="connsiteX4" fmla="*/ 38080 w 253867"/>
                  <a:gd name="connsiteY4" fmla="*/ 602936 h 602935"/>
                  <a:gd name="connsiteX5" fmla="*/ 0 w 253867"/>
                  <a:gd name="connsiteY5" fmla="*/ 564856 h 602935"/>
                  <a:gd name="connsiteX6" fmla="*/ 0 w 253867"/>
                  <a:gd name="connsiteY6" fmla="*/ 38080 h 602935"/>
                  <a:gd name="connsiteX7" fmla="*/ 38080 w 253867"/>
                  <a:gd name="connsiteY7" fmla="*/ 0 h 60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3867" h="602935">
                    <a:moveTo>
                      <a:pt x="215788" y="0"/>
                    </a:moveTo>
                    <a:cubicBezTo>
                      <a:pt x="236819" y="0"/>
                      <a:pt x="253868" y="17049"/>
                      <a:pt x="253868" y="38080"/>
                    </a:cubicBezTo>
                    <a:lnTo>
                      <a:pt x="253868" y="564856"/>
                    </a:lnTo>
                    <a:cubicBezTo>
                      <a:pt x="253868" y="585887"/>
                      <a:pt x="236819" y="602936"/>
                      <a:pt x="215788" y="602936"/>
                    </a:cubicBezTo>
                    <a:lnTo>
                      <a:pt x="38080" y="602936"/>
                    </a:lnTo>
                    <a:cubicBezTo>
                      <a:pt x="17049" y="602936"/>
                      <a:pt x="0" y="585887"/>
                      <a:pt x="0" y="564856"/>
                    </a:cubicBezTo>
                    <a:lnTo>
                      <a:pt x="0" y="38080"/>
                    </a:lnTo>
                    <a:cubicBezTo>
                      <a:pt x="0" y="17049"/>
                      <a:pt x="17049" y="0"/>
                      <a:pt x="3808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82" name="图片 381">
                <a:extLst>
                  <a:ext uri="{FF2B5EF4-FFF2-40B4-BE49-F238E27FC236}">
                    <a16:creationId xmlns:a16="http://schemas.microsoft.com/office/drawing/2014/main" id="{9FB921FD-A3D8-2EDF-CA87-F3FACC9300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566446" y="5742370"/>
                <a:ext cx="241174" cy="641016"/>
              </a:xfrm>
              <a:custGeom>
                <a:avLst/>
                <a:gdLst>
                  <a:gd name="connsiteX0" fmla="*/ -1 w 241174"/>
                  <a:gd name="connsiteY0" fmla="*/ -1 h 641016"/>
                  <a:gd name="connsiteX1" fmla="*/ 241174 w 241174"/>
                  <a:gd name="connsiteY1" fmla="*/ -1 h 641016"/>
                  <a:gd name="connsiteX2" fmla="*/ 241174 w 241174"/>
                  <a:gd name="connsiteY2" fmla="*/ 641016 h 641016"/>
                  <a:gd name="connsiteX3" fmla="*/ -1 w 241174"/>
                  <a:gd name="connsiteY3" fmla="*/ 641016 h 641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1174" h="641016">
                    <a:moveTo>
                      <a:pt x="-1" y="-1"/>
                    </a:moveTo>
                    <a:lnTo>
                      <a:pt x="241174" y="-1"/>
                    </a:lnTo>
                    <a:lnTo>
                      <a:pt x="241174" y="641016"/>
                    </a:lnTo>
                    <a:lnTo>
                      <a:pt x="-1" y="641016"/>
                    </a:lnTo>
                    <a:close/>
                  </a:path>
                </a:pathLst>
              </a:custGeom>
            </p:spPr>
          </p:pic>
        </p:grpSp>
        <p:grpSp>
          <p:nvGrpSpPr>
            <p:cNvPr id="383" name="图形 6">
              <a:extLst>
                <a:ext uri="{FF2B5EF4-FFF2-40B4-BE49-F238E27FC236}">
                  <a16:creationId xmlns:a16="http://schemas.microsoft.com/office/drawing/2014/main" id="{309681B8-DBFD-A432-578F-3ED628BB8234}"/>
                </a:ext>
              </a:extLst>
            </p:cNvPr>
            <p:cNvGrpSpPr/>
            <p:nvPr/>
          </p:nvGrpSpPr>
          <p:grpSpPr>
            <a:xfrm>
              <a:off x="4982155" y="5745543"/>
              <a:ext cx="304641" cy="602935"/>
              <a:chOff x="4982155" y="5745543"/>
              <a:chExt cx="304641" cy="602935"/>
            </a:xfrm>
            <a:solidFill>
              <a:srgbClr val="DAE8FC"/>
            </a:solidFill>
          </p:grpSpPr>
          <p:sp>
            <p:nvSpPr>
              <p:cNvPr id="384" name="任意多边形: 形状 383">
                <a:extLst>
                  <a:ext uri="{FF2B5EF4-FFF2-40B4-BE49-F238E27FC236}">
                    <a16:creationId xmlns:a16="http://schemas.microsoft.com/office/drawing/2014/main" id="{0ECBE2CA-9383-CE02-618D-BF55626671A4}"/>
                  </a:ext>
                </a:extLst>
              </p:cNvPr>
              <p:cNvSpPr/>
              <p:nvPr/>
            </p:nvSpPr>
            <p:spPr>
              <a:xfrm>
                <a:off x="4982155" y="5745543"/>
                <a:ext cx="304641" cy="602935"/>
              </a:xfrm>
              <a:custGeom>
                <a:avLst/>
                <a:gdLst>
                  <a:gd name="connsiteX0" fmla="*/ 258945 w 304641"/>
                  <a:gd name="connsiteY0" fmla="*/ 0 h 602935"/>
                  <a:gd name="connsiteX1" fmla="*/ 304641 w 304641"/>
                  <a:gd name="connsiteY1" fmla="*/ 45696 h 602935"/>
                  <a:gd name="connsiteX2" fmla="*/ 304641 w 304641"/>
                  <a:gd name="connsiteY2" fmla="*/ 557240 h 602935"/>
                  <a:gd name="connsiteX3" fmla="*/ 258945 w 304641"/>
                  <a:gd name="connsiteY3" fmla="*/ 602936 h 602935"/>
                  <a:gd name="connsiteX4" fmla="*/ 45696 w 304641"/>
                  <a:gd name="connsiteY4" fmla="*/ 602936 h 602935"/>
                  <a:gd name="connsiteX5" fmla="*/ 0 w 304641"/>
                  <a:gd name="connsiteY5" fmla="*/ 557240 h 602935"/>
                  <a:gd name="connsiteX6" fmla="*/ 0 w 304641"/>
                  <a:gd name="connsiteY6" fmla="*/ 45696 h 602935"/>
                  <a:gd name="connsiteX7" fmla="*/ 45696 w 304641"/>
                  <a:gd name="connsiteY7" fmla="*/ 0 h 602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4641" h="602935">
                    <a:moveTo>
                      <a:pt x="258945" y="0"/>
                    </a:moveTo>
                    <a:cubicBezTo>
                      <a:pt x="284182" y="0"/>
                      <a:pt x="304641" y="20459"/>
                      <a:pt x="304641" y="45696"/>
                    </a:cubicBezTo>
                    <a:lnTo>
                      <a:pt x="304641" y="557240"/>
                    </a:lnTo>
                    <a:cubicBezTo>
                      <a:pt x="304641" y="582477"/>
                      <a:pt x="284182" y="602936"/>
                      <a:pt x="258945" y="602936"/>
                    </a:cubicBezTo>
                    <a:lnTo>
                      <a:pt x="45696" y="602936"/>
                    </a:lnTo>
                    <a:cubicBezTo>
                      <a:pt x="20459" y="602936"/>
                      <a:pt x="0" y="582477"/>
                      <a:pt x="0" y="557240"/>
                    </a:cubicBezTo>
                    <a:lnTo>
                      <a:pt x="0" y="45696"/>
                    </a:lnTo>
                    <a:cubicBezTo>
                      <a:pt x="0" y="20459"/>
                      <a:pt x="20459" y="0"/>
                      <a:pt x="45696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347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85" name="图片 384">
                <a:extLst>
                  <a:ext uri="{FF2B5EF4-FFF2-40B4-BE49-F238E27FC236}">
                    <a16:creationId xmlns:a16="http://schemas.microsoft.com/office/drawing/2014/main" id="{8B72F3DC-0B86-0236-BEB0-7CF6114D6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985328" y="5818530"/>
                <a:ext cx="291947" cy="488695"/>
              </a:xfrm>
              <a:custGeom>
                <a:avLst/>
                <a:gdLst>
                  <a:gd name="connsiteX0" fmla="*/ -1 w 291947"/>
                  <a:gd name="connsiteY0" fmla="*/ -1 h 488695"/>
                  <a:gd name="connsiteX1" fmla="*/ 291947 w 291947"/>
                  <a:gd name="connsiteY1" fmla="*/ -1 h 488695"/>
                  <a:gd name="connsiteX2" fmla="*/ 291947 w 291947"/>
                  <a:gd name="connsiteY2" fmla="*/ 488695 h 488695"/>
                  <a:gd name="connsiteX3" fmla="*/ -1 w 291947"/>
                  <a:gd name="connsiteY3" fmla="*/ 488695 h 488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947" h="488695">
                    <a:moveTo>
                      <a:pt x="-1" y="-1"/>
                    </a:moveTo>
                    <a:lnTo>
                      <a:pt x="291947" y="-1"/>
                    </a:lnTo>
                    <a:lnTo>
                      <a:pt x="291947" y="488695"/>
                    </a:lnTo>
                    <a:lnTo>
                      <a:pt x="-1" y="488695"/>
                    </a:lnTo>
                    <a:close/>
                  </a:path>
                </a:pathLst>
              </a:custGeom>
            </p:spPr>
          </p:pic>
        </p:grpSp>
      </p:grpSp>
    </p:spTree>
    <p:extLst>
      <p:ext uri="{BB962C8B-B14F-4D97-AF65-F5344CB8AC3E}">
        <p14:creationId xmlns:p14="http://schemas.microsoft.com/office/powerpoint/2010/main" val="3704001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FD224-850D-8D73-5BB8-142E99252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CC53CCE-907D-E433-7DDD-01EF91E12D86}"/>
              </a:ext>
            </a:extLst>
          </p:cNvPr>
          <p:cNvSpPr txBox="1"/>
          <p:nvPr/>
        </p:nvSpPr>
        <p:spPr>
          <a:xfrm>
            <a:off x="3026735" y="1396409"/>
            <a:ext cx="666307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3900" dirty="0"/>
              <a:t>V2.0</a:t>
            </a:r>
            <a:endParaRPr lang="zh-CN" altLang="en-US" sz="23900" dirty="0"/>
          </a:p>
        </p:txBody>
      </p:sp>
    </p:spTree>
    <p:extLst>
      <p:ext uri="{BB962C8B-B14F-4D97-AF65-F5344CB8AC3E}">
        <p14:creationId xmlns:p14="http://schemas.microsoft.com/office/powerpoint/2010/main" val="6750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6F751-3236-1684-5689-2804F04C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图形 2">
            <a:extLst>
              <a:ext uri="{FF2B5EF4-FFF2-40B4-BE49-F238E27FC236}">
                <a16:creationId xmlns:a16="http://schemas.microsoft.com/office/drawing/2014/main" id="{4C373456-9649-961A-081B-F204B82B376C}"/>
              </a:ext>
            </a:extLst>
          </p:cNvPr>
          <p:cNvGrpSpPr/>
          <p:nvPr/>
        </p:nvGrpSpPr>
        <p:grpSpPr>
          <a:xfrm>
            <a:off x="3009900" y="450817"/>
            <a:ext cx="6153150" cy="5940450"/>
            <a:chOff x="3009900" y="450817"/>
            <a:chExt cx="6153150" cy="5940450"/>
          </a:xfrm>
        </p:grpSpPr>
        <p:grpSp>
          <p:nvGrpSpPr>
            <p:cNvPr id="7" name="图形 2">
              <a:extLst>
                <a:ext uri="{FF2B5EF4-FFF2-40B4-BE49-F238E27FC236}">
                  <a16:creationId xmlns:a16="http://schemas.microsoft.com/office/drawing/2014/main" id="{10AD5939-932C-759C-BCFA-5A4049CABB01}"/>
                </a:ext>
              </a:extLst>
            </p:cNvPr>
            <p:cNvGrpSpPr/>
            <p:nvPr/>
          </p:nvGrpSpPr>
          <p:grpSpPr>
            <a:xfrm>
              <a:off x="3929062" y="5263704"/>
              <a:ext cx="66675" cy="465582"/>
              <a:chOff x="3929062" y="5263704"/>
              <a:chExt cx="66675" cy="465582"/>
            </a:xfrm>
          </p:grpSpPr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E9E86E4E-F4DB-7644-2B9E-721042BE3E5E}"/>
                  </a:ext>
                </a:extLst>
              </p:cNvPr>
              <p:cNvSpPr/>
              <p:nvPr/>
            </p:nvSpPr>
            <p:spPr>
              <a:xfrm>
                <a:off x="3962400" y="5313711"/>
                <a:ext cx="9525" cy="415575"/>
              </a:xfrm>
              <a:custGeom>
                <a:avLst/>
                <a:gdLst>
                  <a:gd name="connsiteX0" fmla="*/ 0 w 9525"/>
                  <a:gd name="connsiteY0" fmla="*/ 415576 h 415575"/>
                  <a:gd name="connsiteX1" fmla="*/ 0 w 9525"/>
                  <a:gd name="connsiteY1" fmla="*/ 0 h 415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415575">
                    <a:moveTo>
                      <a:pt x="0" y="415576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AA59305E-2CAB-2A8D-7624-FA547609857C}"/>
                  </a:ext>
                </a:extLst>
              </p:cNvPr>
              <p:cNvSpPr/>
              <p:nvPr/>
            </p:nvSpPr>
            <p:spPr>
              <a:xfrm>
                <a:off x="3929062" y="5263704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A941A6F0-8D8E-744D-4BD6-03805DA042FE}"/>
                </a:ext>
              </a:extLst>
            </p:cNvPr>
            <p:cNvSpPr/>
            <p:nvPr/>
          </p:nvSpPr>
          <p:spPr>
            <a:xfrm>
              <a:off x="3637597" y="5724524"/>
              <a:ext cx="646747" cy="666743"/>
            </a:xfrm>
            <a:custGeom>
              <a:avLst/>
              <a:gdLst>
                <a:gd name="connsiteX0" fmla="*/ 412008 w 646747"/>
                <a:gd name="connsiteY0" fmla="*/ 77 h 666743"/>
                <a:gd name="connsiteX1" fmla="*/ 454393 w 646747"/>
                <a:gd name="connsiteY1" fmla="*/ 17612 h 666743"/>
                <a:gd name="connsiteX2" fmla="*/ 576555 w 646747"/>
                <a:gd name="connsiteY2" fmla="*/ 139514 h 666743"/>
                <a:gd name="connsiteX3" fmla="*/ 594170 w 646747"/>
                <a:gd name="connsiteY3" fmla="*/ 181986 h 666743"/>
                <a:gd name="connsiteX4" fmla="*/ 594170 w 646747"/>
                <a:gd name="connsiteY4" fmla="*/ 260529 h 666743"/>
                <a:gd name="connsiteX5" fmla="*/ 646330 w 646747"/>
                <a:gd name="connsiteY5" fmla="*/ 312676 h 666743"/>
                <a:gd name="connsiteX6" fmla="*/ 646330 w 646747"/>
                <a:gd name="connsiteY6" fmla="*/ 520902 h 666743"/>
                <a:gd name="connsiteX7" fmla="*/ 595831 w 646747"/>
                <a:gd name="connsiteY7" fmla="*/ 573035 h 666743"/>
                <a:gd name="connsiteX8" fmla="*/ 594170 w 646747"/>
                <a:gd name="connsiteY8" fmla="*/ 573055 h 666743"/>
                <a:gd name="connsiteX9" fmla="*/ 594170 w 646747"/>
                <a:gd name="connsiteY9" fmla="*/ 604312 h 666743"/>
                <a:gd name="connsiteX10" fmla="*/ 531583 w 646747"/>
                <a:gd name="connsiteY10" fmla="*/ 666820 h 666743"/>
                <a:gd name="connsiteX11" fmla="*/ 114330 w 646747"/>
                <a:gd name="connsiteY11" fmla="*/ 666820 h 666743"/>
                <a:gd name="connsiteX12" fmla="*/ 51743 w 646747"/>
                <a:gd name="connsiteY12" fmla="*/ 604312 h 666743"/>
                <a:gd name="connsiteX13" fmla="*/ 51743 w 646747"/>
                <a:gd name="connsiteY13" fmla="*/ 573055 h 666743"/>
                <a:gd name="connsiteX14" fmla="*/ -417 w 646747"/>
                <a:gd name="connsiteY14" fmla="*/ 520908 h 666743"/>
                <a:gd name="connsiteX15" fmla="*/ -417 w 646747"/>
                <a:gd name="connsiteY15" fmla="*/ 312682 h 666743"/>
                <a:gd name="connsiteX16" fmla="*/ 50082 w 646747"/>
                <a:gd name="connsiteY16" fmla="*/ 260549 h 666743"/>
                <a:gd name="connsiteX17" fmla="*/ 51743 w 646747"/>
                <a:gd name="connsiteY17" fmla="*/ 260522 h 666743"/>
                <a:gd name="connsiteX18" fmla="*/ 51743 w 646747"/>
                <a:gd name="connsiteY18" fmla="*/ 62584 h 666743"/>
                <a:gd name="connsiteX19" fmla="*/ 114330 w 646747"/>
                <a:gd name="connsiteY19" fmla="*/ 77 h 666743"/>
                <a:gd name="connsiteX20" fmla="*/ 412008 w 646747"/>
                <a:gd name="connsiteY20" fmla="*/ 77 h 666743"/>
                <a:gd name="connsiteX21" fmla="*/ 531583 w 646747"/>
                <a:gd name="connsiteY21" fmla="*/ 573061 h 666743"/>
                <a:gd name="connsiteX22" fmla="*/ 114330 w 646747"/>
                <a:gd name="connsiteY22" fmla="*/ 573061 h 666743"/>
                <a:gd name="connsiteX23" fmla="*/ 114330 w 646747"/>
                <a:gd name="connsiteY23" fmla="*/ 584316 h 666743"/>
                <a:gd name="connsiteX24" fmla="*/ 134333 w 646747"/>
                <a:gd name="connsiteY24" fmla="*/ 604319 h 666743"/>
                <a:gd name="connsiteX25" fmla="*/ 511580 w 646747"/>
                <a:gd name="connsiteY25" fmla="*/ 604319 h 666743"/>
                <a:gd name="connsiteX26" fmla="*/ 531583 w 646747"/>
                <a:gd name="connsiteY26" fmla="*/ 584316 h 666743"/>
                <a:gd name="connsiteX27" fmla="*/ 531583 w 646747"/>
                <a:gd name="connsiteY27" fmla="*/ 573061 h 666743"/>
                <a:gd name="connsiteX28" fmla="*/ 314955 w 646747"/>
                <a:gd name="connsiteY28" fmla="*/ 361962 h 666743"/>
                <a:gd name="connsiteX29" fmla="*/ 287339 w 646747"/>
                <a:gd name="connsiteY29" fmla="*/ 368043 h 666743"/>
                <a:gd name="connsiteX30" fmla="*/ 266316 w 646747"/>
                <a:gd name="connsiteY30" fmla="*/ 386425 h 666743"/>
                <a:gd name="connsiteX31" fmla="*/ 257715 w 646747"/>
                <a:gd name="connsiteY31" fmla="*/ 404374 h 666743"/>
                <a:gd name="connsiteX32" fmla="*/ 254675 w 646747"/>
                <a:gd name="connsiteY32" fmla="*/ 425836 h 666743"/>
                <a:gd name="connsiteX33" fmla="*/ 266869 w 646747"/>
                <a:gd name="connsiteY33" fmla="*/ 459054 h 666743"/>
                <a:gd name="connsiteX34" fmla="*/ 300820 w 646747"/>
                <a:gd name="connsiteY34" fmla="*/ 471035 h 666743"/>
                <a:gd name="connsiteX35" fmla="*/ 327444 w 646747"/>
                <a:gd name="connsiteY35" fmla="*/ 465061 h 666743"/>
                <a:gd name="connsiteX36" fmla="*/ 347993 w 646747"/>
                <a:gd name="connsiteY36" fmla="*/ 447739 h 666743"/>
                <a:gd name="connsiteX37" fmla="*/ 357441 w 646747"/>
                <a:gd name="connsiteY37" fmla="*/ 428730 h 666743"/>
                <a:gd name="connsiteX38" fmla="*/ 360888 w 646747"/>
                <a:gd name="connsiteY38" fmla="*/ 406647 h 666743"/>
                <a:gd name="connsiteX39" fmla="*/ 348726 w 646747"/>
                <a:gd name="connsiteY39" fmla="*/ 373790 h 666743"/>
                <a:gd name="connsiteX40" fmla="*/ 314955 w 646747"/>
                <a:gd name="connsiteY40" fmla="*/ 361962 h 666743"/>
                <a:gd name="connsiteX41" fmla="*/ 440805 w 646747"/>
                <a:gd name="connsiteY41" fmla="*/ 361815 h 666743"/>
                <a:gd name="connsiteX42" fmla="*/ 409601 w 646747"/>
                <a:gd name="connsiteY42" fmla="*/ 366429 h 666743"/>
                <a:gd name="connsiteX43" fmla="*/ 387258 w 646747"/>
                <a:gd name="connsiteY43" fmla="*/ 381004 h 666743"/>
                <a:gd name="connsiteX44" fmla="*/ 375723 w 646747"/>
                <a:gd name="connsiteY44" fmla="*/ 399060 h 666743"/>
                <a:gd name="connsiteX45" fmla="*/ 371803 w 646747"/>
                <a:gd name="connsiteY45" fmla="*/ 421223 h 666743"/>
                <a:gd name="connsiteX46" fmla="*/ 385718 w 646747"/>
                <a:gd name="connsiteY46" fmla="*/ 457627 h 666743"/>
                <a:gd name="connsiteX47" fmla="*/ 424909 w 646747"/>
                <a:gd name="connsiteY47" fmla="*/ 470595 h 666743"/>
                <a:gd name="connsiteX48" fmla="*/ 444178 w 646747"/>
                <a:gd name="connsiteY48" fmla="*/ 469309 h 666743"/>
                <a:gd name="connsiteX49" fmla="*/ 460727 w 646747"/>
                <a:gd name="connsiteY49" fmla="*/ 465468 h 666743"/>
                <a:gd name="connsiteX50" fmla="*/ 473035 w 646747"/>
                <a:gd name="connsiteY50" fmla="*/ 407887 h 666743"/>
                <a:gd name="connsiteX51" fmla="*/ 429670 w 646747"/>
                <a:gd name="connsiteY51" fmla="*/ 407887 h 666743"/>
                <a:gd name="connsiteX52" fmla="*/ 425636 w 646747"/>
                <a:gd name="connsiteY52" fmla="*/ 426797 h 666743"/>
                <a:gd name="connsiteX53" fmla="*/ 442771 w 646747"/>
                <a:gd name="connsiteY53" fmla="*/ 426797 h 666743"/>
                <a:gd name="connsiteX54" fmla="*/ 438084 w 646747"/>
                <a:gd name="connsiteY54" fmla="*/ 448553 h 666743"/>
                <a:gd name="connsiteX55" fmla="*/ 432223 w 646747"/>
                <a:gd name="connsiteY55" fmla="*/ 449759 h 666743"/>
                <a:gd name="connsiteX56" fmla="*/ 426956 w 646747"/>
                <a:gd name="connsiteY56" fmla="*/ 450159 h 666743"/>
                <a:gd name="connsiteX57" fmla="*/ 407174 w 646747"/>
                <a:gd name="connsiteY57" fmla="*/ 442545 h 666743"/>
                <a:gd name="connsiteX58" fmla="*/ 399993 w 646747"/>
                <a:gd name="connsiteY58" fmla="*/ 421523 h 666743"/>
                <a:gd name="connsiteX59" fmla="*/ 411714 w 646747"/>
                <a:gd name="connsiteY59" fmla="*/ 392586 h 666743"/>
                <a:gd name="connsiteX60" fmla="*/ 444092 w 646747"/>
                <a:gd name="connsiteY60" fmla="*/ 382038 h 666743"/>
                <a:gd name="connsiteX61" fmla="*/ 457167 w 646747"/>
                <a:gd name="connsiteY61" fmla="*/ 383611 h 666743"/>
                <a:gd name="connsiteX62" fmla="*/ 469295 w 646747"/>
                <a:gd name="connsiteY62" fmla="*/ 388338 h 666743"/>
                <a:gd name="connsiteX63" fmla="*/ 475296 w 646747"/>
                <a:gd name="connsiteY63" fmla="*/ 366949 h 666743"/>
                <a:gd name="connsiteX64" fmla="*/ 458813 w 646747"/>
                <a:gd name="connsiteY64" fmla="*/ 363069 h 666743"/>
                <a:gd name="connsiteX65" fmla="*/ 440798 w 646747"/>
                <a:gd name="connsiteY65" fmla="*/ 361822 h 666743"/>
                <a:gd name="connsiteX66" fmla="*/ 216577 w 646747"/>
                <a:gd name="connsiteY66" fmla="*/ 364375 h 666743"/>
                <a:gd name="connsiteX67" fmla="*/ 188526 w 646747"/>
                <a:gd name="connsiteY67" fmla="*/ 364375 h 666743"/>
                <a:gd name="connsiteX68" fmla="*/ 166330 w 646747"/>
                <a:gd name="connsiteY68" fmla="*/ 468468 h 666743"/>
                <a:gd name="connsiteX69" fmla="*/ 237239 w 646747"/>
                <a:gd name="connsiteY69" fmla="*/ 468468 h 666743"/>
                <a:gd name="connsiteX70" fmla="*/ 241773 w 646747"/>
                <a:gd name="connsiteY70" fmla="*/ 447732 h 666743"/>
                <a:gd name="connsiteX71" fmla="*/ 198708 w 646747"/>
                <a:gd name="connsiteY71" fmla="*/ 447732 h 666743"/>
                <a:gd name="connsiteX72" fmla="*/ 216577 w 646747"/>
                <a:gd name="connsiteY72" fmla="*/ 364375 h 666743"/>
                <a:gd name="connsiteX73" fmla="*/ 313122 w 646747"/>
                <a:gd name="connsiteY73" fmla="*/ 381297 h 666743"/>
                <a:gd name="connsiteX74" fmla="*/ 327190 w 646747"/>
                <a:gd name="connsiteY74" fmla="*/ 387525 h 666743"/>
                <a:gd name="connsiteX75" fmla="*/ 332171 w 646747"/>
                <a:gd name="connsiteY75" fmla="*/ 405180 h 666743"/>
                <a:gd name="connsiteX76" fmla="*/ 329904 w 646747"/>
                <a:gd name="connsiteY76" fmla="*/ 421583 h 666743"/>
                <a:gd name="connsiteX77" fmla="*/ 323970 w 646747"/>
                <a:gd name="connsiteY77" fmla="*/ 435798 h 666743"/>
                <a:gd name="connsiteX78" fmla="*/ 313569 w 646747"/>
                <a:gd name="connsiteY78" fmla="*/ 446972 h 666743"/>
                <a:gd name="connsiteX79" fmla="*/ 301767 w 646747"/>
                <a:gd name="connsiteY79" fmla="*/ 450593 h 666743"/>
                <a:gd name="connsiteX80" fmla="*/ 287925 w 646747"/>
                <a:gd name="connsiteY80" fmla="*/ 444259 h 666743"/>
                <a:gd name="connsiteX81" fmla="*/ 282871 w 646747"/>
                <a:gd name="connsiteY81" fmla="*/ 426937 h 666743"/>
                <a:gd name="connsiteX82" fmla="*/ 285138 w 646747"/>
                <a:gd name="connsiteY82" fmla="*/ 410414 h 666743"/>
                <a:gd name="connsiteX83" fmla="*/ 291073 w 646747"/>
                <a:gd name="connsiteY83" fmla="*/ 396026 h 666743"/>
                <a:gd name="connsiteX84" fmla="*/ 301147 w 646747"/>
                <a:gd name="connsiteY84" fmla="*/ 385038 h 666743"/>
                <a:gd name="connsiteX85" fmla="*/ 313129 w 646747"/>
                <a:gd name="connsiteY85" fmla="*/ 381304 h 666743"/>
                <a:gd name="connsiteX86" fmla="*/ 382357 w 646747"/>
                <a:gd name="connsiteY86" fmla="*/ 57584 h 666743"/>
                <a:gd name="connsiteX87" fmla="*/ 134333 w 646747"/>
                <a:gd name="connsiteY87" fmla="*/ 57584 h 666743"/>
                <a:gd name="connsiteX88" fmla="*/ 114330 w 646747"/>
                <a:gd name="connsiteY88" fmla="*/ 77586 h 666743"/>
                <a:gd name="connsiteX89" fmla="*/ 114330 w 646747"/>
                <a:gd name="connsiteY89" fmla="*/ 260522 h 666743"/>
                <a:gd name="connsiteX90" fmla="*/ 531583 w 646747"/>
                <a:gd name="connsiteY90" fmla="*/ 260522 h 666743"/>
                <a:gd name="connsiteX91" fmla="*/ 531583 w 646747"/>
                <a:gd name="connsiteY91" fmla="*/ 207416 h 666743"/>
                <a:gd name="connsiteX92" fmla="*/ 442378 w 646747"/>
                <a:gd name="connsiteY92" fmla="*/ 207416 h 666743"/>
                <a:gd name="connsiteX93" fmla="*/ 382371 w 646747"/>
                <a:gd name="connsiteY93" fmla="*/ 147408 h 666743"/>
                <a:gd name="connsiteX94" fmla="*/ 382351 w 646747"/>
                <a:gd name="connsiteY94" fmla="*/ 57584 h 666743"/>
                <a:gd name="connsiteX95" fmla="*/ 444945 w 646747"/>
                <a:gd name="connsiteY95" fmla="*/ 96549 h 666743"/>
                <a:gd name="connsiteX96" fmla="*/ 444945 w 646747"/>
                <a:gd name="connsiteY96" fmla="*/ 134907 h 666743"/>
                <a:gd name="connsiteX97" fmla="*/ 454946 w 646747"/>
                <a:gd name="connsiteY97" fmla="*/ 144908 h 666743"/>
                <a:gd name="connsiteX98" fmla="*/ 493418 w 646747"/>
                <a:gd name="connsiteY98" fmla="*/ 144908 h 666743"/>
                <a:gd name="connsiteX99" fmla="*/ 444945 w 646747"/>
                <a:gd name="connsiteY99" fmla="*/ 96549 h 66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646747" h="666743">
                  <a:moveTo>
                    <a:pt x="412008" y="77"/>
                  </a:moveTo>
                  <a:cubicBezTo>
                    <a:pt x="427901" y="78"/>
                    <a:pt x="443144" y="6385"/>
                    <a:pt x="454393" y="17612"/>
                  </a:cubicBezTo>
                  <a:lnTo>
                    <a:pt x="576555" y="139514"/>
                  </a:lnTo>
                  <a:cubicBezTo>
                    <a:pt x="587833" y="150771"/>
                    <a:pt x="594171" y="166051"/>
                    <a:pt x="594170" y="181986"/>
                  </a:cubicBezTo>
                  <a:lnTo>
                    <a:pt x="594170" y="260529"/>
                  </a:lnTo>
                  <a:cubicBezTo>
                    <a:pt x="622972" y="260529"/>
                    <a:pt x="646323" y="283874"/>
                    <a:pt x="646330" y="312676"/>
                  </a:cubicBezTo>
                  <a:lnTo>
                    <a:pt x="646330" y="520902"/>
                  </a:lnTo>
                  <a:cubicBezTo>
                    <a:pt x="646330" y="549062"/>
                    <a:pt x="623977" y="572138"/>
                    <a:pt x="595831" y="573035"/>
                  </a:cubicBezTo>
                  <a:lnTo>
                    <a:pt x="594170" y="573055"/>
                  </a:lnTo>
                  <a:lnTo>
                    <a:pt x="594170" y="604312"/>
                  </a:lnTo>
                  <a:cubicBezTo>
                    <a:pt x="594170" y="638836"/>
                    <a:pt x="566154" y="666820"/>
                    <a:pt x="531583" y="666820"/>
                  </a:cubicBezTo>
                  <a:lnTo>
                    <a:pt x="114330" y="666820"/>
                  </a:lnTo>
                  <a:cubicBezTo>
                    <a:pt x="79759" y="666820"/>
                    <a:pt x="51743" y="638836"/>
                    <a:pt x="51743" y="604312"/>
                  </a:cubicBezTo>
                  <a:lnTo>
                    <a:pt x="51743" y="573055"/>
                  </a:lnTo>
                  <a:cubicBezTo>
                    <a:pt x="22941" y="573055"/>
                    <a:pt x="-410" y="549710"/>
                    <a:pt x="-417" y="520908"/>
                  </a:cubicBezTo>
                  <a:lnTo>
                    <a:pt x="-417" y="312682"/>
                  </a:lnTo>
                  <a:cubicBezTo>
                    <a:pt x="-417" y="284522"/>
                    <a:pt x="21936" y="261445"/>
                    <a:pt x="50082" y="260549"/>
                  </a:cubicBezTo>
                  <a:lnTo>
                    <a:pt x="51743" y="260522"/>
                  </a:lnTo>
                  <a:lnTo>
                    <a:pt x="51743" y="62584"/>
                  </a:lnTo>
                  <a:cubicBezTo>
                    <a:pt x="51743" y="28060"/>
                    <a:pt x="79759" y="77"/>
                    <a:pt x="114330" y="77"/>
                  </a:cubicBezTo>
                  <a:lnTo>
                    <a:pt x="412008" y="77"/>
                  </a:lnTo>
                  <a:close/>
                  <a:moveTo>
                    <a:pt x="531583" y="573061"/>
                  </a:moveTo>
                  <a:lnTo>
                    <a:pt x="114330" y="573061"/>
                  </a:lnTo>
                  <a:lnTo>
                    <a:pt x="114330" y="584316"/>
                  </a:lnTo>
                  <a:cubicBezTo>
                    <a:pt x="114330" y="595363"/>
                    <a:pt x="123286" y="604319"/>
                    <a:pt x="134333" y="604319"/>
                  </a:cubicBezTo>
                  <a:lnTo>
                    <a:pt x="511580" y="604319"/>
                  </a:lnTo>
                  <a:cubicBezTo>
                    <a:pt x="522627" y="604319"/>
                    <a:pt x="531583" y="595363"/>
                    <a:pt x="531583" y="584316"/>
                  </a:cubicBezTo>
                  <a:lnTo>
                    <a:pt x="531583" y="573061"/>
                  </a:lnTo>
                  <a:close/>
                  <a:moveTo>
                    <a:pt x="314955" y="361962"/>
                  </a:moveTo>
                  <a:cubicBezTo>
                    <a:pt x="304608" y="361962"/>
                    <a:pt x="295400" y="363989"/>
                    <a:pt x="287339" y="368043"/>
                  </a:cubicBezTo>
                  <a:cubicBezTo>
                    <a:pt x="279284" y="372096"/>
                    <a:pt x="272270" y="378224"/>
                    <a:pt x="266316" y="386425"/>
                  </a:cubicBezTo>
                  <a:cubicBezTo>
                    <a:pt x="262609" y="391505"/>
                    <a:pt x="259735" y="397493"/>
                    <a:pt x="257715" y="404374"/>
                  </a:cubicBezTo>
                  <a:cubicBezTo>
                    <a:pt x="255676" y="411345"/>
                    <a:pt x="254652" y="418573"/>
                    <a:pt x="254675" y="425836"/>
                  </a:cubicBezTo>
                  <a:cubicBezTo>
                    <a:pt x="254675" y="439998"/>
                    <a:pt x="258742" y="451073"/>
                    <a:pt x="266869" y="459054"/>
                  </a:cubicBezTo>
                  <a:cubicBezTo>
                    <a:pt x="275004" y="467042"/>
                    <a:pt x="286319" y="471035"/>
                    <a:pt x="300820" y="471035"/>
                  </a:cubicBezTo>
                  <a:cubicBezTo>
                    <a:pt x="310535" y="471035"/>
                    <a:pt x="319416" y="469042"/>
                    <a:pt x="327444" y="465061"/>
                  </a:cubicBezTo>
                  <a:cubicBezTo>
                    <a:pt x="335478" y="461081"/>
                    <a:pt x="342332" y="455307"/>
                    <a:pt x="347993" y="447739"/>
                  </a:cubicBezTo>
                  <a:cubicBezTo>
                    <a:pt x="351993" y="442318"/>
                    <a:pt x="355147" y="435984"/>
                    <a:pt x="357441" y="428730"/>
                  </a:cubicBezTo>
                  <a:cubicBezTo>
                    <a:pt x="359741" y="421476"/>
                    <a:pt x="360888" y="414115"/>
                    <a:pt x="360888" y="406647"/>
                  </a:cubicBezTo>
                  <a:cubicBezTo>
                    <a:pt x="360888" y="392632"/>
                    <a:pt x="356834" y="381678"/>
                    <a:pt x="348726" y="373790"/>
                  </a:cubicBezTo>
                  <a:cubicBezTo>
                    <a:pt x="340619" y="365902"/>
                    <a:pt x="329364" y="361962"/>
                    <a:pt x="314955" y="361962"/>
                  </a:cubicBezTo>
                  <a:close/>
                  <a:moveTo>
                    <a:pt x="440805" y="361815"/>
                  </a:moveTo>
                  <a:cubicBezTo>
                    <a:pt x="428543" y="361815"/>
                    <a:pt x="418142" y="363349"/>
                    <a:pt x="409601" y="366429"/>
                  </a:cubicBezTo>
                  <a:cubicBezTo>
                    <a:pt x="401113" y="369467"/>
                    <a:pt x="393459" y="374460"/>
                    <a:pt x="387258" y="381004"/>
                  </a:cubicBezTo>
                  <a:cubicBezTo>
                    <a:pt x="382197" y="386154"/>
                    <a:pt x="378268" y="392303"/>
                    <a:pt x="375723" y="399060"/>
                  </a:cubicBezTo>
                  <a:cubicBezTo>
                    <a:pt x="373069" y="406145"/>
                    <a:pt x="371740" y="413657"/>
                    <a:pt x="371803" y="421223"/>
                  </a:cubicBezTo>
                  <a:cubicBezTo>
                    <a:pt x="371803" y="436851"/>
                    <a:pt x="376437" y="448986"/>
                    <a:pt x="385718" y="457627"/>
                  </a:cubicBezTo>
                  <a:cubicBezTo>
                    <a:pt x="394999" y="466268"/>
                    <a:pt x="408054" y="470595"/>
                    <a:pt x="424909" y="470595"/>
                  </a:cubicBezTo>
                  <a:cubicBezTo>
                    <a:pt x="431890" y="470595"/>
                    <a:pt x="438311" y="470169"/>
                    <a:pt x="444178" y="469309"/>
                  </a:cubicBezTo>
                  <a:cubicBezTo>
                    <a:pt x="449796" y="468511"/>
                    <a:pt x="455333" y="467226"/>
                    <a:pt x="460727" y="465468"/>
                  </a:cubicBezTo>
                  <a:lnTo>
                    <a:pt x="473035" y="407887"/>
                  </a:lnTo>
                  <a:lnTo>
                    <a:pt x="429670" y="407887"/>
                  </a:lnTo>
                  <a:lnTo>
                    <a:pt x="425636" y="426797"/>
                  </a:lnTo>
                  <a:lnTo>
                    <a:pt x="442771" y="426797"/>
                  </a:lnTo>
                  <a:lnTo>
                    <a:pt x="438084" y="448553"/>
                  </a:lnTo>
                  <a:cubicBezTo>
                    <a:pt x="436153" y="449055"/>
                    <a:pt x="434196" y="449457"/>
                    <a:pt x="432223" y="449759"/>
                  </a:cubicBezTo>
                  <a:cubicBezTo>
                    <a:pt x="430423" y="450026"/>
                    <a:pt x="428663" y="450159"/>
                    <a:pt x="426956" y="450159"/>
                  </a:cubicBezTo>
                  <a:cubicBezTo>
                    <a:pt x="418555" y="450159"/>
                    <a:pt x="411954" y="447626"/>
                    <a:pt x="407174" y="442545"/>
                  </a:cubicBezTo>
                  <a:cubicBezTo>
                    <a:pt x="402386" y="437465"/>
                    <a:pt x="399993" y="430457"/>
                    <a:pt x="399993" y="421523"/>
                  </a:cubicBezTo>
                  <a:cubicBezTo>
                    <a:pt x="399993" y="409261"/>
                    <a:pt x="403900" y="399620"/>
                    <a:pt x="411714" y="392586"/>
                  </a:cubicBezTo>
                  <a:cubicBezTo>
                    <a:pt x="419529" y="385558"/>
                    <a:pt x="430317" y="382038"/>
                    <a:pt x="444092" y="382038"/>
                  </a:cubicBezTo>
                  <a:cubicBezTo>
                    <a:pt x="448632" y="382038"/>
                    <a:pt x="452993" y="382564"/>
                    <a:pt x="457167" y="383611"/>
                  </a:cubicBezTo>
                  <a:cubicBezTo>
                    <a:pt x="461389" y="384679"/>
                    <a:pt x="465463" y="386267"/>
                    <a:pt x="469295" y="388338"/>
                  </a:cubicBezTo>
                  <a:lnTo>
                    <a:pt x="475296" y="366949"/>
                  </a:lnTo>
                  <a:cubicBezTo>
                    <a:pt x="469927" y="365169"/>
                    <a:pt x="464412" y="363871"/>
                    <a:pt x="458813" y="363069"/>
                  </a:cubicBezTo>
                  <a:cubicBezTo>
                    <a:pt x="452846" y="362220"/>
                    <a:pt x="446825" y="361804"/>
                    <a:pt x="440798" y="361822"/>
                  </a:cubicBezTo>
                  <a:close/>
                  <a:moveTo>
                    <a:pt x="216577" y="364375"/>
                  </a:moveTo>
                  <a:lnTo>
                    <a:pt x="188526" y="364375"/>
                  </a:lnTo>
                  <a:lnTo>
                    <a:pt x="166330" y="468468"/>
                  </a:lnTo>
                  <a:lnTo>
                    <a:pt x="237239" y="468468"/>
                  </a:lnTo>
                  <a:lnTo>
                    <a:pt x="241773" y="447732"/>
                  </a:lnTo>
                  <a:lnTo>
                    <a:pt x="198708" y="447732"/>
                  </a:lnTo>
                  <a:lnTo>
                    <a:pt x="216577" y="364375"/>
                  </a:lnTo>
                  <a:close/>
                  <a:moveTo>
                    <a:pt x="313122" y="381297"/>
                  </a:moveTo>
                  <a:cubicBezTo>
                    <a:pt x="319183" y="381297"/>
                    <a:pt x="323870" y="383378"/>
                    <a:pt x="327190" y="387525"/>
                  </a:cubicBezTo>
                  <a:cubicBezTo>
                    <a:pt x="330511" y="391679"/>
                    <a:pt x="332171" y="397560"/>
                    <a:pt x="332171" y="405180"/>
                  </a:cubicBezTo>
                  <a:cubicBezTo>
                    <a:pt x="332171" y="410501"/>
                    <a:pt x="331418" y="415975"/>
                    <a:pt x="329904" y="421583"/>
                  </a:cubicBezTo>
                  <a:cubicBezTo>
                    <a:pt x="328384" y="427203"/>
                    <a:pt x="326410" y="431944"/>
                    <a:pt x="323970" y="435798"/>
                  </a:cubicBezTo>
                  <a:cubicBezTo>
                    <a:pt x="320650" y="440832"/>
                    <a:pt x="317182" y="444552"/>
                    <a:pt x="313569" y="446972"/>
                  </a:cubicBezTo>
                  <a:cubicBezTo>
                    <a:pt x="310092" y="449346"/>
                    <a:pt x="305977" y="450609"/>
                    <a:pt x="301767" y="450593"/>
                  </a:cubicBezTo>
                  <a:cubicBezTo>
                    <a:pt x="295913" y="450593"/>
                    <a:pt x="291299" y="448486"/>
                    <a:pt x="287925" y="444259"/>
                  </a:cubicBezTo>
                  <a:cubicBezTo>
                    <a:pt x="284558" y="440038"/>
                    <a:pt x="282871" y="434257"/>
                    <a:pt x="282871" y="426937"/>
                  </a:cubicBezTo>
                  <a:cubicBezTo>
                    <a:pt x="282871" y="421563"/>
                    <a:pt x="283632" y="416055"/>
                    <a:pt x="285138" y="410414"/>
                  </a:cubicBezTo>
                  <a:cubicBezTo>
                    <a:pt x="286659" y="404774"/>
                    <a:pt x="288639" y="399980"/>
                    <a:pt x="291073" y="396026"/>
                  </a:cubicBezTo>
                  <a:cubicBezTo>
                    <a:pt x="294060" y="391185"/>
                    <a:pt x="297413" y="387525"/>
                    <a:pt x="301147" y="385038"/>
                  </a:cubicBezTo>
                  <a:cubicBezTo>
                    <a:pt x="304673" y="382613"/>
                    <a:pt x="308850" y="381311"/>
                    <a:pt x="313129" y="381304"/>
                  </a:cubicBezTo>
                  <a:close/>
                  <a:moveTo>
                    <a:pt x="382357" y="57584"/>
                  </a:moveTo>
                  <a:lnTo>
                    <a:pt x="134333" y="57584"/>
                  </a:lnTo>
                  <a:cubicBezTo>
                    <a:pt x="123286" y="57584"/>
                    <a:pt x="114330" y="66539"/>
                    <a:pt x="114330" y="77586"/>
                  </a:cubicBezTo>
                  <a:lnTo>
                    <a:pt x="114330" y="260522"/>
                  </a:lnTo>
                  <a:lnTo>
                    <a:pt x="531583" y="260522"/>
                  </a:lnTo>
                  <a:lnTo>
                    <a:pt x="531583" y="207416"/>
                  </a:lnTo>
                  <a:lnTo>
                    <a:pt x="442378" y="207416"/>
                  </a:lnTo>
                  <a:cubicBezTo>
                    <a:pt x="409241" y="207409"/>
                    <a:pt x="382377" y="180546"/>
                    <a:pt x="382371" y="147408"/>
                  </a:cubicBezTo>
                  <a:lnTo>
                    <a:pt x="382351" y="57584"/>
                  </a:lnTo>
                  <a:close/>
                  <a:moveTo>
                    <a:pt x="444945" y="96549"/>
                  </a:moveTo>
                  <a:lnTo>
                    <a:pt x="444945" y="134907"/>
                  </a:lnTo>
                  <a:cubicBezTo>
                    <a:pt x="444945" y="140430"/>
                    <a:pt x="449423" y="144908"/>
                    <a:pt x="454946" y="144908"/>
                  </a:cubicBezTo>
                  <a:lnTo>
                    <a:pt x="493418" y="144908"/>
                  </a:lnTo>
                  <a:lnTo>
                    <a:pt x="444945" y="96549"/>
                  </a:lnTo>
                  <a:close/>
                </a:path>
              </a:pathLst>
            </a:custGeom>
            <a:solidFill>
              <a:srgbClr val="2C2C2C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1" name="图形 2">
              <a:extLst>
                <a:ext uri="{FF2B5EF4-FFF2-40B4-BE49-F238E27FC236}">
                  <a16:creationId xmlns:a16="http://schemas.microsoft.com/office/drawing/2014/main" id="{926D8AD8-CE93-F827-6A1C-437DB562C0B1}"/>
                </a:ext>
              </a:extLst>
            </p:cNvPr>
            <p:cNvGrpSpPr/>
            <p:nvPr/>
          </p:nvGrpSpPr>
          <p:grpSpPr>
            <a:xfrm>
              <a:off x="6072187" y="4120704"/>
              <a:ext cx="66675" cy="1608582"/>
              <a:chOff x="6072187" y="4120704"/>
              <a:chExt cx="66675" cy="1608582"/>
            </a:xfrm>
          </p:grpSpPr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CCE96819-8376-631C-C6EC-117CD0797747}"/>
                  </a:ext>
                </a:extLst>
              </p:cNvPr>
              <p:cNvSpPr/>
              <p:nvPr/>
            </p:nvSpPr>
            <p:spPr>
              <a:xfrm>
                <a:off x="6105525" y="4170711"/>
                <a:ext cx="9525" cy="1558575"/>
              </a:xfrm>
              <a:custGeom>
                <a:avLst/>
                <a:gdLst>
                  <a:gd name="connsiteX0" fmla="*/ 0 w 9525"/>
                  <a:gd name="connsiteY0" fmla="*/ 1558576 h 1558575"/>
                  <a:gd name="connsiteX1" fmla="*/ 0 w 9525"/>
                  <a:gd name="connsiteY1" fmla="*/ 0 h 155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1558575">
                    <a:moveTo>
                      <a:pt x="0" y="1558576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4A939D85-CBA1-300A-EA3B-2D54C9D2A012}"/>
                  </a:ext>
                </a:extLst>
              </p:cNvPr>
              <p:cNvSpPr/>
              <p:nvPr/>
            </p:nvSpPr>
            <p:spPr>
              <a:xfrm>
                <a:off x="6072187" y="4120704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E7983788-7BDD-C494-6C17-1F362009FB44}"/>
                </a:ext>
              </a:extLst>
            </p:cNvPr>
            <p:cNvSpPr/>
            <p:nvPr/>
          </p:nvSpPr>
          <p:spPr>
            <a:xfrm>
              <a:off x="5795168" y="5752305"/>
              <a:ext cx="611187" cy="611187"/>
            </a:xfrm>
            <a:custGeom>
              <a:avLst/>
              <a:gdLst>
                <a:gd name="connsiteX0" fmla="*/ 499875 w 611187"/>
                <a:gd name="connsiteY0" fmla="*/ 373734 h 611187"/>
                <a:gd name="connsiteX1" fmla="*/ 555438 w 611187"/>
                <a:gd name="connsiteY1" fmla="*/ 319561 h 611187"/>
                <a:gd name="connsiteX2" fmla="*/ 611000 w 611187"/>
                <a:gd name="connsiteY2" fmla="*/ 375123 h 611187"/>
                <a:gd name="connsiteX3" fmla="*/ 555438 w 611187"/>
                <a:gd name="connsiteY3" fmla="*/ 430686 h 611187"/>
                <a:gd name="connsiteX4" fmla="*/ 506820 w 611187"/>
                <a:gd name="connsiteY4" fmla="*/ 401516 h 611187"/>
                <a:gd name="connsiteX5" fmla="*/ 433200 w 611187"/>
                <a:gd name="connsiteY5" fmla="*/ 401516 h 611187"/>
                <a:gd name="connsiteX6" fmla="*/ 419309 w 611187"/>
                <a:gd name="connsiteY6" fmla="*/ 391792 h 611187"/>
                <a:gd name="connsiteX7" fmla="*/ 356802 w 611187"/>
                <a:gd name="connsiteY7" fmla="*/ 152873 h 611187"/>
                <a:gd name="connsiteX8" fmla="*/ 265123 w 611187"/>
                <a:gd name="connsiteY8" fmla="*/ 504306 h 611187"/>
                <a:gd name="connsiteX9" fmla="*/ 238731 w 611187"/>
                <a:gd name="connsiteY9" fmla="*/ 505695 h 611187"/>
                <a:gd name="connsiteX10" fmla="*/ 172056 w 611187"/>
                <a:gd name="connsiteY10" fmla="*/ 297336 h 611187"/>
                <a:gd name="connsiteX11" fmla="*/ 123439 w 611187"/>
                <a:gd name="connsiteY11" fmla="*/ 395959 h 611187"/>
                <a:gd name="connsiteX12" fmla="*/ 110937 w 611187"/>
                <a:gd name="connsiteY12" fmla="*/ 404294 h 611187"/>
                <a:gd name="connsiteX13" fmla="*/ 55375 w 611187"/>
                <a:gd name="connsiteY13" fmla="*/ 404294 h 611187"/>
                <a:gd name="connsiteX14" fmla="*/ 41484 w 611187"/>
                <a:gd name="connsiteY14" fmla="*/ 390403 h 611187"/>
                <a:gd name="connsiteX15" fmla="*/ 55375 w 611187"/>
                <a:gd name="connsiteY15" fmla="*/ 376512 h 611187"/>
                <a:gd name="connsiteX16" fmla="*/ 101214 w 611187"/>
                <a:gd name="connsiteY16" fmla="*/ 376512 h 611187"/>
                <a:gd name="connsiteX17" fmla="*/ 160944 w 611187"/>
                <a:gd name="connsiteY17" fmla="*/ 255664 h 611187"/>
                <a:gd name="connsiteX18" fmla="*/ 185947 w 611187"/>
                <a:gd name="connsiteY18" fmla="*/ 257053 h 611187"/>
                <a:gd name="connsiteX19" fmla="*/ 249844 w 611187"/>
                <a:gd name="connsiteY19" fmla="*/ 450133 h 611187"/>
                <a:gd name="connsiteX20" fmla="*/ 342911 w 611187"/>
                <a:gd name="connsiteY20" fmla="*/ 93144 h 611187"/>
                <a:gd name="connsiteX21" fmla="*/ 369303 w 611187"/>
                <a:gd name="connsiteY21" fmla="*/ 93144 h 611187"/>
                <a:gd name="connsiteX22" fmla="*/ 442923 w 611187"/>
                <a:gd name="connsiteY22" fmla="*/ 373734 h 611187"/>
                <a:gd name="connsiteX23" fmla="*/ 499875 w 611187"/>
                <a:gd name="connsiteY23" fmla="*/ 373734 h 611187"/>
                <a:gd name="connsiteX24" fmla="*/ 555438 w 611187"/>
                <a:gd name="connsiteY24" fmla="*/ 402905 h 611187"/>
                <a:gd name="connsiteX25" fmla="*/ 583219 w 611187"/>
                <a:gd name="connsiteY25" fmla="*/ 375123 h 611187"/>
                <a:gd name="connsiteX26" fmla="*/ 555438 w 611187"/>
                <a:gd name="connsiteY26" fmla="*/ 347342 h 611187"/>
                <a:gd name="connsiteX27" fmla="*/ 527656 w 611187"/>
                <a:gd name="connsiteY27" fmla="*/ 375123 h 611187"/>
                <a:gd name="connsiteX28" fmla="*/ 555438 w 611187"/>
                <a:gd name="connsiteY28" fmla="*/ 402905 h 611187"/>
                <a:gd name="connsiteX29" fmla="*/ 27594 w 611187"/>
                <a:gd name="connsiteY29" fmla="*/ 583483 h 611187"/>
                <a:gd name="connsiteX30" fmla="*/ 597109 w 611187"/>
                <a:gd name="connsiteY30" fmla="*/ 583483 h 611187"/>
                <a:gd name="connsiteX31" fmla="*/ 611000 w 611187"/>
                <a:gd name="connsiteY31" fmla="*/ 597373 h 611187"/>
                <a:gd name="connsiteX32" fmla="*/ 597109 w 611187"/>
                <a:gd name="connsiteY32" fmla="*/ 611264 h 611187"/>
                <a:gd name="connsiteX33" fmla="*/ 13703 w 611187"/>
                <a:gd name="connsiteY33" fmla="*/ 611264 h 611187"/>
                <a:gd name="connsiteX34" fmla="*/ -187 w 611187"/>
                <a:gd name="connsiteY34" fmla="*/ 597373 h 611187"/>
                <a:gd name="connsiteX35" fmla="*/ -187 w 611187"/>
                <a:gd name="connsiteY35" fmla="*/ 13967 h 611187"/>
                <a:gd name="connsiteX36" fmla="*/ 13703 w 611187"/>
                <a:gd name="connsiteY36" fmla="*/ 77 h 611187"/>
                <a:gd name="connsiteX37" fmla="*/ 27594 w 611187"/>
                <a:gd name="connsiteY37" fmla="*/ 13967 h 611187"/>
                <a:gd name="connsiteX38" fmla="*/ 27594 w 611187"/>
                <a:gd name="connsiteY38" fmla="*/ 583483 h 611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11187" h="611187">
                  <a:moveTo>
                    <a:pt x="499875" y="373734"/>
                  </a:moveTo>
                  <a:cubicBezTo>
                    <a:pt x="499875" y="343175"/>
                    <a:pt x="524878" y="319561"/>
                    <a:pt x="555438" y="319561"/>
                  </a:cubicBezTo>
                  <a:cubicBezTo>
                    <a:pt x="585997" y="319561"/>
                    <a:pt x="611000" y="344564"/>
                    <a:pt x="611000" y="375123"/>
                  </a:cubicBezTo>
                  <a:cubicBezTo>
                    <a:pt x="611000" y="405683"/>
                    <a:pt x="585997" y="430686"/>
                    <a:pt x="555438" y="430686"/>
                  </a:cubicBezTo>
                  <a:cubicBezTo>
                    <a:pt x="534602" y="430686"/>
                    <a:pt x="516544" y="419573"/>
                    <a:pt x="506820" y="401516"/>
                  </a:cubicBezTo>
                  <a:lnTo>
                    <a:pt x="433200" y="401516"/>
                  </a:lnTo>
                  <a:cubicBezTo>
                    <a:pt x="426255" y="401516"/>
                    <a:pt x="420698" y="397348"/>
                    <a:pt x="419309" y="391792"/>
                  </a:cubicBezTo>
                  <a:lnTo>
                    <a:pt x="356802" y="152873"/>
                  </a:lnTo>
                  <a:lnTo>
                    <a:pt x="265123" y="504306"/>
                  </a:lnTo>
                  <a:cubicBezTo>
                    <a:pt x="260956" y="518197"/>
                    <a:pt x="242898" y="518197"/>
                    <a:pt x="238731" y="505695"/>
                  </a:cubicBezTo>
                  <a:lnTo>
                    <a:pt x="172056" y="297336"/>
                  </a:lnTo>
                  <a:lnTo>
                    <a:pt x="123439" y="395959"/>
                  </a:lnTo>
                  <a:cubicBezTo>
                    <a:pt x="120661" y="400127"/>
                    <a:pt x="116494" y="404294"/>
                    <a:pt x="110937" y="404294"/>
                  </a:cubicBezTo>
                  <a:lnTo>
                    <a:pt x="55375" y="404294"/>
                  </a:lnTo>
                  <a:cubicBezTo>
                    <a:pt x="47041" y="404294"/>
                    <a:pt x="41484" y="398737"/>
                    <a:pt x="41484" y="390403"/>
                  </a:cubicBezTo>
                  <a:cubicBezTo>
                    <a:pt x="41484" y="382069"/>
                    <a:pt x="47041" y="376512"/>
                    <a:pt x="55375" y="376512"/>
                  </a:cubicBezTo>
                  <a:lnTo>
                    <a:pt x="101214" y="376512"/>
                  </a:lnTo>
                  <a:lnTo>
                    <a:pt x="160944" y="255664"/>
                  </a:lnTo>
                  <a:cubicBezTo>
                    <a:pt x="166500" y="244552"/>
                    <a:pt x="183169" y="245941"/>
                    <a:pt x="185947" y="257053"/>
                  </a:cubicBezTo>
                  <a:lnTo>
                    <a:pt x="249844" y="450133"/>
                  </a:lnTo>
                  <a:lnTo>
                    <a:pt x="342911" y="93144"/>
                  </a:lnTo>
                  <a:cubicBezTo>
                    <a:pt x="347078" y="79253"/>
                    <a:pt x="366525" y="79253"/>
                    <a:pt x="369303" y="93144"/>
                  </a:cubicBezTo>
                  <a:lnTo>
                    <a:pt x="442923" y="373734"/>
                  </a:lnTo>
                  <a:lnTo>
                    <a:pt x="499875" y="373734"/>
                  </a:lnTo>
                  <a:close/>
                  <a:moveTo>
                    <a:pt x="555438" y="402905"/>
                  </a:moveTo>
                  <a:cubicBezTo>
                    <a:pt x="570717" y="402905"/>
                    <a:pt x="583219" y="390403"/>
                    <a:pt x="583219" y="375123"/>
                  </a:cubicBezTo>
                  <a:cubicBezTo>
                    <a:pt x="583219" y="359844"/>
                    <a:pt x="570717" y="347342"/>
                    <a:pt x="555438" y="347342"/>
                  </a:cubicBezTo>
                  <a:cubicBezTo>
                    <a:pt x="540158" y="347342"/>
                    <a:pt x="527656" y="359844"/>
                    <a:pt x="527656" y="375123"/>
                  </a:cubicBezTo>
                  <a:cubicBezTo>
                    <a:pt x="527656" y="390403"/>
                    <a:pt x="540158" y="402905"/>
                    <a:pt x="555438" y="402905"/>
                  </a:cubicBezTo>
                  <a:close/>
                  <a:moveTo>
                    <a:pt x="27594" y="583483"/>
                  </a:moveTo>
                  <a:lnTo>
                    <a:pt x="597109" y="583483"/>
                  </a:lnTo>
                  <a:cubicBezTo>
                    <a:pt x="605444" y="583483"/>
                    <a:pt x="611000" y="589039"/>
                    <a:pt x="611000" y="597373"/>
                  </a:cubicBezTo>
                  <a:cubicBezTo>
                    <a:pt x="611000" y="605708"/>
                    <a:pt x="605444" y="611264"/>
                    <a:pt x="597109" y="611264"/>
                  </a:cubicBezTo>
                  <a:lnTo>
                    <a:pt x="13703" y="611264"/>
                  </a:lnTo>
                  <a:cubicBezTo>
                    <a:pt x="5369" y="611264"/>
                    <a:pt x="-187" y="605708"/>
                    <a:pt x="-187" y="597373"/>
                  </a:cubicBezTo>
                  <a:lnTo>
                    <a:pt x="-187" y="13967"/>
                  </a:lnTo>
                  <a:cubicBezTo>
                    <a:pt x="-187" y="5633"/>
                    <a:pt x="5369" y="77"/>
                    <a:pt x="13703" y="77"/>
                  </a:cubicBezTo>
                  <a:cubicBezTo>
                    <a:pt x="22038" y="77"/>
                    <a:pt x="27594" y="5633"/>
                    <a:pt x="27594" y="13967"/>
                  </a:cubicBezTo>
                  <a:lnTo>
                    <a:pt x="27594" y="583483"/>
                  </a:lnTo>
                  <a:close/>
                </a:path>
              </a:pathLst>
            </a:custGeom>
            <a:solidFill>
              <a:srgbClr val="2C2C2C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5" name="图形 2">
              <a:extLst>
                <a:ext uri="{FF2B5EF4-FFF2-40B4-BE49-F238E27FC236}">
                  <a16:creationId xmlns:a16="http://schemas.microsoft.com/office/drawing/2014/main" id="{1915242C-9855-77C2-11B9-CAF50CA41944}"/>
                </a:ext>
              </a:extLst>
            </p:cNvPr>
            <p:cNvGrpSpPr/>
            <p:nvPr/>
          </p:nvGrpSpPr>
          <p:grpSpPr>
            <a:xfrm>
              <a:off x="8177212" y="5263704"/>
              <a:ext cx="66675" cy="465582"/>
              <a:chOff x="8177212" y="5263704"/>
              <a:chExt cx="66675" cy="465582"/>
            </a:xfrm>
          </p:grpSpPr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28D897DA-0281-83FB-9134-E7D2FC46937F}"/>
                  </a:ext>
                </a:extLst>
              </p:cNvPr>
              <p:cNvSpPr/>
              <p:nvPr/>
            </p:nvSpPr>
            <p:spPr>
              <a:xfrm>
                <a:off x="8210550" y="5313711"/>
                <a:ext cx="9525" cy="415575"/>
              </a:xfrm>
              <a:custGeom>
                <a:avLst/>
                <a:gdLst>
                  <a:gd name="connsiteX0" fmla="*/ 0 w 9525"/>
                  <a:gd name="connsiteY0" fmla="*/ 415576 h 415575"/>
                  <a:gd name="connsiteX1" fmla="*/ 0 w 9525"/>
                  <a:gd name="connsiteY1" fmla="*/ 0 h 415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415575">
                    <a:moveTo>
                      <a:pt x="0" y="415576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91E3FB64-FEFF-F203-CBCF-665FD5430FC4}"/>
                  </a:ext>
                </a:extLst>
              </p:cNvPr>
              <p:cNvSpPr/>
              <p:nvPr/>
            </p:nvSpPr>
            <p:spPr>
              <a:xfrm>
                <a:off x="8177212" y="5263704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18272D9F-246D-9D3D-603D-03D9EBF2A7E8}"/>
                </a:ext>
              </a:extLst>
            </p:cNvPr>
            <p:cNvSpPr/>
            <p:nvPr/>
          </p:nvSpPr>
          <p:spPr>
            <a:xfrm rot="-5400000">
              <a:off x="7955189" y="5734561"/>
              <a:ext cx="500323" cy="665918"/>
            </a:xfrm>
            <a:custGeom>
              <a:avLst/>
              <a:gdLst>
                <a:gd name="connsiteX0" fmla="*/ 500356 w 500323"/>
                <a:gd name="connsiteY0" fmla="*/ 83651 h 665918"/>
                <a:gd name="connsiteX1" fmla="*/ 417042 w 500323"/>
                <a:gd name="connsiteY1" fmla="*/ 337 h 665918"/>
                <a:gd name="connsiteX2" fmla="*/ 333729 w 500323"/>
                <a:gd name="connsiteY2" fmla="*/ 83651 h 665918"/>
                <a:gd name="connsiteX3" fmla="*/ 393714 w 500323"/>
                <a:gd name="connsiteY3" fmla="*/ 163632 h 665918"/>
                <a:gd name="connsiteX4" fmla="*/ 393714 w 500323"/>
                <a:gd name="connsiteY4" fmla="*/ 246946 h 665918"/>
                <a:gd name="connsiteX5" fmla="*/ 250415 w 500323"/>
                <a:gd name="connsiteY5" fmla="*/ 389136 h 665918"/>
                <a:gd name="connsiteX6" fmla="*/ 106836 w 500323"/>
                <a:gd name="connsiteY6" fmla="*/ 246669 h 665918"/>
                <a:gd name="connsiteX7" fmla="*/ 106836 w 500323"/>
                <a:gd name="connsiteY7" fmla="*/ 163354 h 665918"/>
                <a:gd name="connsiteX8" fmla="*/ 163310 w 500323"/>
                <a:gd name="connsiteY8" fmla="*/ 59947 h 665918"/>
                <a:gd name="connsiteX9" fmla="*/ 59902 w 500323"/>
                <a:gd name="connsiteY9" fmla="*/ 3473 h 665918"/>
                <a:gd name="connsiteX10" fmla="*/ 3429 w 500323"/>
                <a:gd name="connsiteY10" fmla="*/ 106880 h 665918"/>
                <a:gd name="connsiteX11" fmla="*/ 59902 w 500323"/>
                <a:gd name="connsiteY11" fmla="*/ 163354 h 665918"/>
                <a:gd name="connsiteX12" fmla="*/ 59902 w 500323"/>
                <a:gd name="connsiteY12" fmla="*/ 265553 h 665918"/>
                <a:gd name="connsiteX13" fmla="*/ 226530 w 500323"/>
                <a:gd name="connsiteY13" fmla="*/ 432181 h 665918"/>
                <a:gd name="connsiteX14" fmla="*/ 226530 w 500323"/>
                <a:gd name="connsiteY14" fmla="*/ 502721 h 665918"/>
                <a:gd name="connsiteX15" fmla="*/ 170056 w 500323"/>
                <a:gd name="connsiteY15" fmla="*/ 606128 h 665918"/>
                <a:gd name="connsiteX16" fmla="*/ 273463 w 500323"/>
                <a:gd name="connsiteY16" fmla="*/ 662602 h 665918"/>
                <a:gd name="connsiteX17" fmla="*/ 329937 w 500323"/>
                <a:gd name="connsiteY17" fmla="*/ 559194 h 665918"/>
                <a:gd name="connsiteX18" fmla="*/ 273463 w 500323"/>
                <a:gd name="connsiteY18" fmla="*/ 502721 h 665918"/>
                <a:gd name="connsiteX19" fmla="*/ 273463 w 500323"/>
                <a:gd name="connsiteY19" fmla="*/ 432737 h 665918"/>
                <a:gd name="connsiteX20" fmla="*/ 440093 w 500323"/>
                <a:gd name="connsiteY20" fmla="*/ 266109 h 665918"/>
                <a:gd name="connsiteX21" fmla="*/ 440093 w 500323"/>
                <a:gd name="connsiteY21" fmla="*/ 163632 h 665918"/>
                <a:gd name="connsiteX22" fmla="*/ 500357 w 500323"/>
                <a:gd name="connsiteY22" fmla="*/ 83651 h 665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0323" h="665918">
                  <a:moveTo>
                    <a:pt x="500356" y="83651"/>
                  </a:moveTo>
                  <a:cubicBezTo>
                    <a:pt x="500356" y="37638"/>
                    <a:pt x="463055" y="337"/>
                    <a:pt x="417042" y="337"/>
                  </a:cubicBezTo>
                  <a:cubicBezTo>
                    <a:pt x="371029" y="338"/>
                    <a:pt x="333729" y="37639"/>
                    <a:pt x="333729" y="83651"/>
                  </a:cubicBezTo>
                  <a:cubicBezTo>
                    <a:pt x="333729" y="120680"/>
                    <a:pt x="358167" y="153264"/>
                    <a:pt x="393714" y="163632"/>
                  </a:cubicBezTo>
                  <a:lnTo>
                    <a:pt x="393714" y="246946"/>
                  </a:lnTo>
                  <a:lnTo>
                    <a:pt x="250415" y="389136"/>
                  </a:lnTo>
                  <a:lnTo>
                    <a:pt x="106836" y="246669"/>
                  </a:lnTo>
                  <a:lnTo>
                    <a:pt x="106836" y="163354"/>
                  </a:lnTo>
                  <a:cubicBezTo>
                    <a:pt x="150986" y="150394"/>
                    <a:pt x="176270" y="104097"/>
                    <a:pt x="163310" y="59947"/>
                  </a:cubicBezTo>
                  <a:cubicBezTo>
                    <a:pt x="150349" y="15797"/>
                    <a:pt x="104052" y="-9487"/>
                    <a:pt x="59902" y="3473"/>
                  </a:cubicBezTo>
                  <a:cubicBezTo>
                    <a:pt x="15752" y="16433"/>
                    <a:pt x="-9532" y="62731"/>
                    <a:pt x="3429" y="106880"/>
                  </a:cubicBezTo>
                  <a:cubicBezTo>
                    <a:pt x="11416" y="134089"/>
                    <a:pt x="32694" y="155367"/>
                    <a:pt x="59902" y="163354"/>
                  </a:cubicBezTo>
                  <a:lnTo>
                    <a:pt x="59902" y="265553"/>
                  </a:lnTo>
                  <a:lnTo>
                    <a:pt x="226530" y="432181"/>
                  </a:lnTo>
                  <a:lnTo>
                    <a:pt x="226530" y="502721"/>
                  </a:lnTo>
                  <a:cubicBezTo>
                    <a:pt x="182380" y="515681"/>
                    <a:pt x="157096" y="561978"/>
                    <a:pt x="170056" y="606128"/>
                  </a:cubicBezTo>
                  <a:cubicBezTo>
                    <a:pt x="183016" y="650278"/>
                    <a:pt x="229313" y="675562"/>
                    <a:pt x="273463" y="662602"/>
                  </a:cubicBezTo>
                  <a:cubicBezTo>
                    <a:pt x="317613" y="649641"/>
                    <a:pt x="342898" y="603344"/>
                    <a:pt x="329937" y="559194"/>
                  </a:cubicBezTo>
                  <a:cubicBezTo>
                    <a:pt x="321950" y="531986"/>
                    <a:pt x="300672" y="510708"/>
                    <a:pt x="273463" y="502721"/>
                  </a:cubicBezTo>
                  <a:lnTo>
                    <a:pt x="273463" y="432737"/>
                  </a:lnTo>
                  <a:lnTo>
                    <a:pt x="440093" y="266109"/>
                  </a:lnTo>
                  <a:lnTo>
                    <a:pt x="440093" y="163632"/>
                  </a:lnTo>
                  <a:cubicBezTo>
                    <a:pt x="475751" y="153366"/>
                    <a:pt x="500321" y="120757"/>
                    <a:pt x="500357" y="83651"/>
                  </a:cubicBezTo>
                  <a:close/>
                </a:path>
              </a:pathLst>
            </a:custGeom>
            <a:solidFill>
              <a:srgbClr val="2C2C2C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9" name="图形 2">
              <a:extLst>
                <a:ext uri="{FF2B5EF4-FFF2-40B4-BE49-F238E27FC236}">
                  <a16:creationId xmlns:a16="http://schemas.microsoft.com/office/drawing/2014/main" id="{245A1296-73CC-62C9-1F84-7365A8AC4B8B}"/>
                </a:ext>
              </a:extLst>
            </p:cNvPr>
            <p:cNvGrpSpPr/>
            <p:nvPr/>
          </p:nvGrpSpPr>
          <p:grpSpPr>
            <a:xfrm>
              <a:off x="3929062" y="4120704"/>
              <a:ext cx="66675" cy="465582"/>
              <a:chOff x="3929062" y="4120704"/>
              <a:chExt cx="66675" cy="465582"/>
            </a:xfrm>
          </p:grpSpPr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70D5880F-5614-506E-26E4-BFB18407656F}"/>
                  </a:ext>
                </a:extLst>
              </p:cNvPr>
              <p:cNvSpPr/>
              <p:nvPr/>
            </p:nvSpPr>
            <p:spPr>
              <a:xfrm>
                <a:off x="3962400" y="4170711"/>
                <a:ext cx="9525" cy="415575"/>
              </a:xfrm>
              <a:custGeom>
                <a:avLst/>
                <a:gdLst>
                  <a:gd name="connsiteX0" fmla="*/ 0 w 9525"/>
                  <a:gd name="connsiteY0" fmla="*/ 415576 h 415575"/>
                  <a:gd name="connsiteX1" fmla="*/ 0 w 9525"/>
                  <a:gd name="connsiteY1" fmla="*/ 0 h 415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415575">
                    <a:moveTo>
                      <a:pt x="0" y="415576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0D476D36-E690-02A1-9463-7E4B93E38B46}"/>
                  </a:ext>
                </a:extLst>
              </p:cNvPr>
              <p:cNvSpPr/>
              <p:nvPr/>
            </p:nvSpPr>
            <p:spPr>
              <a:xfrm>
                <a:off x="3929062" y="4120704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2" name="图形 2">
              <a:extLst>
                <a:ext uri="{FF2B5EF4-FFF2-40B4-BE49-F238E27FC236}">
                  <a16:creationId xmlns:a16="http://schemas.microsoft.com/office/drawing/2014/main" id="{A53333A1-137D-6A3C-8C1B-F25D3F78FB79}"/>
                </a:ext>
              </a:extLst>
            </p:cNvPr>
            <p:cNvGrpSpPr/>
            <p:nvPr/>
          </p:nvGrpSpPr>
          <p:grpSpPr>
            <a:xfrm>
              <a:off x="3009900" y="4586287"/>
              <a:ext cx="1905000" cy="666750"/>
              <a:chOff x="3009900" y="4586287"/>
              <a:chExt cx="1905000" cy="666750"/>
            </a:xfrm>
            <a:solidFill>
              <a:srgbClr val="FFF2CC"/>
            </a:solidFill>
          </p:grpSpPr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5FB21C74-3796-2F0B-7C11-6231A60F5F44}"/>
                  </a:ext>
                </a:extLst>
              </p:cNvPr>
              <p:cNvSpPr/>
              <p:nvPr/>
            </p:nvSpPr>
            <p:spPr>
              <a:xfrm>
                <a:off x="3009900" y="4586287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9525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9B40A009-A24A-BC5B-2E70-FAD0766B64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14662" y="4805362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25" name="图形 2">
              <a:extLst>
                <a:ext uri="{FF2B5EF4-FFF2-40B4-BE49-F238E27FC236}">
                  <a16:creationId xmlns:a16="http://schemas.microsoft.com/office/drawing/2014/main" id="{B0700A6C-13F5-1C8D-2D3E-603DD69E6A4B}"/>
                </a:ext>
              </a:extLst>
            </p:cNvPr>
            <p:cNvGrpSpPr/>
            <p:nvPr/>
          </p:nvGrpSpPr>
          <p:grpSpPr>
            <a:xfrm>
              <a:off x="8177212" y="4120704"/>
              <a:ext cx="66675" cy="465582"/>
              <a:chOff x="8177212" y="4120704"/>
              <a:chExt cx="66675" cy="465582"/>
            </a:xfrm>
          </p:grpSpPr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C8CD956D-5A6F-742D-AC31-8C0EE84EFDCB}"/>
                  </a:ext>
                </a:extLst>
              </p:cNvPr>
              <p:cNvSpPr/>
              <p:nvPr/>
            </p:nvSpPr>
            <p:spPr>
              <a:xfrm>
                <a:off x="8210550" y="4170711"/>
                <a:ext cx="9525" cy="415575"/>
              </a:xfrm>
              <a:custGeom>
                <a:avLst/>
                <a:gdLst>
                  <a:gd name="connsiteX0" fmla="*/ 0 w 9525"/>
                  <a:gd name="connsiteY0" fmla="*/ 415576 h 415575"/>
                  <a:gd name="connsiteX1" fmla="*/ 0 w 9525"/>
                  <a:gd name="connsiteY1" fmla="*/ 0 h 415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415575">
                    <a:moveTo>
                      <a:pt x="0" y="415576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B9E78A5E-B4A4-47CF-7517-879B26D63591}"/>
                  </a:ext>
                </a:extLst>
              </p:cNvPr>
              <p:cNvSpPr/>
              <p:nvPr/>
            </p:nvSpPr>
            <p:spPr>
              <a:xfrm>
                <a:off x="8177212" y="4120704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8" name="图形 2">
              <a:extLst>
                <a:ext uri="{FF2B5EF4-FFF2-40B4-BE49-F238E27FC236}">
                  <a16:creationId xmlns:a16="http://schemas.microsoft.com/office/drawing/2014/main" id="{7643DC65-65D7-1148-FB4B-4C42D46C2B53}"/>
                </a:ext>
              </a:extLst>
            </p:cNvPr>
            <p:cNvGrpSpPr/>
            <p:nvPr/>
          </p:nvGrpSpPr>
          <p:grpSpPr>
            <a:xfrm>
              <a:off x="7258050" y="4586287"/>
              <a:ext cx="1905000" cy="666750"/>
              <a:chOff x="7258050" y="4586287"/>
              <a:chExt cx="1905000" cy="666750"/>
            </a:xfrm>
            <a:solidFill>
              <a:srgbClr val="FFF2CC"/>
            </a:solidFill>
          </p:grpSpPr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9C606D63-6DF7-400E-EACE-599B8395D23D}"/>
                  </a:ext>
                </a:extLst>
              </p:cNvPr>
              <p:cNvSpPr/>
              <p:nvPr/>
            </p:nvSpPr>
            <p:spPr>
              <a:xfrm>
                <a:off x="7258050" y="4586287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9525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0" name="图片 29">
                <a:extLst>
                  <a:ext uri="{FF2B5EF4-FFF2-40B4-BE49-F238E27FC236}">
                    <a16:creationId xmlns:a16="http://schemas.microsoft.com/office/drawing/2014/main" id="{E894F928-9698-34E9-CBF8-60CC144EAC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62812" y="4805362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31" name="图形 2">
              <a:extLst>
                <a:ext uri="{FF2B5EF4-FFF2-40B4-BE49-F238E27FC236}">
                  <a16:creationId xmlns:a16="http://schemas.microsoft.com/office/drawing/2014/main" id="{FD35CA3B-DCE2-AE2B-14E6-46FADF19E005}"/>
                </a:ext>
              </a:extLst>
            </p:cNvPr>
            <p:cNvGrpSpPr/>
            <p:nvPr/>
          </p:nvGrpSpPr>
          <p:grpSpPr>
            <a:xfrm>
              <a:off x="3962400" y="2882454"/>
              <a:ext cx="2176462" cy="560832"/>
              <a:chOff x="3962400" y="2882454"/>
              <a:chExt cx="2176462" cy="560832"/>
            </a:xfrm>
          </p:grpSpPr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39F3E3BA-56DF-78E2-6467-18A2EEF5F943}"/>
                  </a:ext>
                </a:extLst>
              </p:cNvPr>
              <p:cNvSpPr/>
              <p:nvPr/>
            </p:nvSpPr>
            <p:spPr>
              <a:xfrm>
                <a:off x="3962400" y="2932461"/>
                <a:ext cx="2143125" cy="510825"/>
              </a:xfrm>
              <a:custGeom>
                <a:avLst/>
                <a:gdLst>
                  <a:gd name="connsiteX0" fmla="*/ 0 w 2143125"/>
                  <a:gd name="connsiteY0" fmla="*/ 510826 h 510825"/>
                  <a:gd name="connsiteX1" fmla="*/ 0 w 2143125"/>
                  <a:gd name="connsiteY1" fmla="*/ 225076 h 510825"/>
                  <a:gd name="connsiteX2" fmla="*/ 2143125 w 2143125"/>
                  <a:gd name="connsiteY2" fmla="*/ 225076 h 510825"/>
                  <a:gd name="connsiteX3" fmla="*/ 2143125 w 2143125"/>
                  <a:gd name="connsiteY3" fmla="*/ 0 h 510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3125" h="510825">
                    <a:moveTo>
                      <a:pt x="0" y="510826"/>
                    </a:moveTo>
                    <a:lnTo>
                      <a:pt x="0" y="225076"/>
                    </a:lnTo>
                    <a:lnTo>
                      <a:pt x="2143125" y="225076"/>
                    </a:lnTo>
                    <a:lnTo>
                      <a:pt x="2143125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BD151A69-33AA-7684-82B0-1902C0AD591D}"/>
                  </a:ext>
                </a:extLst>
              </p:cNvPr>
              <p:cNvSpPr/>
              <p:nvPr/>
            </p:nvSpPr>
            <p:spPr>
              <a:xfrm>
                <a:off x="6072187" y="2882454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4" name="图形 2">
              <a:extLst>
                <a:ext uri="{FF2B5EF4-FFF2-40B4-BE49-F238E27FC236}">
                  <a16:creationId xmlns:a16="http://schemas.microsoft.com/office/drawing/2014/main" id="{C1010DC1-2678-F29D-DB18-FBEA85C5295B}"/>
                </a:ext>
              </a:extLst>
            </p:cNvPr>
            <p:cNvGrpSpPr/>
            <p:nvPr/>
          </p:nvGrpSpPr>
          <p:grpSpPr>
            <a:xfrm>
              <a:off x="3009900" y="3443287"/>
              <a:ext cx="1905000" cy="666750"/>
              <a:chOff x="3009900" y="3443287"/>
              <a:chExt cx="1905000" cy="666750"/>
            </a:xfrm>
            <a:solidFill>
              <a:srgbClr val="FFF2CC"/>
            </a:solidFill>
          </p:grpSpPr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6658057B-6892-4954-F1EC-A5279BAB882F}"/>
                  </a:ext>
                </a:extLst>
              </p:cNvPr>
              <p:cNvSpPr/>
              <p:nvPr/>
            </p:nvSpPr>
            <p:spPr>
              <a:xfrm>
                <a:off x="3009900" y="3443287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9525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6" name="图片 35">
                <a:extLst>
                  <a:ext uri="{FF2B5EF4-FFF2-40B4-BE49-F238E27FC236}">
                    <a16:creationId xmlns:a16="http://schemas.microsoft.com/office/drawing/2014/main" id="{8F69ECFE-DAE0-043A-776F-E4FFD79EF3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14662" y="3662362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37" name="图形 2">
              <a:extLst>
                <a:ext uri="{FF2B5EF4-FFF2-40B4-BE49-F238E27FC236}">
                  <a16:creationId xmlns:a16="http://schemas.microsoft.com/office/drawing/2014/main" id="{A3F301CA-34E1-E770-31B8-46281D1F2D35}"/>
                </a:ext>
              </a:extLst>
            </p:cNvPr>
            <p:cNvGrpSpPr/>
            <p:nvPr/>
          </p:nvGrpSpPr>
          <p:grpSpPr>
            <a:xfrm>
              <a:off x="6072187" y="2882454"/>
              <a:ext cx="2138362" cy="560832"/>
              <a:chOff x="6072187" y="2882454"/>
              <a:chExt cx="2138362" cy="560832"/>
            </a:xfrm>
          </p:grpSpPr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58383DD3-A60B-B871-7C7E-2E57B4312AF3}"/>
                  </a:ext>
                </a:extLst>
              </p:cNvPr>
              <p:cNvSpPr/>
              <p:nvPr/>
            </p:nvSpPr>
            <p:spPr>
              <a:xfrm>
                <a:off x="6105525" y="2932461"/>
                <a:ext cx="2105025" cy="510825"/>
              </a:xfrm>
              <a:custGeom>
                <a:avLst/>
                <a:gdLst>
                  <a:gd name="connsiteX0" fmla="*/ 2105025 w 2105025"/>
                  <a:gd name="connsiteY0" fmla="*/ 510826 h 510825"/>
                  <a:gd name="connsiteX1" fmla="*/ 2105025 w 2105025"/>
                  <a:gd name="connsiteY1" fmla="*/ 225076 h 510825"/>
                  <a:gd name="connsiteX2" fmla="*/ 0 w 2105025"/>
                  <a:gd name="connsiteY2" fmla="*/ 225076 h 510825"/>
                  <a:gd name="connsiteX3" fmla="*/ 0 w 2105025"/>
                  <a:gd name="connsiteY3" fmla="*/ 0 h 510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05025" h="510825">
                    <a:moveTo>
                      <a:pt x="2105025" y="510826"/>
                    </a:moveTo>
                    <a:lnTo>
                      <a:pt x="2105025" y="225076"/>
                    </a:lnTo>
                    <a:lnTo>
                      <a:pt x="0" y="225076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E6A8C6A3-DBE6-58D5-5C0C-8BED3594A03B}"/>
                  </a:ext>
                </a:extLst>
              </p:cNvPr>
              <p:cNvSpPr/>
              <p:nvPr/>
            </p:nvSpPr>
            <p:spPr>
              <a:xfrm>
                <a:off x="6072187" y="2882454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0" name="图形 2">
              <a:extLst>
                <a:ext uri="{FF2B5EF4-FFF2-40B4-BE49-F238E27FC236}">
                  <a16:creationId xmlns:a16="http://schemas.microsoft.com/office/drawing/2014/main" id="{619A9894-F965-3EA8-65A8-A0F7291A8B56}"/>
                </a:ext>
              </a:extLst>
            </p:cNvPr>
            <p:cNvGrpSpPr/>
            <p:nvPr/>
          </p:nvGrpSpPr>
          <p:grpSpPr>
            <a:xfrm>
              <a:off x="7258050" y="3443287"/>
              <a:ext cx="1905000" cy="666750"/>
              <a:chOff x="7258050" y="3443287"/>
              <a:chExt cx="1905000" cy="666750"/>
            </a:xfrm>
            <a:solidFill>
              <a:srgbClr val="FFF2CC"/>
            </a:solidFill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B9AD305E-8E0E-FC9F-2064-AABE503BD1E2}"/>
                  </a:ext>
                </a:extLst>
              </p:cNvPr>
              <p:cNvSpPr/>
              <p:nvPr/>
            </p:nvSpPr>
            <p:spPr>
              <a:xfrm>
                <a:off x="7258050" y="3443287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9525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2" name="图片 41">
                <a:extLst>
                  <a:ext uri="{FF2B5EF4-FFF2-40B4-BE49-F238E27FC236}">
                    <a16:creationId xmlns:a16="http://schemas.microsoft.com/office/drawing/2014/main" id="{1C3EFC3E-24A1-F87B-C6C7-3D0450D6F9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62812" y="3662362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43" name="图形 2">
              <a:extLst>
                <a:ext uri="{FF2B5EF4-FFF2-40B4-BE49-F238E27FC236}">
                  <a16:creationId xmlns:a16="http://schemas.microsoft.com/office/drawing/2014/main" id="{A1BFD287-4AEF-6753-9B6E-56DC8CE00631}"/>
                </a:ext>
              </a:extLst>
            </p:cNvPr>
            <p:cNvGrpSpPr/>
            <p:nvPr/>
          </p:nvGrpSpPr>
          <p:grpSpPr>
            <a:xfrm>
              <a:off x="6072187" y="2882454"/>
              <a:ext cx="66675" cy="560832"/>
              <a:chOff x="6072187" y="2882454"/>
              <a:chExt cx="66675" cy="560832"/>
            </a:xfrm>
          </p:grpSpPr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A94244A4-F9E1-DDAF-34DA-9025A71E5F69}"/>
                  </a:ext>
                </a:extLst>
              </p:cNvPr>
              <p:cNvSpPr/>
              <p:nvPr/>
            </p:nvSpPr>
            <p:spPr>
              <a:xfrm>
                <a:off x="6105525" y="2932461"/>
                <a:ext cx="9525" cy="510825"/>
              </a:xfrm>
              <a:custGeom>
                <a:avLst/>
                <a:gdLst>
                  <a:gd name="connsiteX0" fmla="*/ 0 w 9525"/>
                  <a:gd name="connsiteY0" fmla="*/ 510826 h 510825"/>
                  <a:gd name="connsiteX1" fmla="*/ 0 w 9525"/>
                  <a:gd name="connsiteY1" fmla="*/ 0 h 510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510825">
                    <a:moveTo>
                      <a:pt x="0" y="510826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83BEAF3E-CDFB-AE25-8E78-7120D40C7402}"/>
                  </a:ext>
                </a:extLst>
              </p:cNvPr>
              <p:cNvSpPr/>
              <p:nvPr/>
            </p:nvSpPr>
            <p:spPr>
              <a:xfrm>
                <a:off x="6072187" y="2882454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" name="图形 2">
              <a:extLst>
                <a:ext uri="{FF2B5EF4-FFF2-40B4-BE49-F238E27FC236}">
                  <a16:creationId xmlns:a16="http://schemas.microsoft.com/office/drawing/2014/main" id="{BFA16CFF-4539-4AAD-60D2-1E0BE0A863AE}"/>
                </a:ext>
              </a:extLst>
            </p:cNvPr>
            <p:cNvGrpSpPr/>
            <p:nvPr/>
          </p:nvGrpSpPr>
          <p:grpSpPr>
            <a:xfrm>
              <a:off x="5153025" y="3443287"/>
              <a:ext cx="1905000" cy="666750"/>
              <a:chOff x="5153025" y="3443287"/>
              <a:chExt cx="1905000" cy="666750"/>
            </a:xfrm>
            <a:solidFill>
              <a:srgbClr val="FFF2CC"/>
            </a:solidFill>
          </p:grpSpPr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7E4558B7-4366-7581-0A82-430F17634D68}"/>
                  </a:ext>
                </a:extLst>
              </p:cNvPr>
              <p:cNvSpPr/>
              <p:nvPr/>
            </p:nvSpPr>
            <p:spPr>
              <a:xfrm>
                <a:off x="5153025" y="3443287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9525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8" name="图片 47">
                <a:extLst>
                  <a:ext uri="{FF2B5EF4-FFF2-40B4-BE49-F238E27FC236}">
                    <a16:creationId xmlns:a16="http://schemas.microsoft.com/office/drawing/2014/main" id="{D3CAF80E-C3A4-C74A-D4EC-A65EBAD43A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7787" y="3662362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49" name="图形 2">
              <a:extLst>
                <a:ext uri="{FF2B5EF4-FFF2-40B4-BE49-F238E27FC236}">
                  <a16:creationId xmlns:a16="http://schemas.microsoft.com/office/drawing/2014/main" id="{F088E27D-2C67-FC4B-3192-0807CDB7BFA7}"/>
                </a:ext>
              </a:extLst>
            </p:cNvPr>
            <p:cNvGrpSpPr/>
            <p:nvPr/>
          </p:nvGrpSpPr>
          <p:grpSpPr>
            <a:xfrm>
              <a:off x="6072187" y="1929954"/>
              <a:ext cx="66675" cy="275082"/>
              <a:chOff x="6072187" y="1929954"/>
              <a:chExt cx="66675" cy="275082"/>
            </a:xfrm>
          </p:grpSpPr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0F6328AB-F866-C7C3-E763-C4D9779C2254}"/>
                  </a:ext>
                </a:extLst>
              </p:cNvPr>
              <p:cNvSpPr/>
              <p:nvPr/>
            </p:nvSpPr>
            <p:spPr>
              <a:xfrm>
                <a:off x="6105525" y="1979961"/>
                <a:ext cx="9525" cy="225075"/>
              </a:xfrm>
              <a:custGeom>
                <a:avLst/>
                <a:gdLst>
                  <a:gd name="connsiteX0" fmla="*/ 0 w 9525"/>
                  <a:gd name="connsiteY0" fmla="*/ 225076 h 225075"/>
                  <a:gd name="connsiteX1" fmla="*/ 0 w 9525"/>
                  <a:gd name="connsiteY1" fmla="*/ 34576 h 225075"/>
                  <a:gd name="connsiteX2" fmla="*/ 0 w 9525"/>
                  <a:gd name="connsiteY2" fmla="*/ 129826 h 225075"/>
                  <a:gd name="connsiteX3" fmla="*/ 0 w 9525"/>
                  <a:gd name="connsiteY3" fmla="*/ 0 h 225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225075">
                    <a:moveTo>
                      <a:pt x="0" y="225076"/>
                    </a:moveTo>
                    <a:lnTo>
                      <a:pt x="0" y="34576"/>
                    </a:lnTo>
                    <a:lnTo>
                      <a:pt x="0" y="129826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BC4DF7F7-BAAC-3CAE-1BC6-91CF060C2364}"/>
                  </a:ext>
                </a:extLst>
              </p:cNvPr>
              <p:cNvSpPr/>
              <p:nvPr/>
            </p:nvSpPr>
            <p:spPr>
              <a:xfrm>
                <a:off x="6072187" y="1929954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2" name="图形 2">
              <a:extLst>
                <a:ext uri="{FF2B5EF4-FFF2-40B4-BE49-F238E27FC236}">
                  <a16:creationId xmlns:a16="http://schemas.microsoft.com/office/drawing/2014/main" id="{B5CBAF06-7941-23F4-BDE2-311F05EE2779}"/>
                </a:ext>
              </a:extLst>
            </p:cNvPr>
            <p:cNvGrpSpPr/>
            <p:nvPr/>
          </p:nvGrpSpPr>
          <p:grpSpPr>
            <a:xfrm>
              <a:off x="5153025" y="2205037"/>
              <a:ext cx="1905000" cy="666750"/>
              <a:chOff x="5153025" y="2205037"/>
              <a:chExt cx="1905000" cy="666750"/>
            </a:xfrm>
            <a:solidFill>
              <a:srgbClr val="6EA0BF"/>
            </a:solidFill>
          </p:grpSpPr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B3B6940F-8F19-BF0B-E2B2-0D19C04985B2}"/>
                  </a:ext>
                </a:extLst>
              </p:cNvPr>
              <p:cNvSpPr/>
              <p:nvPr/>
            </p:nvSpPr>
            <p:spPr>
              <a:xfrm rot="10800000" flipV="1">
                <a:off x="5153025" y="2205037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952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4" name="图片 53">
                <a:extLst>
                  <a:ext uri="{FF2B5EF4-FFF2-40B4-BE49-F238E27FC236}">
                    <a16:creationId xmlns:a16="http://schemas.microsoft.com/office/drawing/2014/main" id="{8484002D-3CB8-736B-16EF-43B6BBCCDC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57787" y="2424112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55" name="图形 2">
              <a:extLst>
                <a:ext uri="{FF2B5EF4-FFF2-40B4-BE49-F238E27FC236}">
                  <a16:creationId xmlns:a16="http://schemas.microsoft.com/office/drawing/2014/main" id="{BB6E7F82-2C0E-A559-154B-FE4339EBDB32}"/>
                </a:ext>
              </a:extLst>
            </p:cNvPr>
            <p:cNvGrpSpPr/>
            <p:nvPr/>
          </p:nvGrpSpPr>
          <p:grpSpPr>
            <a:xfrm>
              <a:off x="6072187" y="825054"/>
              <a:ext cx="66675" cy="427482"/>
              <a:chOff x="6072187" y="825054"/>
              <a:chExt cx="66675" cy="427482"/>
            </a:xfrm>
          </p:grpSpPr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5833E287-E7D7-24FC-7E58-C09A9A7FF88B}"/>
                  </a:ext>
                </a:extLst>
              </p:cNvPr>
              <p:cNvSpPr/>
              <p:nvPr/>
            </p:nvSpPr>
            <p:spPr>
              <a:xfrm>
                <a:off x="6105525" y="875061"/>
                <a:ext cx="9525" cy="377475"/>
              </a:xfrm>
              <a:custGeom>
                <a:avLst/>
                <a:gdLst>
                  <a:gd name="connsiteX0" fmla="*/ 0 w 9525"/>
                  <a:gd name="connsiteY0" fmla="*/ 377476 h 377475"/>
                  <a:gd name="connsiteX1" fmla="*/ 0 w 9525"/>
                  <a:gd name="connsiteY1" fmla="*/ 158401 h 377475"/>
                  <a:gd name="connsiteX2" fmla="*/ 0 w 9525"/>
                  <a:gd name="connsiteY2" fmla="*/ 0 h 377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377475">
                    <a:moveTo>
                      <a:pt x="0" y="377476"/>
                    </a:moveTo>
                    <a:lnTo>
                      <a:pt x="0" y="158401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EF78603F-7604-6F9B-BEF2-8FD387F4634E}"/>
                  </a:ext>
                </a:extLst>
              </p:cNvPr>
              <p:cNvSpPr/>
              <p:nvPr/>
            </p:nvSpPr>
            <p:spPr>
              <a:xfrm>
                <a:off x="6072187" y="825054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8" name="图形 2">
              <a:extLst>
                <a:ext uri="{FF2B5EF4-FFF2-40B4-BE49-F238E27FC236}">
                  <a16:creationId xmlns:a16="http://schemas.microsoft.com/office/drawing/2014/main" id="{747F2BC7-A5E3-E2B0-9294-FC5028BA4E19}"/>
                </a:ext>
              </a:extLst>
            </p:cNvPr>
            <p:cNvGrpSpPr/>
            <p:nvPr/>
          </p:nvGrpSpPr>
          <p:grpSpPr>
            <a:xfrm>
              <a:off x="5153025" y="1252537"/>
              <a:ext cx="1905000" cy="666750"/>
              <a:chOff x="5153025" y="1252537"/>
              <a:chExt cx="1905000" cy="666750"/>
            </a:xfrm>
            <a:solidFill>
              <a:srgbClr val="6EA0BF"/>
            </a:solidFill>
          </p:grpSpPr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C4DEF95B-3C4B-58A3-1E0A-1F59B1391331}"/>
                  </a:ext>
                </a:extLst>
              </p:cNvPr>
              <p:cNvSpPr/>
              <p:nvPr/>
            </p:nvSpPr>
            <p:spPr>
              <a:xfrm rot="10800000" flipV="1">
                <a:off x="5153025" y="1252537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952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0" name="图片 59">
                <a:extLst>
                  <a:ext uri="{FF2B5EF4-FFF2-40B4-BE49-F238E27FC236}">
                    <a16:creationId xmlns:a16="http://schemas.microsoft.com/office/drawing/2014/main" id="{BEB060F1-542D-E763-C2FC-1F99BF75A7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57787" y="1471612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61" name="图形 2">
              <a:extLst>
                <a:ext uri="{FF2B5EF4-FFF2-40B4-BE49-F238E27FC236}">
                  <a16:creationId xmlns:a16="http://schemas.microsoft.com/office/drawing/2014/main" id="{37518828-FE46-4B34-139F-AB3F2967E59E}"/>
                </a:ext>
              </a:extLst>
            </p:cNvPr>
            <p:cNvGrpSpPr/>
            <p:nvPr/>
          </p:nvGrpSpPr>
          <p:grpSpPr>
            <a:xfrm>
              <a:off x="5360193" y="450817"/>
              <a:ext cx="1490662" cy="377856"/>
              <a:chOff x="5360193" y="450817"/>
              <a:chExt cx="1490662" cy="377856"/>
            </a:xfrm>
            <a:noFill/>
          </p:grpSpPr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8BAC66ED-AC40-2E5B-6D47-2C8A3BC46AD7}"/>
                  </a:ext>
                </a:extLst>
              </p:cNvPr>
              <p:cNvSpPr/>
              <p:nvPr/>
            </p:nvSpPr>
            <p:spPr>
              <a:xfrm>
                <a:off x="5360193" y="450817"/>
                <a:ext cx="1490662" cy="363569"/>
              </a:xfrm>
              <a:custGeom>
                <a:avLst/>
                <a:gdLst>
                  <a:gd name="connsiteX0" fmla="*/ 0 w 1490662"/>
                  <a:gd name="connsiteY0" fmla="*/ 0 h 363569"/>
                  <a:gd name="connsiteX1" fmla="*/ 1490663 w 1490662"/>
                  <a:gd name="connsiteY1" fmla="*/ 0 h 363569"/>
                  <a:gd name="connsiteX2" fmla="*/ 1490663 w 1490662"/>
                  <a:gd name="connsiteY2" fmla="*/ 363569 h 363569"/>
                  <a:gd name="connsiteX3" fmla="*/ 0 w 1490662"/>
                  <a:gd name="connsiteY3" fmla="*/ 363569 h 363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0662" h="363569">
                    <a:moveTo>
                      <a:pt x="0" y="0"/>
                    </a:moveTo>
                    <a:lnTo>
                      <a:pt x="1490663" y="0"/>
                    </a:lnTo>
                    <a:lnTo>
                      <a:pt x="1490663" y="363569"/>
                    </a:lnTo>
                    <a:lnTo>
                      <a:pt x="0" y="363569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7F5D631B-C895-148D-FFED-AE9CD81F99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67337" y="495299"/>
                <a:ext cx="1476375" cy="333375"/>
              </a:xfrm>
              <a:custGeom>
                <a:avLst/>
                <a:gdLst>
                  <a:gd name="connsiteX0" fmla="*/ -1 w 1476375"/>
                  <a:gd name="connsiteY0" fmla="*/ -1 h 333375"/>
                  <a:gd name="connsiteX1" fmla="*/ 1476375 w 1476375"/>
                  <a:gd name="connsiteY1" fmla="*/ -1 h 333375"/>
                  <a:gd name="connsiteX2" fmla="*/ 1476375 w 1476375"/>
                  <a:gd name="connsiteY2" fmla="*/ 333375 h 333375"/>
                  <a:gd name="connsiteX3" fmla="*/ -1 w 1476375"/>
                  <a:gd name="connsiteY3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76375" h="333375">
                    <a:moveTo>
                      <a:pt x="-1" y="-1"/>
                    </a:moveTo>
                    <a:lnTo>
                      <a:pt x="1476375" y="-1"/>
                    </a:lnTo>
                    <a:lnTo>
                      <a:pt x="1476375" y="333375"/>
                    </a:lnTo>
                    <a:lnTo>
                      <a:pt x="-1" y="333375"/>
                    </a:lnTo>
                    <a:close/>
                  </a:path>
                </a:pathLst>
              </a:custGeom>
            </p:spPr>
          </p:pic>
        </p:grpSp>
      </p:grpSp>
    </p:spTree>
    <p:extLst>
      <p:ext uri="{BB962C8B-B14F-4D97-AF65-F5344CB8AC3E}">
        <p14:creationId xmlns:p14="http://schemas.microsoft.com/office/powerpoint/2010/main" val="1063963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76826-C411-7748-C18A-642D63548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组合 324">
            <a:extLst>
              <a:ext uri="{FF2B5EF4-FFF2-40B4-BE49-F238E27FC236}">
                <a16:creationId xmlns:a16="http://schemas.microsoft.com/office/drawing/2014/main" id="{01A0C32D-CB19-033A-0FB7-DE3F7CE9ACE5}"/>
              </a:ext>
            </a:extLst>
          </p:cNvPr>
          <p:cNvGrpSpPr/>
          <p:nvPr/>
        </p:nvGrpSpPr>
        <p:grpSpPr>
          <a:xfrm>
            <a:off x="41698" y="536097"/>
            <a:ext cx="12146929" cy="5779061"/>
            <a:chOff x="41698" y="536097"/>
            <a:chExt cx="12146929" cy="5779061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54249542-D824-7F1D-3B95-956D9E17FF1F}"/>
                </a:ext>
              </a:extLst>
            </p:cNvPr>
            <p:cNvSpPr/>
            <p:nvPr/>
          </p:nvSpPr>
          <p:spPr>
            <a:xfrm>
              <a:off x="8226902" y="2087070"/>
              <a:ext cx="3101946" cy="2023008"/>
            </a:xfrm>
            <a:custGeom>
              <a:avLst/>
              <a:gdLst>
                <a:gd name="connsiteX0" fmla="*/ 3000797 w 3101946"/>
                <a:gd name="connsiteY0" fmla="*/ 0 h 2023008"/>
                <a:gd name="connsiteX1" fmla="*/ 3101947 w 3101946"/>
                <a:gd name="connsiteY1" fmla="*/ 101150 h 2023008"/>
                <a:gd name="connsiteX2" fmla="*/ 3101947 w 3101946"/>
                <a:gd name="connsiteY2" fmla="*/ 1921858 h 2023008"/>
                <a:gd name="connsiteX3" fmla="*/ 3000797 w 3101946"/>
                <a:gd name="connsiteY3" fmla="*/ 2023009 h 2023008"/>
                <a:gd name="connsiteX4" fmla="*/ 101150 w 3101946"/>
                <a:gd name="connsiteY4" fmla="*/ 2023009 h 2023008"/>
                <a:gd name="connsiteX5" fmla="*/ 0 w 3101946"/>
                <a:gd name="connsiteY5" fmla="*/ 1921858 h 2023008"/>
                <a:gd name="connsiteX6" fmla="*/ 0 w 3101946"/>
                <a:gd name="connsiteY6" fmla="*/ 101150 h 2023008"/>
                <a:gd name="connsiteX7" fmla="*/ 101150 w 3101946"/>
                <a:gd name="connsiteY7" fmla="*/ 0 h 2023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01946" h="2023008">
                  <a:moveTo>
                    <a:pt x="3000797" y="0"/>
                  </a:moveTo>
                  <a:cubicBezTo>
                    <a:pt x="3056661" y="0"/>
                    <a:pt x="3101947" y="45287"/>
                    <a:pt x="3101947" y="101150"/>
                  </a:cubicBezTo>
                  <a:lnTo>
                    <a:pt x="3101947" y="1921858"/>
                  </a:lnTo>
                  <a:cubicBezTo>
                    <a:pt x="3101947" y="1977722"/>
                    <a:pt x="3056661" y="2023009"/>
                    <a:pt x="3000797" y="2023009"/>
                  </a:cubicBezTo>
                  <a:lnTo>
                    <a:pt x="101150" y="2023009"/>
                  </a:lnTo>
                  <a:cubicBezTo>
                    <a:pt x="45286" y="2023009"/>
                    <a:pt x="0" y="1977722"/>
                    <a:pt x="0" y="1921858"/>
                  </a:cubicBezTo>
                  <a:lnTo>
                    <a:pt x="0" y="101150"/>
                  </a:lnTo>
                  <a:cubicBezTo>
                    <a:pt x="0" y="45287"/>
                    <a:pt x="45286" y="0"/>
                    <a:pt x="101150" y="0"/>
                  </a:cubicBezTo>
                  <a:close/>
                </a:path>
              </a:pathLst>
            </a:custGeom>
            <a:solidFill>
              <a:srgbClr val="FFF2CC"/>
            </a:solidFill>
            <a:ln w="6743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92D8BC5F-9E9F-B27D-8FE6-95D07E77A528}"/>
                </a:ext>
              </a:extLst>
            </p:cNvPr>
            <p:cNvSpPr/>
            <p:nvPr/>
          </p:nvSpPr>
          <p:spPr>
            <a:xfrm>
              <a:off x="1517256" y="2282627"/>
              <a:ext cx="6035309" cy="1820707"/>
            </a:xfrm>
            <a:custGeom>
              <a:avLst/>
              <a:gdLst>
                <a:gd name="connsiteX0" fmla="*/ 5944275 w 6035309"/>
                <a:gd name="connsiteY0" fmla="*/ 0 h 1820707"/>
                <a:gd name="connsiteX1" fmla="*/ 6035310 w 6035309"/>
                <a:gd name="connsiteY1" fmla="*/ 91035 h 1820707"/>
                <a:gd name="connsiteX2" fmla="*/ 6035310 w 6035309"/>
                <a:gd name="connsiteY2" fmla="*/ 1729673 h 1820707"/>
                <a:gd name="connsiteX3" fmla="*/ 5944275 w 6035309"/>
                <a:gd name="connsiteY3" fmla="*/ 1820708 h 1820707"/>
                <a:gd name="connsiteX4" fmla="*/ 91035 w 6035309"/>
                <a:gd name="connsiteY4" fmla="*/ 1820708 h 1820707"/>
                <a:gd name="connsiteX5" fmla="*/ 0 w 6035309"/>
                <a:gd name="connsiteY5" fmla="*/ 1729673 h 1820707"/>
                <a:gd name="connsiteX6" fmla="*/ 0 w 6035309"/>
                <a:gd name="connsiteY6" fmla="*/ 91035 h 1820707"/>
                <a:gd name="connsiteX7" fmla="*/ 91035 w 6035309"/>
                <a:gd name="connsiteY7" fmla="*/ 0 h 1820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35309" h="1820707">
                  <a:moveTo>
                    <a:pt x="5944275" y="0"/>
                  </a:moveTo>
                  <a:cubicBezTo>
                    <a:pt x="5994552" y="0"/>
                    <a:pt x="6035310" y="40758"/>
                    <a:pt x="6035310" y="91035"/>
                  </a:cubicBezTo>
                  <a:lnTo>
                    <a:pt x="6035310" y="1729673"/>
                  </a:lnTo>
                  <a:cubicBezTo>
                    <a:pt x="6035310" y="1779950"/>
                    <a:pt x="5994552" y="1820708"/>
                    <a:pt x="5944275" y="1820708"/>
                  </a:cubicBezTo>
                  <a:lnTo>
                    <a:pt x="91035" y="1820708"/>
                  </a:lnTo>
                  <a:cubicBezTo>
                    <a:pt x="40758" y="1820708"/>
                    <a:pt x="0" y="1779950"/>
                    <a:pt x="0" y="1729673"/>
                  </a:cubicBezTo>
                  <a:lnTo>
                    <a:pt x="0" y="91035"/>
                  </a:lnTo>
                  <a:cubicBezTo>
                    <a:pt x="0" y="40758"/>
                    <a:pt x="40758" y="0"/>
                    <a:pt x="91035" y="0"/>
                  </a:cubicBezTo>
                  <a:close/>
                </a:path>
              </a:pathLst>
            </a:custGeom>
            <a:solidFill>
              <a:srgbClr val="FFF2CC"/>
            </a:solidFill>
            <a:ln w="6743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7" name="图形 2">
              <a:extLst>
                <a:ext uri="{FF2B5EF4-FFF2-40B4-BE49-F238E27FC236}">
                  <a16:creationId xmlns:a16="http://schemas.microsoft.com/office/drawing/2014/main" id="{CC3DDA38-0CF7-7F27-AA09-D1D30EA2D998}"/>
                </a:ext>
              </a:extLst>
            </p:cNvPr>
            <p:cNvGrpSpPr/>
            <p:nvPr/>
          </p:nvGrpSpPr>
          <p:grpSpPr>
            <a:xfrm>
              <a:off x="1588871" y="2508530"/>
              <a:ext cx="2023008" cy="1304840"/>
              <a:chOff x="1588871" y="2508530"/>
              <a:chExt cx="2023008" cy="1304840"/>
            </a:xfrm>
          </p:grpSpPr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58820E26-DEEA-E7B3-5644-4038EC5798EC}"/>
                  </a:ext>
                </a:extLst>
              </p:cNvPr>
              <p:cNvSpPr/>
              <p:nvPr/>
            </p:nvSpPr>
            <p:spPr>
              <a:xfrm>
                <a:off x="1588871" y="2508530"/>
                <a:ext cx="2023008" cy="1304840"/>
              </a:xfrm>
              <a:custGeom>
                <a:avLst/>
                <a:gdLst>
                  <a:gd name="connsiteX0" fmla="*/ 1957733 w 2023008"/>
                  <a:gd name="connsiteY0" fmla="*/ 0 h 1304840"/>
                  <a:gd name="connsiteX1" fmla="*/ 2023009 w 2023008"/>
                  <a:gd name="connsiteY1" fmla="*/ 65276 h 1304840"/>
                  <a:gd name="connsiteX2" fmla="*/ 2023009 w 2023008"/>
                  <a:gd name="connsiteY2" fmla="*/ 1239565 h 1304840"/>
                  <a:gd name="connsiteX3" fmla="*/ 1957733 w 2023008"/>
                  <a:gd name="connsiteY3" fmla="*/ 1304841 h 1304840"/>
                  <a:gd name="connsiteX4" fmla="*/ 65276 w 2023008"/>
                  <a:gd name="connsiteY4" fmla="*/ 1304841 h 1304840"/>
                  <a:gd name="connsiteX5" fmla="*/ 0 w 2023008"/>
                  <a:gd name="connsiteY5" fmla="*/ 1239565 h 1304840"/>
                  <a:gd name="connsiteX6" fmla="*/ 0 w 2023008"/>
                  <a:gd name="connsiteY6" fmla="*/ 65276 h 1304840"/>
                  <a:gd name="connsiteX7" fmla="*/ 65276 w 2023008"/>
                  <a:gd name="connsiteY7" fmla="*/ 0 h 130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23008" h="1304840">
                    <a:moveTo>
                      <a:pt x="1957733" y="0"/>
                    </a:moveTo>
                    <a:cubicBezTo>
                      <a:pt x="1993784" y="0"/>
                      <a:pt x="2023009" y="29225"/>
                      <a:pt x="2023009" y="65276"/>
                    </a:cubicBezTo>
                    <a:lnTo>
                      <a:pt x="2023009" y="1239565"/>
                    </a:lnTo>
                    <a:cubicBezTo>
                      <a:pt x="2023009" y="1275616"/>
                      <a:pt x="1993784" y="1304841"/>
                      <a:pt x="1957733" y="1304841"/>
                    </a:cubicBezTo>
                    <a:lnTo>
                      <a:pt x="65276" y="1304841"/>
                    </a:lnTo>
                    <a:cubicBezTo>
                      <a:pt x="29225" y="1304841"/>
                      <a:pt x="0" y="1275616"/>
                      <a:pt x="0" y="1239565"/>
                    </a:cubicBezTo>
                    <a:lnTo>
                      <a:pt x="0" y="65276"/>
                    </a:lnTo>
                    <a:cubicBezTo>
                      <a:pt x="0" y="29225"/>
                      <a:pt x="29225" y="0"/>
                      <a:pt x="65276" y="0"/>
                    </a:cubicBezTo>
                    <a:close/>
                  </a:path>
                </a:pathLst>
              </a:custGeom>
              <a:solidFill>
                <a:srgbClr val="FFFFDE"/>
              </a:solidFill>
              <a:ln w="6743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9" name="图形 2">
                <a:extLst>
                  <a:ext uri="{FF2B5EF4-FFF2-40B4-BE49-F238E27FC236}">
                    <a16:creationId xmlns:a16="http://schemas.microsoft.com/office/drawing/2014/main" id="{597A6D32-AE0A-1209-459C-344B7CE868FD}"/>
                  </a:ext>
                </a:extLst>
              </p:cNvPr>
              <p:cNvGrpSpPr/>
              <p:nvPr/>
            </p:nvGrpSpPr>
            <p:grpSpPr>
              <a:xfrm>
                <a:off x="2843136" y="2575964"/>
                <a:ext cx="701309" cy="219159"/>
                <a:chOff x="2843136" y="2575964"/>
                <a:chExt cx="701309" cy="219159"/>
              </a:xfrm>
              <a:noFill/>
            </p:grpSpPr>
            <p:sp>
              <p:nvSpPr>
                <p:cNvPr id="10" name="任意多边形: 形状 9">
                  <a:extLst>
                    <a:ext uri="{FF2B5EF4-FFF2-40B4-BE49-F238E27FC236}">
                      <a16:creationId xmlns:a16="http://schemas.microsoft.com/office/drawing/2014/main" id="{84145F76-1CFC-4B53-4DCC-1DFF72F5B6BC}"/>
                    </a:ext>
                  </a:extLst>
                </p:cNvPr>
                <p:cNvSpPr/>
                <p:nvPr/>
              </p:nvSpPr>
              <p:spPr>
                <a:xfrm>
                  <a:off x="2843136" y="2575964"/>
                  <a:ext cx="701309" cy="202300"/>
                </a:xfrm>
                <a:custGeom>
                  <a:avLst/>
                  <a:gdLst>
                    <a:gd name="connsiteX0" fmla="*/ 0 w 701309"/>
                    <a:gd name="connsiteY0" fmla="*/ 0 h 202300"/>
                    <a:gd name="connsiteX1" fmla="*/ 701310 w 701309"/>
                    <a:gd name="connsiteY1" fmla="*/ 0 h 202300"/>
                    <a:gd name="connsiteX2" fmla="*/ 701310 w 701309"/>
                    <a:gd name="connsiteY2" fmla="*/ 202301 h 202300"/>
                    <a:gd name="connsiteX3" fmla="*/ 0 w 701309"/>
                    <a:gd name="connsiteY3" fmla="*/ 202301 h 202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1309" h="202300">
                      <a:moveTo>
                        <a:pt x="0" y="0"/>
                      </a:moveTo>
                      <a:lnTo>
                        <a:pt x="701310" y="0"/>
                      </a:lnTo>
                      <a:lnTo>
                        <a:pt x="701310" y="202301"/>
                      </a:lnTo>
                      <a:lnTo>
                        <a:pt x="0" y="202301"/>
                      </a:lnTo>
                      <a:close/>
                    </a:path>
                  </a:pathLst>
                </a:custGeom>
                <a:noFill/>
                <a:ln w="67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11" name="图片 10">
                  <a:extLst>
                    <a:ext uri="{FF2B5EF4-FFF2-40B4-BE49-F238E27FC236}">
                      <a16:creationId xmlns:a16="http://schemas.microsoft.com/office/drawing/2014/main" id="{700E685C-7411-AE92-78C6-DAC29F1573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49070" y="2599565"/>
                  <a:ext cx="687823" cy="195557"/>
                </a:xfrm>
                <a:custGeom>
                  <a:avLst/>
                  <a:gdLst>
                    <a:gd name="connsiteX0" fmla="*/ -1 w 687823"/>
                    <a:gd name="connsiteY0" fmla="*/ -1 h 195557"/>
                    <a:gd name="connsiteX1" fmla="*/ 687823 w 687823"/>
                    <a:gd name="connsiteY1" fmla="*/ -1 h 195557"/>
                    <a:gd name="connsiteX2" fmla="*/ 687823 w 687823"/>
                    <a:gd name="connsiteY2" fmla="*/ 195557 h 195557"/>
                    <a:gd name="connsiteX3" fmla="*/ -1 w 687823"/>
                    <a:gd name="connsiteY3" fmla="*/ 195557 h 195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7823" h="195557">
                      <a:moveTo>
                        <a:pt x="-1" y="-1"/>
                      </a:moveTo>
                      <a:lnTo>
                        <a:pt x="687823" y="-1"/>
                      </a:lnTo>
                      <a:lnTo>
                        <a:pt x="687823" y="195557"/>
                      </a:lnTo>
                      <a:lnTo>
                        <a:pt x="-1" y="19555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2" name="图形 2">
                <a:extLst>
                  <a:ext uri="{FF2B5EF4-FFF2-40B4-BE49-F238E27FC236}">
                    <a16:creationId xmlns:a16="http://schemas.microsoft.com/office/drawing/2014/main" id="{A3B980AD-2A9B-FC59-9845-20039DFD6D2A}"/>
                  </a:ext>
                </a:extLst>
              </p:cNvPr>
              <p:cNvGrpSpPr/>
              <p:nvPr/>
            </p:nvGrpSpPr>
            <p:grpSpPr>
              <a:xfrm>
                <a:off x="2303667" y="2835583"/>
                <a:ext cx="491456" cy="360769"/>
                <a:chOff x="2303667" y="2835583"/>
                <a:chExt cx="491456" cy="360769"/>
              </a:xfrm>
            </p:grpSpPr>
            <p:sp>
              <p:nvSpPr>
                <p:cNvPr id="13" name="任意多边形: 形状 12">
                  <a:extLst>
                    <a:ext uri="{FF2B5EF4-FFF2-40B4-BE49-F238E27FC236}">
                      <a16:creationId xmlns:a16="http://schemas.microsoft.com/office/drawing/2014/main" id="{F05AA049-0291-1756-5097-2CC00A4EA144}"/>
                    </a:ext>
                  </a:extLst>
                </p:cNvPr>
                <p:cNvSpPr/>
                <p:nvPr/>
              </p:nvSpPr>
              <p:spPr>
                <a:xfrm>
                  <a:off x="2303667" y="2835583"/>
                  <a:ext cx="456053" cy="337168"/>
                </a:xfrm>
                <a:custGeom>
                  <a:avLst/>
                  <a:gdLst>
                    <a:gd name="connsiteX0" fmla="*/ 0 w 456053"/>
                    <a:gd name="connsiteY0" fmla="*/ 0 h 337168"/>
                    <a:gd name="connsiteX1" fmla="*/ 60420 w 456053"/>
                    <a:gd name="connsiteY1" fmla="*/ 0 h 337168"/>
                    <a:gd name="connsiteX2" fmla="*/ 120908 w 456053"/>
                    <a:gd name="connsiteY2" fmla="*/ 67434 h 337168"/>
                    <a:gd name="connsiteX3" fmla="*/ 120908 w 456053"/>
                    <a:gd name="connsiteY3" fmla="*/ 269735 h 337168"/>
                    <a:gd name="connsiteX4" fmla="*/ 188342 w 456053"/>
                    <a:gd name="connsiteY4" fmla="*/ 337168 h 337168"/>
                    <a:gd name="connsiteX5" fmla="*/ 456054 w 456053"/>
                    <a:gd name="connsiteY5" fmla="*/ 337168 h 3371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6053" h="337168">
                      <a:moveTo>
                        <a:pt x="0" y="0"/>
                      </a:moveTo>
                      <a:lnTo>
                        <a:pt x="60420" y="0"/>
                      </a:lnTo>
                      <a:cubicBezTo>
                        <a:pt x="100746" y="0"/>
                        <a:pt x="120908" y="22478"/>
                        <a:pt x="120908" y="67434"/>
                      </a:cubicBezTo>
                      <a:lnTo>
                        <a:pt x="120908" y="269735"/>
                      </a:lnTo>
                      <a:cubicBezTo>
                        <a:pt x="120908" y="314690"/>
                        <a:pt x="143386" y="337168"/>
                        <a:pt x="188342" y="337168"/>
                      </a:cubicBezTo>
                      <a:lnTo>
                        <a:pt x="456054" y="337168"/>
                      </a:lnTo>
                    </a:path>
                  </a:pathLst>
                </a:custGeom>
                <a:noFill/>
                <a:ln w="674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4" name="任意多边形: 形状 13">
                  <a:extLst>
                    <a:ext uri="{FF2B5EF4-FFF2-40B4-BE49-F238E27FC236}">
                      <a16:creationId xmlns:a16="http://schemas.microsoft.com/office/drawing/2014/main" id="{AF14455F-ECFD-42C7-DD5F-9E8ED4462C64}"/>
                    </a:ext>
                  </a:extLst>
                </p:cNvPr>
                <p:cNvSpPr/>
                <p:nvPr/>
              </p:nvSpPr>
              <p:spPr>
                <a:xfrm>
                  <a:off x="2747920" y="3149149"/>
                  <a:ext cx="47203" cy="47203"/>
                </a:xfrm>
                <a:custGeom>
                  <a:avLst/>
                  <a:gdLst>
                    <a:gd name="connsiteX0" fmla="*/ 47204 w 47203"/>
                    <a:gd name="connsiteY0" fmla="*/ 23602 h 47203"/>
                    <a:gd name="connsiteX1" fmla="*/ 0 w 47203"/>
                    <a:gd name="connsiteY1" fmla="*/ 47204 h 47203"/>
                    <a:gd name="connsiteX2" fmla="*/ 11801 w 47203"/>
                    <a:gd name="connsiteY2" fmla="*/ 23602 h 47203"/>
                    <a:gd name="connsiteX3" fmla="*/ 0 w 47203"/>
                    <a:gd name="connsiteY3" fmla="*/ 0 h 47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203" h="47203">
                      <a:moveTo>
                        <a:pt x="47204" y="23602"/>
                      </a:moveTo>
                      <a:lnTo>
                        <a:pt x="0" y="47204"/>
                      </a:lnTo>
                      <a:lnTo>
                        <a:pt x="11801" y="2360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74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图形 2">
                <a:extLst>
                  <a:ext uri="{FF2B5EF4-FFF2-40B4-BE49-F238E27FC236}">
                    <a16:creationId xmlns:a16="http://schemas.microsoft.com/office/drawing/2014/main" id="{E11EC3B6-5E02-CD86-F3B8-62911A7F6B9B}"/>
                  </a:ext>
                </a:extLst>
              </p:cNvPr>
              <p:cNvGrpSpPr/>
              <p:nvPr/>
            </p:nvGrpSpPr>
            <p:grpSpPr>
              <a:xfrm>
                <a:off x="1696764" y="2734433"/>
                <a:ext cx="606902" cy="215787"/>
                <a:chOff x="1696764" y="2734433"/>
                <a:chExt cx="606902" cy="215787"/>
              </a:xfrm>
              <a:solidFill>
                <a:srgbClr val="DAE8FC"/>
              </a:solidFill>
            </p:grpSpPr>
            <p:sp>
              <p:nvSpPr>
                <p:cNvPr id="16" name="任意多边形: 形状 15">
                  <a:extLst>
                    <a:ext uri="{FF2B5EF4-FFF2-40B4-BE49-F238E27FC236}">
                      <a16:creationId xmlns:a16="http://schemas.microsoft.com/office/drawing/2014/main" id="{86DA5488-5815-A24A-7B07-EF4085A4D9AC}"/>
                    </a:ext>
                  </a:extLst>
                </p:cNvPr>
                <p:cNvSpPr/>
                <p:nvPr/>
              </p:nvSpPr>
              <p:spPr>
                <a:xfrm>
                  <a:off x="1696764" y="2734433"/>
                  <a:ext cx="606902" cy="202300"/>
                </a:xfrm>
                <a:custGeom>
                  <a:avLst/>
                  <a:gdLst>
                    <a:gd name="connsiteX0" fmla="*/ 576558 w 606902"/>
                    <a:gd name="connsiteY0" fmla="*/ 0 h 202300"/>
                    <a:gd name="connsiteX1" fmla="*/ 606903 w 606902"/>
                    <a:gd name="connsiteY1" fmla="*/ 30345 h 202300"/>
                    <a:gd name="connsiteX2" fmla="*/ 606903 w 606902"/>
                    <a:gd name="connsiteY2" fmla="*/ 171956 h 202300"/>
                    <a:gd name="connsiteX3" fmla="*/ 576558 w 606902"/>
                    <a:gd name="connsiteY3" fmla="*/ 202301 h 202300"/>
                    <a:gd name="connsiteX4" fmla="*/ 30345 w 606902"/>
                    <a:gd name="connsiteY4" fmla="*/ 202301 h 202300"/>
                    <a:gd name="connsiteX5" fmla="*/ 0 w 606902"/>
                    <a:gd name="connsiteY5" fmla="*/ 171956 h 202300"/>
                    <a:gd name="connsiteX6" fmla="*/ 0 w 606902"/>
                    <a:gd name="connsiteY6" fmla="*/ 30345 h 202300"/>
                    <a:gd name="connsiteX7" fmla="*/ 30345 w 606902"/>
                    <a:gd name="connsiteY7" fmla="*/ 0 h 202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06902" h="202300">
                      <a:moveTo>
                        <a:pt x="576558" y="0"/>
                      </a:moveTo>
                      <a:cubicBezTo>
                        <a:pt x="593317" y="0"/>
                        <a:pt x="606903" y="13586"/>
                        <a:pt x="606903" y="30345"/>
                      </a:cubicBezTo>
                      <a:lnTo>
                        <a:pt x="606903" y="171956"/>
                      </a:lnTo>
                      <a:cubicBezTo>
                        <a:pt x="606903" y="188715"/>
                        <a:pt x="593317" y="202301"/>
                        <a:pt x="576558" y="202301"/>
                      </a:cubicBezTo>
                      <a:lnTo>
                        <a:pt x="30345" y="202301"/>
                      </a:lnTo>
                      <a:cubicBezTo>
                        <a:pt x="13586" y="202301"/>
                        <a:pt x="0" y="188715"/>
                        <a:pt x="0" y="171956"/>
                      </a:cubicBezTo>
                      <a:lnTo>
                        <a:pt x="0" y="30345"/>
                      </a:lnTo>
                      <a:cubicBezTo>
                        <a:pt x="0" y="13586"/>
                        <a:pt x="13586" y="0"/>
                        <a:pt x="30345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743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17" name="图片 16">
                  <a:extLst>
                    <a:ext uri="{FF2B5EF4-FFF2-40B4-BE49-F238E27FC236}">
                      <a16:creationId xmlns:a16="http://schemas.microsoft.com/office/drawing/2014/main" id="{CD968613-CE33-659A-F058-D2703ABABE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02699" y="2754663"/>
                  <a:ext cx="593415" cy="195557"/>
                </a:xfrm>
                <a:custGeom>
                  <a:avLst/>
                  <a:gdLst>
                    <a:gd name="connsiteX0" fmla="*/ -1 w 593415"/>
                    <a:gd name="connsiteY0" fmla="*/ -1 h 195557"/>
                    <a:gd name="connsiteX1" fmla="*/ 593415 w 593415"/>
                    <a:gd name="connsiteY1" fmla="*/ -1 h 195557"/>
                    <a:gd name="connsiteX2" fmla="*/ 593415 w 593415"/>
                    <a:gd name="connsiteY2" fmla="*/ 195557 h 195557"/>
                    <a:gd name="connsiteX3" fmla="*/ -1 w 593415"/>
                    <a:gd name="connsiteY3" fmla="*/ 195557 h 195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3415" h="195557">
                      <a:moveTo>
                        <a:pt x="-1" y="-1"/>
                      </a:moveTo>
                      <a:lnTo>
                        <a:pt x="593415" y="-1"/>
                      </a:lnTo>
                      <a:lnTo>
                        <a:pt x="593415" y="195557"/>
                      </a:lnTo>
                      <a:lnTo>
                        <a:pt x="-1" y="19555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" name="图形 2">
                <a:extLst>
                  <a:ext uri="{FF2B5EF4-FFF2-40B4-BE49-F238E27FC236}">
                    <a16:creationId xmlns:a16="http://schemas.microsoft.com/office/drawing/2014/main" id="{EDCF9BA0-2B13-329C-20AE-93757BBF0B6D}"/>
                  </a:ext>
                </a:extLst>
              </p:cNvPr>
              <p:cNvGrpSpPr/>
              <p:nvPr/>
            </p:nvGrpSpPr>
            <p:grpSpPr>
              <a:xfrm>
                <a:off x="2303667" y="3149149"/>
                <a:ext cx="491456" cy="47203"/>
                <a:chOff x="2303667" y="3149149"/>
                <a:chExt cx="491456" cy="47203"/>
              </a:xfrm>
            </p:grpSpPr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0721D0ED-966A-E67C-A0A6-A6BE67A00F4A}"/>
                    </a:ext>
                  </a:extLst>
                </p:cNvPr>
                <p:cNvSpPr/>
                <p:nvPr/>
              </p:nvSpPr>
              <p:spPr>
                <a:xfrm>
                  <a:off x="2303667" y="3172751"/>
                  <a:ext cx="456053" cy="6743"/>
                </a:xfrm>
                <a:custGeom>
                  <a:avLst/>
                  <a:gdLst>
                    <a:gd name="connsiteX0" fmla="*/ 0 w 456053"/>
                    <a:gd name="connsiteY0" fmla="*/ 0 h 6743"/>
                    <a:gd name="connsiteX1" fmla="*/ 456054 w 456053"/>
                    <a:gd name="connsiteY1" fmla="*/ 0 h 6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56053" h="6743">
                      <a:moveTo>
                        <a:pt x="0" y="0"/>
                      </a:moveTo>
                      <a:lnTo>
                        <a:pt x="456054" y="0"/>
                      </a:lnTo>
                    </a:path>
                  </a:pathLst>
                </a:custGeom>
                <a:noFill/>
                <a:ln w="674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任意多边形: 形状 19">
                  <a:extLst>
                    <a:ext uri="{FF2B5EF4-FFF2-40B4-BE49-F238E27FC236}">
                      <a16:creationId xmlns:a16="http://schemas.microsoft.com/office/drawing/2014/main" id="{B47D13F4-AFEA-A48C-3674-72E8E426B242}"/>
                    </a:ext>
                  </a:extLst>
                </p:cNvPr>
                <p:cNvSpPr/>
                <p:nvPr/>
              </p:nvSpPr>
              <p:spPr>
                <a:xfrm>
                  <a:off x="2747920" y="3149149"/>
                  <a:ext cx="47203" cy="47203"/>
                </a:xfrm>
                <a:custGeom>
                  <a:avLst/>
                  <a:gdLst>
                    <a:gd name="connsiteX0" fmla="*/ 47204 w 47203"/>
                    <a:gd name="connsiteY0" fmla="*/ 23602 h 47203"/>
                    <a:gd name="connsiteX1" fmla="*/ 0 w 47203"/>
                    <a:gd name="connsiteY1" fmla="*/ 47204 h 47203"/>
                    <a:gd name="connsiteX2" fmla="*/ 11801 w 47203"/>
                    <a:gd name="connsiteY2" fmla="*/ 23602 h 47203"/>
                    <a:gd name="connsiteX3" fmla="*/ 0 w 47203"/>
                    <a:gd name="connsiteY3" fmla="*/ 0 h 47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203" h="47203">
                      <a:moveTo>
                        <a:pt x="47204" y="23602"/>
                      </a:moveTo>
                      <a:lnTo>
                        <a:pt x="0" y="47204"/>
                      </a:lnTo>
                      <a:lnTo>
                        <a:pt x="11801" y="2360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74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图形 2">
                <a:extLst>
                  <a:ext uri="{FF2B5EF4-FFF2-40B4-BE49-F238E27FC236}">
                    <a16:creationId xmlns:a16="http://schemas.microsoft.com/office/drawing/2014/main" id="{DA71BCE6-94DC-9BCB-12A0-17EA67A02501}"/>
                  </a:ext>
                </a:extLst>
              </p:cNvPr>
              <p:cNvGrpSpPr/>
              <p:nvPr/>
            </p:nvGrpSpPr>
            <p:grpSpPr>
              <a:xfrm>
                <a:off x="1696764" y="3071601"/>
                <a:ext cx="606902" cy="215787"/>
                <a:chOff x="1696764" y="3071601"/>
                <a:chExt cx="606902" cy="215787"/>
              </a:xfrm>
              <a:solidFill>
                <a:srgbClr val="DAE8FC"/>
              </a:solidFill>
            </p:grpSpPr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CBC97AFC-F404-FBE2-0537-763CA77B379F}"/>
                    </a:ext>
                  </a:extLst>
                </p:cNvPr>
                <p:cNvSpPr/>
                <p:nvPr/>
              </p:nvSpPr>
              <p:spPr>
                <a:xfrm>
                  <a:off x="1696764" y="3071601"/>
                  <a:ext cx="606902" cy="202300"/>
                </a:xfrm>
                <a:custGeom>
                  <a:avLst/>
                  <a:gdLst>
                    <a:gd name="connsiteX0" fmla="*/ 576558 w 606902"/>
                    <a:gd name="connsiteY0" fmla="*/ 0 h 202300"/>
                    <a:gd name="connsiteX1" fmla="*/ 606903 w 606902"/>
                    <a:gd name="connsiteY1" fmla="*/ 30345 h 202300"/>
                    <a:gd name="connsiteX2" fmla="*/ 606903 w 606902"/>
                    <a:gd name="connsiteY2" fmla="*/ 171956 h 202300"/>
                    <a:gd name="connsiteX3" fmla="*/ 576558 w 606902"/>
                    <a:gd name="connsiteY3" fmla="*/ 202301 h 202300"/>
                    <a:gd name="connsiteX4" fmla="*/ 30345 w 606902"/>
                    <a:gd name="connsiteY4" fmla="*/ 202301 h 202300"/>
                    <a:gd name="connsiteX5" fmla="*/ 0 w 606902"/>
                    <a:gd name="connsiteY5" fmla="*/ 171956 h 202300"/>
                    <a:gd name="connsiteX6" fmla="*/ 0 w 606902"/>
                    <a:gd name="connsiteY6" fmla="*/ 30345 h 202300"/>
                    <a:gd name="connsiteX7" fmla="*/ 30345 w 606902"/>
                    <a:gd name="connsiteY7" fmla="*/ 0 h 202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06902" h="202300">
                      <a:moveTo>
                        <a:pt x="576558" y="0"/>
                      </a:moveTo>
                      <a:cubicBezTo>
                        <a:pt x="593317" y="0"/>
                        <a:pt x="606903" y="13586"/>
                        <a:pt x="606903" y="30345"/>
                      </a:cubicBezTo>
                      <a:lnTo>
                        <a:pt x="606903" y="171956"/>
                      </a:lnTo>
                      <a:cubicBezTo>
                        <a:pt x="606903" y="188715"/>
                        <a:pt x="593317" y="202301"/>
                        <a:pt x="576558" y="202301"/>
                      </a:cubicBezTo>
                      <a:lnTo>
                        <a:pt x="30345" y="202301"/>
                      </a:lnTo>
                      <a:cubicBezTo>
                        <a:pt x="13586" y="202301"/>
                        <a:pt x="0" y="188715"/>
                        <a:pt x="0" y="171956"/>
                      </a:cubicBezTo>
                      <a:lnTo>
                        <a:pt x="0" y="30345"/>
                      </a:lnTo>
                      <a:cubicBezTo>
                        <a:pt x="0" y="13586"/>
                        <a:pt x="13586" y="0"/>
                        <a:pt x="30345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743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3" name="图片 22">
                  <a:extLst>
                    <a:ext uri="{FF2B5EF4-FFF2-40B4-BE49-F238E27FC236}">
                      <a16:creationId xmlns:a16="http://schemas.microsoft.com/office/drawing/2014/main" id="{1E919B89-A109-CAB0-ABD6-1F28582B64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02699" y="3091831"/>
                  <a:ext cx="593415" cy="195557"/>
                </a:xfrm>
                <a:custGeom>
                  <a:avLst/>
                  <a:gdLst>
                    <a:gd name="connsiteX0" fmla="*/ -1 w 593415"/>
                    <a:gd name="connsiteY0" fmla="*/ -1 h 195557"/>
                    <a:gd name="connsiteX1" fmla="*/ 593415 w 593415"/>
                    <a:gd name="connsiteY1" fmla="*/ -1 h 195557"/>
                    <a:gd name="connsiteX2" fmla="*/ 593415 w 593415"/>
                    <a:gd name="connsiteY2" fmla="*/ 195557 h 195557"/>
                    <a:gd name="connsiteX3" fmla="*/ -1 w 593415"/>
                    <a:gd name="connsiteY3" fmla="*/ 195557 h 195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3415" h="195557">
                      <a:moveTo>
                        <a:pt x="-1" y="-1"/>
                      </a:moveTo>
                      <a:lnTo>
                        <a:pt x="593415" y="-1"/>
                      </a:lnTo>
                      <a:lnTo>
                        <a:pt x="593415" y="195557"/>
                      </a:lnTo>
                      <a:lnTo>
                        <a:pt x="-1" y="19555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4" name="图形 2">
                <a:extLst>
                  <a:ext uri="{FF2B5EF4-FFF2-40B4-BE49-F238E27FC236}">
                    <a16:creationId xmlns:a16="http://schemas.microsoft.com/office/drawing/2014/main" id="{D827FB24-0DCB-8CCB-38A8-4BF211BACBCC}"/>
                  </a:ext>
                </a:extLst>
              </p:cNvPr>
              <p:cNvGrpSpPr/>
              <p:nvPr/>
            </p:nvGrpSpPr>
            <p:grpSpPr>
              <a:xfrm>
                <a:off x="2303667" y="3149149"/>
                <a:ext cx="491456" cy="360769"/>
                <a:chOff x="2303667" y="3149149"/>
                <a:chExt cx="491456" cy="360769"/>
              </a:xfrm>
            </p:grpSpPr>
            <p:sp>
              <p:nvSpPr>
                <p:cNvPr id="25" name="任意多边形: 形状 24">
                  <a:extLst>
                    <a:ext uri="{FF2B5EF4-FFF2-40B4-BE49-F238E27FC236}">
                      <a16:creationId xmlns:a16="http://schemas.microsoft.com/office/drawing/2014/main" id="{F900C0D2-5D00-6F4B-4FE6-9B84BD8C8436}"/>
                    </a:ext>
                  </a:extLst>
                </p:cNvPr>
                <p:cNvSpPr/>
                <p:nvPr/>
              </p:nvSpPr>
              <p:spPr>
                <a:xfrm>
                  <a:off x="2303667" y="3172751"/>
                  <a:ext cx="456053" cy="337168"/>
                </a:xfrm>
                <a:custGeom>
                  <a:avLst/>
                  <a:gdLst>
                    <a:gd name="connsiteX0" fmla="*/ 0 w 456053"/>
                    <a:gd name="connsiteY0" fmla="*/ 337168 h 337168"/>
                    <a:gd name="connsiteX1" fmla="*/ 60420 w 456053"/>
                    <a:gd name="connsiteY1" fmla="*/ 337168 h 337168"/>
                    <a:gd name="connsiteX2" fmla="*/ 120908 w 456053"/>
                    <a:gd name="connsiteY2" fmla="*/ 269735 h 337168"/>
                    <a:gd name="connsiteX3" fmla="*/ 120908 w 456053"/>
                    <a:gd name="connsiteY3" fmla="*/ 67434 h 337168"/>
                    <a:gd name="connsiteX4" fmla="*/ 188342 w 456053"/>
                    <a:gd name="connsiteY4" fmla="*/ 0 h 337168"/>
                    <a:gd name="connsiteX5" fmla="*/ 456054 w 456053"/>
                    <a:gd name="connsiteY5" fmla="*/ 0 h 3371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6053" h="337168">
                      <a:moveTo>
                        <a:pt x="0" y="337168"/>
                      </a:moveTo>
                      <a:lnTo>
                        <a:pt x="60420" y="337168"/>
                      </a:lnTo>
                      <a:cubicBezTo>
                        <a:pt x="100746" y="337168"/>
                        <a:pt x="120908" y="314690"/>
                        <a:pt x="120908" y="269735"/>
                      </a:cubicBezTo>
                      <a:lnTo>
                        <a:pt x="120908" y="67434"/>
                      </a:lnTo>
                      <a:cubicBezTo>
                        <a:pt x="120908" y="22478"/>
                        <a:pt x="143386" y="0"/>
                        <a:pt x="188342" y="0"/>
                      </a:cubicBezTo>
                      <a:lnTo>
                        <a:pt x="456054" y="0"/>
                      </a:lnTo>
                    </a:path>
                  </a:pathLst>
                </a:custGeom>
                <a:noFill/>
                <a:ln w="674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任意多边形: 形状 25">
                  <a:extLst>
                    <a:ext uri="{FF2B5EF4-FFF2-40B4-BE49-F238E27FC236}">
                      <a16:creationId xmlns:a16="http://schemas.microsoft.com/office/drawing/2014/main" id="{8798352B-C872-7455-2F48-51B81C4FB231}"/>
                    </a:ext>
                  </a:extLst>
                </p:cNvPr>
                <p:cNvSpPr/>
                <p:nvPr/>
              </p:nvSpPr>
              <p:spPr>
                <a:xfrm>
                  <a:off x="2747920" y="3149149"/>
                  <a:ext cx="47203" cy="47203"/>
                </a:xfrm>
                <a:custGeom>
                  <a:avLst/>
                  <a:gdLst>
                    <a:gd name="connsiteX0" fmla="*/ 47204 w 47203"/>
                    <a:gd name="connsiteY0" fmla="*/ 23602 h 47203"/>
                    <a:gd name="connsiteX1" fmla="*/ 0 w 47203"/>
                    <a:gd name="connsiteY1" fmla="*/ 47204 h 47203"/>
                    <a:gd name="connsiteX2" fmla="*/ 11801 w 47203"/>
                    <a:gd name="connsiteY2" fmla="*/ 23602 h 47203"/>
                    <a:gd name="connsiteX3" fmla="*/ 0 w 47203"/>
                    <a:gd name="connsiteY3" fmla="*/ 0 h 47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203" h="47203">
                      <a:moveTo>
                        <a:pt x="47204" y="23602"/>
                      </a:moveTo>
                      <a:lnTo>
                        <a:pt x="0" y="47204"/>
                      </a:lnTo>
                      <a:lnTo>
                        <a:pt x="11801" y="2360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74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" name="图形 2">
                <a:extLst>
                  <a:ext uri="{FF2B5EF4-FFF2-40B4-BE49-F238E27FC236}">
                    <a16:creationId xmlns:a16="http://schemas.microsoft.com/office/drawing/2014/main" id="{E7E634EE-F30B-E070-4309-510901C0CC1E}"/>
                  </a:ext>
                </a:extLst>
              </p:cNvPr>
              <p:cNvGrpSpPr/>
              <p:nvPr/>
            </p:nvGrpSpPr>
            <p:grpSpPr>
              <a:xfrm>
                <a:off x="1696764" y="3408769"/>
                <a:ext cx="606902" cy="215787"/>
                <a:chOff x="1696764" y="3408769"/>
                <a:chExt cx="606902" cy="215787"/>
              </a:xfrm>
              <a:solidFill>
                <a:srgbClr val="DAE8FC"/>
              </a:solidFill>
            </p:grpSpPr>
            <p:sp>
              <p:nvSpPr>
                <p:cNvPr id="28" name="任意多边形: 形状 27">
                  <a:extLst>
                    <a:ext uri="{FF2B5EF4-FFF2-40B4-BE49-F238E27FC236}">
                      <a16:creationId xmlns:a16="http://schemas.microsoft.com/office/drawing/2014/main" id="{228F3B3E-F24B-C25C-CA6D-3479173C266C}"/>
                    </a:ext>
                  </a:extLst>
                </p:cNvPr>
                <p:cNvSpPr/>
                <p:nvPr/>
              </p:nvSpPr>
              <p:spPr>
                <a:xfrm>
                  <a:off x="1696764" y="3408769"/>
                  <a:ext cx="606902" cy="202300"/>
                </a:xfrm>
                <a:custGeom>
                  <a:avLst/>
                  <a:gdLst>
                    <a:gd name="connsiteX0" fmla="*/ 576558 w 606902"/>
                    <a:gd name="connsiteY0" fmla="*/ 0 h 202300"/>
                    <a:gd name="connsiteX1" fmla="*/ 606903 w 606902"/>
                    <a:gd name="connsiteY1" fmla="*/ 30345 h 202300"/>
                    <a:gd name="connsiteX2" fmla="*/ 606903 w 606902"/>
                    <a:gd name="connsiteY2" fmla="*/ 171956 h 202300"/>
                    <a:gd name="connsiteX3" fmla="*/ 576558 w 606902"/>
                    <a:gd name="connsiteY3" fmla="*/ 202301 h 202300"/>
                    <a:gd name="connsiteX4" fmla="*/ 30345 w 606902"/>
                    <a:gd name="connsiteY4" fmla="*/ 202301 h 202300"/>
                    <a:gd name="connsiteX5" fmla="*/ 0 w 606902"/>
                    <a:gd name="connsiteY5" fmla="*/ 171956 h 202300"/>
                    <a:gd name="connsiteX6" fmla="*/ 0 w 606902"/>
                    <a:gd name="connsiteY6" fmla="*/ 30345 h 202300"/>
                    <a:gd name="connsiteX7" fmla="*/ 30345 w 606902"/>
                    <a:gd name="connsiteY7" fmla="*/ 0 h 202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06902" h="202300">
                      <a:moveTo>
                        <a:pt x="576558" y="0"/>
                      </a:moveTo>
                      <a:cubicBezTo>
                        <a:pt x="593317" y="0"/>
                        <a:pt x="606903" y="13586"/>
                        <a:pt x="606903" y="30345"/>
                      </a:cubicBezTo>
                      <a:lnTo>
                        <a:pt x="606903" y="171956"/>
                      </a:lnTo>
                      <a:cubicBezTo>
                        <a:pt x="606903" y="188715"/>
                        <a:pt x="593317" y="202301"/>
                        <a:pt x="576558" y="202301"/>
                      </a:cubicBezTo>
                      <a:lnTo>
                        <a:pt x="30345" y="202301"/>
                      </a:lnTo>
                      <a:cubicBezTo>
                        <a:pt x="13586" y="202301"/>
                        <a:pt x="0" y="188715"/>
                        <a:pt x="0" y="171956"/>
                      </a:cubicBezTo>
                      <a:lnTo>
                        <a:pt x="0" y="30345"/>
                      </a:lnTo>
                      <a:cubicBezTo>
                        <a:pt x="0" y="13586"/>
                        <a:pt x="13586" y="0"/>
                        <a:pt x="30345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743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9" name="图片 28">
                  <a:extLst>
                    <a:ext uri="{FF2B5EF4-FFF2-40B4-BE49-F238E27FC236}">
                      <a16:creationId xmlns:a16="http://schemas.microsoft.com/office/drawing/2014/main" id="{4CCCBB9E-20E6-39D9-307C-ADA21CEC77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02699" y="3428999"/>
                  <a:ext cx="593415" cy="195557"/>
                </a:xfrm>
                <a:custGeom>
                  <a:avLst/>
                  <a:gdLst>
                    <a:gd name="connsiteX0" fmla="*/ -1 w 593415"/>
                    <a:gd name="connsiteY0" fmla="*/ -1 h 195557"/>
                    <a:gd name="connsiteX1" fmla="*/ 593415 w 593415"/>
                    <a:gd name="connsiteY1" fmla="*/ -1 h 195557"/>
                    <a:gd name="connsiteX2" fmla="*/ 593415 w 593415"/>
                    <a:gd name="connsiteY2" fmla="*/ 195557 h 195557"/>
                    <a:gd name="connsiteX3" fmla="*/ -1 w 593415"/>
                    <a:gd name="connsiteY3" fmla="*/ 195557 h 195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3415" h="195557">
                      <a:moveTo>
                        <a:pt x="-1" y="-1"/>
                      </a:moveTo>
                      <a:lnTo>
                        <a:pt x="593415" y="-1"/>
                      </a:lnTo>
                      <a:lnTo>
                        <a:pt x="593415" y="195557"/>
                      </a:lnTo>
                      <a:lnTo>
                        <a:pt x="-1" y="19555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30" name="图形 2">
                <a:extLst>
                  <a:ext uri="{FF2B5EF4-FFF2-40B4-BE49-F238E27FC236}">
                    <a16:creationId xmlns:a16="http://schemas.microsoft.com/office/drawing/2014/main" id="{0F1AC558-CA8A-F247-8BC6-A87308168F88}"/>
                  </a:ext>
                </a:extLst>
              </p:cNvPr>
              <p:cNvGrpSpPr/>
              <p:nvPr/>
            </p:nvGrpSpPr>
            <p:grpSpPr>
              <a:xfrm>
                <a:off x="2802676" y="3071601"/>
                <a:ext cx="741769" cy="215787"/>
                <a:chOff x="2802676" y="3071601"/>
                <a:chExt cx="741769" cy="215787"/>
              </a:xfrm>
              <a:solidFill>
                <a:srgbClr val="DAE8FC"/>
              </a:solidFill>
            </p:grpSpPr>
            <p:sp>
              <p:nvSpPr>
                <p:cNvPr id="31" name="任意多边形: 形状 30">
                  <a:extLst>
                    <a:ext uri="{FF2B5EF4-FFF2-40B4-BE49-F238E27FC236}">
                      <a16:creationId xmlns:a16="http://schemas.microsoft.com/office/drawing/2014/main" id="{9482D15B-5817-389E-44A1-6E644B86A07E}"/>
                    </a:ext>
                  </a:extLst>
                </p:cNvPr>
                <p:cNvSpPr/>
                <p:nvPr/>
              </p:nvSpPr>
              <p:spPr>
                <a:xfrm>
                  <a:off x="2802676" y="3071601"/>
                  <a:ext cx="741769" cy="202300"/>
                </a:xfrm>
                <a:custGeom>
                  <a:avLst/>
                  <a:gdLst>
                    <a:gd name="connsiteX0" fmla="*/ 711425 w 741769"/>
                    <a:gd name="connsiteY0" fmla="*/ 0 h 202300"/>
                    <a:gd name="connsiteX1" fmla="*/ 741770 w 741769"/>
                    <a:gd name="connsiteY1" fmla="*/ 30345 h 202300"/>
                    <a:gd name="connsiteX2" fmla="*/ 741770 w 741769"/>
                    <a:gd name="connsiteY2" fmla="*/ 171956 h 202300"/>
                    <a:gd name="connsiteX3" fmla="*/ 711425 w 741769"/>
                    <a:gd name="connsiteY3" fmla="*/ 202301 h 202300"/>
                    <a:gd name="connsiteX4" fmla="*/ 30345 w 741769"/>
                    <a:gd name="connsiteY4" fmla="*/ 202301 h 202300"/>
                    <a:gd name="connsiteX5" fmla="*/ 0 w 741769"/>
                    <a:gd name="connsiteY5" fmla="*/ 171956 h 202300"/>
                    <a:gd name="connsiteX6" fmla="*/ 0 w 741769"/>
                    <a:gd name="connsiteY6" fmla="*/ 30345 h 202300"/>
                    <a:gd name="connsiteX7" fmla="*/ 30345 w 741769"/>
                    <a:gd name="connsiteY7" fmla="*/ 0 h 202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41769" h="202300">
                      <a:moveTo>
                        <a:pt x="711425" y="0"/>
                      </a:moveTo>
                      <a:cubicBezTo>
                        <a:pt x="728184" y="0"/>
                        <a:pt x="741770" y="13586"/>
                        <a:pt x="741770" y="30345"/>
                      </a:cubicBezTo>
                      <a:lnTo>
                        <a:pt x="741770" y="171956"/>
                      </a:lnTo>
                      <a:cubicBezTo>
                        <a:pt x="741770" y="188715"/>
                        <a:pt x="728184" y="202301"/>
                        <a:pt x="711425" y="202301"/>
                      </a:cubicBezTo>
                      <a:lnTo>
                        <a:pt x="30345" y="202301"/>
                      </a:lnTo>
                      <a:cubicBezTo>
                        <a:pt x="13586" y="202301"/>
                        <a:pt x="0" y="188715"/>
                        <a:pt x="0" y="171956"/>
                      </a:cubicBezTo>
                      <a:lnTo>
                        <a:pt x="0" y="30345"/>
                      </a:lnTo>
                      <a:cubicBezTo>
                        <a:pt x="0" y="13586"/>
                        <a:pt x="13586" y="0"/>
                        <a:pt x="30345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743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32" name="图片 31">
                  <a:extLst>
                    <a:ext uri="{FF2B5EF4-FFF2-40B4-BE49-F238E27FC236}">
                      <a16:creationId xmlns:a16="http://schemas.microsoft.com/office/drawing/2014/main" id="{5FF36639-2EAF-02B9-4AA2-773A02CCF2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08610" y="3091831"/>
                  <a:ext cx="728283" cy="195557"/>
                </a:xfrm>
                <a:custGeom>
                  <a:avLst/>
                  <a:gdLst>
                    <a:gd name="connsiteX0" fmla="*/ -1 w 728283"/>
                    <a:gd name="connsiteY0" fmla="*/ -1 h 195557"/>
                    <a:gd name="connsiteX1" fmla="*/ 728283 w 728283"/>
                    <a:gd name="connsiteY1" fmla="*/ -1 h 195557"/>
                    <a:gd name="connsiteX2" fmla="*/ 728283 w 728283"/>
                    <a:gd name="connsiteY2" fmla="*/ 195557 h 195557"/>
                    <a:gd name="connsiteX3" fmla="*/ -1 w 728283"/>
                    <a:gd name="connsiteY3" fmla="*/ 195557 h 195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8283" h="195557">
                      <a:moveTo>
                        <a:pt x="-1" y="-1"/>
                      </a:moveTo>
                      <a:lnTo>
                        <a:pt x="728283" y="-1"/>
                      </a:lnTo>
                      <a:lnTo>
                        <a:pt x="728283" y="195557"/>
                      </a:lnTo>
                      <a:lnTo>
                        <a:pt x="-1" y="19555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33" name="图形 2">
                <a:extLst>
                  <a:ext uri="{FF2B5EF4-FFF2-40B4-BE49-F238E27FC236}">
                    <a16:creationId xmlns:a16="http://schemas.microsoft.com/office/drawing/2014/main" id="{443EC8C9-B8A7-C9AF-D549-AB99B45072EE}"/>
                  </a:ext>
                </a:extLst>
              </p:cNvPr>
              <p:cNvGrpSpPr/>
              <p:nvPr/>
            </p:nvGrpSpPr>
            <p:grpSpPr>
              <a:xfrm>
                <a:off x="2556543" y="3091831"/>
                <a:ext cx="141610" cy="195557"/>
                <a:chOff x="2556543" y="3091831"/>
                <a:chExt cx="141610" cy="195557"/>
              </a:xfrm>
              <a:solidFill>
                <a:srgbClr val="FFFFFF"/>
              </a:solidFill>
            </p:grpSpPr>
            <p:sp>
              <p:nvSpPr>
                <p:cNvPr id="34" name="任意多边形: 形状 33">
                  <a:extLst>
                    <a:ext uri="{FF2B5EF4-FFF2-40B4-BE49-F238E27FC236}">
                      <a16:creationId xmlns:a16="http://schemas.microsoft.com/office/drawing/2014/main" id="{0BEA92D8-61F7-6AFF-4A70-EFE544249A37}"/>
                    </a:ext>
                  </a:extLst>
                </p:cNvPr>
                <p:cNvSpPr/>
                <p:nvPr/>
              </p:nvSpPr>
              <p:spPr>
                <a:xfrm>
                  <a:off x="2556543" y="3098574"/>
                  <a:ext cx="141610" cy="141610"/>
                </a:xfrm>
                <a:custGeom>
                  <a:avLst/>
                  <a:gdLst>
                    <a:gd name="connsiteX0" fmla="*/ 141611 w 141610"/>
                    <a:gd name="connsiteY0" fmla="*/ 70805 h 141610"/>
                    <a:gd name="connsiteX1" fmla="*/ 70805 w 141610"/>
                    <a:gd name="connsiteY1" fmla="*/ 141611 h 141610"/>
                    <a:gd name="connsiteX2" fmla="*/ 0 w 141610"/>
                    <a:gd name="connsiteY2" fmla="*/ 70805 h 141610"/>
                    <a:gd name="connsiteX3" fmla="*/ 70805 w 141610"/>
                    <a:gd name="connsiteY3" fmla="*/ 0 h 141610"/>
                    <a:gd name="connsiteX4" fmla="*/ 141611 w 141610"/>
                    <a:gd name="connsiteY4" fmla="*/ 70805 h 141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1610" h="141610">
                      <a:moveTo>
                        <a:pt x="141611" y="70805"/>
                      </a:moveTo>
                      <a:cubicBezTo>
                        <a:pt x="141611" y="109910"/>
                        <a:pt x="109910" y="141611"/>
                        <a:pt x="70805" y="141611"/>
                      </a:cubicBezTo>
                      <a:cubicBezTo>
                        <a:pt x="31701" y="141611"/>
                        <a:pt x="0" y="109910"/>
                        <a:pt x="0" y="70805"/>
                      </a:cubicBezTo>
                      <a:cubicBezTo>
                        <a:pt x="0" y="31701"/>
                        <a:pt x="31701" y="0"/>
                        <a:pt x="70805" y="0"/>
                      </a:cubicBezTo>
                      <a:cubicBezTo>
                        <a:pt x="109910" y="0"/>
                        <a:pt x="141611" y="31701"/>
                        <a:pt x="141611" y="7080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674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35" name="图片 34">
                  <a:extLst>
                    <a:ext uri="{FF2B5EF4-FFF2-40B4-BE49-F238E27FC236}">
                      <a16:creationId xmlns:a16="http://schemas.microsoft.com/office/drawing/2014/main" id="{A8882FD1-5BAF-92D3-0C9A-08D38628EA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59106" y="3091831"/>
                  <a:ext cx="128123" cy="195557"/>
                </a:xfrm>
                <a:custGeom>
                  <a:avLst/>
                  <a:gdLst>
                    <a:gd name="connsiteX0" fmla="*/ -1 w 128123"/>
                    <a:gd name="connsiteY0" fmla="*/ -1 h 195557"/>
                    <a:gd name="connsiteX1" fmla="*/ 128123 w 128123"/>
                    <a:gd name="connsiteY1" fmla="*/ -1 h 195557"/>
                    <a:gd name="connsiteX2" fmla="*/ 128123 w 128123"/>
                    <a:gd name="connsiteY2" fmla="*/ 195557 h 195557"/>
                    <a:gd name="connsiteX3" fmla="*/ -1 w 128123"/>
                    <a:gd name="connsiteY3" fmla="*/ 195557 h 195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123" h="195557">
                      <a:moveTo>
                        <a:pt x="-1" y="-1"/>
                      </a:moveTo>
                      <a:lnTo>
                        <a:pt x="128123" y="-1"/>
                      </a:lnTo>
                      <a:lnTo>
                        <a:pt x="128123" y="195557"/>
                      </a:lnTo>
                      <a:lnTo>
                        <a:pt x="-1" y="195557"/>
                      </a:lnTo>
                      <a:close/>
                    </a:path>
                  </a:pathLst>
                </a:custGeom>
              </p:spPr>
            </p:pic>
          </p:grpSp>
        </p:grp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17E53CBE-EFF9-C5B0-A5D7-5A3E503CD121}"/>
                </a:ext>
              </a:extLst>
            </p:cNvPr>
            <p:cNvSpPr/>
            <p:nvPr/>
          </p:nvSpPr>
          <p:spPr>
            <a:xfrm>
              <a:off x="3093517" y="4224716"/>
              <a:ext cx="4459048" cy="2090442"/>
            </a:xfrm>
            <a:custGeom>
              <a:avLst/>
              <a:gdLst>
                <a:gd name="connsiteX0" fmla="*/ 4354527 w 4459048"/>
                <a:gd name="connsiteY0" fmla="*/ 0 h 2090442"/>
                <a:gd name="connsiteX1" fmla="*/ 4459049 w 4459048"/>
                <a:gd name="connsiteY1" fmla="*/ 104522 h 2090442"/>
                <a:gd name="connsiteX2" fmla="*/ 4459049 w 4459048"/>
                <a:gd name="connsiteY2" fmla="*/ 1985920 h 2090442"/>
                <a:gd name="connsiteX3" fmla="*/ 4354527 w 4459048"/>
                <a:gd name="connsiteY3" fmla="*/ 2090442 h 2090442"/>
                <a:gd name="connsiteX4" fmla="*/ 104522 w 4459048"/>
                <a:gd name="connsiteY4" fmla="*/ 2090442 h 2090442"/>
                <a:gd name="connsiteX5" fmla="*/ 0 w 4459048"/>
                <a:gd name="connsiteY5" fmla="*/ 1985920 h 2090442"/>
                <a:gd name="connsiteX6" fmla="*/ 0 w 4459048"/>
                <a:gd name="connsiteY6" fmla="*/ 104522 h 2090442"/>
                <a:gd name="connsiteX7" fmla="*/ 104522 w 4459048"/>
                <a:gd name="connsiteY7" fmla="*/ 0 h 2090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59048" h="2090442">
                  <a:moveTo>
                    <a:pt x="4354527" y="0"/>
                  </a:moveTo>
                  <a:cubicBezTo>
                    <a:pt x="4412253" y="0"/>
                    <a:pt x="4459049" y="46796"/>
                    <a:pt x="4459049" y="104522"/>
                  </a:cubicBezTo>
                  <a:lnTo>
                    <a:pt x="4459049" y="1985920"/>
                  </a:lnTo>
                  <a:cubicBezTo>
                    <a:pt x="4459049" y="2043646"/>
                    <a:pt x="4412253" y="2090442"/>
                    <a:pt x="4354527" y="2090442"/>
                  </a:cubicBezTo>
                  <a:lnTo>
                    <a:pt x="104522" y="2090442"/>
                  </a:lnTo>
                  <a:cubicBezTo>
                    <a:pt x="46796" y="2090442"/>
                    <a:pt x="0" y="2043646"/>
                    <a:pt x="0" y="1985920"/>
                  </a:cubicBezTo>
                  <a:lnTo>
                    <a:pt x="0" y="104522"/>
                  </a:lnTo>
                  <a:cubicBezTo>
                    <a:pt x="0" y="46796"/>
                    <a:pt x="46796" y="0"/>
                    <a:pt x="104522" y="0"/>
                  </a:cubicBezTo>
                  <a:close/>
                </a:path>
              </a:pathLst>
            </a:custGeom>
            <a:solidFill>
              <a:srgbClr val="FFF2CC"/>
            </a:solidFill>
            <a:ln w="6743" cap="flat">
              <a:solidFill>
                <a:srgbClr val="DBC06E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B2BEEE95-DC6A-F5A6-0724-A78E08106D94}"/>
                </a:ext>
              </a:extLst>
            </p:cNvPr>
            <p:cNvSpPr/>
            <p:nvPr/>
          </p:nvSpPr>
          <p:spPr>
            <a:xfrm>
              <a:off x="3236814" y="5371087"/>
              <a:ext cx="3169380" cy="876637"/>
            </a:xfrm>
            <a:custGeom>
              <a:avLst/>
              <a:gdLst>
                <a:gd name="connsiteX0" fmla="*/ 3125549 w 3169380"/>
                <a:gd name="connsiteY0" fmla="*/ 0 h 876637"/>
                <a:gd name="connsiteX1" fmla="*/ 3169381 w 3169380"/>
                <a:gd name="connsiteY1" fmla="*/ 43832 h 876637"/>
                <a:gd name="connsiteX2" fmla="*/ 3169381 w 3169380"/>
                <a:gd name="connsiteY2" fmla="*/ 832805 h 876637"/>
                <a:gd name="connsiteX3" fmla="*/ 3125549 w 3169380"/>
                <a:gd name="connsiteY3" fmla="*/ 876637 h 876637"/>
                <a:gd name="connsiteX4" fmla="*/ 43832 w 3169380"/>
                <a:gd name="connsiteY4" fmla="*/ 876637 h 876637"/>
                <a:gd name="connsiteX5" fmla="*/ 0 w 3169380"/>
                <a:gd name="connsiteY5" fmla="*/ 832805 h 876637"/>
                <a:gd name="connsiteX6" fmla="*/ 0 w 3169380"/>
                <a:gd name="connsiteY6" fmla="*/ 43832 h 876637"/>
                <a:gd name="connsiteX7" fmla="*/ 43832 w 3169380"/>
                <a:gd name="connsiteY7" fmla="*/ 0 h 87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69380" h="876637">
                  <a:moveTo>
                    <a:pt x="3125549" y="0"/>
                  </a:moveTo>
                  <a:cubicBezTo>
                    <a:pt x="3149756" y="0"/>
                    <a:pt x="3169381" y="19624"/>
                    <a:pt x="3169381" y="43832"/>
                  </a:cubicBezTo>
                  <a:lnTo>
                    <a:pt x="3169381" y="832805"/>
                  </a:lnTo>
                  <a:cubicBezTo>
                    <a:pt x="3169381" y="857013"/>
                    <a:pt x="3149756" y="876637"/>
                    <a:pt x="3125549" y="876637"/>
                  </a:cubicBezTo>
                  <a:lnTo>
                    <a:pt x="43832" y="876637"/>
                  </a:lnTo>
                  <a:cubicBezTo>
                    <a:pt x="19624" y="876637"/>
                    <a:pt x="0" y="857013"/>
                    <a:pt x="0" y="832805"/>
                  </a:cubicBezTo>
                  <a:lnTo>
                    <a:pt x="0" y="43832"/>
                  </a:lnTo>
                  <a:cubicBezTo>
                    <a:pt x="0" y="19624"/>
                    <a:pt x="19624" y="0"/>
                    <a:pt x="43832" y="0"/>
                  </a:cubicBezTo>
                  <a:close/>
                </a:path>
              </a:pathLst>
            </a:custGeom>
            <a:solidFill>
              <a:srgbClr val="FFFFDE"/>
            </a:solidFill>
            <a:ln w="6743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0E3CE6C9-026C-C32D-F5A2-9B3AEE6CB722}"/>
                </a:ext>
              </a:extLst>
            </p:cNvPr>
            <p:cNvSpPr/>
            <p:nvPr/>
          </p:nvSpPr>
          <p:spPr>
            <a:xfrm>
              <a:off x="3236814" y="4359583"/>
              <a:ext cx="3169380" cy="876637"/>
            </a:xfrm>
            <a:custGeom>
              <a:avLst/>
              <a:gdLst>
                <a:gd name="connsiteX0" fmla="*/ 3125549 w 3169380"/>
                <a:gd name="connsiteY0" fmla="*/ 0 h 876637"/>
                <a:gd name="connsiteX1" fmla="*/ 3169381 w 3169380"/>
                <a:gd name="connsiteY1" fmla="*/ 43832 h 876637"/>
                <a:gd name="connsiteX2" fmla="*/ 3169381 w 3169380"/>
                <a:gd name="connsiteY2" fmla="*/ 832805 h 876637"/>
                <a:gd name="connsiteX3" fmla="*/ 3125549 w 3169380"/>
                <a:gd name="connsiteY3" fmla="*/ 876637 h 876637"/>
                <a:gd name="connsiteX4" fmla="*/ 43832 w 3169380"/>
                <a:gd name="connsiteY4" fmla="*/ 876637 h 876637"/>
                <a:gd name="connsiteX5" fmla="*/ 0 w 3169380"/>
                <a:gd name="connsiteY5" fmla="*/ 832805 h 876637"/>
                <a:gd name="connsiteX6" fmla="*/ 0 w 3169380"/>
                <a:gd name="connsiteY6" fmla="*/ 43832 h 876637"/>
                <a:gd name="connsiteX7" fmla="*/ 43832 w 3169380"/>
                <a:gd name="connsiteY7" fmla="*/ 0 h 87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69380" h="876637">
                  <a:moveTo>
                    <a:pt x="3125549" y="0"/>
                  </a:moveTo>
                  <a:cubicBezTo>
                    <a:pt x="3149756" y="0"/>
                    <a:pt x="3169381" y="19624"/>
                    <a:pt x="3169381" y="43832"/>
                  </a:cubicBezTo>
                  <a:lnTo>
                    <a:pt x="3169381" y="832805"/>
                  </a:lnTo>
                  <a:cubicBezTo>
                    <a:pt x="3169381" y="857013"/>
                    <a:pt x="3149756" y="876637"/>
                    <a:pt x="3125549" y="876637"/>
                  </a:cubicBezTo>
                  <a:lnTo>
                    <a:pt x="43832" y="876637"/>
                  </a:lnTo>
                  <a:cubicBezTo>
                    <a:pt x="19624" y="876637"/>
                    <a:pt x="0" y="857013"/>
                    <a:pt x="0" y="832805"/>
                  </a:cubicBezTo>
                  <a:lnTo>
                    <a:pt x="0" y="43832"/>
                  </a:lnTo>
                  <a:cubicBezTo>
                    <a:pt x="0" y="19624"/>
                    <a:pt x="19624" y="0"/>
                    <a:pt x="43832" y="0"/>
                  </a:cubicBezTo>
                  <a:close/>
                </a:path>
              </a:pathLst>
            </a:custGeom>
            <a:solidFill>
              <a:srgbClr val="FFFFDE"/>
            </a:solidFill>
            <a:ln w="6743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15080EB1-0514-2F79-8FAC-813059853C6F}"/>
                </a:ext>
              </a:extLst>
            </p:cNvPr>
            <p:cNvSpPr/>
            <p:nvPr/>
          </p:nvSpPr>
          <p:spPr>
            <a:xfrm>
              <a:off x="3048000" y="536097"/>
              <a:ext cx="4504566" cy="1625150"/>
            </a:xfrm>
            <a:custGeom>
              <a:avLst/>
              <a:gdLst>
                <a:gd name="connsiteX0" fmla="*/ 4423309 w 4504566"/>
                <a:gd name="connsiteY0" fmla="*/ 0 h 1625150"/>
                <a:gd name="connsiteX1" fmla="*/ 4504567 w 4504566"/>
                <a:gd name="connsiteY1" fmla="*/ 81258 h 1625150"/>
                <a:gd name="connsiteX2" fmla="*/ 4504567 w 4504566"/>
                <a:gd name="connsiteY2" fmla="*/ 1543893 h 1625150"/>
                <a:gd name="connsiteX3" fmla="*/ 4423309 w 4504566"/>
                <a:gd name="connsiteY3" fmla="*/ 1625150 h 1625150"/>
                <a:gd name="connsiteX4" fmla="*/ 81257 w 4504566"/>
                <a:gd name="connsiteY4" fmla="*/ 1625150 h 1625150"/>
                <a:gd name="connsiteX5" fmla="*/ 0 w 4504566"/>
                <a:gd name="connsiteY5" fmla="*/ 1543893 h 1625150"/>
                <a:gd name="connsiteX6" fmla="*/ 0 w 4504566"/>
                <a:gd name="connsiteY6" fmla="*/ 81258 h 1625150"/>
                <a:gd name="connsiteX7" fmla="*/ 81257 w 4504566"/>
                <a:gd name="connsiteY7" fmla="*/ 0 h 162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04566" h="1625150">
                  <a:moveTo>
                    <a:pt x="4423309" y="0"/>
                  </a:moveTo>
                  <a:cubicBezTo>
                    <a:pt x="4468186" y="0"/>
                    <a:pt x="4504567" y="36380"/>
                    <a:pt x="4504567" y="81258"/>
                  </a:cubicBezTo>
                  <a:lnTo>
                    <a:pt x="4504567" y="1543893"/>
                  </a:lnTo>
                  <a:cubicBezTo>
                    <a:pt x="4504567" y="1588770"/>
                    <a:pt x="4468186" y="1625150"/>
                    <a:pt x="4423309" y="1625150"/>
                  </a:cubicBezTo>
                  <a:lnTo>
                    <a:pt x="81257" y="1625150"/>
                  </a:lnTo>
                  <a:cubicBezTo>
                    <a:pt x="36380" y="1625150"/>
                    <a:pt x="0" y="1588770"/>
                    <a:pt x="0" y="1543893"/>
                  </a:cubicBezTo>
                  <a:lnTo>
                    <a:pt x="0" y="81258"/>
                  </a:lnTo>
                  <a:cubicBezTo>
                    <a:pt x="0" y="36380"/>
                    <a:pt x="36380" y="0"/>
                    <a:pt x="81257" y="0"/>
                  </a:cubicBezTo>
                  <a:close/>
                </a:path>
              </a:pathLst>
            </a:custGeom>
            <a:solidFill>
              <a:srgbClr val="FFF2CC"/>
            </a:solidFill>
            <a:ln w="6743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0" name="图形 2">
              <a:extLst>
                <a:ext uri="{FF2B5EF4-FFF2-40B4-BE49-F238E27FC236}">
                  <a16:creationId xmlns:a16="http://schemas.microsoft.com/office/drawing/2014/main" id="{46E9A9C3-D062-A89B-5F77-385D8A4EEB83}"/>
                </a:ext>
              </a:extLst>
            </p:cNvPr>
            <p:cNvGrpSpPr/>
            <p:nvPr/>
          </p:nvGrpSpPr>
          <p:grpSpPr>
            <a:xfrm>
              <a:off x="2899646" y="1490282"/>
              <a:ext cx="253752" cy="47203"/>
              <a:chOff x="2899646" y="1490282"/>
              <a:chExt cx="253752" cy="47203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03E2C4B3-3AFE-BCAD-80D2-129698806C2A}"/>
                  </a:ext>
                </a:extLst>
              </p:cNvPr>
              <p:cNvSpPr/>
              <p:nvPr/>
            </p:nvSpPr>
            <p:spPr>
              <a:xfrm>
                <a:off x="2899646" y="1513884"/>
                <a:ext cx="218350" cy="6743"/>
              </a:xfrm>
              <a:custGeom>
                <a:avLst/>
                <a:gdLst>
                  <a:gd name="connsiteX0" fmla="*/ 0 w 218350"/>
                  <a:gd name="connsiteY0" fmla="*/ 0 h 6743"/>
                  <a:gd name="connsiteX1" fmla="*/ 135474 w 218350"/>
                  <a:gd name="connsiteY1" fmla="*/ 0 h 6743"/>
                  <a:gd name="connsiteX2" fmla="*/ 218350 w 218350"/>
                  <a:gd name="connsiteY2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8350" h="6743">
                    <a:moveTo>
                      <a:pt x="0" y="0"/>
                    </a:moveTo>
                    <a:lnTo>
                      <a:pt x="135474" y="0"/>
                    </a:lnTo>
                    <a:lnTo>
                      <a:pt x="218350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79F88309-CDF0-0744-B0B0-361BF6945716}"/>
                  </a:ext>
                </a:extLst>
              </p:cNvPr>
              <p:cNvSpPr/>
              <p:nvPr/>
            </p:nvSpPr>
            <p:spPr>
              <a:xfrm>
                <a:off x="3106195" y="1490282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3" name="图形 2">
              <a:extLst>
                <a:ext uri="{FF2B5EF4-FFF2-40B4-BE49-F238E27FC236}">
                  <a16:creationId xmlns:a16="http://schemas.microsoft.com/office/drawing/2014/main" id="{8D1B61E3-87DB-4FFE-28B9-50F89EE7F7FD}"/>
                </a:ext>
              </a:extLst>
            </p:cNvPr>
            <p:cNvGrpSpPr/>
            <p:nvPr/>
          </p:nvGrpSpPr>
          <p:grpSpPr>
            <a:xfrm>
              <a:off x="1550973" y="1277866"/>
              <a:ext cx="1348672" cy="472035"/>
              <a:chOff x="1550973" y="1277866"/>
              <a:chExt cx="1348672" cy="472035"/>
            </a:xfrm>
            <a:solidFill>
              <a:srgbClr val="FFF2CC"/>
            </a:solidFill>
          </p:grpSpPr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F3CA2960-8E64-5C4F-8D5B-FDFFF4C06BDF}"/>
                  </a:ext>
                </a:extLst>
              </p:cNvPr>
              <p:cNvSpPr/>
              <p:nvPr/>
            </p:nvSpPr>
            <p:spPr>
              <a:xfrm>
                <a:off x="1550973" y="1277866"/>
                <a:ext cx="1348672" cy="472035"/>
              </a:xfrm>
              <a:custGeom>
                <a:avLst/>
                <a:gdLst>
                  <a:gd name="connsiteX0" fmla="*/ 1277867 w 1348672"/>
                  <a:gd name="connsiteY0" fmla="*/ 0 h 472035"/>
                  <a:gd name="connsiteX1" fmla="*/ 1348673 w 1348672"/>
                  <a:gd name="connsiteY1" fmla="*/ 70805 h 472035"/>
                  <a:gd name="connsiteX2" fmla="*/ 1348673 w 1348672"/>
                  <a:gd name="connsiteY2" fmla="*/ 401230 h 472035"/>
                  <a:gd name="connsiteX3" fmla="*/ 1277867 w 1348672"/>
                  <a:gd name="connsiteY3" fmla="*/ 472035 h 472035"/>
                  <a:gd name="connsiteX4" fmla="*/ 70805 w 1348672"/>
                  <a:gd name="connsiteY4" fmla="*/ 472035 h 472035"/>
                  <a:gd name="connsiteX5" fmla="*/ 0 w 1348672"/>
                  <a:gd name="connsiteY5" fmla="*/ 401230 h 472035"/>
                  <a:gd name="connsiteX6" fmla="*/ 0 w 1348672"/>
                  <a:gd name="connsiteY6" fmla="*/ 70805 h 472035"/>
                  <a:gd name="connsiteX7" fmla="*/ 70805 w 1348672"/>
                  <a:gd name="connsiteY7" fmla="*/ 0 h 472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48672" h="472035">
                    <a:moveTo>
                      <a:pt x="1277867" y="0"/>
                    </a:moveTo>
                    <a:cubicBezTo>
                      <a:pt x="1316972" y="0"/>
                      <a:pt x="1348673" y="31701"/>
                      <a:pt x="1348673" y="70805"/>
                    </a:cubicBezTo>
                    <a:lnTo>
                      <a:pt x="1348673" y="401230"/>
                    </a:lnTo>
                    <a:cubicBezTo>
                      <a:pt x="1348673" y="440335"/>
                      <a:pt x="1316972" y="472035"/>
                      <a:pt x="1277867" y="472035"/>
                    </a:cubicBezTo>
                    <a:lnTo>
                      <a:pt x="70805" y="472035"/>
                    </a:lnTo>
                    <a:cubicBezTo>
                      <a:pt x="31701" y="472035"/>
                      <a:pt x="0" y="440335"/>
                      <a:pt x="0" y="401230"/>
                    </a:cubicBezTo>
                    <a:lnTo>
                      <a:pt x="0" y="70805"/>
                    </a:lnTo>
                    <a:cubicBezTo>
                      <a:pt x="0" y="31701"/>
                      <a:pt x="31701" y="0"/>
                      <a:pt x="70805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6743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5" name="图片 44">
                <a:extLst>
                  <a:ext uri="{FF2B5EF4-FFF2-40B4-BE49-F238E27FC236}">
                    <a16:creationId xmlns:a16="http://schemas.microsoft.com/office/drawing/2014/main" id="{0A12C215-02F4-27DB-3955-A6C8625237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54345" y="1432964"/>
                <a:ext cx="1335185" cy="182070"/>
              </a:xfrm>
              <a:custGeom>
                <a:avLst/>
                <a:gdLst>
                  <a:gd name="connsiteX0" fmla="*/ -1 w 1335185"/>
                  <a:gd name="connsiteY0" fmla="*/ -1 h 182070"/>
                  <a:gd name="connsiteX1" fmla="*/ 1335185 w 1335185"/>
                  <a:gd name="connsiteY1" fmla="*/ -1 h 182070"/>
                  <a:gd name="connsiteX2" fmla="*/ 1335185 w 1335185"/>
                  <a:gd name="connsiteY2" fmla="*/ 182070 h 182070"/>
                  <a:gd name="connsiteX3" fmla="*/ -1 w 1335185"/>
                  <a:gd name="connsiteY3" fmla="*/ 182070 h 18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5185" h="182070">
                    <a:moveTo>
                      <a:pt x="-1" y="-1"/>
                    </a:moveTo>
                    <a:lnTo>
                      <a:pt x="1335185" y="-1"/>
                    </a:lnTo>
                    <a:lnTo>
                      <a:pt x="1335185" y="182070"/>
                    </a:lnTo>
                    <a:lnTo>
                      <a:pt x="-1" y="182070"/>
                    </a:lnTo>
                    <a:close/>
                  </a:path>
                </a:pathLst>
              </a:custGeom>
            </p:spPr>
          </p:pic>
        </p:grpSp>
        <p:grpSp>
          <p:nvGrpSpPr>
            <p:cNvPr id="46" name="图形 2">
              <a:extLst>
                <a:ext uri="{FF2B5EF4-FFF2-40B4-BE49-F238E27FC236}">
                  <a16:creationId xmlns:a16="http://schemas.microsoft.com/office/drawing/2014/main" id="{76D291DE-4B05-F019-7A51-84689FF7308D}"/>
                </a:ext>
              </a:extLst>
            </p:cNvPr>
            <p:cNvGrpSpPr/>
            <p:nvPr/>
          </p:nvGrpSpPr>
          <p:grpSpPr>
            <a:xfrm>
              <a:off x="1223920" y="1490282"/>
              <a:ext cx="319500" cy="47203"/>
              <a:chOff x="1223920" y="1490282"/>
              <a:chExt cx="319500" cy="47203"/>
            </a:xfrm>
          </p:grpSpPr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BEFEF5E1-2A61-2A97-80C0-BF330467B968}"/>
                  </a:ext>
                </a:extLst>
              </p:cNvPr>
              <p:cNvSpPr/>
              <p:nvPr/>
            </p:nvSpPr>
            <p:spPr>
              <a:xfrm>
                <a:off x="1223920" y="1513884"/>
                <a:ext cx="284097" cy="6743"/>
              </a:xfrm>
              <a:custGeom>
                <a:avLst/>
                <a:gdLst>
                  <a:gd name="connsiteX0" fmla="*/ 0 w 284097"/>
                  <a:gd name="connsiteY0" fmla="*/ 0 h 6743"/>
                  <a:gd name="connsiteX1" fmla="*/ 284098 w 284097"/>
                  <a:gd name="connsiteY1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4097" h="6743">
                    <a:moveTo>
                      <a:pt x="0" y="0"/>
                    </a:moveTo>
                    <a:lnTo>
                      <a:pt x="284098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30C1BDDF-DA12-02D9-72F2-C9E3D5439DB7}"/>
                  </a:ext>
                </a:extLst>
              </p:cNvPr>
              <p:cNvSpPr/>
              <p:nvPr/>
            </p:nvSpPr>
            <p:spPr>
              <a:xfrm>
                <a:off x="1496217" y="1490282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9" name="图形 2">
              <a:extLst>
                <a:ext uri="{FF2B5EF4-FFF2-40B4-BE49-F238E27FC236}">
                  <a16:creationId xmlns:a16="http://schemas.microsoft.com/office/drawing/2014/main" id="{3D094184-F108-06D6-8B56-383C71C53478}"/>
                </a:ext>
              </a:extLst>
            </p:cNvPr>
            <p:cNvGrpSpPr/>
            <p:nvPr/>
          </p:nvGrpSpPr>
          <p:grpSpPr>
            <a:xfrm>
              <a:off x="41698" y="2960057"/>
              <a:ext cx="530074" cy="421950"/>
              <a:chOff x="41698" y="2960057"/>
              <a:chExt cx="530074" cy="421950"/>
            </a:xfrm>
          </p:grpSpPr>
          <p:grpSp>
            <p:nvGrpSpPr>
              <p:cNvPr id="50" name="图形 2">
                <a:extLst>
                  <a:ext uri="{FF2B5EF4-FFF2-40B4-BE49-F238E27FC236}">
                    <a16:creationId xmlns:a16="http://schemas.microsoft.com/office/drawing/2014/main" id="{2BC0AC71-BB2C-5969-5C43-322EDF953F6D}"/>
                  </a:ext>
                </a:extLst>
              </p:cNvPr>
              <p:cNvGrpSpPr/>
              <p:nvPr/>
            </p:nvGrpSpPr>
            <p:grpSpPr>
              <a:xfrm>
                <a:off x="41698" y="2960057"/>
                <a:ext cx="530074" cy="421950"/>
                <a:chOff x="41698" y="2960057"/>
                <a:chExt cx="530074" cy="421950"/>
              </a:xfrm>
              <a:solidFill>
                <a:srgbClr val="2C2C2C"/>
              </a:solidFill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3E8B4786-EC54-E598-E5D9-F090D0F04D93}"/>
                    </a:ext>
                  </a:extLst>
                </p:cNvPr>
                <p:cNvSpPr/>
                <p:nvPr/>
              </p:nvSpPr>
              <p:spPr>
                <a:xfrm>
                  <a:off x="41698" y="2960057"/>
                  <a:ext cx="530074" cy="421950"/>
                </a:xfrm>
                <a:custGeom>
                  <a:avLst/>
                  <a:gdLst>
                    <a:gd name="connsiteX0" fmla="*/ 495217 w 530074"/>
                    <a:gd name="connsiteY0" fmla="*/ 316341 h 421950"/>
                    <a:gd name="connsiteX1" fmla="*/ 495217 w 530074"/>
                    <a:gd name="connsiteY1" fmla="*/ 52623 h 421950"/>
                    <a:gd name="connsiteX2" fmla="*/ 447747 w 530074"/>
                    <a:gd name="connsiteY2" fmla="*/ -121 h 421950"/>
                    <a:gd name="connsiteX3" fmla="*/ 75904 w 530074"/>
                    <a:gd name="connsiteY3" fmla="*/ -121 h 421950"/>
                    <a:gd name="connsiteX4" fmla="*/ 31072 w 530074"/>
                    <a:gd name="connsiteY4" fmla="*/ 52623 h 421950"/>
                    <a:gd name="connsiteX5" fmla="*/ 31072 w 530074"/>
                    <a:gd name="connsiteY5" fmla="*/ 316341 h 421950"/>
                    <a:gd name="connsiteX6" fmla="*/ -575 w 530074"/>
                    <a:gd name="connsiteY6" fmla="*/ 316341 h 421950"/>
                    <a:gd name="connsiteX7" fmla="*/ -575 w 530074"/>
                    <a:gd name="connsiteY7" fmla="*/ 369085 h 421950"/>
                    <a:gd name="connsiteX8" fmla="*/ 46895 w 530074"/>
                    <a:gd name="connsiteY8" fmla="*/ 421829 h 421950"/>
                    <a:gd name="connsiteX9" fmla="*/ 482031 w 530074"/>
                    <a:gd name="connsiteY9" fmla="*/ 421829 h 421950"/>
                    <a:gd name="connsiteX10" fmla="*/ 529500 w 530074"/>
                    <a:gd name="connsiteY10" fmla="*/ 369085 h 421950"/>
                    <a:gd name="connsiteX11" fmla="*/ 529500 w 530074"/>
                    <a:gd name="connsiteY11" fmla="*/ 316341 h 421950"/>
                    <a:gd name="connsiteX12" fmla="*/ 495217 w 530074"/>
                    <a:gd name="connsiteY12" fmla="*/ 316341 h 421950"/>
                    <a:gd name="connsiteX13" fmla="*/ 62718 w 530074"/>
                    <a:gd name="connsiteY13" fmla="*/ 52623 h 421950"/>
                    <a:gd name="connsiteX14" fmla="*/ 78541 w 530074"/>
                    <a:gd name="connsiteY14" fmla="*/ 34162 h 421950"/>
                    <a:gd name="connsiteX15" fmla="*/ 450385 w 530074"/>
                    <a:gd name="connsiteY15" fmla="*/ 34162 h 421950"/>
                    <a:gd name="connsiteX16" fmla="*/ 466208 w 530074"/>
                    <a:gd name="connsiteY16" fmla="*/ 52623 h 421950"/>
                    <a:gd name="connsiteX17" fmla="*/ 466208 w 530074"/>
                    <a:gd name="connsiteY17" fmla="*/ 316341 h 421950"/>
                    <a:gd name="connsiteX18" fmla="*/ 62718 w 530074"/>
                    <a:gd name="connsiteY18" fmla="*/ 316341 h 421950"/>
                    <a:gd name="connsiteX19" fmla="*/ 62718 w 530074"/>
                    <a:gd name="connsiteY19" fmla="*/ 52623 h 421950"/>
                    <a:gd name="connsiteX20" fmla="*/ 495217 w 530074"/>
                    <a:gd name="connsiteY20" fmla="*/ 369085 h 421950"/>
                    <a:gd name="connsiteX21" fmla="*/ 479394 w 530074"/>
                    <a:gd name="connsiteY21" fmla="*/ 387545 h 421950"/>
                    <a:gd name="connsiteX22" fmla="*/ 46895 w 530074"/>
                    <a:gd name="connsiteY22" fmla="*/ 387545 h 421950"/>
                    <a:gd name="connsiteX23" fmla="*/ 31072 w 530074"/>
                    <a:gd name="connsiteY23" fmla="*/ 369085 h 421950"/>
                    <a:gd name="connsiteX24" fmla="*/ 31072 w 530074"/>
                    <a:gd name="connsiteY24" fmla="*/ 350625 h 421950"/>
                    <a:gd name="connsiteX25" fmla="*/ 495217 w 530074"/>
                    <a:gd name="connsiteY25" fmla="*/ 350625 h 421950"/>
                    <a:gd name="connsiteX26" fmla="*/ 495217 w 530074"/>
                    <a:gd name="connsiteY26" fmla="*/ 369085 h 421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30074" h="421950">
                      <a:moveTo>
                        <a:pt x="495217" y="316341"/>
                      </a:moveTo>
                      <a:lnTo>
                        <a:pt x="495217" y="52623"/>
                      </a:lnTo>
                      <a:cubicBezTo>
                        <a:pt x="495217" y="23613"/>
                        <a:pt x="474119" y="-121"/>
                        <a:pt x="447747" y="-121"/>
                      </a:cubicBezTo>
                      <a:lnTo>
                        <a:pt x="75904" y="-121"/>
                      </a:lnTo>
                      <a:cubicBezTo>
                        <a:pt x="52169" y="-121"/>
                        <a:pt x="31072" y="23613"/>
                        <a:pt x="31072" y="52623"/>
                      </a:cubicBezTo>
                      <a:lnTo>
                        <a:pt x="31072" y="316341"/>
                      </a:lnTo>
                      <a:lnTo>
                        <a:pt x="-575" y="316341"/>
                      </a:lnTo>
                      <a:lnTo>
                        <a:pt x="-575" y="369085"/>
                      </a:lnTo>
                      <a:cubicBezTo>
                        <a:pt x="-575" y="398094"/>
                        <a:pt x="20523" y="421829"/>
                        <a:pt x="46895" y="421829"/>
                      </a:cubicBezTo>
                      <a:lnTo>
                        <a:pt x="482031" y="421829"/>
                      </a:lnTo>
                      <a:cubicBezTo>
                        <a:pt x="508403" y="421829"/>
                        <a:pt x="529500" y="398094"/>
                        <a:pt x="529500" y="369085"/>
                      </a:cubicBezTo>
                      <a:lnTo>
                        <a:pt x="529500" y="316341"/>
                      </a:lnTo>
                      <a:lnTo>
                        <a:pt x="495217" y="316341"/>
                      </a:lnTo>
                      <a:close/>
                      <a:moveTo>
                        <a:pt x="62718" y="52623"/>
                      </a:moveTo>
                      <a:cubicBezTo>
                        <a:pt x="62718" y="42074"/>
                        <a:pt x="70629" y="34162"/>
                        <a:pt x="78541" y="34162"/>
                      </a:cubicBezTo>
                      <a:lnTo>
                        <a:pt x="450385" y="34162"/>
                      </a:lnTo>
                      <a:cubicBezTo>
                        <a:pt x="458296" y="34162"/>
                        <a:pt x="466208" y="42074"/>
                        <a:pt x="466208" y="52623"/>
                      </a:cubicBezTo>
                      <a:lnTo>
                        <a:pt x="466208" y="316341"/>
                      </a:lnTo>
                      <a:lnTo>
                        <a:pt x="62718" y="316341"/>
                      </a:lnTo>
                      <a:lnTo>
                        <a:pt x="62718" y="52623"/>
                      </a:lnTo>
                      <a:close/>
                      <a:moveTo>
                        <a:pt x="495217" y="369085"/>
                      </a:moveTo>
                      <a:cubicBezTo>
                        <a:pt x="495217" y="379634"/>
                        <a:pt x="487305" y="387545"/>
                        <a:pt x="479394" y="387545"/>
                      </a:cubicBezTo>
                      <a:lnTo>
                        <a:pt x="46895" y="387545"/>
                      </a:lnTo>
                      <a:cubicBezTo>
                        <a:pt x="38983" y="387545"/>
                        <a:pt x="31072" y="379634"/>
                        <a:pt x="31072" y="369085"/>
                      </a:cubicBezTo>
                      <a:lnTo>
                        <a:pt x="31072" y="350625"/>
                      </a:lnTo>
                      <a:lnTo>
                        <a:pt x="495217" y="350625"/>
                      </a:lnTo>
                      <a:lnTo>
                        <a:pt x="495217" y="369085"/>
                      </a:lnTo>
                      <a:close/>
                    </a:path>
                  </a:pathLst>
                </a:custGeom>
                <a:solidFill>
                  <a:srgbClr val="2C2C2C"/>
                </a:solidFill>
                <a:ln w="5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F3015141-FAAF-B289-1E0E-BA6C1C4CD26B}"/>
                    </a:ext>
                  </a:extLst>
                </p:cNvPr>
                <p:cNvSpPr/>
                <p:nvPr/>
              </p:nvSpPr>
              <p:spPr>
                <a:xfrm>
                  <a:off x="134000" y="3031261"/>
                  <a:ext cx="31646" cy="210975"/>
                </a:xfrm>
                <a:custGeom>
                  <a:avLst/>
                  <a:gdLst>
                    <a:gd name="connsiteX0" fmla="*/ -284 w 31646"/>
                    <a:gd name="connsiteY0" fmla="*/ -58 h 210975"/>
                    <a:gd name="connsiteX1" fmla="*/ 31362 w 31646"/>
                    <a:gd name="connsiteY1" fmla="*/ -58 h 210975"/>
                    <a:gd name="connsiteX2" fmla="*/ 31362 w 31646"/>
                    <a:gd name="connsiteY2" fmla="*/ 210917 h 210975"/>
                    <a:gd name="connsiteX3" fmla="*/ -284 w 31646"/>
                    <a:gd name="connsiteY3" fmla="*/ 210917 h 210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646" h="210975">
                      <a:moveTo>
                        <a:pt x="-284" y="-58"/>
                      </a:moveTo>
                      <a:lnTo>
                        <a:pt x="31362" y="-58"/>
                      </a:lnTo>
                      <a:lnTo>
                        <a:pt x="31362" y="210917"/>
                      </a:lnTo>
                      <a:lnTo>
                        <a:pt x="-284" y="210917"/>
                      </a:lnTo>
                      <a:close/>
                    </a:path>
                  </a:pathLst>
                </a:custGeom>
                <a:solidFill>
                  <a:srgbClr val="2C2C2C"/>
                </a:solidFill>
                <a:ln w="5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" name="图形 2">
                <a:extLst>
                  <a:ext uri="{FF2B5EF4-FFF2-40B4-BE49-F238E27FC236}">
                    <a16:creationId xmlns:a16="http://schemas.microsoft.com/office/drawing/2014/main" id="{13120BEC-13A6-39A1-F8E8-4322BF83E4A2}"/>
                  </a:ext>
                </a:extLst>
              </p:cNvPr>
              <p:cNvGrpSpPr/>
              <p:nvPr/>
            </p:nvGrpSpPr>
            <p:grpSpPr>
              <a:xfrm>
                <a:off x="231423" y="3023723"/>
                <a:ext cx="190584" cy="211004"/>
                <a:chOff x="231423" y="3023723"/>
                <a:chExt cx="190584" cy="211004"/>
              </a:xfrm>
              <a:solidFill>
                <a:srgbClr val="000000"/>
              </a:solidFill>
            </p:grpSpPr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D8D552AE-2634-7293-5417-976C6901F8CB}"/>
                    </a:ext>
                  </a:extLst>
                </p:cNvPr>
                <p:cNvSpPr/>
                <p:nvPr/>
              </p:nvSpPr>
              <p:spPr>
                <a:xfrm>
                  <a:off x="306296" y="3180274"/>
                  <a:ext cx="40839" cy="54452"/>
                </a:xfrm>
                <a:custGeom>
                  <a:avLst/>
                  <a:gdLst>
                    <a:gd name="connsiteX0" fmla="*/ 26763 w 40839"/>
                    <a:gd name="connsiteY0" fmla="*/ 14315 h 54452"/>
                    <a:gd name="connsiteX1" fmla="*/ 26763 w 40839"/>
                    <a:gd name="connsiteY1" fmla="*/ 6339 h 54452"/>
                    <a:gd name="connsiteX2" fmla="*/ 19956 w 40839"/>
                    <a:gd name="connsiteY2" fmla="*/ -468 h 54452"/>
                    <a:gd name="connsiteX3" fmla="*/ 13150 w 40839"/>
                    <a:gd name="connsiteY3" fmla="*/ 6339 h 54452"/>
                    <a:gd name="connsiteX4" fmla="*/ 13150 w 40839"/>
                    <a:gd name="connsiteY4" fmla="*/ 14315 h 54452"/>
                    <a:gd name="connsiteX5" fmla="*/ -464 w 40839"/>
                    <a:gd name="connsiteY5" fmla="*/ 33565 h 54452"/>
                    <a:gd name="connsiteX6" fmla="*/ 19956 w 40839"/>
                    <a:gd name="connsiteY6" fmla="*/ 53985 h 54452"/>
                    <a:gd name="connsiteX7" fmla="*/ 40376 w 40839"/>
                    <a:gd name="connsiteY7" fmla="*/ 33565 h 54452"/>
                    <a:gd name="connsiteX8" fmla="*/ 26763 w 40839"/>
                    <a:gd name="connsiteY8" fmla="*/ 14315 h 54452"/>
                    <a:gd name="connsiteX9" fmla="*/ 19956 w 40839"/>
                    <a:gd name="connsiteY9" fmla="*/ 40372 h 54452"/>
                    <a:gd name="connsiteX10" fmla="*/ 13150 w 40839"/>
                    <a:gd name="connsiteY10" fmla="*/ 33565 h 54452"/>
                    <a:gd name="connsiteX11" fmla="*/ 19956 w 40839"/>
                    <a:gd name="connsiteY11" fmla="*/ 26758 h 54452"/>
                    <a:gd name="connsiteX12" fmla="*/ 26763 w 40839"/>
                    <a:gd name="connsiteY12" fmla="*/ 33565 h 54452"/>
                    <a:gd name="connsiteX13" fmla="*/ 19956 w 40839"/>
                    <a:gd name="connsiteY13" fmla="*/ 40372 h 54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0839" h="54452">
                      <a:moveTo>
                        <a:pt x="26763" y="14315"/>
                      </a:moveTo>
                      <a:lnTo>
                        <a:pt x="26763" y="6339"/>
                      </a:lnTo>
                      <a:cubicBezTo>
                        <a:pt x="26763" y="2574"/>
                        <a:pt x="23721" y="-468"/>
                        <a:pt x="19956" y="-468"/>
                      </a:cubicBezTo>
                      <a:cubicBezTo>
                        <a:pt x="16191" y="-468"/>
                        <a:pt x="13150" y="2574"/>
                        <a:pt x="13150" y="6339"/>
                      </a:cubicBezTo>
                      <a:lnTo>
                        <a:pt x="13150" y="14315"/>
                      </a:lnTo>
                      <a:cubicBezTo>
                        <a:pt x="5237" y="17123"/>
                        <a:pt x="-464" y="24695"/>
                        <a:pt x="-464" y="33565"/>
                      </a:cubicBezTo>
                      <a:cubicBezTo>
                        <a:pt x="-464" y="44817"/>
                        <a:pt x="8704" y="53985"/>
                        <a:pt x="19956" y="53985"/>
                      </a:cubicBezTo>
                      <a:cubicBezTo>
                        <a:pt x="31208" y="53985"/>
                        <a:pt x="40376" y="44817"/>
                        <a:pt x="40376" y="33565"/>
                      </a:cubicBezTo>
                      <a:cubicBezTo>
                        <a:pt x="40376" y="24695"/>
                        <a:pt x="34675" y="17123"/>
                        <a:pt x="26763" y="14315"/>
                      </a:cubicBezTo>
                      <a:close/>
                      <a:moveTo>
                        <a:pt x="19956" y="40372"/>
                      </a:moveTo>
                      <a:cubicBezTo>
                        <a:pt x="16213" y="40372"/>
                        <a:pt x="13150" y="37309"/>
                        <a:pt x="13150" y="33565"/>
                      </a:cubicBezTo>
                      <a:cubicBezTo>
                        <a:pt x="13150" y="29821"/>
                        <a:pt x="16213" y="26758"/>
                        <a:pt x="19956" y="26758"/>
                      </a:cubicBezTo>
                      <a:cubicBezTo>
                        <a:pt x="23700" y="26758"/>
                        <a:pt x="26763" y="29821"/>
                        <a:pt x="26763" y="33565"/>
                      </a:cubicBezTo>
                      <a:cubicBezTo>
                        <a:pt x="26763" y="37309"/>
                        <a:pt x="23700" y="40372"/>
                        <a:pt x="19956" y="4037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640DCFC3-F533-CCAA-6057-5E137A0B3DFB}"/>
                    </a:ext>
                  </a:extLst>
                </p:cNvPr>
                <p:cNvSpPr/>
                <p:nvPr/>
              </p:nvSpPr>
              <p:spPr>
                <a:xfrm>
                  <a:off x="231423" y="3023723"/>
                  <a:ext cx="190584" cy="183798"/>
                </a:xfrm>
                <a:custGeom>
                  <a:avLst/>
                  <a:gdLst>
                    <a:gd name="connsiteX0" fmla="*/ 162894 w 190584"/>
                    <a:gd name="connsiteY0" fmla="*/ 129276 h 183798"/>
                    <a:gd name="connsiteX1" fmla="*/ 146154 w 190584"/>
                    <a:gd name="connsiteY1" fmla="*/ 135040 h 183798"/>
                    <a:gd name="connsiteX2" fmla="*/ 132520 w 190584"/>
                    <a:gd name="connsiteY2" fmla="*/ 124553 h 183798"/>
                    <a:gd name="connsiteX3" fmla="*/ 135668 w 190584"/>
                    <a:gd name="connsiteY3" fmla="*/ 108856 h 183798"/>
                    <a:gd name="connsiteX4" fmla="*/ 101635 w 190584"/>
                    <a:gd name="connsiteY4" fmla="*/ 68591 h 183798"/>
                    <a:gd name="connsiteX5" fmla="*/ 101635 w 190584"/>
                    <a:gd name="connsiteY5" fmla="*/ 53552 h 183798"/>
                    <a:gd name="connsiteX6" fmla="*/ 122055 w 190584"/>
                    <a:gd name="connsiteY6" fmla="*/ 27177 h 183798"/>
                    <a:gd name="connsiteX7" fmla="*/ 94829 w 190584"/>
                    <a:gd name="connsiteY7" fmla="*/ -50 h 183798"/>
                    <a:gd name="connsiteX8" fmla="*/ 67602 w 190584"/>
                    <a:gd name="connsiteY8" fmla="*/ 27177 h 183798"/>
                    <a:gd name="connsiteX9" fmla="*/ 88022 w 190584"/>
                    <a:gd name="connsiteY9" fmla="*/ 53552 h 183798"/>
                    <a:gd name="connsiteX10" fmla="*/ 88022 w 190584"/>
                    <a:gd name="connsiteY10" fmla="*/ 68591 h 183798"/>
                    <a:gd name="connsiteX11" fmla="*/ 53989 w 190584"/>
                    <a:gd name="connsiteY11" fmla="*/ 108856 h 183798"/>
                    <a:gd name="connsiteX12" fmla="*/ 57010 w 190584"/>
                    <a:gd name="connsiteY12" fmla="*/ 124256 h 183798"/>
                    <a:gd name="connsiteX13" fmla="*/ 43354 w 190584"/>
                    <a:gd name="connsiteY13" fmla="*/ 134934 h 183798"/>
                    <a:gd name="connsiteX14" fmla="*/ 26763 w 190584"/>
                    <a:gd name="connsiteY14" fmla="*/ 129276 h 183798"/>
                    <a:gd name="connsiteX15" fmla="*/ -464 w 190584"/>
                    <a:gd name="connsiteY15" fmla="*/ 156502 h 183798"/>
                    <a:gd name="connsiteX16" fmla="*/ 26763 w 190584"/>
                    <a:gd name="connsiteY16" fmla="*/ 183728 h 183798"/>
                    <a:gd name="connsiteX17" fmla="*/ 53989 w 190584"/>
                    <a:gd name="connsiteY17" fmla="*/ 156502 h 183798"/>
                    <a:gd name="connsiteX18" fmla="*/ 51734 w 190584"/>
                    <a:gd name="connsiteY18" fmla="*/ 145654 h 183798"/>
                    <a:gd name="connsiteX19" fmla="*/ 64242 w 190584"/>
                    <a:gd name="connsiteY19" fmla="*/ 135891 h 183798"/>
                    <a:gd name="connsiteX20" fmla="*/ 94829 w 190584"/>
                    <a:gd name="connsiteY20" fmla="*/ 149717 h 183798"/>
                    <a:gd name="connsiteX21" fmla="*/ 125224 w 190584"/>
                    <a:gd name="connsiteY21" fmla="*/ 136125 h 183798"/>
                    <a:gd name="connsiteX22" fmla="*/ 137859 w 190584"/>
                    <a:gd name="connsiteY22" fmla="*/ 145845 h 183798"/>
                    <a:gd name="connsiteX23" fmla="*/ 135668 w 190584"/>
                    <a:gd name="connsiteY23" fmla="*/ 156523 h 183798"/>
                    <a:gd name="connsiteX24" fmla="*/ 162894 w 190584"/>
                    <a:gd name="connsiteY24" fmla="*/ 183749 h 183798"/>
                    <a:gd name="connsiteX25" fmla="*/ 190121 w 190584"/>
                    <a:gd name="connsiteY25" fmla="*/ 156523 h 183798"/>
                    <a:gd name="connsiteX26" fmla="*/ 162894 w 190584"/>
                    <a:gd name="connsiteY26" fmla="*/ 129276 h 183798"/>
                    <a:gd name="connsiteX27" fmla="*/ 26763 w 190584"/>
                    <a:gd name="connsiteY27" fmla="*/ 170115 h 183798"/>
                    <a:gd name="connsiteX28" fmla="*/ 13150 w 190584"/>
                    <a:gd name="connsiteY28" fmla="*/ 156502 h 183798"/>
                    <a:gd name="connsiteX29" fmla="*/ 26763 w 190584"/>
                    <a:gd name="connsiteY29" fmla="*/ 142889 h 183798"/>
                    <a:gd name="connsiteX30" fmla="*/ 40376 w 190584"/>
                    <a:gd name="connsiteY30" fmla="*/ 156502 h 183798"/>
                    <a:gd name="connsiteX31" fmla="*/ 26763 w 190584"/>
                    <a:gd name="connsiteY31" fmla="*/ 170115 h 183798"/>
                    <a:gd name="connsiteX32" fmla="*/ 81215 w 190584"/>
                    <a:gd name="connsiteY32" fmla="*/ 27177 h 183798"/>
                    <a:gd name="connsiteX33" fmla="*/ 94829 w 190584"/>
                    <a:gd name="connsiteY33" fmla="*/ 13564 h 183798"/>
                    <a:gd name="connsiteX34" fmla="*/ 108442 w 190584"/>
                    <a:gd name="connsiteY34" fmla="*/ 27177 h 183798"/>
                    <a:gd name="connsiteX35" fmla="*/ 94829 w 190584"/>
                    <a:gd name="connsiteY35" fmla="*/ 40790 h 183798"/>
                    <a:gd name="connsiteX36" fmla="*/ 81215 w 190584"/>
                    <a:gd name="connsiteY36" fmla="*/ 27177 h 183798"/>
                    <a:gd name="connsiteX37" fmla="*/ 94829 w 190584"/>
                    <a:gd name="connsiteY37" fmla="*/ 136082 h 183798"/>
                    <a:gd name="connsiteX38" fmla="*/ 67602 w 190584"/>
                    <a:gd name="connsiteY38" fmla="*/ 108856 h 183798"/>
                    <a:gd name="connsiteX39" fmla="*/ 94829 w 190584"/>
                    <a:gd name="connsiteY39" fmla="*/ 81629 h 183798"/>
                    <a:gd name="connsiteX40" fmla="*/ 122055 w 190584"/>
                    <a:gd name="connsiteY40" fmla="*/ 108856 h 183798"/>
                    <a:gd name="connsiteX41" fmla="*/ 94829 w 190584"/>
                    <a:gd name="connsiteY41" fmla="*/ 136082 h 183798"/>
                    <a:gd name="connsiteX42" fmla="*/ 162894 w 190584"/>
                    <a:gd name="connsiteY42" fmla="*/ 170115 h 183798"/>
                    <a:gd name="connsiteX43" fmla="*/ 149281 w 190584"/>
                    <a:gd name="connsiteY43" fmla="*/ 156502 h 183798"/>
                    <a:gd name="connsiteX44" fmla="*/ 162894 w 190584"/>
                    <a:gd name="connsiteY44" fmla="*/ 142889 h 183798"/>
                    <a:gd name="connsiteX45" fmla="*/ 176508 w 190584"/>
                    <a:gd name="connsiteY45" fmla="*/ 156502 h 183798"/>
                    <a:gd name="connsiteX46" fmla="*/ 162894 w 190584"/>
                    <a:gd name="connsiteY46" fmla="*/ 170115 h 183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</a:cxnLst>
                  <a:rect l="l" t="t" r="r" b="b"/>
                  <a:pathLst>
                    <a:path w="190584" h="183798">
                      <a:moveTo>
                        <a:pt x="162894" y="129276"/>
                      </a:moveTo>
                      <a:cubicBezTo>
                        <a:pt x="156598" y="129276"/>
                        <a:pt x="150770" y="131424"/>
                        <a:pt x="146154" y="135040"/>
                      </a:cubicBezTo>
                      <a:lnTo>
                        <a:pt x="132520" y="124553"/>
                      </a:lnTo>
                      <a:cubicBezTo>
                        <a:pt x="134541" y="119725"/>
                        <a:pt x="135668" y="114407"/>
                        <a:pt x="135668" y="108856"/>
                      </a:cubicBezTo>
                      <a:cubicBezTo>
                        <a:pt x="135668" y="88649"/>
                        <a:pt x="120928" y="71845"/>
                        <a:pt x="101635" y="68591"/>
                      </a:cubicBezTo>
                      <a:lnTo>
                        <a:pt x="101635" y="53552"/>
                      </a:lnTo>
                      <a:cubicBezTo>
                        <a:pt x="113355" y="50532"/>
                        <a:pt x="122055" y="39854"/>
                        <a:pt x="122055" y="27177"/>
                      </a:cubicBezTo>
                      <a:cubicBezTo>
                        <a:pt x="122055" y="12160"/>
                        <a:pt x="109846" y="-50"/>
                        <a:pt x="94829" y="-50"/>
                      </a:cubicBezTo>
                      <a:cubicBezTo>
                        <a:pt x="79812" y="-50"/>
                        <a:pt x="67602" y="12160"/>
                        <a:pt x="67602" y="27177"/>
                      </a:cubicBezTo>
                      <a:cubicBezTo>
                        <a:pt x="67602" y="39833"/>
                        <a:pt x="76302" y="50511"/>
                        <a:pt x="88022" y="53552"/>
                      </a:cubicBezTo>
                      <a:lnTo>
                        <a:pt x="88022" y="68591"/>
                      </a:lnTo>
                      <a:cubicBezTo>
                        <a:pt x="68730" y="71845"/>
                        <a:pt x="53989" y="88649"/>
                        <a:pt x="53989" y="108856"/>
                      </a:cubicBezTo>
                      <a:cubicBezTo>
                        <a:pt x="53989" y="114301"/>
                        <a:pt x="55053" y="119491"/>
                        <a:pt x="57010" y="124256"/>
                      </a:cubicBezTo>
                      <a:lnTo>
                        <a:pt x="43354" y="134934"/>
                      </a:lnTo>
                      <a:cubicBezTo>
                        <a:pt x="38738" y="131381"/>
                        <a:pt x="32995" y="129276"/>
                        <a:pt x="26763" y="129276"/>
                      </a:cubicBezTo>
                      <a:cubicBezTo>
                        <a:pt x="11746" y="129276"/>
                        <a:pt x="-464" y="141485"/>
                        <a:pt x="-464" y="156502"/>
                      </a:cubicBezTo>
                      <a:cubicBezTo>
                        <a:pt x="-464" y="171519"/>
                        <a:pt x="11746" y="183728"/>
                        <a:pt x="26763" y="183728"/>
                      </a:cubicBezTo>
                      <a:cubicBezTo>
                        <a:pt x="41780" y="183728"/>
                        <a:pt x="53989" y="171519"/>
                        <a:pt x="53989" y="156502"/>
                      </a:cubicBezTo>
                      <a:cubicBezTo>
                        <a:pt x="53989" y="152652"/>
                        <a:pt x="53181" y="148972"/>
                        <a:pt x="51734" y="145654"/>
                      </a:cubicBezTo>
                      <a:lnTo>
                        <a:pt x="64242" y="135891"/>
                      </a:lnTo>
                      <a:cubicBezTo>
                        <a:pt x="71729" y="144356"/>
                        <a:pt x="82662" y="149717"/>
                        <a:pt x="94829" y="149717"/>
                      </a:cubicBezTo>
                      <a:cubicBezTo>
                        <a:pt x="106889" y="149717"/>
                        <a:pt x="117737" y="144463"/>
                        <a:pt x="125224" y="136125"/>
                      </a:cubicBezTo>
                      <a:lnTo>
                        <a:pt x="137859" y="145845"/>
                      </a:lnTo>
                      <a:cubicBezTo>
                        <a:pt x="136455" y="149121"/>
                        <a:pt x="135668" y="152737"/>
                        <a:pt x="135668" y="156523"/>
                      </a:cubicBezTo>
                      <a:cubicBezTo>
                        <a:pt x="135668" y="171540"/>
                        <a:pt x="147877" y="183749"/>
                        <a:pt x="162894" y="183749"/>
                      </a:cubicBezTo>
                      <a:cubicBezTo>
                        <a:pt x="177911" y="183749"/>
                        <a:pt x="190121" y="171540"/>
                        <a:pt x="190121" y="156523"/>
                      </a:cubicBezTo>
                      <a:cubicBezTo>
                        <a:pt x="190121" y="141506"/>
                        <a:pt x="177911" y="129276"/>
                        <a:pt x="162894" y="129276"/>
                      </a:cubicBezTo>
                      <a:close/>
                      <a:moveTo>
                        <a:pt x="26763" y="170115"/>
                      </a:moveTo>
                      <a:cubicBezTo>
                        <a:pt x="19254" y="170115"/>
                        <a:pt x="13150" y="164010"/>
                        <a:pt x="13150" y="156502"/>
                      </a:cubicBezTo>
                      <a:cubicBezTo>
                        <a:pt x="13150" y="148993"/>
                        <a:pt x="19254" y="142889"/>
                        <a:pt x="26763" y="142889"/>
                      </a:cubicBezTo>
                      <a:cubicBezTo>
                        <a:pt x="34271" y="142889"/>
                        <a:pt x="40376" y="148993"/>
                        <a:pt x="40376" y="156502"/>
                      </a:cubicBezTo>
                      <a:cubicBezTo>
                        <a:pt x="40376" y="164010"/>
                        <a:pt x="34271" y="170115"/>
                        <a:pt x="26763" y="170115"/>
                      </a:cubicBezTo>
                      <a:close/>
                      <a:moveTo>
                        <a:pt x="81215" y="27177"/>
                      </a:moveTo>
                      <a:cubicBezTo>
                        <a:pt x="81215" y="19668"/>
                        <a:pt x="87320" y="13564"/>
                        <a:pt x="94829" y="13564"/>
                      </a:cubicBezTo>
                      <a:cubicBezTo>
                        <a:pt x="102337" y="13564"/>
                        <a:pt x="108442" y="19668"/>
                        <a:pt x="108442" y="27177"/>
                      </a:cubicBezTo>
                      <a:cubicBezTo>
                        <a:pt x="108442" y="34685"/>
                        <a:pt x="102337" y="40790"/>
                        <a:pt x="94829" y="40790"/>
                      </a:cubicBezTo>
                      <a:cubicBezTo>
                        <a:pt x="87320" y="40790"/>
                        <a:pt x="81215" y="34685"/>
                        <a:pt x="81215" y="27177"/>
                      </a:cubicBezTo>
                      <a:close/>
                      <a:moveTo>
                        <a:pt x="94829" y="136082"/>
                      </a:moveTo>
                      <a:cubicBezTo>
                        <a:pt x="79812" y="136082"/>
                        <a:pt x="67602" y="123873"/>
                        <a:pt x="67602" y="108856"/>
                      </a:cubicBezTo>
                      <a:cubicBezTo>
                        <a:pt x="67602" y="93839"/>
                        <a:pt x="79812" y="81629"/>
                        <a:pt x="94829" y="81629"/>
                      </a:cubicBezTo>
                      <a:cubicBezTo>
                        <a:pt x="109846" y="81629"/>
                        <a:pt x="122055" y="93839"/>
                        <a:pt x="122055" y="108856"/>
                      </a:cubicBezTo>
                      <a:cubicBezTo>
                        <a:pt x="122055" y="123873"/>
                        <a:pt x="109846" y="136082"/>
                        <a:pt x="94829" y="136082"/>
                      </a:cubicBezTo>
                      <a:close/>
                      <a:moveTo>
                        <a:pt x="162894" y="170115"/>
                      </a:moveTo>
                      <a:cubicBezTo>
                        <a:pt x="155386" y="170115"/>
                        <a:pt x="149281" y="164010"/>
                        <a:pt x="149281" y="156502"/>
                      </a:cubicBezTo>
                      <a:cubicBezTo>
                        <a:pt x="149281" y="148993"/>
                        <a:pt x="155386" y="142889"/>
                        <a:pt x="162894" y="142889"/>
                      </a:cubicBezTo>
                      <a:cubicBezTo>
                        <a:pt x="170403" y="142889"/>
                        <a:pt x="176508" y="148993"/>
                        <a:pt x="176508" y="156502"/>
                      </a:cubicBezTo>
                      <a:cubicBezTo>
                        <a:pt x="176508" y="164010"/>
                        <a:pt x="170403" y="170115"/>
                        <a:pt x="162894" y="17011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C1215815-207D-9E5F-D466-E0AF4064D391}"/>
                    </a:ext>
                  </a:extLst>
                </p:cNvPr>
                <p:cNvSpPr/>
                <p:nvPr/>
              </p:nvSpPr>
              <p:spPr>
                <a:xfrm>
                  <a:off x="231445" y="3078154"/>
                  <a:ext cx="190563" cy="40860"/>
                </a:xfrm>
                <a:custGeom>
                  <a:avLst/>
                  <a:gdLst>
                    <a:gd name="connsiteX0" fmla="*/ 19935 w 190563"/>
                    <a:gd name="connsiteY0" fmla="*/ 40889 h 40860"/>
                    <a:gd name="connsiteX1" fmla="*/ 34633 w 190563"/>
                    <a:gd name="connsiteY1" fmla="*/ 34635 h 40860"/>
                    <a:gd name="connsiteX2" fmla="*/ 40610 w 190563"/>
                    <a:gd name="connsiteY2" fmla="*/ 37358 h 40860"/>
                    <a:gd name="connsiteX3" fmla="*/ 43418 w 190563"/>
                    <a:gd name="connsiteY3" fmla="*/ 37975 h 40860"/>
                    <a:gd name="connsiteX4" fmla="*/ 49629 w 190563"/>
                    <a:gd name="connsiteY4" fmla="*/ 33976 h 40860"/>
                    <a:gd name="connsiteX5" fmla="*/ 46247 w 190563"/>
                    <a:gd name="connsiteY5" fmla="*/ 24957 h 40860"/>
                    <a:gd name="connsiteX6" fmla="*/ 40291 w 190563"/>
                    <a:gd name="connsiteY6" fmla="*/ 22256 h 40860"/>
                    <a:gd name="connsiteX7" fmla="*/ 40376 w 190563"/>
                    <a:gd name="connsiteY7" fmla="*/ 20490 h 40860"/>
                    <a:gd name="connsiteX8" fmla="*/ 19956 w 190563"/>
                    <a:gd name="connsiteY8" fmla="*/ 71 h 40860"/>
                    <a:gd name="connsiteX9" fmla="*/ -464 w 190563"/>
                    <a:gd name="connsiteY9" fmla="*/ 20490 h 40860"/>
                    <a:gd name="connsiteX10" fmla="*/ 19935 w 190563"/>
                    <a:gd name="connsiteY10" fmla="*/ 40889 h 40860"/>
                    <a:gd name="connsiteX11" fmla="*/ 19935 w 190563"/>
                    <a:gd name="connsiteY11" fmla="*/ 13662 h 40860"/>
                    <a:gd name="connsiteX12" fmla="*/ 26741 w 190563"/>
                    <a:gd name="connsiteY12" fmla="*/ 20469 h 40860"/>
                    <a:gd name="connsiteX13" fmla="*/ 19935 w 190563"/>
                    <a:gd name="connsiteY13" fmla="*/ 27276 h 40860"/>
                    <a:gd name="connsiteX14" fmla="*/ 13128 w 190563"/>
                    <a:gd name="connsiteY14" fmla="*/ 20469 h 40860"/>
                    <a:gd name="connsiteX15" fmla="*/ 19935 w 190563"/>
                    <a:gd name="connsiteY15" fmla="*/ 13662 h 40860"/>
                    <a:gd name="connsiteX16" fmla="*/ 146197 w 190563"/>
                    <a:gd name="connsiteY16" fmla="*/ 37953 h 40860"/>
                    <a:gd name="connsiteX17" fmla="*/ 149005 w 190563"/>
                    <a:gd name="connsiteY17" fmla="*/ 37337 h 40860"/>
                    <a:gd name="connsiteX18" fmla="*/ 154982 w 190563"/>
                    <a:gd name="connsiteY18" fmla="*/ 34614 h 40860"/>
                    <a:gd name="connsiteX19" fmla="*/ 169680 w 190563"/>
                    <a:gd name="connsiteY19" fmla="*/ 40868 h 40860"/>
                    <a:gd name="connsiteX20" fmla="*/ 190099 w 190563"/>
                    <a:gd name="connsiteY20" fmla="*/ 20448 h 40860"/>
                    <a:gd name="connsiteX21" fmla="*/ 169680 w 190563"/>
                    <a:gd name="connsiteY21" fmla="*/ 28 h 40860"/>
                    <a:gd name="connsiteX22" fmla="*/ 149260 w 190563"/>
                    <a:gd name="connsiteY22" fmla="*/ 20448 h 40860"/>
                    <a:gd name="connsiteX23" fmla="*/ 149345 w 190563"/>
                    <a:gd name="connsiteY23" fmla="*/ 22213 h 40860"/>
                    <a:gd name="connsiteX24" fmla="*/ 143389 w 190563"/>
                    <a:gd name="connsiteY24" fmla="*/ 24915 h 40860"/>
                    <a:gd name="connsiteX25" fmla="*/ 140007 w 190563"/>
                    <a:gd name="connsiteY25" fmla="*/ 33933 h 40860"/>
                    <a:gd name="connsiteX26" fmla="*/ 146197 w 190563"/>
                    <a:gd name="connsiteY26" fmla="*/ 37953 h 40860"/>
                    <a:gd name="connsiteX27" fmla="*/ 169680 w 190563"/>
                    <a:gd name="connsiteY27" fmla="*/ 13662 h 40860"/>
                    <a:gd name="connsiteX28" fmla="*/ 176486 w 190563"/>
                    <a:gd name="connsiteY28" fmla="*/ 20469 h 40860"/>
                    <a:gd name="connsiteX29" fmla="*/ 169680 w 190563"/>
                    <a:gd name="connsiteY29" fmla="*/ 27276 h 40860"/>
                    <a:gd name="connsiteX30" fmla="*/ 162873 w 190563"/>
                    <a:gd name="connsiteY30" fmla="*/ 20469 h 40860"/>
                    <a:gd name="connsiteX31" fmla="*/ 169680 w 190563"/>
                    <a:gd name="connsiteY31" fmla="*/ 13662 h 40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190563" h="40860">
                      <a:moveTo>
                        <a:pt x="19935" y="40889"/>
                      </a:moveTo>
                      <a:cubicBezTo>
                        <a:pt x="25699" y="40889"/>
                        <a:pt x="30910" y="38485"/>
                        <a:pt x="34633" y="34635"/>
                      </a:cubicBezTo>
                      <a:lnTo>
                        <a:pt x="40610" y="37358"/>
                      </a:lnTo>
                      <a:cubicBezTo>
                        <a:pt x="41525" y="37783"/>
                        <a:pt x="42482" y="37975"/>
                        <a:pt x="43418" y="37975"/>
                      </a:cubicBezTo>
                      <a:cubicBezTo>
                        <a:pt x="46013" y="37975"/>
                        <a:pt x="48480" y="36486"/>
                        <a:pt x="49629" y="33976"/>
                      </a:cubicBezTo>
                      <a:cubicBezTo>
                        <a:pt x="51181" y="30551"/>
                        <a:pt x="49671" y="26510"/>
                        <a:pt x="46247" y="24957"/>
                      </a:cubicBezTo>
                      <a:lnTo>
                        <a:pt x="40291" y="22256"/>
                      </a:lnTo>
                      <a:cubicBezTo>
                        <a:pt x="40333" y="21681"/>
                        <a:pt x="40376" y="21086"/>
                        <a:pt x="40376" y="20490"/>
                      </a:cubicBezTo>
                      <a:cubicBezTo>
                        <a:pt x="40376" y="9238"/>
                        <a:pt x="31208" y="71"/>
                        <a:pt x="19956" y="71"/>
                      </a:cubicBezTo>
                      <a:cubicBezTo>
                        <a:pt x="8704" y="71"/>
                        <a:pt x="-464" y="9238"/>
                        <a:pt x="-464" y="20490"/>
                      </a:cubicBezTo>
                      <a:cubicBezTo>
                        <a:pt x="-464" y="31742"/>
                        <a:pt x="8683" y="40889"/>
                        <a:pt x="19935" y="40889"/>
                      </a:cubicBezTo>
                      <a:close/>
                      <a:moveTo>
                        <a:pt x="19935" y="13662"/>
                      </a:moveTo>
                      <a:cubicBezTo>
                        <a:pt x="23678" y="13662"/>
                        <a:pt x="26741" y="16725"/>
                        <a:pt x="26741" y="20469"/>
                      </a:cubicBezTo>
                      <a:cubicBezTo>
                        <a:pt x="26741" y="24213"/>
                        <a:pt x="23678" y="27276"/>
                        <a:pt x="19935" y="27276"/>
                      </a:cubicBezTo>
                      <a:cubicBezTo>
                        <a:pt x="16191" y="27276"/>
                        <a:pt x="13128" y="24213"/>
                        <a:pt x="13128" y="20469"/>
                      </a:cubicBezTo>
                      <a:cubicBezTo>
                        <a:pt x="13128" y="16725"/>
                        <a:pt x="16191" y="13662"/>
                        <a:pt x="19935" y="13662"/>
                      </a:cubicBezTo>
                      <a:close/>
                      <a:moveTo>
                        <a:pt x="146197" y="37953"/>
                      </a:moveTo>
                      <a:cubicBezTo>
                        <a:pt x="147133" y="37953"/>
                        <a:pt x="148090" y="37762"/>
                        <a:pt x="149005" y="37337"/>
                      </a:cubicBezTo>
                      <a:lnTo>
                        <a:pt x="154982" y="34614"/>
                      </a:lnTo>
                      <a:cubicBezTo>
                        <a:pt x="158704" y="38464"/>
                        <a:pt x="163915" y="40868"/>
                        <a:pt x="169680" y="40868"/>
                      </a:cubicBezTo>
                      <a:cubicBezTo>
                        <a:pt x="180932" y="40868"/>
                        <a:pt x="190099" y="31700"/>
                        <a:pt x="190099" y="20448"/>
                      </a:cubicBezTo>
                      <a:cubicBezTo>
                        <a:pt x="190099" y="9196"/>
                        <a:pt x="180932" y="28"/>
                        <a:pt x="169680" y="28"/>
                      </a:cubicBezTo>
                      <a:cubicBezTo>
                        <a:pt x="158428" y="28"/>
                        <a:pt x="149260" y="9196"/>
                        <a:pt x="149260" y="20448"/>
                      </a:cubicBezTo>
                      <a:cubicBezTo>
                        <a:pt x="149260" y="21043"/>
                        <a:pt x="149281" y="21639"/>
                        <a:pt x="149345" y="22213"/>
                      </a:cubicBezTo>
                      <a:lnTo>
                        <a:pt x="143389" y="24915"/>
                      </a:lnTo>
                      <a:cubicBezTo>
                        <a:pt x="139965" y="26467"/>
                        <a:pt x="138454" y="30509"/>
                        <a:pt x="140007" y="33933"/>
                      </a:cubicBezTo>
                      <a:cubicBezTo>
                        <a:pt x="141135" y="36465"/>
                        <a:pt x="143623" y="37953"/>
                        <a:pt x="146197" y="37953"/>
                      </a:cubicBezTo>
                      <a:close/>
                      <a:moveTo>
                        <a:pt x="169680" y="13662"/>
                      </a:moveTo>
                      <a:cubicBezTo>
                        <a:pt x="173423" y="13662"/>
                        <a:pt x="176486" y="16725"/>
                        <a:pt x="176486" y="20469"/>
                      </a:cubicBezTo>
                      <a:cubicBezTo>
                        <a:pt x="176486" y="24213"/>
                        <a:pt x="173423" y="27276"/>
                        <a:pt x="169680" y="27276"/>
                      </a:cubicBezTo>
                      <a:cubicBezTo>
                        <a:pt x="165936" y="27276"/>
                        <a:pt x="162873" y="24213"/>
                        <a:pt x="162873" y="20469"/>
                      </a:cubicBezTo>
                      <a:cubicBezTo>
                        <a:pt x="162873" y="16725"/>
                        <a:pt x="165936" y="13662"/>
                        <a:pt x="169680" y="136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24CA6AE4-0651-6DD5-82D5-F60AB34A9FA6}"/>
                </a:ext>
              </a:extLst>
            </p:cNvPr>
            <p:cNvSpPr/>
            <p:nvPr/>
          </p:nvSpPr>
          <p:spPr>
            <a:xfrm>
              <a:off x="597911" y="1547601"/>
              <a:ext cx="123628" cy="3304247"/>
            </a:xfrm>
            <a:custGeom>
              <a:avLst/>
              <a:gdLst>
                <a:gd name="connsiteX0" fmla="*/ 123628 w 123628"/>
                <a:gd name="connsiteY0" fmla="*/ 0 h 3304247"/>
                <a:gd name="connsiteX1" fmla="*/ 89912 w 123628"/>
                <a:gd name="connsiteY1" fmla="*/ 0 h 3304247"/>
                <a:gd name="connsiteX2" fmla="*/ 56195 w 123628"/>
                <a:gd name="connsiteY2" fmla="*/ 67434 h 3304247"/>
                <a:gd name="connsiteX3" fmla="*/ 56195 w 123628"/>
                <a:gd name="connsiteY3" fmla="*/ 1584690 h 3304247"/>
                <a:gd name="connsiteX4" fmla="*/ 22478 w 123628"/>
                <a:gd name="connsiteY4" fmla="*/ 1652124 h 3304247"/>
                <a:gd name="connsiteX5" fmla="*/ 5619 w 123628"/>
                <a:gd name="connsiteY5" fmla="*/ 1652124 h 3304247"/>
                <a:gd name="connsiteX6" fmla="*/ 22478 w 123628"/>
                <a:gd name="connsiteY6" fmla="*/ 1652124 h 3304247"/>
                <a:gd name="connsiteX7" fmla="*/ 39336 w 123628"/>
                <a:gd name="connsiteY7" fmla="*/ 1652124 h 3304247"/>
                <a:gd name="connsiteX8" fmla="*/ 56195 w 123628"/>
                <a:gd name="connsiteY8" fmla="*/ 1719557 h 3304247"/>
                <a:gd name="connsiteX9" fmla="*/ 56195 w 123628"/>
                <a:gd name="connsiteY9" fmla="*/ 3236814 h 3304247"/>
                <a:gd name="connsiteX10" fmla="*/ 89912 w 123628"/>
                <a:gd name="connsiteY10" fmla="*/ 3304248 h 3304247"/>
                <a:gd name="connsiteX11" fmla="*/ 123628 w 123628"/>
                <a:gd name="connsiteY11" fmla="*/ 3304248 h 3304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628" h="3304247">
                  <a:moveTo>
                    <a:pt x="123628" y="0"/>
                  </a:moveTo>
                  <a:lnTo>
                    <a:pt x="89912" y="0"/>
                  </a:lnTo>
                  <a:cubicBezTo>
                    <a:pt x="67434" y="0"/>
                    <a:pt x="56195" y="22478"/>
                    <a:pt x="56195" y="67434"/>
                  </a:cubicBezTo>
                  <a:lnTo>
                    <a:pt x="56195" y="1584690"/>
                  </a:lnTo>
                  <a:cubicBezTo>
                    <a:pt x="56195" y="1629646"/>
                    <a:pt x="44956" y="1652124"/>
                    <a:pt x="22478" y="1652124"/>
                  </a:cubicBezTo>
                  <a:lnTo>
                    <a:pt x="5619" y="1652124"/>
                  </a:lnTo>
                  <a:cubicBezTo>
                    <a:pt x="-5619" y="1652124"/>
                    <a:pt x="0" y="1652124"/>
                    <a:pt x="22478" y="1652124"/>
                  </a:cubicBezTo>
                  <a:lnTo>
                    <a:pt x="39336" y="1652124"/>
                  </a:lnTo>
                  <a:cubicBezTo>
                    <a:pt x="50575" y="1652124"/>
                    <a:pt x="56195" y="1674602"/>
                    <a:pt x="56195" y="1719557"/>
                  </a:cubicBezTo>
                  <a:lnTo>
                    <a:pt x="56195" y="3236814"/>
                  </a:lnTo>
                  <a:cubicBezTo>
                    <a:pt x="56195" y="3281770"/>
                    <a:pt x="67434" y="3304248"/>
                    <a:pt x="89912" y="3304248"/>
                  </a:cubicBezTo>
                  <a:lnTo>
                    <a:pt x="123628" y="3304248"/>
                  </a:lnTo>
                </a:path>
              </a:pathLst>
            </a:custGeom>
            <a:noFill/>
            <a:ln w="674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58" name="图形 2">
              <a:extLst>
                <a:ext uri="{FF2B5EF4-FFF2-40B4-BE49-F238E27FC236}">
                  <a16:creationId xmlns:a16="http://schemas.microsoft.com/office/drawing/2014/main" id="{29B66ED3-1BDE-7478-7E2F-E6FC641FBF9D}"/>
                </a:ext>
              </a:extLst>
            </p:cNvPr>
            <p:cNvGrpSpPr/>
            <p:nvPr/>
          </p:nvGrpSpPr>
          <p:grpSpPr>
            <a:xfrm>
              <a:off x="1223920" y="3149959"/>
              <a:ext cx="465292" cy="47203"/>
              <a:chOff x="1223920" y="3149959"/>
              <a:chExt cx="465292" cy="47203"/>
            </a:xfrm>
          </p:grpSpPr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D3C59635-F295-30F2-94B9-8E5B598227E7}"/>
                  </a:ext>
                </a:extLst>
              </p:cNvPr>
              <p:cNvSpPr/>
              <p:nvPr/>
            </p:nvSpPr>
            <p:spPr>
              <a:xfrm>
                <a:off x="1223920" y="3173358"/>
                <a:ext cx="429889" cy="6136"/>
              </a:xfrm>
              <a:custGeom>
                <a:avLst/>
                <a:gdLst>
                  <a:gd name="connsiteX0" fmla="*/ 0 w 429889"/>
                  <a:gd name="connsiteY0" fmla="*/ 6136 h 6136"/>
                  <a:gd name="connsiteX1" fmla="*/ 429889 w 429889"/>
                  <a:gd name="connsiteY1" fmla="*/ 0 h 6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9889" h="6136">
                    <a:moveTo>
                      <a:pt x="0" y="6136"/>
                    </a:moveTo>
                    <a:lnTo>
                      <a:pt x="429889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ECD12B3A-4A97-9CE5-F602-EAC55D5C0AB8}"/>
                  </a:ext>
                </a:extLst>
              </p:cNvPr>
              <p:cNvSpPr/>
              <p:nvPr/>
            </p:nvSpPr>
            <p:spPr>
              <a:xfrm>
                <a:off x="1641671" y="3149959"/>
                <a:ext cx="47540" cy="47203"/>
              </a:xfrm>
              <a:custGeom>
                <a:avLst/>
                <a:gdLst>
                  <a:gd name="connsiteX0" fmla="*/ 47541 w 47540"/>
                  <a:gd name="connsiteY0" fmla="*/ 22927 h 47203"/>
                  <a:gd name="connsiteX1" fmla="*/ 674 w 47540"/>
                  <a:gd name="connsiteY1" fmla="*/ 47204 h 47203"/>
                  <a:gd name="connsiteX2" fmla="*/ 12138 w 47540"/>
                  <a:gd name="connsiteY2" fmla="*/ 23399 h 47203"/>
                  <a:gd name="connsiteX3" fmla="*/ 0 w 47540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540" h="47203">
                    <a:moveTo>
                      <a:pt x="47541" y="22927"/>
                    </a:moveTo>
                    <a:lnTo>
                      <a:pt x="674" y="47204"/>
                    </a:lnTo>
                    <a:lnTo>
                      <a:pt x="12138" y="233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1" name="图形 2">
              <a:extLst>
                <a:ext uri="{FF2B5EF4-FFF2-40B4-BE49-F238E27FC236}">
                  <a16:creationId xmlns:a16="http://schemas.microsoft.com/office/drawing/2014/main" id="{8278A158-DCF8-56E0-96EF-F3AAAC3654A4}"/>
                </a:ext>
              </a:extLst>
            </p:cNvPr>
            <p:cNvGrpSpPr/>
            <p:nvPr/>
          </p:nvGrpSpPr>
          <p:grpSpPr>
            <a:xfrm>
              <a:off x="1223920" y="2811981"/>
              <a:ext cx="465292" cy="367513"/>
              <a:chOff x="1223920" y="2811981"/>
              <a:chExt cx="465292" cy="367513"/>
            </a:xfrm>
          </p:grpSpPr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C68F36D3-CF52-0D88-FFB8-3497BD5C3832}"/>
                  </a:ext>
                </a:extLst>
              </p:cNvPr>
              <p:cNvSpPr/>
              <p:nvPr/>
            </p:nvSpPr>
            <p:spPr>
              <a:xfrm>
                <a:off x="1223920" y="2835583"/>
                <a:ext cx="429889" cy="343911"/>
              </a:xfrm>
              <a:custGeom>
                <a:avLst/>
                <a:gdLst>
                  <a:gd name="connsiteX0" fmla="*/ 0 w 429889"/>
                  <a:gd name="connsiteY0" fmla="*/ 343912 h 343911"/>
                  <a:gd name="connsiteX1" fmla="*/ 62376 w 429889"/>
                  <a:gd name="connsiteY1" fmla="*/ 333796 h 343911"/>
                  <a:gd name="connsiteX2" fmla="*/ 124752 w 429889"/>
                  <a:gd name="connsiteY2" fmla="*/ 256248 h 343911"/>
                  <a:gd name="connsiteX3" fmla="*/ 124752 w 429889"/>
                  <a:gd name="connsiteY3" fmla="*/ 67434 h 343911"/>
                  <a:gd name="connsiteX4" fmla="*/ 192186 w 429889"/>
                  <a:gd name="connsiteY4" fmla="*/ 0 h 343911"/>
                  <a:gd name="connsiteX5" fmla="*/ 429889 w 429889"/>
                  <a:gd name="connsiteY5" fmla="*/ 0 h 343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9889" h="343911">
                    <a:moveTo>
                      <a:pt x="0" y="343912"/>
                    </a:moveTo>
                    <a:lnTo>
                      <a:pt x="62376" y="333796"/>
                    </a:lnTo>
                    <a:cubicBezTo>
                      <a:pt x="103960" y="327053"/>
                      <a:pt x="124752" y="301203"/>
                      <a:pt x="124752" y="256248"/>
                    </a:cubicBezTo>
                    <a:lnTo>
                      <a:pt x="124752" y="67434"/>
                    </a:lnTo>
                    <a:cubicBezTo>
                      <a:pt x="124752" y="22478"/>
                      <a:pt x="147230" y="0"/>
                      <a:pt x="192186" y="0"/>
                    </a:cubicBezTo>
                    <a:lnTo>
                      <a:pt x="429889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8E9A8855-D22E-7947-B3F4-B8EC6AD74977}"/>
                  </a:ext>
                </a:extLst>
              </p:cNvPr>
              <p:cNvSpPr/>
              <p:nvPr/>
            </p:nvSpPr>
            <p:spPr>
              <a:xfrm>
                <a:off x="1642008" y="2811981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4" name="图形 2">
              <a:extLst>
                <a:ext uri="{FF2B5EF4-FFF2-40B4-BE49-F238E27FC236}">
                  <a16:creationId xmlns:a16="http://schemas.microsoft.com/office/drawing/2014/main" id="{18B7DA0A-11EC-2D00-A22A-8C5FB2DED713}"/>
                </a:ext>
              </a:extLst>
            </p:cNvPr>
            <p:cNvGrpSpPr/>
            <p:nvPr/>
          </p:nvGrpSpPr>
          <p:grpSpPr>
            <a:xfrm>
              <a:off x="1223920" y="3179495"/>
              <a:ext cx="465292" cy="354026"/>
              <a:chOff x="1223920" y="3179495"/>
              <a:chExt cx="465292" cy="354026"/>
            </a:xfrm>
          </p:grpSpPr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id="{F8D50618-CEDA-7137-67C3-6621587C0814}"/>
                  </a:ext>
                </a:extLst>
              </p:cNvPr>
              <p:cNvSpPr/>
              <p:nvPr/>
            </p:nvSpPr>
            <p:spPr>
              <a:xfrm>
                <a:off x="1223920" y="3179495"/>
                <a:ext cx="429889" cy="330424"/>
              </a:xfrm>
              <a:custGeom>
                <a:avLst/>
                <a:gdLst>
                  <a:gd name="connsiteX0" fmla="*/ 0 w 429889"/>
                  <a:gd name="connsiteY0" fmla="*/ 0 h 330424"/>
                  <a:gd name="connsiteX1" fmla="*/ 62376 w 429889"/>
                  <a:gd name="connsiteY1" fmla="*/ 23602 h 330424"/>
                  <a:gd name="connsiteX2" fmla="*/ 124752 w 429889"/>
                  <a:gd name="connsiteY2" fmla="*/ 114637 h 330424"/>
                  <a:gd name="connsiteX3" fmla="*/ 124752 w 429889"/>
                  <a:gd name="connsiteY3" fmla="*/ 262991 h 330424"/>
                  <a:gd name="connsiteX4" fmla="*/ 192186 w 429889"/>
                  <a:gd name="connsiteY4" fmla="*/ 330425 h 330424"/>
                  <a:gd name="connsiteX5" fmla="*/ 429889 w 429889"/>
                  <a:gd name="connsiteY5" fmla="*/ 330425 h 330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9889" h="330424">
                    <a:moveTo>
                      <a:pt x="0" y="0"/>
                    </a:moveTo>
                    <a:lnTo>
                      <a:pt x="62376" y="23602"/>
                    </a:lnTo>
                    <a:cubicBezTo>
                      <a:pt x="103960" y="39336"/>
                      <a:pt x="124752" y="69681"/>
                      <a:pt x="124752" y="114637"/>
                    </a:cubicBezTo>
                    <a:lnTo>
                      <a:pt x="124752" y="262991"/>
                    </a:lnTo>
                    <a:cubicBezTo>
                      <a:pt x="124752" y="307947"/>
                      <a:pt x="147230" y="330425"/>
                      <a:pt x="192186" y="330425"/>
                    </a:cubicBezTo>
                    <a:lnTo>
                      <a:pt x="429889" y="330425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: 形状 65">
                <a:extLst>
                  <a:ext uri="{FF2B5EF4-FFF2-40B4-BE49-F238E27FC236}">
                    <a16:creationId xmlns:a16="http://schemas.microsoft.com/office/drawing/2014/main" id="{4BAEDB0F-A661-A402-5ADF-9264745D606C}"/>
                  </a:ext>
                </a:extLst>
              </p:cNvPr>
              <p:cNvSpPr/>
              <p:nvPr/>
            </p:nvSpPr>
            <p:spPr>
              <a:xfrm>
                <a:off x="1642008" y="3486318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7" name="图形 2">
              <a:extLst>
                <a:ext uri="{FF2B5EF4-FFF2-40B4-BE49-F238E27FC236}">
                  <a16:creationId xmlns:a16="http://schemas.microsoft.com/office/drawing/2014/main" id="{FBD830B3-0E7C-E04F-B5AE-4EEB0A761CD8}"/>
                </a:ext>
              </a:extLst>
            </p:cNvPr>
            <p:cNvGrpSpPr/>
            <p:nvPr/>
          </p:nvGrpSpPr>
          <p:grpSpPr>
            <a:xfrm>
              <a:off x="1223920" y="4774300"/>
              <a:ext cx="319500" cy="47203"/>
              <a:chOff x="1223920" y="4774300"/>
              <a:chExt cx="319500" cy="47203"/>
            </a:xfrm>
          </p:grpSpPr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FDD8A351-C2FD-DD14-5E38-123959064C5E}"/>
                  </a:ext>
                </a:extLst>
              </p:cNvPr>
              <p:cNvSpPr/>
              <p:nvPr/>
            </p:nvSpPr>
            <p:spPr>
              <a:xfrm>
                <a:off x="1223920" y="4797902"/>
                <a:ext cx="284097" cy="6743"/>
              </a:xfrm>
              <a:custGeom>
                <a:avLst/>
                <a:gdLst>
                  <a:gd name="connsiteX0" fmla="*/ 0 w 284097"/>
                  <a:gd name="connsiteY0" fmla="*/ 0 h 6743"/>
                  <a:gd name="connsiteX1" fmla="*/ 284098 w 284097"/>
                  <a:gd name="connsiteY1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4097" h="6743">
                    <a:moveTo>
                      <a:pt x="0" y="0"/>
                    </a:moveTo>
                    <a:lnTo>
                      <a:pt x="284098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CEEE58C0-706E-9063-6120-7D27A6FEB230}"/>
                  </a:ext>
                </a:extLst>
              </p:cNvPr>
              <p:cNvSpPr/>
              <p:nvPr/>
            </p:nvSpPr>
            <p:spPr>
              <a:xfrm>
                <a:off x="1496217" y="4774300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1F6751F1-BD69-A0CF-F46D-590BD39F23F6}"/>
                </a:ext>
              </a:extLst>
            </p:cNvPr>
            <p:cNvSpPr/>
            <p:nvPr/>
          </p:nvSpPr>
          <p:spPr>
            <a:xfrm rot="16200000">
              <a:off x="807116" y="4565618"/>
              <a:ext cx="354211" cy="471446"/>
            </a:xfrm>
            <a:custGeom>
              <a:avLst/>
              <a:gdLst>
                <a:gd name="connsiteX0" fmla="*/ 353845 w 354211"/>
                <a:gd name="connsiteY0" fmla="*/ 59288 h 471446"/>
                <a:gd name="connsiteX1" fmla="*/ 294861 w 354211"/>
                <a:gd name="connsiteY1" fmla="*/ 305 h 471446"/>
                <a:gd name="connsiteX2" fmla="*/ 235878 w 354211"/>
                <a:gd name="connsiteY2" fmla="*/ 59288 h 471446"/>
                <a:gd name="connsiteX3" fmla="*/ 278346 w 354211"/>
                <a:gd name="connsiteY3" fmla="*/ 115912 h 471446"/>
                <a:gd name="connsiteX4" fmla="*/ 278346 w 354211"/>
                <a:gd name="connsiteY4" fmla="*/ 174895 h 471446"/>
                <a:gd name="connsiteX5" fmla="*/ 176895 w 354211"/>
                <a:gd name="connsiteY5" fmla="*/ 275560 h 471446"/>
                <a:gd name="connsiteX6" fmla="*/ 75246 w 354211"/>
                <a:gd name="connsiteY6" fmla="*/ 174698 h 471446"/>
                <a:gd name="connsiteX7" fmla="*/ 75246 w 354211"/>
                <a:gd name="connsiteY7" fmla="*/ 115715 h 471446"/>
                <a:gd name="connsiteX8" fmla="*/ 115228 w 354211"/>
                <a:gd name="connsiteY8" fmla="*/ 42506 h 471446"/>
                <a:gd name="connsiteX9" fmla="*/ 42019 w 354211"/>
                <a:gd name="connsiteY9" fmla="*/ 2525 h 471446"/>
                <a:gd name="connsiteX10" fmla="*/ 2038 w 354211"/>
                <a:gd name="connsiteY10" fmla="*/ 75733 h 471446"/>
                <a:gd name="connsiteX11" fmla="*/ 42019 w 354211"/>
                <a:gd name="connsiteY11" fmla="*/ 115715 h 471446"/>
                <a:gd name="connsiteX12" fmla="*/ 42019 w 354211"/>
                <a:gd name="connsiteY12" fmla="*/ 188068 h 471446"/>
                <a:gd name="connsiteX13" fmla="*/ 159985 w 354211"/>
                <a:gd name="connsiteY13" fmla="*/ 306035 h 471446"/>
                <a:gd name="connsiteX14" fmla="*/ 159985 w 354211"/>
                <a:gd name="connsiteY14" fmla="*/ 355974 h 471446"/>
                <a:gd name="connsiteX15" fmla="*/ 120004 w 354211"/>
                <a:gd name="connsiteY15" fmla="*/ 429183 h 471446"/>
                <a:gd name="connsiteX16" fmla="*/ 193213 w 354211"/>
                <a:gd name="connsiteY16" fmla="*/ 469164 h 471446"/>
                <a:gd name="connsiteX17" fmla="*/ 233194 w 354211"/>
                <a:gd name="connsiteY17" fmla="*/ 395956 h 471446"/>
                <a:gd name="connsiteX18" fmla="*/ 193213 w 354211"/>
                <a:gd name="connsiteY18" fmla="*/ 355974 h 471446"/>
                <a:gd name="connsiteX19" fmla="*/ 193213 w 354211"/>
                <a:gd name="connsiteY19" fmla="*/ 306428 h 471446"/>
                <a:gd name="connsiteX20" fmla="*/ 311181 w 354211"/>
                <a:gd name="connsiteY20" fmla="*/ 188461 h 471446"/>
                <a:gd name="connsiteX21" fmla="*/ 311181 w 354211"/>
                <a:gd name="connsiteY21" fmla="*/ 115912 h 471446"/>
                <a:gd name="connsiteX22" fmla="*/ 353845 w 354211"/>
                <a:gd name="connsiteY22" fmla="*/ 59288 h 47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4211" h="471446">
                  <a:moveTo>
                    <a:pt x="353845" y="59288"/>
                  </a:moveTo>
                  <a:cubicBezTo>
                    <a:pt x="353845" y="26712"/>
                    <a:pt x="327437" y="305"/>
                    <a:pt x="294861" y="305"/>
                  </a:cubicBezTo>
                  <a:cubicBezTo>
                    <a:pt x="262286" y="305"/>
                    <a:pt x="235878" y="26713"/>
                    <a:pt x="235878" y="59288"/>
                  </a:cubicBezTo>
                  <a:cubicBezTo>
                    <a:pt x="235879" y="85503"/>
                    <a:pt x="253180" y="108571"/>
                    <a:pt x="278346" y="115912"/>
                  </a:cubicBezTo>
                  <a:lnTo>
                    <a:pt x="278346" y="174895"/>
                  </a:lnTo>
                  <a:lnTo>
                    <a:pt x="176895" y="275560"/>
                  </a:lnTo>
                  <a:lnTo>
                    <a:pt x="75246" y="174698"/>
                  </a:lnTo>
                  <a:lnTo>
                    <a:pt x="75246" y="115715"/>
                  </a:lnTo>
                  <a:cubicBezTo>
                    <a:pt x="106503" y="106539"/>
                    <a:pt x="124403" y="73763"/>
                    <a:pt x="115228" y="42506"/>
                  </a:cubicBezTo>
                  <a:cubicBezTo>
                    <a:pt x="106052" y="11250"/>
                    <a:pt x="73276" y="-6651"/>
                    <a:pt x="42019" y="2525"/>
                  </a:cubicBezTo>
                  <a:cubicBezTo>
                    <a:pt x="10762" y="11700"/>
                    <a:pt x="-7138" y="44477"/>
                    <a:pt x="2038" y="75733"/>
                  </a:cubicBezTo>
                  <a:cubicBezTo>
                    <a:pt x="7692" y="94996"/>
                    <a:pt x="22756" y="110060"/>
                    <a:pt x="42019" y="115715"/>
                  </a:cubicBezTo>
                  <a:lnTo>
                    <a:pt x="42019" y="188068"/>
                  </a:lnTo>
                  <a:lnTo>
                    <a:pt x="159985" y="306035"/>
                  </a:lnTo>
                  <a:lnTo>
                    <a:pt x="159985" y="355974"/>
                  </a:lnTo>
                  <a:cubicBezTo>
                    <a:pt x="128729" y="365150"/>
                    <a:pt x="110829" y="397926"/>
                    <a:pt x="120004" y="429183"/>
                  </a:cubicBezTo>
                  <a:cubicBezTo>
                    <a:pt x="129179" y="460440"/>
                    <a:pt x="161956" y="478340"/>
                    <a:pt x="193213" y="469164"/>
                  </a:cubicBezTo>
                  <a:cubicBezTo>
                    <a:pt x="224469" y="459989"/>
                    <a:pt x="242370" y="427212"/>
                    <a:pt x="233194" y="395956"/>
                  </a:cubicBezTo>
                  <a:cubicBezTo>
                    <a:pt x="227540" y="376693"/>
                    <a:pt x="212475" y="361629"/>
                    <a:pt x="193213" y="355974"/>
                  </a:cubicBezTo>
                  <a:lnTo>
                    <a:pt x="193213" y="306428"/>
                  </a:lnTo>
                  <a:lnTo>
                    <a:pt x="311181" y="188461"/>
                  </a:lnTo>
                  <a:lnTo>
                    <a:pt x="311181" y="115912"/>
                  </a:lnTo>
                  <a:cubicBezTo>
                    <a:pt x="336425" y="108644"/>
                    <a:pt x="353820" y="85557"/>
                    <a:pt x="353845" y="59288"/>
                  </a:cubicBezTo>
                  <a:close/>
                </a:path>
              </a:pathLst>
            </a:custGeom>
            <a:solidFill>
              <a:srgbClr val="2C2C2C"/>
            </a:solidFill>
            <a:ln w="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71" name="图形 2">
              <a:extLst>
                <a:ext uri="{FF2B5EF4-FFF2-40B4-BE49-F238E27FC236}">
                  <a16:creationId xmlns:a16="http://schemas.microsoft.com/office/drawing/2014/main" id="{59B8F9E5-3C44-2D1A-7658-450FA119621F}"/>
                </a:ext>
              </a:extLst>
            </p:cNvPr>
            <p:cNvGrpSpPr/>
            <p:nvPr/>
          </p:nvGrpSpPr>
          <p:grpSpPr>
            <a:xfrm>
              <a:off x="2899646" y="4774300"/>
              <a:ext cx="444252" cy="47203"/>
              <a:chOff x="2899646" y="4774300"/>
              <a:chExt cx="444252" cy="47203"/>
            </a:xfrm>
          </p:grpSpPr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98693DD9-D155-CD05-857D-3C6CA514F409}"/>
                  </a:ext>
                </a:extLst>
              </p:cNvPr>
              <p:cNvSpPr/>
              <p:nvPr/>
            </p:nvSpPr>
            <p:spPr>
              <a:xfrm>
                <a:off x="2899646" y="4797902"/>
                <a:ext cx="408850" cy="6743"/>
              </a:xfrm>
              <a:custGeom>
                <a:avLst/>
                <a:gdLst>
                  <a:gd name="connsiteX0" fmla="*/ 0 w 408850"/>
                  <a:gd name="connsiteY0" fmla="*/ 0 h 6743"/>
                  <a:gd name="connsiteX1" fmla="*/ 408850 w 408850"/>
                  <a:gd name="connsiteY1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08850" h="6743">
                    <a:moveTo>
                      <a:pt x="0" y="0"/>
                    </a:moveTo>
                    <a:lnTo>
                      <a:pt x="408850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34C67B16-687A-37AA-AEC2-6E02FC89CA73}"/>
                  </a:ext>
                </a:extLst>
              </p:cNvPr>
              <p:cNvSpPr/>
              <p:nvPr/>
            </p:nvSpPr>
            <p:spPr>
              <a:xfrm>
                <a:off x="3296695" y="4774300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4" name="图形 2">
              <a:extLst>
                <a:ext uri="{FF2B5EF4-FFF2-40B4-BE49-F238E27FC236}">
                  <a16:creationId xmlns:a16="http://schemas.microsoft.com/office/drawing/2014/main" id="{5AA15330-FDBD-E8AD-2601-6288B6963809}"/>
                </a:ext>
              </a:extLst>
            </p:cNvPr>
            <p:cNvGrpSpPr/>
            <p:nvPr/>
          </p:nvGrpSpPr>
          <p:grpSpPr>
            <a:xfrm>
              <a:off x="2899646" y="4797902"/>
              <a:ext cx="444252" cy="1035241"/>
              <a:chOff x="2899646" y="4797902"/>
              <a:chExt cx="444252" cy="1035241"/>
            </a:xfrm>
          </p:grpSpPr>
          <p:sp>
            <p:nvSpPr>
              <p:cNvPr id="75" name="任意多边形: 形状 74">
                <a:extLst>
                  <a:ext uri="{FF2B5EF4-FFF2-40B4-BE49-F238E27FC236}">
                    <a16:creationId xmlns:a16="http://schemas.microsoft.com/office/drawing/2014/main" id="{726696E1-B9DB-4DA5-D0BB-C35886B3A185}"/>
                  </a:ext>
                </a:extLst>
              </p:cNvPr>
              <p:cNvSpPr/>
              <p:nvPr/>
            </p:nvSpPr>
            <p:spPr>
              <a:xfrm>
                <a:off x="2899646" y="4797902"/>
                <a:ext cx="408850" cy="1011909"/>
              </a:xfrm>
              <a:custGeom>
                <a:avLst/>
                <a:gdLst>
                  <a:gd name="connsiteX0" fmla="*/ 0 w 408850"/>
                  <a:gd name="connsiteY0" fmla="*/ 0 h 1011909"/>
                  <a:gd name="connsiteX1" fmla="*/ 158806 w 408850"/>
                  <a:gd name="connsiteY1" fmla="*/ 405 h 1011909"/>
                  <a:gd name="connsiteX2" fmla="*/ 226240 w 408850"/>
                  <a:gd name="connsiteY2" fmla="*/ 68041 h 1011909"/>
                  <a:gd name="connsiteX3" fmla="*/ 226240 w 408850"/>
                  <a:gd name="connsiteY3" fmla="*/ 944678 h 1011909"/>
                  <a:gd name="connsiteX4" fmla="*/ 293673 w 408850"/>
                  <a:gd name="connsiteY4" fmla="*/ 1011909 h 1011909"/>
                  <a:gd name="connsiteX5" fmla="*/ 408850 w 408850"/>
                  <a:gd name="connsiteY5" fmla="*/ 1011639 h 1011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8850" h="1011909">
                    <a:moveTo>
                      <a:pt x="0" y="0"/>
                    </a:moveTo>
                    <a:lnTo>
                      <a:pt x="158806" y="405"/>
                    </a:lnTo>
                    <a:cubicBezTo>
                      <a:pt x="203762" y="540"/>
                      <a:pt x="226240" y="23085"/>
                      <a:pt x="226240" y="68041"/>
                    </a:cubicBezTo>
                    <a:lnTo>
                      <a:pt x="226240" y="944678"/>
                    </a:lnTo>
                    <a:cubicBezTo>
                      <a:pt x="226240" y="989633"/>
                      <a:pt x="248718" y="1012044"/>
                      <a:pt x="293673" y="1011909"/>
                    </a:cubicBezTo>
                    <a:lnTo>
                      <a:pt x="408850" y="1011639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: 形状 75">
                <a:extLst>
                  <a:ext uri="{FF2B5EF4-FFF2-40B4-BE49-F238E27FC236}">
                    <a16:creationId xmlns:a16="http://schemas.microsoft.com/office/drawing/2014/main" id="{9CBAA986-64BE-74C9-2CC5-D4069619C2D2}"/>
                  </a:ext>
                </a:extLst>
              </p:cNvPr>
              <p:cNvSpPr/>
              <p:nvPr/>
            </p:nvSpPr>
            <p:spPr>
              <a:xfrm>
                <a:off x="3296627" y="5785939"/>
                <a:ext cx="47271" cy="47203"/>
              </a:xfrm>
              <a:custGeom>
                <a:avLst/>
                <a:gdLst>
                  <a:gd name="connsiteX0" fmla="*/ 47271 w 47271"/>
                  <a:gd name="connsiteY0" fmla="*/ 23467 h 47203"/>
                  <a:gd name="connsiteX1" fmla="*/ 135 w 47271"/>
                  <a:gd name="connsiteY1" fmla="*/ 47204 h 47203"/>
                  <a:gd name="connsiteX2" fmla="*/ 11868 w 47271"/>
                  <a:gd name="connsiteY2" fmla="*/ 23602 h 47203"/>
                  <a:gd name="connsiteX3" fmla="*/ 0 w 47271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71" h="47203">
                    <a:moveTo>
                      <a:pt x="47271" y="23467"/>
                    </a:moveTo>
                    <a:lnTo>
                      <a:pt x="135" y="47204"/>
                    </a:lnTo>
                    <a:lnTo>
                      <a:pt x="11868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7" name="图形 2">
              <a:extLst>
                <a:ext uri="{FF2B5EF4-FFF2-40B4-BE49-F238E27FC236}">
                  <a16:creationId xmlns:a16="http://schemas.microsoft.com/office/drawing/2014/main" id="{A0227BA5-1E17-5D52-8E6D-855389512A5C}"/>
                </a:ext>
              </a:extLst>
            </p:cNvPr>
            <p:cNvGrpSpPr/>
            <p:nvPr/>
          </p:nvGrpSpPr>
          <p:grpSpPr>
            <a:xfrm>
              <a:off x="1550973" y="4561884"/>
              <a:ext cx="1348672" cy="472035"/>
              <a:chOff x="1550973" y="4561884"/>
              <a:chExt cx="1348672" cy="472035"/>
            </a:xfrm>
            <a:solidFill>
              <a:srgbClr val="FFF2CC"/>
            </a:solidFill>
          </p:grpSpPr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8F5E9887-A7EC-CAE0-5DB8-5B0544D49CE0}"/>
                  </a:ext>
                </a:extLst>
              </p:cNvPr>
              <p:cNvSpPr/>
              <p:nvPr/>
            </p:nvSpPr>
            <p:spPr>
              <a:xfrm>
                <a:off x="1550973" y="4561884"/>
                <a:ext cx="1348672" cy="472035"/>
              </a:xfrm>
              <a:custGeom>
                <a:avLst/>
                <a:gdLst>
                  <a:gd name="connsiteX0" fmla="*/ 1277867 w 1348672"/>
                  <a:gd name="connsiteY0" fmla="*/ 0 h 472035"/>
                  <a:gd name="connsiteX1" fmla="*/ 1348673 w 1348672"/>
                  <a:gd name="connsiteY1" fmla="*/ 70805 h 472035"/>
                  <a:gd name="connsiteX2" fmla="*/ 1348673 w 1348672"/>
                  <a:gd name="connsiteY2" fmla="*/ 401230 h 472035"/>
                  <a:gd name="connsiteX3" fmla="*/ 1277867 w 1348672"/>
                  <a:gd name="connsiteY3" fmla="*/ 472035 h 472035"/>
                  <a:gd name="connsiteX4" fmla="*/ 70805 w 1348672"/>
                  <a:gd name="connsiteY4" fmla="*/ 472035 h 472035"/>
                  <a:gd name="connsiteX5" fmla="*/ 0 w 1348672"/>
                  <a:gd name="connsiteY5" fmla="*/ 401230 h 472035"/>
                  <a:gd name="connsiteX6" fmla="*/ 0 w 1348672"/>
                  <a:gd name="connsiteY6" fmla="*/ 70805 h 472035"/>
                  <a:gd name="connsiteX7" fmla="*/ 70805 w 1348672"/>
                  <a:gd name="connsiteY7" fmla="*/ 0 h 472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48672" h="472035">
                    <a:moveTo>
                      <a:pt x="1277867" y="0"/>
                    </a:moveTo>
                    <a:cubicBezTo>
                      <a:pt x="1316972" y="0"/>
                      <a:pt x="1348673" y="31700"/>
                      <a:pt x="1348673" y="70805"/>
                    </a:cubicBezTo>
                    <a:lnTo>
                      <a:pt x="1348673" y="401230"/>
                    </a:lnTo>
                    <a:cubicBezTo>
                      <a:pt x="1348673" y="440335"/>
                      <a:pt x="1316972" y="472035"/>
                      <a:pt x="1277867" y="472035"/>
                    </a:cubicBezTo>
                    <a:lnTo>
                      <a:pt x="70805" y="472035"/>
                    </a:lnTo>
                    <a:cubicBezTo>
                      <a:pt x="31701" y="472035"/>
                      <a:pt x="0" y="440335"/>
                      <a:pt x="0" y="401230"/>
                    </a:cubicBezTo>
                    <a:lnTo>
                      <a:pt x="0" y="70805"/>
                    </a:lnTo>
                    <a:cubicBezTo>
                      <a:pt x="0" y="31700"/>
                      <a:pt x="31701" y="0"/>
                      <a:pt x="70805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6743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79" name="图片 78">
                <a:extLst>
                  <a:ext uri="{FF2B5EF4-FFF2-40B4-BE49-F238E27FC236}">
                    <a16:creationId xmlns:a16="http://schemas.microsoft.com/office/drawing/2014/main" id="{198CEBAB-2496-5AAB-86A5-EE89E48E5F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54345" y="4716981"/>
                <a:ext cx="1335185" cy="182070"/>
              </a:xfrm>
              <a:custGeom>
                <a:avLst/>
                <a:gdLst>
                  <a:gd name="connsiteX0" fmla="*/ -1 w 1335185"/>
                  <a:gd name="connsiteY0" fmla="*/ -1 h 182070"/>
                  <a:gd name="connsiteX1" fmla="*/ 1335185 w 1335185"/>
                  <a:gd name="connsiteY1" fmla="*/ -1 h 182070"/>
                  <a:gd name="connsiteX2" fmla="*/ 1335185 w 1335185"/>
                  <a:gd name="connsiteY2" fmla="*/ 182070 h 182070"/>
                  <a:gd name="connsiteX3" fmla="*/ -1 w 1335185"/>
                  <a:gd name="connsiteY3" fmla="*/ 182070 h 18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5185" h="182070">
                    <a:moveTo>
                      <a:pt x="-1" y="-1"/>
                    </a:moveTo>
                    <a:lnTo>
                      <a:pt x="1335185" y="-1"/>
                    </a:lnTo>
                    <a:lnTo>
                      <a:pt x="1335185" y="182070"/>
                    </a:lnTo>
                    <a:lnTo>
                      <a:pt x="-1" y="182070"/>
                    </a:lnTo>
                    <a:close/>
                  </a:path>
                </a:pathLst>
              </a:custGeom>
            </p:spPr>
          </p:pic>
        </p:grp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76E4F1F5-974B-F72E-148A-98A050BBD434}"/>
                </a:ext>
              </a:extLst>
            </p:cNvPr>
            <p:cNvSpPr/>
            <p:nvPr/>
          </p:nvSpPr>
          <p:spPr>
            <a:xfrm>
              <a:off x="757953" y="1274495"/>
              <a:ext cx="457874" cy="472030"/>
            </a:xfrm>
            <a:custGeom>
              <a:avLst/>
              <a:gdLst>
                <a:gd name="connsiteX0" fmla="*/ 291611 w 457874"/>
                <a:gd name="connsiteY0" fmla="*/ -367 h 472030"/>
                <a:gd name="connsiteX1" fmla="*/ 321619 w 457874"/>
                <a:gd name="connsiteY1" fmla="*/ 12047 h 472030"/>
                <a:gd name="connsiteX2" fmla="*/ 408105 w 457874"/>
                <a:gd name="connsiteY2" fmla="*/ 98349 h 472030"/>
                <a:gd name="connsiteX3" fmla="*/ 420576 w 457874"/>
                <a:gd name="connsiteY3" fmla="*/ 128418 h 472030"/>
                <a:gd name="connsiteX4" fmla="*/ 420576 w 457874"/>
                <a:gd name="connsiteY4" fmla="*/ 184024 h 472030"/>
                <a:gd name="connsiteX5" fmla="*/ 457504 w 457874"/>
                <a:gd name="connsiteY5" fmla="*/ 220942 h 472030"/>
                <a:gd name="connsiteX6" fmla="*/ 457504 w 457874"/>
                <a:gd name="connsiteY6" fmla="*/ 368358 h 472030"/>
                <a:gd name="connsiteX7" fmla="*/ 421752 w 457874"/>
                <a:gd name="connsiteY7" fmla="*/ 405267 h 472030"/>
                <a:gd name="connsiteX8" fmla="*/ 420576 w 457874"/>
                <a:gd name="connsiteY8" fmla="*/ 405281 h 472030"/>
                <a:gd name="connsiteX9" fmla="*/ 420576 w 457874"/>
                <a:gd name="connsiteY9" fmla="*/ 427410 h 472030"/>
                <a:gd name="connsiteX10" fmla="*/ 376266 w 457874"/>
                <a:gd name="connsiteY10" fmla="*/ 471663 h 472030"/>
                <a:gd name="connsiteX11" fmla="*/ 80867 w 457874"/>
                <a:gd name="connsiteY11" fmla="*/ 471663 h 472030"/>
                <a:gd name="connsiteX12" fmla="*/ 36557 w 457874"/>
                <a:gd name="connsiteY12" fmla="*/ 427410 h 472030"/>
                <a:gd name="connsiteX13" fmla="*/ 36557 w 457874"/>
                <a:gd name="connsiteY13" fmla="*/ 405281 h 472030"/>
                <a:gd name="connsiteX14" fmla="*/ -371 w 457874"/>
                <a:gd name="connsiteY14" fmla="*/ 368363 h 472030"/>
                <a:gd name="connsiteX15" fmla="*/ -371 w 457874"/>
                <a:gd name="connsiteY15" fmla="*/ 220946 h 472030"/>
                <a:gd name="connsiteX16" fmla="*/ 35381 w 457874"/>
                <a:gd name="connsiteY16" fmla="*/ 184038 h 472030"/>
                <a:gd name="connsiteX17" fmla="*/ 36557 w 457874"/>
                <a:gd name="connsiteY17" fmla="*/ 184019 h 472030"/>
                <a:gd name="connsiteX18" fmla="*/ 36557 w 457874"/>
                <a:gd name="connsiteY18" fmla="*/ 43886 h 472030"/>
                <a:gd name="connsiteX19" fmla="*/ 80867 w 457874"/>
                <a:gd name="connsiteY19" fmla="*/ -367 h 472030"/>
                <a:gd name="connsiteX20" fmla="*/ 291611 w 457874"/>
                <a:gd name="connsiteY20" fmla="*/ -367 h 472030"/>
                <a:gd name="connsiteX21" fmla="*/ 376266 w 457874"/>
                <a:gd name="connsiteY21" fmla="*/ 405286 h 472030"/>
                <a:gd name="connsiteX22" fmla="*/ 80867 w 457874"/>
                <a:gd name="connsiteY22" fmla="*/ 405286 h 472030"/>
                <a:gd name="connsiteX23" fmla="*/ 80867 w 457874"/>
                <a:gd name="connsiteY23" fmla="*/ 413254 h 472030"/>
                <a:gd name="connsiteX24" fmla="*/ 95028 w 457874"/>
                <a:gd name="connsiteY24" fmla="*/ 427415 h 472030"/>
                <a:gd name="connsiteX25" fmla="*/ 362105 w 457874"/>
                <a:gd name="connsiteY25" fmla="*/ 427415 h 472030"/>
                <a:gd name="connsiteX26" fmla="*/ 376266 w 457874"/>
                <a:gd name="connsiteY26" fmla="*/ 413254 h 472030"/>
                <a:gd name="connsiteX27" fmla="*/ 376266 w 457874"/>
                <a:gd name="connsiteY27" fmla="*/ 405286 h 472030"/>
                <a:gd name="connsiteX28" fmla="*/ 222902 w 457874"/>
                <a:gd name="connsiteY28" fmla="*/ 255834 h 472030"/>
                <a:gd name="connsiteX29" fmla="*/ 203350 w 457874"/>
                <a:gd name="connsiteY29" fmla="*/ 260139 h 472030"/>
                <a:gd name="connsiteX30" fmla="*/ 188467 w 457874"/>
                <a:gd name="connsiteY30" fmla="*/ 273153 h 472030"/>
                <a:gd name="connsiteX31" fmla="*/ 182378 w 457874"/>
                <a:gd name="connsiteY31" fmla="*/ 285861 h 472030"/>
                <a:gd name="connsiteX32" fmla="*/ 180225 w 457874"/>
                <a:gd name="connsiteY32" fmla="*/ 301055 h 472030"/>
                <a:gd name="connsiteX33" fmla="*/ 188859 w 457874"/>
                <a:gd name="connsiteY33" fmla="*/ 324572 h 472030"/>
                <a:gd name="connsiteX34" fmla="*/ 212895 w 457874"/>
                <a:gd name="connsiteY34" fmla="*/ 333055 h 472030"/>
                <a:gd name="connsiteX35" fmla="*/ 231743 w 457874"/>
                <a:gd name="connsiteY35" fmla="*/ 328825 h 472030"/>
                <a:gd name="connsiteX36" fmla="*/ 246291 w 457874"/>
                <a:gd name="connsiteY36" fmla="*/ 316562 h 472030"/>
                <a:gd name="connsiteX37" fmla="*/ 252980 w 457874"/>
                <a:gd name="connsiteY37" fmla="*/ 303104 h 472030"/>
                <a:gd name="connsiteX38" fmla="*/ 255421 w 457874"/>
                <a:gd name="connsiteY38" fmla="*/ 287470 h 472030"/>
                <a:gd name="connsiteX39" fmla="*/ 246811 w 457874"/>
                <a:gd name="connsiteY39" fmla="*/ 264208 h 472030"/>
                <a:gd name="connsiteX40" fmla="*/ 222902 w 457874"/>
                <a:gd name="connsiteY40" fmla="*/ 255834 h 472030"/>
                <a:gd name="connsiteX41" fmla="*/ 311999 w 457874"/>
                <a:gd name="connsiteY41" fmla="*/ 255731 h 472030"/>
                <a:gd name="connsiteX42" fmla="*/ 289907 w 457874"/>
                <a:gd name="connsiteY42" fmla="*/ 258997 h 472030"/>
                <a:gd name="connsiteX43" fmla="*/ 274089 w 457874"/>
                <a:gd name="connsiteY43" fmla="*/ 269316 h 472030"/>
                <a:gd name="connsiteX44" fmla="*/ 265923 w 457874"/>
                <a:gd name="connsiteY44" fmla="*/ 282098 h 472030"/>
                <a:gd name="connsiteX45" fmla="*/ 263148 w 457874"/>
                <a:gd name="connsiteY45" fmla="*/ 297789 h 472030"/>
                <a:gd name="connsiteX46" fmla="*/ 272999 w 457874"/>
                <a:gd name="connsiteY46" fmla="*/ 323562 h 472030"/>
                <a:gd name="connsiteX47" fmla="*/ 300745 w 457874"/>
                <a:gd name="connsiteY47" fmla="*/ 332743 h 472030"/>
                <a:gd name="connsiteX48" fmla="*/ 314387 w 457874"/>
                <a:gd name="connsiteY48" fmla="*/ 331832 h 472030"/>
                <a:gd name="connsiteX49" fmla="*/ 326103 w 457874"/>
                <a:gd name="connsiteY49" fmla="*/ 329113 h 472030"/>
                <a:gd name="connsiteX50" fmla="*/ 334817 w 457874"/>
                <a:gd name="connsiteY50" fmla="*/ 288348 h 472030"/>
                <a:gd name="connsiteX51" fmla="*/ 304116 w 457874"/>
                <a:gd name="connsiteY51" fmla="*/ 288348 h 472030"/>
                <a:gd name="connsiteX52" fmla="*/ 301260 w 457874"/>
                <a:gd name="connsiteY52" fmla="*/ 301735 h 472030"/>
                <a:gd name="connsiteX53" fmla="*/ 313391 w 457874"/>
                <a:gd name="connsiteY53" fmla="*/ 301735 h 472030"/>
                <a:gd name="connsiteX54" fmla="*/ 310073 w 457874"/>
                <a:gd name="connsiteY54" fmla="*/ 317138 h 472030"/>
                <a:gd name="connsiteX55" fmla="*/ 305924 w 457874"/>
                <a:gd name="connsiteY55" fmla="*/ 317992 h 472030"/>
                <a:gd name="connsiteX56" fmla="*/ 302194 w 457874"/>
                <a:gd name="connsiteY56" fmla="*/ 318275 h 472030"/>
                <a:gd name="connsiteX57" fmla="*/ 288189 w 457874"/>
                <a:gd name="connsiteY57" fmla="*/ 312885 h 472030"/>
                <a:gd name="connsiteX58" fmla="*/ 283105 w 457874"/>
                <a:gd name="connsiteY58" fmla="*/ 298001 h 472030"/>
                <a:gd name="connsiteX59" fmla="*/ 291404 w 457874"/>
                <a:gd name="connsiteY59" fmla="*/ 277515 h 472030"/>
                <a:gd name="connsiteX60" fmla="*/ 314326 w 457874"/>
                <a:gd name="connsiteY60" fmla="*/ 270047 h 472030"/>
                <a:gd name="connsiteX61" fmla="*/ 323582 w 457874"/>
                <a:gd name="connsiteY61" fmla="*/ 271161 h 472030"/>
                <a:gd name="connsiteX62" fmla="*/ 332169 w 457874"/>
                <a:gd name="connsiteY62" fmla="*/ 274508 h 472030"/>
                <a:gd name="connsiteX63" fmla="*/ 336417 w 457874"/>
                <a:gd name="connsiteY63" fmla="*/ 259365 h 472030"/>
                <a:gd name="connsiteX64" fmla="*/ 324748 w 457874"/>
                <a:gd name="connsiteY64" fmla="*/ 256618 h 472030"/>
                <a:gd name="connsiteX65" fmla="*/ 311994 w 457874"/>
                <a:gd name="connsiteY65" fmla="*/ 255735 h 472030"/>
                <a:gd name="connsiteX66" fmla="*/ 153253 w 457874"/>
                <a:gd name="connsiteY66" fmla="*/ 257543 h 472030"/>
                <a:gd name="connsiteX67" fmla="*/ 133395 w 457874"/>
                <a:gd name="connsiteY67" fmla="*/ 257543 h 472030"/>
                <a:gd name="connsiteX68" fmla="*/ 117681 w 457874"/>
                <a:gd name="connsiteY68" fmla="*/ 331237 h 472030"/>
                <a:gd name="connsiteX69" fmla="*/ 167882 w 457874"/>
                <a:gd name="connsiteY69" fmla="*/ 331237 h 472030"/>
                <a:gd name="connsiteX70" fmla="*/ 171091 w 457874"/>
                <a:gd name="connsiteY70" fmla="*/ 316557 h 472030"/>
                <a:gd name="connsiteX71" fmla="*/ 140603 w 457874"/>
                <a:gd name="connsiteY71" fmla="*/ 316557 h 472030"/>
                <a:gd name="connsiteX72" fmla="*/ 153253 w 457874"/>
                <a:gd name="connsiteY72" fmla="*/ 257543 h 472030"/>
                <a:gd name="connsiteX73" fmla="*/ 221604 w 457874"/>
                <a:gd name="connsiteY73" fmla="*/ 269523 h 472030"/>
                <a:gd name="connsiteX74" fmla="*/ 231564 w 457874"/>
                <a:gd name="connsiteY74" fmla="*/ 273932 h 472030"/>
                <a:gd name="connsiteX75" fmla="*/ 235090 w 457874"/>
                <a:gd name="connsiteY75" fmla="*/ 286432 h 472030"/>
                <a:gd name="connsiteX76" fmla="*/ 233485 w 457874"/>
                <a:gd name="connsiteY76" fmla="*/ 298044 h 472030"/>
                <a:gd name="connsiteX77" fmla="*/ 229284 w 457874"/>
                <a:gd name="connsiteY77" fmla="*/ 308108 h 472030"/>
                <a:gd name="connsiteX78" fmla="*/ 221920 w 457874"/>
                <a:gd name="connsiteY78" fmla="*/ 316019 h 472030"/>
                <a:gd name="connsiteX79" fmla="*/ 213565 w 457874"/>
                <a:gd name="connsiteY79" fmla="*/ 318582 h 472030"/>
                <a:gd name="connsiteX80" fmla="*/ 203766 w 457874"/>
                <a:gd name="connsiteY80" fmla="*/ 314098 h 472030"/>
                <a:gd name="connsiteX81" fmla="*/ 200188 w 457874"/>
                <a:gd name="connsiteY81" fmla="*/ 301834 h 472030"/>
                <a:gd name="connsiteX82" fmla="*/ 201793 w 457874"/>
                <a:gd name="connsiteY82" fmla="*/ 290137 h 472030"/>
                <a:gd name="connsiteX83" fmla="*/ 205994 w 457874"/>
                <a:gd name="connsiteY83" fmla="*/ 279951 h 472030"/>
                <a:gd name="connsiteX84" fmla="*/ 213126 w 457874"/>
                <a:gd name="connsiteY84" fmla="*/ 272172 h 472030"/>
                <a:gd name="connsiteX85" fmla="*/ 221609 w 457874"/>
                <a:gd name="connsiteY85" fmla="*/ 269528 h 472030"/>
                <a:gd name="connsiteX86" fmla="*/ 270620 w 457874"/>
                <a:gd name="connsiteY86" fmla="*/ 40346 h 472030"/>
                <a:gd name="connsiteX87" fmla="*/ 95028 w 457874"/>
                <a:gd name="connsiteY87" fmla="*/ 40346 h 472030"/>
                <a:gd name="connsiteX88" fmla="*/ 80867 w 457874"/>
                <a:gd name="connsiteY88" fmla="*/ 54507 h 472030"/>
                <a:gd name="connsiteX89" fmla="*/ 80867 w 457874"/>
                <a:gd name="connsiteY89" fmla="*/ 184019 h 472030"/>
                <a:gd name="connsiteX90" fmla="*/ 376266 w 457874"/>
                <a:gd name="connsiteY90" fmla="*/ 184019 h 472030"/>
                <a:gd name="connsiteX91" fmla="*/ 376266 w 457874"/>
                <a:gd name="connsiteY91" fmla="*/ 146421 h 472030"/>
                <a:gd name="connsiteX92" fmla="*/ 313113 w 457874"/>
                <a:gd name="connsiteY92" fmla="*/ 146421 h 472030"/>
                <a:gd name="connsiteX93" fmla="*/ 270629 w 457874"/>
                <a:gd name="connsiteY93" fmla="*/ 103938 h 472030"/>
                <a:gd name="connsiteX94" fmla="*/ 270615 w 457874"/>
                <a:gd name="connsiteY94" fmla="*/ 40346 h 472030"/>
                <a:gd name="connsiteX95" fmla="*/ 314930 w 457874"/>
                <a:gd name="connsiteY95" fmla="*/ 67931 h 472030"/>
                <a:gd name="connsiteX96" fmla="*/ 314930 w 457874"/>
                <a:gd name="connsiteY96" fmla="*/ 95087 h 472030"/>
                <a:gd name="connsiteX97" fmla="*/ 322011 w 457874"/>
                <a:gd name="connsiteY97" fmla="*/ 102168 h 472030"/>
                <a:gd name="connsiteX98" fmla="*/ 349247 w 457874"/>
                <a:gd name="connsiteY98" fmla="*/ 102168 h 472030"/>
                <a:gd name="connsiteX99" fmla="*/ 314930 w 457874"/>
                <a:gd name="connsiteY99" fmla="*/ 67931 h 472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457874" h="472030">
                  <a:moveTo>
                    <a:pt x="291611" y="-367"/>
                  </a:moveTo>
                  <a:cubicBezTo>
                    <a:pt x="302863" y="-366"/>
                    <a:pt x="313655" y="4098"/>
                    <a:pt x="321619" y="12047"/>
                  </a:cubicBezTo>
                  <a:lnTo>
                    <a:pt x="408105" y="98349"/>
                  </a:lnTo>
                  <a:cubicBezTo>
                    <a:pt x="416090" y="106319"/>
                    <a:pt x="420576" y="117137"/>
                    <a:pt x="420576" y="128418"/>
                  </a:cubicBezTo>
                  <a:lnTo>
                    <a:pt x="420576" y="184024"/>
                  </a:lnTo>
                  <a:cubicBezTo>
                    <a:pt x="440967" y="184024"/>
                    <a:pt x="457498" y="200551"/>
                    <a:pt x="457504" y="220942"/>
                  </a:cubicBezTo>
                  <a:lnTo>
                    <a:pt x="457504" y="368358"/>
                  </a:lnTo>
                  <a:cubicBezTo>
                    <a:pt x="457504" y="388295"/>
                    <a:pt x="441678" y="404632"/>
                    <a:pt x="421752" y="405267"/>
                  </a:cubicBezTo>
                  <a:lnTo>
                    <a:pt x="420576" y="405281"/>
                  </a:lnTo>
                  <a:lnTo>
                    <a:pt x="420576" y="427410"/>
                  </a:lnTo>
                  <a:cubicBezTo>
                    <a:pt x="420576" y="451852"/>
                    <a:pt x="400741" y="471663"/>
                    <a:pt x="376266" y="471663"/>
                  </a:cubicBezTo>
                  <a:lnTo>
                    <a:pt x="80867" y="471663"/>
                  </a:lnTo>
                  <a:cubicBezTo>
                    <a:pt x="56391" y="471663"/>
                    <a:pt x="36557" y="451852"/>
                    <a:pt x="36557" y="427410"/>
                  </a:cubicBezTo>
                  <a:lnTo>
                    <a:pt x="36557" y="405281"/>
                  </a:lnTo>
                  <a:cubicBezTo>
                    <a:pt x="16166" y="405281"/>
                    <a:pt x="-366" y="388754"/>
                    <a:pt x="-371" y="368363"/>
                  </a:cubicBezTo>
                  <a:lnTo>
                    <a:pt x="-371" y="220946"/>
                  </a:lnTo>
                  <a:cubicBezTo>
                    <a:pt x="-371" y="201010"/>
                    <a:pt x="15455" y="184672"/>
                    <a:pt x="35381" y="184038"/>
                  </a:cubicBezTo>
                  <a:lnTo>
                    <a:pt x="36557" y="184019"/>
                  </a:lnTo>
                  <a:lnTo>
                    <a:pt x="36557" y="43886"/>
                  </a:lnTo>
                  <a:cubicBezTo>
                    <a:pt x="36557" y="19444"/>
                    <a:pt x="56391" y="-367"/>
                    <a:pt x="80867" y="-367"/>
                  </a:cubicBezTo>
                  <a:lnTo>
                    <a:pt x="291611" y="-367"/>
                  </a:lnTo>
                  <a:close/>
                  <a:moveTo>
                    <a:pt x="376266" y="405286"/>
                  </a:moveTo>
                  <a:lnTo>
                    <a:pt x="80867" y="405286"/>
                  </a:lnTo>
                  <a:lnTo>
                    <a:pt x="80867" y="413254"/>
                  </a:lnTo>
                  <a:cubicBezTo>
                    <a:pt x="80867" y="421074"/>
                    <a:pt x="87207" y="427415"/>
                    <a:pt x="95028" y="427415"/>
                  </a:cubicBezTo>
                  <a:lnTo>
                    <a:pt x="362105" y="427415"/>
                  </a:lnTo>
                  <a:cubicBezTo>
                    <a:pt x="369926" y="427415"/>
                    <a:pt x="376266" y="421074"/>
                    <a:pt x="376266" y="413254"/>
                  </a:cubicBezTo>
                  <a:lnTo>
                    <a:pt x="376266" y="405286"/>
                  </a:lnTo>
                  <a:close/>
                  <a:moveTo>
                    <a:pt x="222902" y="255834"/>
                  </a:moveTo>
                  <a:cubicBezTo>
                    <a:pt x="215576" y="255834"/>
                    <a:pt x="209057" y="257269"/>
                    <a:pt x="203350" y="260139"/>
                  </a:cubicBezTo>
                  <a:cubicBezTo>
                    <a:pt x="197648" y="263009"/>
                    <a:pt x="192682" y="267347"/>
                    <a:pt x="188467" y="273153"/>
                  </a:cubicBezTo>
                  <a:cubicBezTo>
                    <a:pt x="185842" y="276750"/>
                    <a:pt x="183808" y="280989"/>
                    <a:pt x="182378" y="285861"/>
                  </a:cubicBezTo>
                  <a:cubicBezTo>
                    <a:pt x="180934" y="290796"/>
                    <a:pt x="180209" y="295913"/>
                    <a:pt x="180225" y="301055"/>
                  </a:cubicBezTo>
                  <a:cubicBezTo>
                    <a:pt x="180225" y="311081"/>
                    <a:pt x="183105" y="318922"/>
                    <a:pt x="188859" y="324572"/>
                  </a:cubicBezTo>
                  <a:cubicBezTo>
                    <a:pt x="194618" y="330227"/>
                    <a:pt x="202628" y="333055"/>
                    <a:pt x="212895" y="333055"/>
                  </a:cubicBezTo>
                  <a:cubicBezTo>
                    <a:pt x="219772" y="333055"/>
                    <a:pt x="226060" y="331643"/>
                    <a:pt x="231743" y="328825"/>
                  </a:cubicBezTo>
                  <a:cubicBezTo>
                    <a:pt x="237431" y="326007"/>
                    <a:pt x="242284" y="321919"/>
                    <a:pt x="246291" y="316562"/>
                  </a:cubicBezTo>
                  <a:cubicBezTo>
                    <a:pt x="249124" y="312724"/>
                    <a:pt x="251356" y="308240"/>
                    <a:pt x="252980" y="303104"/>
                  </a:cubicBezTo>
                  <a:cubicBezTo>
                    <a:pt x="254609" y="297968"/>
                    <a:pt x="255421" y="292757"/>
                    <a:pt x="255421" y="287470"/>
                  </a:cubicBezTo>
                  <a:cubicBezTo>
                    <a:pt x="255421" y="277548"/>
                    <a:pt x="252551" y="269793"/>
                    <a:pt x="246811" y="264208"/>
                  </a:cubicBezTo>
                  <a:cubicBezTo>
                    <a:pt x="241071" y="258624"/>
                    <a:pt x="233103" y="255834"/>
                    <a:pt x="222902" y="255834"/>
                  </a:cubicBezTo>
                  <a:close/>
                  <a:moveTo>
                    <a:pt x="311999" y="255731"/>
                  </a:moveTo>
                  <a:cubicBezTo>
                    <a:pt x="303318" y="255731"/>
                    <a:pt x="295954" y="256816"/>
                    <a:pt x="289907" y="258997"/>
                  </a:cubicBezTo>
                  <a:cubicBezTo>
                    <a:pt x="283898" y="261148"/>
                    <a:pt x="278479" y="264683"/>
                    <a:pt x="274089" y="269316"/>
                  </a:cubicBezTo>
                  <a:cubicBezTo>
                    <a:pt x="270507" y="272961"/>
                    <a:pt x="267725" y="277315"/>
                    <a:pt x="265923" y="282098"/>
                  </a:cubicBezTo>
                  <a:cubicBezTo>
                    <a:pt x="264045" y="287114"/>
                    <a:pt x="263104" y="292433"/>
                    <a:pt x="263148" y="297789"/>
                  </a:cubicBezTo>
                  <a:cubicBezTo>
                    <a:pt x="263148" y="308853"/>
                    <a:pt x="266428" y="317444"/>
                    <a:pt x="272999" y="323562"/>
                  </a:cubicBezTo>
                  <a:cubicBezTo>
                    <a:pt x="279570" y="329680"/>
                    <a:pt x="288812" y="332743"/>
                    <a:pt x="300745" y="332743"/>
                  </a:cubicBezTo>
                  <a:cubicBezTo>
                    <a:pt x="305688" y="332743"/>
                    <a:pt x="310233" y="332441"/>
                    <a:pt x="314387" y="331832"/>
                  </a:cubicBezTo>
                  <a:cubicBezTo>
                    <a:pt x="318364" y="331268"/>
                    <a:pt x="322284" y="330358"/>
                    <a:pt x="326103" y="329113"/>
                  </a:cubicBezTo>
                  <a:lnTo>
                    <a:pt x="334817" y="288348"/>
                  </a:lnTo>
                  <a:lnTo>
                    <a:pt x="304116" y="288348"/>
                  </a:lnTo>
                  <a:lnTo>
                    <a:pt x="301260" y="301735"/>
                  </a:lnTo>
                  <a:lnTo>
                    <a:pt x="313391" y="301735"/>
                  </a:lnTo>
                  <a:lnTo>
                    <a:pt x="310073" y="317138"/>
                  </a:lnTo>
                  <a:cubicBezTo>
                    <a:pt x="308705" y="317493"/>
                    <a:pt x="307320" y="317778"/>
                    <a:pt x="305924" y="317992"/>
                  </a:cubicBezTo>
                  <a:cubicBezTo>
                    <a:pt x="304649" y="318181"/>
                    <a:pt x="303403" y="318275"/>
                    <a:pt x="302194" y="318275"/>
                  </a:cubicBezTo>
                  <a:cubicBezTo>
                    <a:pt x="296247" y="318275"/>
                    <a:pt x="291574" y="316482"/>
                    <a:pt x="288189" y="312885"/>
                  </a:cubicBezTo>
                  <a:cubicBezTo>
                    <a:pt x="284800" y="309288"/>
                    <a:pt x="283105" y="304327"/>
                    <a:pt x="283105" y="298001"/>
                  </a:cubicBezTo>
                  <a:cubicBezTo>
                    <a:pt x="283105" y="289321"/>
                    <a:pt x="285872" y="282495"/>
                    <a:pt x="291404" y="277515"/>
                  </a:cubicBezTo>
                  <a:cubicBezTo>
                    <a:pt x="296936" y="272540"/>
                    <a:pt x="304574" y="270047"/>
                    <a:pt x="314326" y="270047"/>
                  </a:cubicBezTo>
                  <a:cubicBezTo>
                    <a:pt x="317540" y="270047"/>
                    <a:pt x="320627" y="270420"/>
                    <a:pt x="323582" y="271161"/>
                  </a:cubicBezTo>
                  <a:cubicBezTo>
                    <a:pt x="326572" y="271918"/>
                    <a:pt x="329456" y="273042"/>
                    <a:pt x="332169" y="274508"/>
                  </a:cubicBezTo>
                  <a:lnTo>
                    <a:pt x="336417" y="259365"/>
                  </a:lnTo>
                  <a:cubicBezTo>
                    <a:pt x="332617" y="258105"/>
                    <a:pt x="328712" y="257186"/>
                    <a:pt x="324748" y="256618"/>
                  </a:cubicBezTo>
                  <a:cubicBezTo>
                    <a:pt x="320524" y="256017"/>
                    <a:pt x="316261" y="255722"/>
                    <a:pt x="311994" y="255735"/>
                  </a:cubicBezTo>
                  <a:close/>
                  <a:moveTo>
                    <a:pt x="153253" y="257543"/>
                  </a:moveTo>
                  <a:lnTo>
                    <a:pt x="133395" y="257543"/>
                  </a:lnTo>
                  <a:lnTo>
                    <a:pt x="117681" y="331237"/>
                  </a:lnTo>
                  <a:lnTo>
                    <a:pt x="167882" y="331237"/>
                  </a:lnTo>
                  <a:lnTo>
                    <a:pt x="171091" y="316557"/>
                  </a:lnTo>
                  <a:lnTo>
                    <a:pt x="140603" y="316557"/>
                  </a:lnTo>
                  <a:lnTo>
                    <a:pt x="153253" y="257543"/>
                  </a:lnTo>
                  <a:close/>
                  <a:moveTo>
                    <a:pt x="221604" y="269523"/>
                  </a:moveTo>
                  <a:cubicBezTo>
                    <a:pt x="225895" y="269523"/>
                    <a:pt x="229213" y="270996"/>
                    <a:pt x="231564" y="273932"/>
                  </a:cubicBezTo>
                  <a:cubicBezTo>
                    <a:pt x="233915" y="276873"/>
                    <a:pt x="235090" y="281036"/>
                    <a:pt x="235090" y="286432"/>
                  </a:cubicBezTo>
                  <a:cubicBezTo>
                    <a:pt x="235090" y="290199"/>
                    <a:pt x="234557" y="294074"/>
                    <a:pt x="233485" y="298044"/>
                  </a:cubicBezTo>
                  <a:cubicBezTo>
                    <a:pt x="232409" y="302023"/>
                    <a:pt x="231012" y="305379"/>
                    <a:pt x="229284" y="308108"/>
                  </a:cubicBezTo>
                  <a:cubicBezTo>
                    <a:pt x="226933" y="311672"/>
                    <a:pt x="224479" y="314305"/>
                    <a:pt x="221920" y="316019"/>
                  </a:cubicBezTo>
                  <a:cubicBezTo>
                    <a:pt x="219459" y="317700"/>
                    <a:pt x="216545" y="318593"/>
                    <a:pt x="213565" y="318582"/>
                  </a:cubicBezTo>
                  <a:cubicBezTo>
                    <a:pt x="209421" y="318582"/>
                    <a:pt x="206154" y="317090"/>
                    <a:pt x="203766" y="314098"/>
                  </a:cubicBezTo>
                  <a:cubicBezTo>
                    <a:pt x="201382" y="311110"/>
                    <a:pt x="200188" y="307017"/>
                    <a:pt x="200188" y="301834"/>
                  </a:cubicBezTo>
                  <a:cubicBezTo>
                    <a:pt x="200188" y="298030"/>
                    <a:pt x="200726" y="294131"/>
                    <a:pt x="201793" y="290137"/>
                  </a:cubicBezTo>
                  <a:cubicBezTo>
                    <a:pt x="202869" y="286144"/>
                    <a:pt x="204271" y="282750"/>
                    <a:pt x="205994" y="279951"/>
                  </a:cubicBezTo>
                  <a:cubicBezTo>
                    <a:pt x="208108" y="276524"/>
                    <a:pt x="210483" y="273932"/>
                    <a:pt x="213126" y="272172"/>
                  </a:cubicBezTo>
                  <a:cubicBezTo>
                    <a:pt x="215622" y="270455"/>
                    <a:pt x="218579" y="269533"/>
                    <a:pt x="221609" y="269528"/>
                  </a:cubicBezTo>
                  <a:close/>
                  <a:moveTo>
                    <a:pt x="270620" y="40346"/>
                  </a:moveTo>
                  <a:lnTo>
                    <a:pt x="95028" y="40346"/>
                  </a:lnTo>
                  <a:cubicBezTo>
                    <a:pt x="87207" y="40346"/>
                    <a:pt x="80867" y="46686"/>
                    <a:pt x="80867" y="54507"/>
                  </a:cubicBezTo>
                  <a:lnTo>
                    <a:pt x="80867" y="184019"/>
                  </a:lnTo>
                  <a:lnTo>
                    <a:pt x="376266" y="184019"/>
                  </a:lnTo>
                  <a:lnTo>
                    <a:pt x="376266" y="146421"/>
                  </a:lnTo>
                  <a:lnTo>
                    <a:pt x="313113" y="146421"/>
                  </a:lnTo>
                  <a:cubicBezTo>
                    <a:pt x="289653" y="146417"/>
                    <a:pt x="270634" y="127398"/>
                    <a:pt x="270629" y="103938"/>
                  </a:cubicBezTo>
                  <a:lnTo>
                    <a:pt x="270615" y="40346"/>
                  </a:lnTo>
                  <a:close/>
                  <a:moveTo>
                    <a:pt x="314930" y="67931"/>
                  </a:moveTo>
                  <a:lnTo>
                    <a:pt x="314930" y="95087"/>
                  </a:lnTo>
                  <a:cubicBezTo>
                    <a:pt x="314930" y="98998"/>
                    <a:pt x="318100" y="102168"/>
                    <a:pt x="322011" y="102168"/>
                  </a:cubicBezTo>
                  <a:lnTo>
                    <a:pt x="349247" y="102168"/>
                  </a:lnTo>
                  <a:lnTo>
                    <a:pt x="314930" y="67931"/>
                  </a:lnTo>
                  <a:close/>
                </a:path>
              </a:pathLst>
            </a:custGeom>
            <a:solidFill>
              <a:srgbClr val="2C2C2C"/>
            </a:solidFill>
            <a:ln w="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7425B2A9-0AFF-7EC1-52FA-032029614D93}"/>
                </a:ext>
              </a:extLst>
            </p:cNvPr>
            <p:cNvSpPr/>
            <p:nvPr/>
          </p:nvSpPr>
          <p:spPr>
            <a:xfrm>
              <a:off x="768181" y="2959773"/>
              <a:ext cx="432699" cy="432699"/>
            </a:xfrm>
            <a:custGeom>
              <a:avLst/>
              <a:gdLst>
                <a:gd name="connsiteX0" fmla="*/ 353661 w 432699"/>
                <a:gd name="connsiteY0" fmla="*/ 264416 h 432699"/>
                <a:gd name="connsiteX1" fmla="*/ 392997 w 432699"/>
                <a:gd name="connsiteY1" fmla="*/ 226063 h 432699"/>
                <a:gd name="connsiteX2" fmla="*/ 432333 w 432699"/>
                <a:gd name="connsiteY2" fmla="*/ 265399 h 432699"/>
                <a:gd name="connsiteX3" fmla="*/ 392997 w 432699"/>
                <a:gd name="connsiteY3" fmla="*/ 304736 h 432699"/>
                <a:gd name="connsiteX4" fmla="*/ 358578 w 432699"/>
                <a:gd name="connsiteY4" fmla="*/ 284084 h 432699"/>
                <a:gd name="connsiteX5" fmla="*/ 306457 w 432699"/>
                <a:gd name="connsiteY5" fmla="*/ 284084 h 432699"/>
                <a:gd name="connsiteX6" fmla="*/ 296623 w 432699"/>
                <a:gd name="connsiteY6" fmla="*/ 277200 h 432699"/>
                <a:gd name="connsiteX7" fmla="*/ 252370 w 432699"/>
                <a:gd name="connsiteY7" fmla="*/ 108054 h 432699"/>
                <a:gd name="connsiteX8" fmla="*/ 187465 w 432699"/>
                <a:gd name="connsiteY8" fmla="*/ 356856 h 432699"/>
                <a:gd name="connsiteX9" fmla="*/ 168780 w 432699"/>
                <a:gd name="connsiteY9" fmla="*/ 357840 h 432699"/>
                <a:gd name="connsiteX10" fmla="*/ 121576 w 432699"/>
                <a:gd name="connsiteY10" fmla="*/ 210329 h 432699"/>
                <a:gd name="connsiteX11" fmla="*/ 87157 w 432699"/>
                <a:gd name="connsiteY11" fmla="*/ 280151 h 432699"/>
                <a:gd name="connsiteX12" fmla="*/ 78307 w 432699"/>
                <a:gd name="connsiteY12" fmla="*/ 286051 h 432699"/>
                <a:gd name="connsiteX13" fmla="*/ 38970 w 432699"/>
                <a:gd name="connsiteY13" fmla="*/ 286051 h 432699"/>
                <a:gd name="connsiteX14" fmla="*/ 29136 w 432699"/>
                <a:gd name="connsiteY14" fmla="*/ 276217 h 432699"/>
                <a:gd name="connsiteX15" fmla="*/ 38970 w 432699"/>
                <a:gd name="connsiteY15" fmla="*/ 266383 h 432699"/>
                <a:gd name="connsiteX16" fmla="*/ 71423 w 432699"/>
                <a:gd name="connsiteY16" fmla="*/ 266383 h 432699"/>
                <a:gd name="connsiteX17" fmla="*/ 113709 w 432699"/>
                <a:gd name="connsiteY17" fmla="*/ 180826 h 432699"/>
                <a:gd name="connsiteX18" fmla="*/ 131411 w 432699"/>
                <a:gd name="connsiteY18" fmla="*/ 181810 h 432699"/>
                <a:gd name="connsiteX19" fmla="*/ 176647 w 432699"/>
                <a:gd name="connsiteY19" fmla="*/ 318503 h 432699"/>
                <a:gd name="connsiteX20" fmla="*/ 242536 w 432699"/>
                <a:gd name="connsiteY20" fmla="*/ 65768 h 432699"/>
                <a:gd name="connsiteX21" fmla="*/ 261220 w 432699"/>
                <a:gd name="connsiteY21" fmla="*/ 65768 h 432699"/>
                <a:gd name="connsiteX22" fmla="*/ 313341 w 432699"/>
                <a:gd name="connsiteY22" fmla="*/ 264416 h 432699"/>
                <a:gd name="connsiteX23" fmla="*/ 353661 w 432699"/>
                <a:gd name="connsiteY23" fmla="*/ 264416 h 432699"/>
                <a:gd name="connsiteX24" fmla="*/ 392997 w 432699"/>
                <a:gd name="connsiteY24" fmla="*/ 285068 h 432699"/>
                <a:gd name="connsiteX25" fmla="*/ 412665 w 432699"/>
                <a:gd name="connsiteY25" fmla="*/ 265399 h 432699"/>
                <a:gd name="connsiteX26" fmla="*/ 392997 w 432699"/>
                <a:gd name="connsiteY26" fmla="*/ 245731 h 432699"/>
                <a:gd name="connsiteX27" fmla="*/ 373329 w 432699"/>
                <a:gd name="connsiteY27" fmla="*/ 265399 h 432699"/>
                <a:gd name="connsiteX28" fmla="*/ 392997 w 432699"/>
                <a:gd name="connsiteY28" fmla="*/ 285068 h 432699"/>
                <a:gd name="connsiteX29" fmla="*/ 19302 w 432699"/>
                <a:gd name="connsiteY29" fmla="*/ 412910 h 432699"/>
                <a:gd name="connsiteX30" fmla="*/ 422499 w 432699"/>
                <a:gd name="connsiteY30" fmla="*/ 412910 h 432699"/>
                <a:gd name="connsiteX31" fmla="*/ 432333 w 432699"/>
                <a:gd name="connsiteY31" fmla="*/ 422745 h 432699"/>
                <a:gd name="connsiteX32" fmla="*/ 422499 w 432699"/>
                <a:gd name="connsiteY32" fmla="*/ 432579 h 432699"/>
                <a:gd name="connsiteX33" fmla="*/ 9468 w 432699"/>
                <a:gd name="connsiteY33" fmla="*/ 432579 h 432699"/>
                <a:gd name="connsiteX34" fmla="*/ -366 w 432699"/>
                <a:gd name="connsiteY34" fmla="*/ 422745 h 432699"/>
                <a:gd name="connsiteX35" fmla="*/ -366 w 432699"/>
                <a:gd name="connsiteY35" fmla="*/ 9714 h 432699"/>
                <a:gd name="connsiteX36" fmla="*/ 9468 w 432699"/>
                <a:gd name="connsiteY36" fmla="*/ -120 h 432699"/>
                <a:gd name="connsiteX37" fmla="*/ 19302 w 432699"/>
                <a:gd name="connsiteY37" fmla="*/ 9714 h 432699"/>
                <a:gd name="connsiteX38" fmla="*/ 19302 w 432699"/>
                <a:gd name="connsiteY38" fmla="*/ 412910 h 432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2699" h="432699">
                  <a:moveTo>
                    <a:pt x="353661" y="264416"/>
                  </a:moveTo>
                  <a:cubicBezTo>
                    <a:pt x="353661" y="242781"/>
                    <a:pt x="371362" y="226063"/>
                    <a:pt x="392997" y="226063"/>
                  </a:cubicBezTo>
                  <a:cubicBezTo>
                    <a:pt x="414632" y="226063"/>
                    <a:pt x="432333" y="243764"/>
                    <a:pt x="432333" y="265399"/>
                  </a:cubicBezTo>
                  <a:cubicBezTo>
                    <a:pt x="432333" y="287034"/>
                    <a:pt x="414632" y="304736"/>
                    <a:pt x="392997" y="304736"/>
                  </a:cubicBezTo>
                  <a:cubicBezTo>
                    <a:pt x="378246" y="304736"/>
                    <a:pt x="365461" y="296868"/>
                    <a:pt x="358578" y="284084"/>
                  </a:cubicBezTo>
                  <a:lnTo>
                    <a:pt x="306457" y="284084"/>
                  </a:lnTo>
                  <a:cubicBezTo>
                    <a:pt x="301540" y="284084"/>
                    <a:pt x="297606" y="281134"/>
                    <a:pt x="296623" y="277200"/>
                  </a:cubicBezTo>
                  <a:lnTo>
                    <a:pt x="252370" y="108054"/>
                  </a:lnTo>
                  <a:lnTo>
                    <a:pt x="187465" y="356856"/>
                  </a:lnTo>
                  <a:cubicBezTo>
                    <a:pt x="184515" y="366690"/>
                    <a:pt x="171730" y="366690"/>
                    <a:pt x="168780" y="357840"/>
                  </a:cubicBezTo>
                  <a:lnTo>
                    <a:pt x="121576" y="210329"/>
                  </a:lnTo>
                  <a:lnTo>
                    <a:pt x="87157" y="280151"/>
                  </a:lnTo>
                  <a:cubicBezTo>
                    <a:pt x="85190" y="283101"/>
                    <a:pt x="82240" y="286051"/>
                    <a:pt x="78307" y="286051"/>
                  </a:cubicBezTo>
                  <a:lnTo>
                    <a:pt x="38970" y="286051"/>
                  </a:lnTo>
                  <a:cubicBezTo>
                    <a:pt x="33070" y="286051"/>
                    <a:pt x="29136" y="282117"/>
                    <a:pt x="29136" y="276217"/>
                  </a:cubicBezTo>
                  <a:cubicBezTo>
                    <a:pt x="29136" y="270316"/>
                    <a:pt x="33070" y="266383"/>
                    <a:pt x="38970" y="266383"/>
                  </a:cubicBezTo>
                  <a:lnTo>
                    <a:pt x="71423" y="266383"/>
                  </a:lnTo>
                  <a:lnTo>
                    <a:pt x="113709" y="180826"/>
                  </a:lnTo>
                  <a:cubicBezTo>
                    <a:pt x="117643" y="172959"/>
                    <a:pt x="129444" y="173943"/>
                    <a:pt x="131411" y="181810"/>
                  </a:cubicBezTo>
                  <a:lnTo>
                    <a:pt x="176647" y="318503"/>
                  </a:lnTo>
                  <a:lnTo>
                    <a:pt x="242536" y="65768"/>
                  </a:lnTo>
                  <a:cubicBezTo>
                    <a:pt x="245486" y="55934"/>
                    <a:pt x="259253" y="55934"/>
                    <a:pt x="261220" y="65768"/>
                  </a:cubicBezTo>
                  <a:lnTo>
                    <a:pt x="313341" y="264416"/>
                  </a:lnTo>
                  <a:lnTo>
                    <a:pt x="353661" y="264416"/>
                  </a:lnTo>
                  <a:close/>
                  <a:moveTo>
                    <a:pt x="392997" y="285068"/>
                  </a:moveTo>
                  <a:cubicBezTo>
                    <a:pt x="403814" y="285068"/>
                    <a:pt x="412665" y="276217"/>
                    <a:pt x="412665" y="265399"/>
                  </a:cubicBezTo>
                  <a:cubicBezTo>
                    <a:pt x="412665" y="254582"/>
                    <a:pt x="403814" y="245731"/>
                    <a:pt x="392997" y="245731"/>
                  </a:cubicBezTo>
                  <a:cubicBezTo>
                    <a:pt x="382179" y="245731"/>
                    <a:pt x="373329" y="254582"/>
                    <a:pt x="373329" y="265399"/>
                  </a:cubicBezTo>
                  <a:cubicBezTo>
                    <a:pt x="373329" y="276217"/>
                    <a:pt x="382179" y="285068"/>
                    <a:pt x="392997" y="285068"/>
                  </a:cubicBezTo>
                  <a:close/>
                  <a:moveTo>
                    <a:pt x="19302" y="412910"/>
                  </a:moveTo>
                  <a:lnTo>
                    <a:pt x="422499" y="412910"/>
                  </a:lnTo>
                  <a:cubicBezTo>
                    <a:pt x="428399" y="412910"/>
                    <a:pt x="432333" y="416844"/>
                    <a:pt x="432333" y="422745"/>
                  </a:cubicBezTo>
                  <a:cubicBezTo>
                    <a:pt x="432333" y="428645"/>
                    <a:pt x="428399" y="432579"/>
                    <a:pt x="422499" y="432579"/>
                  </a:cubicBezTo>
                  <a:lnTo>
                    <a:pt x="9468" y="432579"/>
                  </a:lnTo>
                  <a:cubicBezTo>
                    <a:pt x="3568" y="432579"/>
                    <a:pt x="-366" y="428645"/>
                    <a:pt x="-366" y="422745"/>
                  </a:cubicBezTo>
                  <a:lnTo>
                    <a:pt x="-366" y="9714"/>
                  </a:lnTo>
                  <a:cubicBezTo>
                    <a:pt x="-366" y="3813"/>
                    <a:pt x="3568" y="-120"/>
                    <a:pt x="9468" y="-120"/>
                  </a:cubicBezTo>
                  <a:cubicBezTo>
                    <a:pt x="15369" y="-120"/>
                    <a:pt x="19302" y="3813"/>
                    <a:pt x="19302" y="9714"/>
                  </a:cubicBezTo>
                  <a:lnTo>
                    <a:pt x="19302" y="412910"/>
                  </a:lnTo>
                  <a:close/>
                </a:path>
              </a:pathLst>
            </a:custGeom>
            <a:solidFill>
              <a:srgbClr val="2C2C2C"/>
            </a:solidFill>
            <a:ln w="4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82" name="图形 2">
              <a:extLst>
                <a:ext uri="{FF2B5EF4-FFF2-40B4-BE49-F238E27FC236}">
                  <a16:creationId xmlns:a16="http://schemas.microsoft.com/office/drawing/2014/main" id="{5A3986E8-0CF1-2B35-8F3F-EF3814DF26C0}"/>
                </a:ext>
              </a:extLst>
            </p:cNvPr>
            <p:cNvGrpSpPr/>
            <p:nvPr/>
          </p:nvGrpSpPr>
          <p:grpSpPr>
            <a:xfrm>
              <a:off x="8071805" y="1513884"/>
              <a:ext cx="465292" cy="1573765"/>
              <a:chOff x="8071805" y="1513884"/>
              <a:chExt cx="465292" cy="1573765"/>
            </a:xfrm>
          </p:grpSpPr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F900D5B8-A68B-44AC-7ECD-FF24A89EEF83}"/>
                  </a:ext>
                </a:extLst>
              </p:cNvPr>
              <p:cNvSpPr/>
              <p:nvPr/>
            </p:nvSpPr>
            <p:spPr>
              <a:xfrm>
                <a:off x="8071805" y="1513884"/>
                <a:ext cx="441690" cy="1538363"/>
              </a:xfrm>
              <a:custGeom>
                <a:avLst/>
                <a:gdLst>
                  <a:gd name="connsiteX0" fmla="*/ 0 w 441690"/>
                  <a:gd name="connsiteY0" fmla="*/ 0 h 1538363"/>
                  <a:gd name="connsiteX1" fmla="*/ 373919 w 441690"/>
                  <a:gd name="connsiteY1" fmla="*/ 0 h 1538363"/>
                  <a:gd name="connsiteX2" fmla="*/ 441420 w 441690"/>
                  <a:gd name="connsiteY2" fmla="*/ 67434 h 1538363"/>
                  <a:gd name="connsiteX3" fmla="*/ 441690 w 441690"/>
                  <a:gd name="connsiteY3" fmla="*/ 1538363 h 1538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1690" h="1538363">
                    <a:moveTo>
                      <a:pt x="0" y="0"/>
                    </a:moveTo>
                    <a:lnTo>
                      <a:pt x="373919" y="0"/>
                    </a:lnTo>
                    <a:cubicBezTo>
                      <a:pt x="418875" y="0"/>
                      <a:pt x="441376" y="22478"/>
                      <a:pt x="441420" y="67434"/>
                    </a:cubicBezTo>
                    <a:lnTo>
                      <a:pt x="441690" y="1538363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42EF4493-CAEA-9205-272C-E0821F843C5C}"/>
                  </a:ext>
                </a:extLst>
              </p:cNvPr>
              <p:cNvSpPr/>
              <p:nvPr/>
            </p:nvSpPr>
            <p:spPr>
              <a:xfrm>
                <a:off x="8489893" y="3040446"/>
                <a:ext cx="47203" cy="47203"/>
              </a:xfrm>
              <a:custGeom>
                <a:avLst/>
                <a:gdLst>
                  <a:gd name="connsiteX0" fmla="*/ 23602 w 47203"/>
                  <a:gd name="connsiteY0" fmla="*/ 47204 h 47203"/>
                  <a:gd name="connsiteX1" fmla="*/ 0 w 47203"/>
                  <a:gd name="connsiteY1" fmla="*/ 0 h 47203"/>
                  <a:gd name="connsiteX2" fmla="*/ 23602 w 47203"/>
                  <a:gd name="connsiteY2" fmla="*/ 11801 h 47203"/>
                  <a:gd name="connsiteX3" fmla="*/ 47204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23602" y="47204"/>
                    </a:moveTo>
                    <a:lnTo>
                      <a:pt x="0" y="0"/>
                    </a:lnTo>
                    <a:lnTo>
                      <a:pt x="23602" y="11801"/>
                    </a:lnTo>
                    <a:lnTo>
                      <a:pt x="472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5" name="图形 2">
              <a:extLst>
                <a:ext uri="{FF2B5EF4-FFF2-40B4-BE49-F238E27FC236}">
                  <a16:creationId xmlns:a16="http://schemas.microsoft.com/office/drawing/2014/main" id="{CCAA8035-B5DE-1775-2F43-EE62426F1CE1}"/>
                </a:ext>
              </a:extLst>
            </p:cNvPr>
            <p:cNvGrpSpPr/>
            <p:nvPr/>
          </p:nvGrpSpPr>
          <p:grpSpPr>
            <a:xfrm>
              <a:off x="7734637" y="940698"/>
              <a:ext cx="337168" cy="1146371"/>
              <a:chOff x="7734637" y="940698"/>
              <a:chExt cx="337168" cy="1146371"/>
            </a:xfrm>
            <a:solidFill>
              <a:srgbClr val="DAE8FC"/>
            </a:solidFill>
          </p:grpSpPr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CF3EC502-814B-9534-4A7A-18CE17C68906}"/>
                  </a:ext>
                </a:extLst>
              </p:cNvPr>
              <p:cNvSpPr/>
              <p:nvPr/>
            </p:nvSpPr>
            <p:spPr>
              <a:xfrm rot="10800000" flipV="1">
                <a:off x="7734637" y="940698"/>
                <a:ext cx="337168" cy="1146371"/>
              </a:xfrm>
              <a:custGeom>
                <a:avLst/>
                <a:gdLst>
                  <a:gd name="connsiteX0" fmla="*/ 286593 w 337168"/>
                  <a:gd name="connsiteY0" fmla="*/ 0 h 1146371"/>
                  <a:gd name="connsiteX1" fmla="*/ 337168 w 337168"/>
                  <a:gd name="connsiteY1" fmla="*/ 50575 h 1146371"/>
                  <a:gd name="connsiteX2" fmla="*/ 337168 w 337168"/>
                  <a:gd name="connsiteY2" fmla="*/ 1095796 h 1146371"/>
                  <a:gd name="connsiteX3" fmla="*/ 286593 w 337168"/>
                  <a:gd name="connsiteY3" fmla="*/ 1146372 h 1146371"/>
                  <a:gd name="connsiteX4" fmla="*/ 50575 w 337168"/>
                  <a:gd name="connsiteY4" fmla="*/ 1146372 h 1146371"/>
                  <a:gd name="connsiteX5" fmla="*/ 0 w 337168"/>
                  <a:gd name="connsiteY5" fmla="*/ 1095796 h 1146371"/>
                  <a:gd name="connsiteX6" fmla="*/ 0 w 337168"/>
                  <a:gd name="connsiteY6" fmla="*/ 50575 h 1146371"/>
                  <a:gd name="connsiteX7" fmla="*/ 50575 w 337168"/>
                  <a:gd name="connsiteY7" fmla="*/ 0 h 1146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168" h="1146371">
                    <a:moveTo>
                      <a:pt x="286593" y="0"/>
                    </a:moveTo>
                    <a:cubicBezTo>
                      <a:pt x="314525" y="0"/>
                      <a:pt x="337168" y="22643"/>
                      <a:pt x="337168" y="50575"/>
                    </a:cubicBezTo>
                    <a:lnTo>
                      <a:pt x="337168" y="1095796"/>
                    </a:lnTo>
                    <a:cubicBezTo>
                      <a:pt x="337168" y="1123728"/>
                      <a:pt x="314525" y="1146372"/>
                      <a:pt x="286593" y="1146372"/>
                    </a:cubicBezTo>
                    <a:lnTo>
                      <a:pt x="50575" y="1146372"/>
                    </a:lnTo>
                    <a:cubicBezTo>
                      <a:pt x="22644" y="1146372"/>
                      <a:pt x="0" y="1123728"/>
                      <a:pt x="0" y="1095796"/>
                    </a:cubicBezTo>
                    <a:lnTo>
                      <a:pt x="0" y="50575"/>
                    </a:lnTo>
                    <a:cubicBezTo>
                      <a:pt x="0" y="22643"/>
                      <a:pt x="22644" y="0"/>
                      <a:pt x="5057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87" name="图片 86">
                <a:extLst>
                  <a:ext uri="{FF2B5EF4-FFF2-40B4-BE49-F238E27FC236}">
                    <a16:creationId xmlns:a16="http://schemas.microsoft.com/office/drawing/2014/main" id="{C83F86D4-7A13-9D9A-DFD1-BA34406281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38008" y="1271123"/>
                <a:ext cx="323681" cy="519238"/>
              </a:xfrm>
              <a:custGeom>
                <a:avLst/>
                <a:gdLst>
                  <a:gd name="connsiteX0" fmla="*/ -1 w 323681"/>
                  <a:gd name="connsiteY0" fmla="*/ -1 h 519238"/>
                  <a:gd name="connsiteX1" fmla="*/ 323681 w 323681"/>
                  <a:gd name="connsiteY1" fmla="*/ -1 h 519238"/>
                  <a:gd name="connsiteX2" fmla="*/ 323681 w 323681"/>
                  <a:gd name="connsiteY2" fmla="*/ 519238 h 519238"/>
                  <a:gd name="connsiteX3" fmla="*/ -1 w 323681"/>
                  <a:gd name="connsiteY3" fmla="*/ 519238 h 519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681" h="519238">
                    <a:moveTo>
                      <a:pt x="-1" y="-1"/>
                    </a:moveTo>
                    <a:lnTo>
                      <a:pt x="323681" y="-1"/>
                    </a:lnTo>
                    <a:lnTo>
                      <a:pt x="323681" y="519238"/>
                    </a:lnTo>
                    <a:lnTo>
                      <a:pt x="-1" y="519238"/>
                    </a:lnTo>
                    <a:close/>
                  </a:path>
                </a:pathLst>
              </a:custGeom>
            </p:spPr>
          </p:pic>
        </p:grpSp>
        <p:grpSp>
          <p:nvGrpSpPr>
            <p:cNvPr id="88" name="图形 2">
              <a:extLst>
                <a:ext uri="{FF2B5EF4-FFF2-40B4-BE49-F238E27FC236}">
                  <a16:creationId xmlns:a16="http://schemas.microsoft.com/office/drawing/2014/main" id="{750BE36C-2D6A-D942-27FF-0FBAD5517D35}"/>
                </a:ext>
              </a:extLst>
            </p:cNvPr>
            <p:cNvGrpSpPr/>
            <p:nvPr/>
          </p:nvGrpSpPr>
          <p:grpSpPr>
            <a:xfrm>
              <a:off x="8071805" y="3142406"/>
              <a:ext cx="363332" cy="47203"/>
              <a:chOff x="8071805" y="3142406"/>
              <a:chExt cx="363332" cy="47203"/>
            </a:xfrm>
          </p:grpSpPr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48252B37-9685-82DE-7924-4211EAA8BC5E}"/>
                  </a:ext>
                </a:extLst>
              </p:cNvPr>
              <p:cNvSpPr/>
              <p:nvPr/>
            </p:nvSpPr>
            <p:spPr>
              <a:xfrm>
                <a:off x="8071805" y="3166008"/>
                <a:ext cx="327929" cy="6743"/>
              </a:xfrm>
              <a:custGeom>
                <a:avLst/>
                <a:gdLst>
                  <a:gd name="connsiteX0" fmla="*/ 0 w 327929"/>
                  <a:gd name="connsiteY0" fmla="*/ 0 h 6743"/>
                  <a:gd name="connsiteX1" fmla="*/ 327930 w 327929"/>
                  <a:gd name="connsiteY1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27929" h="6743">
                    <a:moveTo>
                      <a:pt x="0" y="0"/>
                    </a:moveTo>
                    <a:lnTo>
                      <a:pt x="327930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EC22B92A-B7E2-2A02-72EA-070867F3A6B1}"/>
                  </a:ext>
                </a:extLst>
              </p:cNvPr>
              <p:cNvSpPr/>
              <p:nvPr/>
            </p:nvSpPr>
            <p:spPr>
              <a:xfrm>
                <a:off x="8387934" y="3142406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1" name="图形 2">
              <a:extLst>
                <a:ext uri="{FF2B5EF4-FFF2-40B4-BE49-F238E27FC236}">
                  <a16:creationId xmlns:a16="http://schemas.microsoft.com/office/drawing/2014/main" id="{CFE41813-8175-F699-E778-C1E92DCE3643}"/>
                </a:ext>
              </a:extLst>
            </p:cNvPr>
            <p:cNvGrpSpPr/>
            <p:nvPr/>
          </p:nvGrpSpPr>
          <p:grpSpPr>
            <a:xfrm>
              <a:off x="7734637" y="2592822"/>
              <a:ext cx="337168" cy="1146371"/>
              <a:chOff x="7734637" y="2592822"/>
              <a:chExt cx="337168" cy="1146371"/>
            </a:xfrm>
            <a:solidFill>
              <a:srgbClr val="DAE8FC"/>
            </a:solidFill>
          </p:grpSpPr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31D900D6-19FD-D7E4-A8AF-8EEB5B47115C}"/>
                  </a:ext>
                </a:extLst>
              </p:cNvPr>
              <p:cNvSpPr/>
              <p:nvPr/>
            </p:nvSpPr>
            <p:spPr>
              <a:xfrm rot="10800000" flipV="1">
                <a:off x="7734637" y="2592822"/>
                <a:ext cx="337168" cy="1146371"/>
              </a:xfrm>
              <a:custGeom>
                <a:avLst/>
                <a:gdLst>
                  <a:gd name="connsiteX0" fmla="*/ 286593 w 337168"/>
                  <a:gd name="connsiteY0" fmla="*/ 0 h 1146371"/>
                  <a:gd name="connsiteX1" fmla="*/ 337168 w 337168"/>
                  <a:gd name="connsiteY1" fmla="*/ 50575 h 1146371"/>
                  <a:gd name="connsiteX2" fmla="*/ 337168 w 337168"/>
                  <a:gd name="connsiteY2" fmla="*/ 1095796 h 1146371"/>
                  <a:gd name="connsiteX3" fmla="*/ 286593 w 337168"/>
                  <a:gd name="connsiteY3" fmla="*/ 1146372 h 1146371"/>
                  <a:gd name="connsiteX4" fmla="*/ 50575 w 337168"/>
                  <a:gd name="connsiteY4" fmla="*/ 1146372 h 1146371"/>
                  <a:gd name="connsiteX5" fmla="*/ 0 w 337168"/>
                  <a:gd name="connsiteY5" fmla="*/ 1095796 h 1146371"/>
                  <a:gd name="connsiteX6" fmla="*/ 0 w 337168"/>
                  <a:gd name="connsiteY6" fmla="*/ 50575 h 1146371"/>
                  <a:gd name="connsiteX7" fmla="*/ 50575 w 337168"/>
                  <a:gd name="connsiteY7" fmla="*/ 0 h 1146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168" h="1146371">
                    <a:moveTo>
                      <a:pt x="286593" y="0"/>
                    </a:moveTo>
                    <a:cubicBezTo>
                      <a:pt x="314525" y="0"/>
                      <a:pt x="337168" y="22643"/>
                      <a:pt x="337168" y="50575"/>
                    </a:cubicBezTo>
                    <a:lnTo>
                      <a:pt x="337168" y="1095796"/>
                    </a:lnTo>
                    <a:cubicBezTo>
                      <a:pt x="337168" y="1123728"/>
                      <a:pt x="314525" y="1146372"/>
                      <a:pt x="286593" y="1146372"/>
                    </a:cubicBezTo>
                    <a:lnTo>
                      <a:pt x="50575" y="1146372"/>
                    </a:lnTo>
                    <a:cubicBezTo>
                      <a:pt x="22644" y="1146372"/>
                      <a:pt x="0" y="1123728"/>
                      <a:pt x="0" y="1095796"/>
                    </a:cubicBezTo>
                    <a:lnTo>
                      <a:pt x="0" y="50575"/>
                    </a:lnTo>
                    <a:cubicBezTo>
                      <a:pt x="0" y="22643"/>
                      <a:pt x="22644" y="0"/>
                      <a:pt x="5057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93" name="图片 92">
                <a:extLst>
                  <a:ext uri="{FF2B5EF4-FFF2-40B4-BE49-F238E27FC236}">
                    <a16:creationId xmlns:a16="http://schemas.microsoft.com/office/drawing/2014/main" id="{53BA5A14-6C73-19A8-60F6-83594321BA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38008" y="2923247"/>
                <a:ext cx="323681" cy="519238"/>
              </a:xfrm>
              <a:custGeom>
                <a:avLst/>
                <a:gdLst>
                  <a:gd name="connsiteX0" fmla="*/ -1 w 323681"/>
                  <a:gd name="connsiteY0" fmla="*/ -1 h 519238"/>
                  <a:gd name="connsiteX1" fmla="*/ 323681 w 323681"/>
                  <a:gd name="connsiteY1" fmla="*/ -1 h 519238"/>
                  <a:gd name="connsiteX2" fmla="*/ 323681 w 323681"/>
                  <a:gd name="connsiteY2" fmla="*/ 519238 h 519238"/>
                  <a:gd name="connsiteX3" fmla="*/ -1 w 323681"/>
                  <a:gd name="connsiteY3" fmla="*/ 519238 h 519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681" h="519238">
                    <a:moveTo>
                      <a:pt x="-1" y="-1"/>
                    </a:moveTo>
                    <a:lnTo>
                      <a:pt x="323681" y="-1"/>
                    </a:lnTo>
                    <a:lnTo>
                      <a:pt x="323681" y="519238"/>
                    </a:lnTo>
                    <a:lnTo>
                      <a:pt x="-1" y="519238"/>
                    </a:lnTo>
                    <a:close/>
                  </a:path>
                </a:pathLst>
              </a:custGeom>
            </p:spPr>
          </p:pic>
        </p:grpSp>
        <p:grpSp>
          <p:nvGrpSpPr>
            <p:cNvPr id="94" name="图形 2">
              <a:extLst>
                <a:ext uri="{FF2B5EF4-FFF2-40B4-BE49-F238E27FC236}">
                  <a16:creationId xmlns:a16="http://schemas.microsoft.com/office/drawing/2014/main" id="{7B77D299-912C-C179-19E2-1C91BD8876E0}"/>
                </a:ext>
              </a:extLst>
            </p:cNvPr>
            <p:cNvGrpSpPr/>
            <p:nvPr/>
          </p:nvGrpSpPr>
          <p:grpSpPr>
            <a:xfrm>
              <a:off x="8071805" y="3244366"/>
              <a:ext cx="465292" cy="2086261"/>
              <a:chOff x="8071805" y="3244366"/>
              <a:chExt cx="465292" cy="2086261"/>
            </a:xfrm>
          </p:grpSpPr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E4DDAF55-897D-2A96-AB7C-3DF9414DB1FA}"/>
                  </a:ext>
                </a:extLst>
              </p:cNvPr>
              <p:cNvSpPr/>
              <p:nvPr/>
            </p:nvSpPr>
            <p:spPr>
              <a:xfrm>
                <a:off x="8071805" y="3279768"/>
                <a:ext cx="441690" cy="2050858"/>
              </a:xfrm>
              <a:custGeom>
                <a:avLst/>
                <a:gdLst>
                  <a:gd name="connsiteX0" fmla="*/ 0 w 441690"/>
                  <a:gd name="connsiteY0" fmla="*/ 2050859 h 2050858"/>
                  <a:gd name="connsiteX1" fmla="*/ 373919 w 441690"/>
                  <a:gd name="connsiteY1" fmla="*/ 2050859 h 2050858"/>
                  <a:gd name="connsiteX2" fmla="*/ 441420 w 441690"/>
                  <a:gd name="connsiteY2" fmla="*/ 1983425 h 2050858"/>
                  <a:gd name="connsiteX3" fmla="*/ 441690 w 441690"/>
                  <a:gd name="connsiteY3" fmla="*/ 0 h 2050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1690" h="2050858">
                    <a:moveTo>
                      <a:pt x="0" y="2050859"/>
                    </a:moveTo>
                    <a:lnTo>
                      <a:pt x="373919" y="2050859"/>
                    </a:lnTo>
                    <a:cubicBezTo>
                      <a:pt x="418875" y="2050859"/>
                      <a:pt x="441376" y="2028381"/>
                      <a:pt x="441420" y="1983425"/>
                    </a:cubicBezTo>
                    <a:lnTo>
                      <a:pt x="441690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6" name="任意多边形: 形状 95">
                <a:extLst>
                  <a:ext uri="{FF2B5EF4-FFF2-40B4-BE49-F238E27FC236}">
                    <a16:creationId xmlns:a16="http://schemas.microsoft.com/office/drawing/2014/main" id="{855B2DA5-81E8-7132-D8E4-0BFCB48D33A2}"/>
                  </a:ext>
                </a:extLst>
              </p:cNvPr>
              <p:cNvSpPr/>
              <p:nvPr/>
            </p:nvSpPr>
            <p:spPr>
              <a:xfrm>
                <a:off x="8489893" y="3244366"/>
                <a:ext cx="47203" cy="47203"/>
              </a:xfrm>
              <a:custGeom>
                <a:avLst/>
                <a:gdLst>
                  <a:gd name="connsiteX0" fmla="*/ 23602 w 47203"/>
                  <a:gd name="connsiteY0" fmla="*/ 0 h 47203"/>
                  <a:gd name="connsiteX1" fmla="*/ 47204 w 47203"/>
                  <a:gd name="connsiteY1" fmla="*/ 47204 h 47203"/>
                  <a:gd name="connsiteX2" fmla="*/ 23602 w 47203"/>
                  <a:gd name="connsiteY2" fmla="*/ 35403 h 47203"/>
                  <a:gd name="connsiteX3" fmla="*/ 0 w 47203"/>
                  <a:gd name="connsiteY3" fmla="*/ 47204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23602" y="0"/>
                    </a:moveTo>
                    <a:lnTo>
                      <a:pt x="47204" y="47204"/>
                    </a:lnTo>
                    <a:lnTo>
                      <a:pt x="23602" y="35403"/>
                    </a:lnTo>
                    <a:lnTo>
                      <a:pt x="0" y="47204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7" name="图形 2">
              <a:extLst>
                <a:ext uri="{FF2B5EF4-FFF2-40B4-BE49-F238E27FC236}">
                  <a16:creationId xmlns:a16="http://schemas.microsoft.com/office/drawing/2014/main" id="{4C6ED2A0-E8BE-C9EF-396E-92818D2B6F72}"/>
                </a:ext>
              </a:extLst>
            </p:cNvPr>
            <p:cNvGrpSpPr/>
            <p:nvPr/>
          </p:nvGrpSpPr>
          <p:grpSpPr>
            <a:xfrm>
              <a:off x="7734637" y="4757441"/>
              <a:ext cx="337168" cy="1146371"/>
              <a:chOff x="7734637" y="4757441"/>
              <a:chExt cx="337168" cy="1146371"/>
            </a:xfrm>
            <a:solidFill>
              <a:srgbClr val="DAE8FC"/>
            </a:solidFill>
          </p:grpSpPr>
          <p:sp>
            <p:nvSpPr>
              <p:cNvPr id="98" name="任意多边形: 形状 97">
                <a:extLst>
                  <a:ext uri="{FF2B5EF4-FFF2-40B4-BE49-F238E27FC236}">
                    <a16:creationId xmlns:a16="http://schemas.microsoft.com/office/drawing/2014/main" id="{1CFD6A82-6039-9F22-40C7-CF190BA7B3FB}"/>
                  </a:ext>
                </a:extLst>
              </p:cNvPr>
              <p:cNvSpPr/>
              <p:nvPr/>
            </p:nvSpPr>
            <p:spPr>
              <a:xfrm rot="10800000" flipV="1">
                <a:off x="7734637" y="4757441"/>
                <a:ext cx="337168" cy="1146371"/>
              </a:xfrm>
              <a:custGeom>
                <a:avLst/>
                <a:gdLst>
                  <a:gd name="connsiteX0" fmla="*/ 286593 w 337168"/>
                  <a:gd name="connsiteY0" fmla="*/ 0 h 1146371"/>
                  <a:gd name="connsiteX1" fmla="*/ 337168 w 337168"/>
                  <a:gd name="connsiteY1" fmla="*/ 50575 h 1146371"/>
                  <a:gd name="connsiteX2" fmla="*/ 337168 w 337168"/>
                  <a:gd name="connsiteY2" fmla="*/ 1095796 h 1146371"/>
                  <a:gd name="connsiteX3" fmla="*/ 286593 w 337168"/>
                  <a:gd name="connsiteY3" fmla="*/ 1146372 h 1146371"/>
                  <a:gd name="connsiteX4" fmla="*/ 50575 w 337168"/>
                  <a:gd name="connsiteY4" fmla="*/ 1146372 h 1146371"/>
                  <a:gd name="connsiteX5" fmla="*/ 0 w 337168"/>
                  <a:gd name="connsiteY5" fmla="*/ 1095796 h 1146371"/>
                  <a:gd name="connsiteX6" fmla="*/ 0 w 337168"/>
                  <a:gd name="connsiteY6" fmla="*/ 50575 h 1146371"/>
                  <a:gd name="connsiteX7" fmla="*/ 50575 w 337168"/>
                  <a:gd name="connsiteY7" fmla="*/ 0 h 1146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168" h="1146371">
                    <a:moveTo>
                      <a:pt x="286593" y="0"/>
                    </a:moveTo>
                    <a:cubicBezTo>
                      <a:pt x="314525" y="0"/>
                      <a:pt x="337168" y="22643"/>
                      <a:pt x="337168" y="50575"/>
                    </a:cubicBezTo>
                    <a:lnTo>
                      <a:pt x="337168" y="1095796"/>
                    </a:lnTo>
                    <a:cubicBezTo>
                      <a:pt x="337168" y="1123728"/>
                      <a:pt x="314525" y="1146372"/>
                      <a:pt x="286593" y="1146372"/>
                    </a:cubicBezTo>
                    <a:lnTo>
                      <a:pt x="50575" y="1146372"/>
                    </a:lnTo>
                    <a:cubicBezTo>
                      <a:pt x="22644" y="1146372"/>
                      <a:pt x="0" y="1123728"/>
                      <a:pt x="0" y="1095796"/>
                    </a:cubicBezTo>
                    <a:lnTo>
                      <a:pt x="0" y="50575"/>
                    </a:lnTo>
                    <a:cubicBezTo>
                      <a:pt x="0" y="22643"/>
                      <a:pt x="22644" y="0"/>
                      <a:pt x="5057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99" name="图片 98">
                <a:extLst>
                  <a:ext uri="{FF2B5EF4-FFF2-40B4-BE49-F238E27FC236}">
                    <a16:creationId xmlns:a16="http://schemas.microsoft.com/office/drawing/2014/main" id="{77CAA1B0-E673-3D95-EACC-949D842A5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38008" y="5087866"/>
                <a:ext cx="323681" cy="519238"/>
              </a:xfrm>
              <a:custGeom>
                <a:avLst/>
                <a:gdLst>
                  <a:gd name="connsiteX0" fmla="*/ -1 w 323681"/>
                  <a:gd name="connsiteY0" fmla="*/ -1 h 519238"/>
                  <a:gd name="connsiteX1" fmla="*/ 323681 w 323681"/>
                  <a:gd name="connsiteY1" fmla="*/ -1 h 519238"/>
                  <a:gd name="connsiteX2" fmla="*/ 323681 w 323681"/>
                  <a:gd name="connsiteY2" fmla="*/ 519238 h 519238"/>
                  <a:gd name="connsiteX3" fmla="*/ -1 w 323681"/>
                  <a:gd name="connsiteY3" fmla="*/ 519238 h 519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681" h="519238">
                    <a:moveTo>
                      <a:pt x="-1" y="-1"/>
                    </a:moveTo>
                    <a:lnTo>
                      <a:pt x="323681" y="-1"/>
                    </a:lnTo>
                    <a:lnTo>
                      <a:pt x="323681" y="519238"/>
                    </a:lnTo>
                    <a:lnTo>
                      <a:pt x="-1" y="519238"/>
                    </a:lnTo>
                    <a:close/>
                  </a:path>
                </a:pathLst>
              </a:custGeom>
            </p:spPr>
          </p:pic>
        </p:grpSp>
        <p:grpSp>
          <p:nvGrpSpPr>
            <p:cNvPr id="100" name="图形 2">
              <a:extLst>
                <a:ext uri="{FF2B5EF4-FFF2-40B4-BE49-F238E27FC236}">
                  <a16:creationId xmlns:a16="http://schemas.microsoft.com/office/drawing/2014/main" id="{55EE5D08-49C1-8D9A-B575-8B701F35E12A}"/>
                </a:ext>
              </a:extLst>
            </p:cNvPr>
            <p:cNvGrpSpPr/>
            <p:nvPr/>
          </p:nvGrpSpPr>
          <p:grpSpPr>
            <a:xfrm>
              <a:off x="7355323" y="1490282"/>
              <a:ext cx="371761" cy="47203"/>
              <a:chOff x="7355323" y="1490282"/>
              <a:chExt cx="371761" cy="47203"/>
            </a:xfrm>
          </p:grpSpPr>
          <p:sp>
            <p:nvSpPr>
              <p:cNvPr id="101" name="任意多边形: 形状 100">
                <a:extLst>
                  <a:ext uri="{FF2B5EF4-FFF2-40B4-BE49-F238E27FC236}">
                    <a16:creationId xmlns:a16="http://schemas.microsoft.com/office/drawing/2014/main" id="{CD2E2B79-266D-1D21-47D2-663587A532DD}"/>
                  </a:ext>
                </a:extLst>
              </p:cNvPr>
              <p:cNvSpPr/>
              <p:nvPr/>
            </p:nvSpPr>
            <p:spPr>
              <a:xfrm>
                <a:off x="7355323" y="1513884"/>
                <a:ext cx="336358" cy="67"/>
              </a:xfrm>
              <a:custGeom>
                <a:avLst/>
                <a:gdLst>
                  <a:gd name="connsiteX0" fmla="*/ 0 w 336358"/>
                  <a:gd name="connsiteY0" fmla="*/ 67 h 67"/>
                  <a:gd name="connsiteX1" fmla="*/ 336359 w 336358"/>
                  <a:gd name="connsiteY1" fmla="*/ 0 h 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36358" h="67">
                    <a:moveTo>
                      <a:pt x="0" y="67"/>
                    </a:moveTo>
                    <a:lnTo>
                      <a:pt x="336359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2" name="任意多边形: 形状 101">
                <a:extLst>
                  <a:ext uri="{FF2B5EF4-FFF2-40B4-BE49-F238E27FC236}">
                    <a16:creationId xmlns:a16="http://schemas.microsoft.com/office/drawing/2014/main" id="{EDC2EC76-7E13-50FB-B9B9-55643095A751}"/>
                  </a:ext>
                </a:extLst>
              </p:cNvPr>
              <p:cNvSpPr/>
              <p:nvPr/>
            </p:nvSpPr>
            <p:spPr>
              <a:xfrm>
                <a:off x="7679881" y="1490282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03" name="图形 2">
              <a:extLst>
                <a:ext uri="{FF2B5EF4-FFF2-40B4-BE49-F238E27FC236}">
                  <a16:creationId xmlns:a16="http://schemas.microsoft.com/office/drawing/2014/main" id="{DFA4074F-B57D-F1AB-D97C-C883975CCE81}"/>
                </a:ext>
              </a:extLst>
            </p:cNvPr>
            <p:cNvGrpSpPr/>
            <p:nvPr/>
          </p:nvGrpSpPr>
          <p:grpSpPr>
            <a:xfrm>
              <a:off x="7370495" y="3141529"/>
              <a:ext cx="356589" cy="47203"/>
              <a:chOff x="7370495" y="3141529"/>
              <a:chExt cx="356589" cy="47203"/>
            </a:xfrm>
          </p:grpSpPr>
          <p:sp>
            <p:nvSpPr>
              <p:cNvPr id="104" name="任意多边形: 形状 103">
                <a:extLst>
                  <a:ext uri="{FF2B5EF4-FFF2-40B4-BE49-F238E27FC236}">
                    <a16:creationId xmlns:a16="http://schemas.microsoft.com/office/drawing/2014/main" id="{54414AA3-C05E-E082-249A-8BBDFBA8839A}"/>
                  </a:ext>
                </a:extLst>
              </p:cNvPr>
              <p:cNvSpPr/>
              <p:nvPr/>
            </p:nvSpPr>
            <p:spPr>
              <a:xfrm>
                <a:off x="7370495" y="3160950"/>
                <a:ext cx="321186" cy="4518"/>
              </a:xfrm>
              <a:custGeom>
                <a:avLst/>
                <a:gdLst>
                  <a:gd name="connsiteX0" fmla="*/ 0 w 321186"/>
                  <a:gd name="connsiteY0" fmla="*/ 0 h 4518"/>
                  <a:gd name="connsiteX1" fmla="*/ 182677 w 321186"/>
                  <a:gd name="connsiteY1" fmla="*/ 742 h 4518"/>
                  <a:gd name="connsiteX2" fmla="*/ 321186 w 321186"/>
                  <a:gd name="connsiteY2" fmla="*/ 4518 h 4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1186" h="4518">
                    <a:moveTo>
                      <a:pt x="0" y="0"/>
                    </a:moveTo>
                    <a:lnTo>
                      <a:pt x="182677" y="742"/>
                    </a:lnTo>
                    <a:lnTo>
                      <a:pt x="321186" y="4518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5" name="任意多边形: 形状 104">
                <a:extLst>
                  <a:ext uri="{FF2B5EF4-FFF2-40B4-BE49-F238E27FC236}">
                    <a16:creationId xmlns:a16="http://schemas.microsoft.com/office/drawing/2014/main" id="{AF2589FD-40BB-4ABF-2C4E-4C6445C41912}"/>
                  </a:ext>
                </a:extLst>
              </p:cNvPr>
              <p:cNvSpPr/>
              <p:nvPr/>
            </p:nvSpPr>
            <p:spPr>
              <a:xfrm>
                <a:off x="7679274" y="3141529"/>
                <a:ext cx="47810" cy="47203"/>
              </a:xfrm>
              <a:custGeom>
                <a:avLst/>
                <a:gdLst>
                  <a:gd name="connsiteX0" fmla="*/ 47810 w 47810"/>
                  <a:gd name="connsiteY0" fmla="*/ 24883 h 47203"/>
                  <a:gd name="connsiteX1" fmla="*/ 0 w 47810"/>
                  <a:gd name="connsiteY1" fmla="*/ 47204 h 47203"/>
                  <a:gd name="connsiteX2" fmla="*/ 12408 w 47810"/>
                  <a:gd name="connsiteY2" fmla="*/ 23939 h 47203"/>
                  <a:gd name="connsiteX3" fmla="*/ 1281 w 47810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810" h="47203">
                    <a:moveTo>
                      <a:pt x="47810" y="24883"/>
                    </a:moveTo>
                    <a:lnTo>
                      <a:pt x="0" y="47204"/>
                    </a:lnTo>
                    <a:lnTo>
                      <a:pt x="12408" y="23939"/>
                    </a:lnTo>
                    <a:lnTo>
                      <a:pt x="1281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06" name="图形 2">
              <a:extLst>
                <a:ext uri="{FF2B5EF4-FFF2-40B4-BE49-F238E27FC236}">
                  <a16:creationId xmlns:a16="http://schemas.microsoft.com/office/drawing/2014/main" id="{57D84E15-2F3C-9814-BA2D-ABB431CB7753}"/>
                </a:ext>
              </a:extLst>
            </p:cNvPr>
            <p:cNvGrpSpPr/>
            <p:nvPr/>
          </p:nvGrpSpPr>
          <p:grpSpPr>
            <a:xfrm>
              <a:off x="7383982" y="5305879"/>
              <a:ext cx="343102" cy="47203"/>
              <a:chOff x="7383982" y="5305879"/>
              <a:chExt cx="343102" cy="47203"/>
            </a:xfrm>
          </p:grpSpPr>
          <p:sp>
            <p:nvSpPr>
              <p:cNvPr id="107" name="任意多边形: 形状 106">
                <a:extLst>
                  <a:ext uri="{FF2B5EF4-FFF2-40B4-BE49-F238E27FC236}">
                    <a16:creationId xmlns:a16="http://schemas.microsoft.com/office/drawing/2014/main" id="{2A3C1DE3-CD4F-783B-9843-0AA3F5331981}"/>
                  </a:ext>
                </a:extLst>
              </p:cNvPr>
              <p:cNvSpPr/>
              <p:nvPr/>
            </p:nvSpPr>
            <p:spPr>
              <a:xfrm>
                <a:off x="7383982" y="5326918"/>
                <a:ext cx="307699" cy="2832"/>
              </a:xfrm>
              <a:custGeom>
                <a:avLst/>
                <a:gdLst>
                  <a:gd name="connsiteX0" fmla="*/ 0 w 307699"/>
                  <a:gd name="connsiteY0" fmla="*/ 337 h 2832"/>
                  <a:gd name="connsiteX1" fmla="*/ 175327 w 307699"/>
                  <a:gd name="connsiteY1" fmla="*/ 0 h 2832"/>
                  <a:gd name="connsiteX2" fmla="*/ 307700 w 307699"/>
                  <a:gd name="connsiteY2" fmla="*/ 2832 h 2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7699" h="2832">
                    <a:moveTo>
                      <a:pt x="0" y="337"/>
                    </a:moveTo>
                    <a:lnTo>
                      <a:pt x="175327" y="0"/>
                    </a:lnTo>
                    <a:lnTo>
                      <a:pt x="307700" y="2832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8" name="任意多边形: 形状 107">
                <a:extLst>
                  <a:ext uri="{FF2B5EF4-FFF2-40B4-BE49-F238E27FC236}">
                    <a16:creationId xmlns:a16="http://schemas.microsoft.com/office/drawing/2014/main" id="{BDA9BAAF-1F10-BA08-3AFA-2B9C7B04A9F9}"/>
                  </a:ext>
                </a:extLst>
              </p:cNvPr>
              <p:cNvSpPr/>
              <p:nvPr/>
            </p:nvSpPr>
            <p:spPr>
              <a:xfrm>
                <a:off x="7679409" y="5305879"/>
                <a:ext cx="47675" cy="47203"/>
              </a:xfrm>
              <a:custGeom>
                <a:avLst/>
                <a:gdLst>
                  <a:gd name="connsiteX0" fmla="*/ 47675 w 47675"/>
                  <a:gd name="connsiteY0" fmla="*/ 24613 h 47203"/>
                  <a:gd name="connsiteX1" fmla="*/ 0 w 47675"/>
                  <a:gd name="connsiteY1" fmla="*/ 47204 h 47203"/>
                  <a:gd name="connsiteX2" fmla="*/ 12273 w 47675"/>
                  <a:gd name="connsiteY2" fmla="*/ 23871 h 47203"/>
                  <a:gd name="connsiteX3" fmla="*/ 1011 w 47675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675" h="47203">
                    <a:moveTo>
                      <a:pt x="47675" y="24613"/>
                    </a:moveTo>
                    <a:lnTo>
                      <a:pt x="0" y="47204"/>
                    </a:lnTo>
                    <a:lnTo>
                      <a:pt x="12273" y="23871"/>
                    </a:lnTo>
                    <a:lnTo>
                      <a:pt x="10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09" name="图形 2">
              <a:extLst>
                <a:ext uri="{FF2B5EF4-FFF2-40B4-BE49-F238E27FC236}">
                  <a16:creationId xmlns:a16="http://schemas.microsoft.com/office/drawing/2014/main" id="{D0F91E79-96A8-5740-0857-96461F3F2D40}"/>
                </a:ext>
              </a:extLst>
            </p:cNvPr>
            <p:cNvGrpSpPr/>
            <p:nvPr/>
          </p:nvGrpSpPr>
          <p:grpSpPr>
            <a:xfrm>
              <a:off x="6911946" y="5303317"/>
              <a:ext cx="182677" cy="47203"/>
              <a:chOff x="6911946" y="5303317"/>
              <a:chExt cx="182677" cy="47203"/>
            </a:xfrm>
          </p:grpSpPr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7CFBFDC4-4A9C-263A-D71C-35D3765CE4EA}"/>
                  </a:ext>
                </a:extLst>
              </p:cNvPr>
              <p:cNvSpPr/>
              <p:nvPr/>
            </p:nvSpPr>
            <p:spPr>
              <a:xfrm>
                <a:off x="6911946" y="5326918"/>
                <a:ext cx="182677" cy="6743"/>
              </a:xfrm>
              <a:custGeom>
                <a:avLst/>
                <a:gdLst>
                  <a:gd name="connsiteX0" fmla="*/ 47204 w 182677"/>
                  <a:gd name="connsiteY0" fmla="*/ 0 h 6743"/>
                  <a:gd name="connsiteX1" fmla="*/ 182677 w 182677"/>
                  <a:gd name="connsiteY1" fmla="*/ 0 h 6743"/>
                  <a:gd name="connsiteX2" fmla="*/ 0 w 182677"/>
                  <a:gd name="connsiteY2" fmla="*/ 0 h 6743"/>
                  <a:gd name="connsiteX3" fmla="*/ 91912 w 182677"/>
                  <a:gd name="connsiteY3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677" h="6743">
                    <a:moveTo>
                      <a:pt x="47204" y="0"/>
                    </a:moveTo>
                    <a:lnTo>
                      <a:pt x="182677" y="0"/>
                    </a:lnTo>
                    <a:lnTo>
                      <a:pt x="0" y="0"/>
                    </a:lnTo>
                    <a:lnTo>
                      <a:pt x="91912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1" name="任意多边形: 形状 110">
                <a:extLst>
                  <a:ext uri="{FF2B5EF4-FFF2-40B4-BE49-F238E27FC236}">
                    <a16:creationId xmlns:a16="http://schemas.microsoft.com/office/drawing/2014/main" id="{F2979415-3AD3-55DD-D5DE-1E02B8661336}"/>
                  </a:ext>
                </a:extLst>
              </p:cNvPr>
              <p:cNvSpPr/>
              <p:nvPr/>
            </p:nvSpPr>
            <p:spPr>
              <a:xfrm>
                <a:off x="6992058" y="5303317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2" name="图形 2">
              <a:extLst>
                <a:ext uri="{FF2B5EF4-FFF2-40B4-BE49-F238E27FC236}">
                  <a16:creationId xmlns:a16="http://schemas.microsoft.com/office/drawing/2014/main" id="{1DDBE6F2-50D1-3AF6-6FD4-F8EED038C842}"/>
                </a:ext>
              </a:extLst>
            </p:cNvPr>
            <p:cNvGrpSpPr/>
            <p:nvPr/>
          </p:nvGrpSpPr>
          <p:grpSpPr>
            <a:xfrm>
              <a:off x="6621982" y="4754070"/>
              <a:ext cx="337168" cy="1146371"/>
              <a:chOff x="6621982" y="4754070"/>
              <a:chExt cx="337168" cy="1146371"/>
            </a:xfrm>
            <a:solidFill>
              <a:srgbClr val="DAE8FC"/>
            </a:solidFill>
          </p:grpSpPr>
          <p:sp>
            <p:nvSpPr>
              <p:cNvPr id="113" name="任意多边形: 形状 112">
                <a:extLst>
                  <a:ext uri="{FF2B5EF4-FFF2-40B4-BE49-F238E27FC236}">
                    <a16:creationId xmlns:a16="http://schemas.microsoft.com/office/drawing/2014/main" id="{B1E8E6E7-8789-31A4-82BB-FEE9A888344D}"/>
                  </a:ext>
                </a:extLst>
              </p:cNvPr>
              <p:cNvSpPr/>
              <p:nvPr/>
            </p:nvSpPr>
            <p:spPr>
              <a:xfrm>
                <a:off x="6621982" y="4754070"/>
                <a:ext cx="337168" cy="1146371"/>
              </a:xfrm>
              <a:custGeom>
                <a:avLst/>
                <a:gdLst>
                  <a:gd name="connsiteX0" fmla="*/ 286593 w 337168"/>
                  <a:gd name="connsiteY0" fmla="*/ 0 h 1146371"/>
                  <a:gd name="connsiteX1" fmla="*/ 337168 w 337168"/>
                  <a:gd name="connsiteY1" fmla="*/ 50575 h 1146371"/>
                  <a:gd name="connsiteX2" fmla="*/ 337168 w 337168"/>
                  <a:gd name="connsiteY2" fmla="*/ 1095796 h 1146371"/>
                  <a:gd name="connsiteX3" fmla="*/ 286593 w 337168"/>
                  <a:gd name="connsiteY3" fmla="*/ 1146372 h 1146371"/>
                  <a:gd name="connsiteX4" fmla="*/ 50575 w 337168"/>
                  <a:gd name="connsiteY4" fmla="*/ 1146372 h 1146371"/>
                  <a:gd name="connsiteX5" fmla="*/ 0 w 337168"/>
                  <a:gd name="connsiteY5" fmla="*/ 1095796 h 1146371"/>
                  <a:gd name="connsiteX6" fmla="*/ 0 w 337168"/>
                  <a:gd name="connsiteY6" fmla="*/ 50575 h 1146371"/>
                  <a:gd name="connsiteX7" fmla="*/ 50575 w 337168"/>
                  <a:gd name="connsiteY7" fmla="*/ 0 h 1146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168" h="1146371">
                    <a:moveTo>
                      <a:pt x="286593" y="0"/>
                    </a:moveTo>
                    <a:cubicBezTo>
                      <a:pt x="314525" y="0"/>
                      <a:pt x="337168" y="22643"/>
                      <a:pt x="337168" y="50575"/>
                    </a:cubicBezTo>
                    <a:lnTo>
                      <a:pt x="337168" y="1095796"/>
                    </a:lnTo>
                    <a:cubicBezTo>
                      <a:pt x="337168" y="1123728"/>
                      <a:pt x="314525" y="1146372"/>
                      <a:pt x="286593" y="1146372"/>
                    </a:cubicBezTo>
                    <a:lnTo>
                      <a:pt x="50575" y="1146372"/>
                    </a:lnTo>
                    <a:cubicBezTo>
                      <a:pt x="22643" y="1146372"/>
                      <a:pt x="0" y="1123728"/>
                      <a:pt x="0" y="1095796"/>
                    </a:cubicBezTo>
                    <a:lnTo>
                      <a:pt x="0" y="50575"/>
                    </a:lnTo>
                    <a:cubicBezTo>
                      <a:pt x="0" y="22643"/>
                      <a:pt x="22643" y="0"/>
                      <a:pt x="5057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14" name="图片 113">
                <a:extLst>
                  <a:ext uri="{FF2B5EF4-FFF2-40B4-BE49-F238E27FC236}">
                    <a16:creationId xmlns:a16="http://schemas.microsoft.com/office/drawing/2014/main" id="{C033DAC8-08E0-AA4F-1B93-B37D005EF0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25353" y="4845105"/>
                <a:ext cx="323681" cy="1004761"/>
              </a:xfrm>
              <a:custGeom>
                <a:avLst/>
                <a:gdLst>
                  <a:gd name="connsiteX0" fmla="*/ -1 w 323681"/>
                  <a:gd name="connsiteY0" fmla="*/ -1 h 1004761"/>
                  <a:gd name="connsiteX1" fmla="*/ 323681 w 323681"/>
                  <a:gd name="connsiteY1" fmla="*/ -1 h 1004761"/>
                  <a:gd name="connsiteX2" fmla="*/ 323681 w 323681"/>
                  <a:gd name="connsiteY2" fmla="*/ 1004761 h 1004761"/>
                  <a:gd name="connsiteX3" fmla="*/ -1 w 323681"/>
                  <a:gd name="connsiteY3" fmla="*/ 1004761 h 100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681" h="1004761">
                    <a:moveTo>
                      <a:pt x="-1" y="-1"/>
                    </a:moveTo>
                    <a:lnTo>
                      <a:pt x="323681" y="-1"/>
                    </a:lnTo>
                    <a:lnTo>
                      <a:pt x="323681" y="1004761"/>
                    </a:lnTo>
                    <a:lnTo>
                      <a:pt x="-1" y="1004761"/>
                    </a:lnTo>
                    <a:close/>
                  </a:path>
                </a:pathLst>
              </a:custGeom>
            </p:spPr>
          </p:pic>
        </p:grpSp>
        <p:grpSp>
          <p:nvGrpSpPr>
            <p:cNvPr id="115" name="图形 2">
              <a:extLst>
                <a:ext uri="{FF2B5EF4-FFF2-40B4-BE49-F238E27FC236}">
                  <a16:creationId xmlns:a16="http://schemas.microsoft.com/office/drawing/2014/main" id="{6161C640-A6F1-B4D5-8C0E-E7589454B3F7}"/>
                </a:ext>
              </a:extLst>
            </p:cNvPr>
            <p:cNvGrpSpPr/>
            <p:nvPr/>
          </p:nvGrpSpPr>
          <p:grpSpPr>
            <a:xfrm>
              <a:off x="7046814" y="4754070"/>
              <a:ext cx="337168" cy="1146371"/>
              <a:chOff x="7046814" y="4754070"/>
              <a:chExt cx="337168" cy="1146371"/>
            </a:xfrm>
            <a:solidFill>
              <a:srgbClr val="6EA0BF"/>
            </a:solidFill>
          </p:grpSpPr>
          <p:sp>
            <p:nvSpPr>
              <p:cNvPr id="116" name="任意多边形: 形状 115">
                <a:extLst>
                  <a:ext uri="{FF2B5EF4-FFF2-40B4-BE49-F238E27FC236}">
                    <a16:creationId xmlns:a16="http://schemas.microsoft.com/office/drawing/2014/main" id="{9D06172D-8821-58B5-07DF-B43702F4A7BA}"/>
                  </a:ext>
                </a:extLst>
              </p:cNvPr>
              <p:cNvSpPr/>
              <p:nvPr/>
            </p:nvSpPr>
            <p:spPr>
              <a:xfrm rot="10800000" flipV="1">
                <a:off x="7046814" y="4754070"/>
                <a:ext cx="337168" cy="1146371"/>
              </a:xfrm>
              <a:custGeom>
                <a:avLst/>
                <a:gdLst>
                  <a:gd name="connsiteX0" fmla="*/ 286593 w 337168"/>
                  <a:gd name="connsiteY0" fmla="*/ 0 h 1146371"/>
                  <a:gd name="connsiteX1" fmla="*/ 337168 w 337168"/>
                  <a:gd name="connsiteY1" fmla="*/ 50575 h 1146371"/>
                  <a:gd name="connsiteX2" fmla="*/ 337168 w 337168"/>
                  <a:gd name="connsiteY2" fmla="*/ 1095796 h 1146371"/>
                  <a:gd name="connsiteX3" fmla="*/ 286593 w 337168"/>
                  <a:gd name="connsiteY3" fmla="*/ 1146372 h 1146371"/>
                  <a:gd name="connsiteX4" fmla="*/ 50575 w 337168"/>
                  <a:gd name="connsiteY4" fmla="*/ 1146372 h 1146371"/>
                  <a:gd name="connsiteX5" fmla="*/ 0 w 337168"/>
                  <a:gd name="connsiteY5" fmla="*/ 1095796 h 1146371"/>
                  <a:gd name="connsiteX6" fmla="*/ 0 w 337168"/>
                  <a:gd name="connsiteY6" fmla="*/ 50575 h 1146371"/>
                  <a:gd name="connsiteX7" fmla="*/ 50575 w 337168"/>
                  <a:gd name="connsiteY7" fmla="*/ 0 h 1146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168" h="1146371">
                    <a:moveTo>
                      <a:pt x="286593" y="0"/>
                    </a:moveTo>
                    <a:cubicBezTo>
                      <a:pt x="314525" y="0"/>
                      <a:pt x="337168" y="22643"/>
                      <a:pt x="337168" y="50575"/>
                    </a:cubicBezTo>
                    <a:lnTo>
                      <a:pt x="337168" y="1095796"/>
                    </a:lnTo>
                    <a:cubicBezTo>
                      <a:pt x="337168" y="1123728"/>
                      <a:pt x="314525" y="1146372"/>
                      <a:pt x="286593" y="1146372"/>
                    </a:cubicBezTo>
                    <a:lnTo>
                      <a:pt x="50575" y="1146372"/>
                    </a:lnTo>
                    <a:cubicBezTo>
                      <a:pt x="22644" y="1146372"/>
                      <a:pt x="0" y="1123728"/>
                      <a:pt x="0" y="1095796"/>
                    </a:cubicBezTo>
                    <a:lnTo>
                      <a:pt x="0" y="50575"/>
                    </a:lnTo>
                    <a:cubicBezTo>
                      <a:pt x="0" y="22643"/>
                      <a:pt x="22644" y="0"/>
                      <a:pt x="50575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743" cap="flat">
                <a:solidFill>
                  <a:srgbClr val="6080A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17" name="图片 116">
                <a:extLst>
                  <a:ext uri="{FF2B5EF4-FFF2-40B4-BE49-F238E27FC236}">
                    <a16:creationId xmlns:a16="http://schemas.microsoft.com/office/drawing/2014/main" id="{59472301-8BFD-A574-82D4-D3849E1BD2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50185" y="5087866"/>
                <a:ext cx="323681" cy="519238"/>
              </a:xfrm>
              <a:custGeom>
                <a:avLst/>
                <a:gdLst>
                  <a:gd name="connsiteX0" fmla="*/ -1 w 323681"/>
                  <a:gd name="connsiteY0" fmla="*/ -1 h 519238"/>
                  <a:gd name="connsiteX1" fmla="*/ 323681 w 323681"/>
                  <a:gd name="connsiteY1" fmla="*/ -1 h 519238"/>
                  <a:gd name="connsiteX2" fmla="*/ 323681 w 323681"/>
                  <a:gd name="connsiteY2" fmla="*/ 519238 h 519238"/>
                  <a:gd name="connsiteX3" fmla="*/ -1 w 323681"/>
                  <a:gd name="connsiteY3" fmla="*/ 519238 h 519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681" h="519238">
                    <a:moveTo>
                      <a:pt x="-1" y="-1"/>
                    </a:moveTo>
                    <a:lnTo>
                      <a:pt x="323681" y="-1"/>
                    </a:lnTo>
                    <a:lnTo>
                      <a:pt x="323681" y="519238"/>
                    </a:lnTo>
                    <a:lnTo>
                      <a:pt x="-1" y="519238"/>
                    </a:lnTo>
                    <a:close/>
                  </a:path>
                </a:pathLst>
              </a:custGeom>
            </p:spPr>
          </p:pic>
        </p:grpSp>
        <p:grpSp>
          <p:nvGrpSpPr>
            <p:cNvPr id="118" name="图形 2">
              <a:extLst>
                <a:ext uri="{FF2B5EF4-FFF2-40B4-BE49-F238E27FC236}">
                  <a16:creationId xmlns:a16="http://schemas.microsoft.com/office/drawing/2014/main" id="{D8BF1263-AAD5-A231-F0AA-F36F53CDB72B}"/>
                </a:ext>
              </a:extLst>
            </p:cNvPr>
            <p:cNvGrpSpPr/>
            <p:nvPr/>
          </p:nvGrpSpPr>
          <p:grpSpPr>
            <a:xfrm>
              <a:off x="6271327" y="4797902"/>
              <a:ext cx="343102" cy="556327"/>
              <a:chOff x="6271327" y="4797902"/>
              <a:chExt cx="343102" cy="556327"/>
            </a:xfrm>
          </p:grpSpPr>
          <p:sp>
            <p:nvSpPr>
              <p:cNvPr id="119" name="任意多边形: 形状 118">
                <a:extLst>
                  <a:ext uri="{FF2B5EF4-FFF2-40B4-BE49-F238E27FC236}">
                    <a16:creationId xmlns:a16="http://schemas.microsoft.com/office/drawing/2014/main" id="{8BC0C17F-E59F-5D28-5E09-1B3646A945EA}"/>
                  </a:ext>
                </a:extLst>
              </p:cNvPr>
              <p:cNvSpPr/>
              <p:nvPr/>
            </p:nvSpPr>
            <p:spPr>
              <a:xfrm>
                <a:off x="6271327" y="4797902"/>
                <a:ext cx="307699" cy="532725"/>
              </a:xfrm>
              <a:custGeom>
                <a:avLst/>
                <a:gdLst>
                  <a:gd name="connsiteX0" fmla="*/ 0 w 307699"/>
                  <a:gd name="connsiteY0" fmla="*/ 0 h 532725"/>
                  <a:gd name="connsiteX1" fmla="*/ 135474 w 307699"/>
                  <a:gd name="connsiteY1" fmla="*/ 405 h 532725"/>
                  <a:gd name="connsiteX2" fmla="*/ 202908 w 307699"/>
                  <a:gd name="connsiteY2" fmla="*/ 68041 h 532725"/>
                  <a:gd name="connsiteX3" fmla="*/ 202908 w 307699"/>
                  <a:gd name="connsiteY3" fmla="*/ 465292 h 532725"/>
                  <a:gd name="connsiteX4" fmla="*/ 255304 w 307699"/>
                  <a:gd name="connsiteY4" fmla="*/ 532726 h 532725"/>
                  <a:gd name="connsiteX5" fmla="*/ 307700 w 307699"/>
                  <a:gd name="connsiteY5" fmla="*/ 532726 h 532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7699" h="532725">
                    <a:moveTo>
                      <a:pt x="0" y="0"/>
                    </a:moveTo>
                    <a:lnTo>
                      <a:pt x="135474" y="405"/>
                    </a:lnTo>
                    <a:cubicBezTo>
                      <a:pt x="180430" y="540"/>
                      <a:pt x="202908" y="23085"/>
                      <a:pt x="202908" y="68041"/>
                    </a:cubicBezTo>
                    <a:lnTo>
                      <a:pt x="202908" y="465292"/>
                    </a:lnTo>
                    <a:cubicBezTo>
                      <a:pt x="202908" y="510248"/>
                      <a:pt x="220373" y="532726"/>
                      <a:pt x="255304" y="532726"/>
                    </a:cubicBezTo>
                    <a:lnTo>
                      <a:pt x="307700" y="532726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0" name="任意多边形: 形状 119">
                <a:extLst>
                  <a:ext uri="{FF2B5EF4-FFF2-40B4-BE49-F238E27FC236}">
                    <a16:creationId xmlns:a16="http://schemas.microsoft.com/office/drawing/2014/main" id="{D67F74F7-9721-7105-11BC-B0A5065FDF33}"/>
                  </a:ext>
                </a:extLst>
              </p:cNvPr>
              <p:cNvSpPr/>
              <p:nvPr/>
            </p:nvSpPr>
            <p:spPr>
              <a:xfrm>
                <a:off x="6567226" y="5307025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21" name="图形 2">
              <a:extLst>
                <a:ext uri="{FF2B5EF4-FFF2-40B4-BE49-F238E27FC236}">
                  <a16:creationId xmlns:a16="http://schemas.microsoft.com/office/drawing/2014/main" id="{E10252C9-9321-BD4D-FBCF-6826A1474FFF}"/>
                </a:ext>
              </a:extLst>
            </p:cNvPr>
            <p:cNvGrpSpPr/>
            <p:nvPr/>
          </p:nvGrpSpPr>
          <p:grpSpPr>
            <a:xfrm>
              <a:off x="6278070" y="5303519"/>
              <a:ext cx="336358" cy="506292"/>
              <a:chOff x="6278070" y="5303519"/>
              <a:chExt cx="336358" cy="506292"/>
            </a:xfrm>
          </p:grpSpPr>
          <p:sp>
            <p:nvSpPr>
              <p:cNvPr id="122" name="任意多边形: 形状 121">
                <a:extLst>
                  <a:ext uri="{FF2B5EF4-FFF2-40B4-BE49-F238E27FC236}">
                    <a16:creationId xmlns:a16="http://schemas.microsoft.com/office/drawing/2014/main" id="{60C755EF-4197-0484-5A0D-1FBF7C642EDE}"/>
                  </a:ext>
                </a:extLst>
              </p:cNvPr>
              <p:cNvSpPr/>
              <p:nvPr/>
            </p:nvSpPr>
            <p:spPr>
              <a:xfrm>
                <a:off x="6278070" y="5327053"/>
                <a:ext cx="300956" cy="482758"/>
              </a:xfrm>
              <a:custGeom>
                <a:avLst/>
                <a:gdLst>
                  <a:gd name="connsiteX0" fmla="*/ 0 w 300956"/>
                  <a:gd name="connsiteY0" fmla="*/ 482353 h 482758"/>
                  <a:gd name="connsiteX1" fmla="*/ 128731 w 300956"/>
                  <a:gd name="connsiteY1" fmla="*/ 482758 h 482758"/>
                  <a:gd name="connsiteX2" fmla="*/ 196165 w 300956"/>
                  <a:gd name="connsiteY2" fmla="*/ 415527 h 482758"/>
                  <a:gd name="connsiteX3" fmla="*/ 196165 w 300956"/>
                  <a:gd name="connsiteY3" fmla="*/ 67299 h 482758"/>
                  <a:gd name="connsiteX4" fmla="*/ 248560 w 300956"/>
                  <a:gd name="connsiteY4" fmla="*/ 0 h 482758"/>
                  <a:gd name="connsiteX5" fmla="*/ 300956 w 300956"/>
                  <a:gd name="connsiteY5" fmla="*/ 135 h 482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0956" h="482758">
                    <a:moveTo>
                      <a:pt x="0" y="482353"/>
                    </a:moveTo>
                    <a:lnTo>
                      <a:pt x="128731" y="482758"/>
                    </a:lnTo>
                    <a:cubicBezTo>
                      <a:pt x="173686" y="482893"/>
                      <a:pt x="196165" y="460482"/>
                      <a:pt x="196165" y="415527"/>
                    </a:cubicBezTo>
                    <a:lnTo>
                      <a:pt x="196165" y="67299"/>
                    </a:lnTo>
                    <a:cubicBezTo>
                      <a:pt x="196165" y="22343"/>
                      <a:pt x="213630" y="-89"/>
                      <a:pt x="248560" y="0"/>
                    </a:cubicBezTo>
                    <a:lnTo>
                      <a:pt x="300956" y="135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3" name="任意多边形: 形状 122">
                <a:extLst>
                  <a:ext uri="{FF2B5EF4-FFF2-40B4-BE49-F238E27FC236}">
                    <a16:creationId xmlns:a16="http://schemas.microsoft.com/office/drawing/2014/main" id="{2EB1CD21-E7EB-31B2-F040-3ECED6171C0A}"/>
                  </a:ext>
                </a:extLst>
              </p:cNvPr>
              <p:cNvSpPr/>
              <p:nvPr/>
            </p:nvSpPr>
            <p:spPr>
              <a:xfrm>
                <a:off x="6567158" y="5303519"/>
                <a:ext cx="47271" cy="47203"/>
              </a:xfrm>
              <a:custGeom>
                <a:avLst/>
                <a:gdLst>
                  <a:gd name="connsiteX0" fmla="*/ 47271 w 47271"/>
                  <a:gd name="connsiteY0" fmla="*/ 23737 h 47203"/>
                  <a:gd name="connsiteX1" fmla="*/ 0 w 47271"/>
                  <a:gd name="connsiteY1" fmla="*/ 47204 h 47203"/>
                  <a:gd name="connsiteX2" fmla="*/ 11868 w 47271"/>
                  <a:gd name="connsiteY2" fmla="*/ 23669 h 47203"/>
                  <a:gd name="connsiteX3" fmla="*/ 135 w 47271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71" h="47203">
                    <a:moveTo>
                      <a:pt x="47271" y="23737"/>
                    </a:moveTo>
                    <a:lnTo>
                      <a:pt x="0" y="47204"/>
                    </a:lnTo>
                    <a:lnTo>
                      <a:pt x="11868" y="2366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24" name="图形 2">
              <a:extLst>
                <a:ext uri="{FF2B5EF4-FFF2-40B4-BE49-F238E27FC236}">
                  <a16:creationId xmlns:a16="http://schemas.microsoft.com/office/drawing/2014/main" id="{D6A9ECE6-9B73-296D-93AA-50FA8551575D}"/>
                </a:ext>
              </a:extLst>
            </p:cNvPr>
            <p:cNvGrpSpPr/>
            <p:nvPr/>
          </p:nvGrpSpPr>
          <p:grpSpPr>
            <a:xfrm>
              <a:off x="6412938" y="5249707"/>
              <a:ext cx="141610" cy="195557"/>
              <a:chOff x="6412938" y="5249707"/>
              <a:chExt cx="141610" cy="195557"/>
            </a:xfrm>
            <a:solidFill>
              <a:srgbClr val="FFFFFF"/>
            </a:solidFill>
          </p:grpSpPr>
          <p:sp>
            <p:nvSpPr>
              <p:cNvPr id="125" name="任意多边形: 形状 124">
                <a:extLst>
                  <a:ext uri="{FF2B5EF4-FFF2-40B4-BE49-F238E27FC236}">
                    <a16:creationId xmlns:a16="http://schemas.microsoft.com/office/drawing/2014/main" id="{87631D82-E4D3-93F1-5872-9B2DAC65E09B}"/>
                  </a:ext>
                </a:extLst>
              </p:cNvPr>
              <p:cNvSpPr/>
              <p:nvPr/>
            </p:nvSpPr>
            <p:spPr>
              <a:xfrm>
                <a:off x="6412938" y="5256450"/>
                <a:ext cx="141610" cy="141610"/>
              </a:xfrm>
              <a:custGeom>
                <a:avLst/>
                <a:gdLst>
                  <a:gd name="connsiteX0" fmla="*/ 141611 w 141610"/>
                  <a:gd name="connsiteY0" fmla="*/ 70805 h 141610"/>
                  <a:gd name="connsiteX1" fmla="*/ 70805 w 141610"/>
                  <a:gd name="connsiteY1" fmla="*/ 141611 h 141610"/>
                  <a:gd name="connsiteX2" fmla="*/ 0 w 141610"/>
                  <a:gd name="connsiteY2" fmla="*/ 70805 h 141610"/>
                  <a:gd name="connsiteX3" fmla="*/ 70805 w 141610"/>
                  <a:gd name="connsiteY3" fmla="*/ 0 h 141610"/>
                  <a:gd name="connsiteX4" fmla="*/ 141611 w 141610"/>
                  <a:gd name="connsiteY4" fmla="*/ 70805 h 14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610" h="141610">
                    <a:moveTo>
                      <a:pt x="141611" y="70805"/>
                    </a:moveTo>
                    <a:cubicBezTo>
                      <a:pt x="141611" y="109910"/>
                      <a:pt x="109910" y="141611"/>
                      <a:pt x="70805" y="141611"/>
                    </a:cubicBezTo>
                    <a:cubicBezTo>
                      <a:pt x="31700" y="141611"/>
                      <a:pt x="0" y="109910"/>
                      <a:pt x="0" y="70805"/>
                    </a:cubicBezTo>
                    <a:cubicBezTo>
                      <a:pt x="0" y="31700"/>
                      <a:pt x="31700" y="0"/>
                      <a:pt x="70805" y="0"/>
                    </a:cubicBezTo>
                    <a:cubicBezTo>
                      <a:pt x="109910" y="0"/>
                      <a:pt x="141611" y="31700"/>
                      <a:pt x="141611" y="708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26" name="图片 125">
                <a:extLst>
                  <a:ext uri="{FF2B5EF4-FFF2-40B4-BE49-F238E27FC236}">
                    <a16:creationId xmlns:a16="http://schemas.microsoft.com/office/drawing/2014/main" id="{56869A02-526E-668A-D468-D061A18D64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16309" y="5249707"/>
                <a:ext cx="128123" cy="195557"/>
              </a:xfrm>
              <a:custGeom>
                <a:avLst/>
                <a:gdLst>
                  <a:gd name="connsiteX0" fmla="*/ -1 w 128123"/>
                  <a:gd name="connsiteY0" fmla="*/ -1 h 195557"/>
                  <a:gd name="connsiteX1" fmla="*/ 128123 w 128123"/>
                  <a:gd name="connsiteY1" fmla="*/ -1 h 195557"/>
                  <a:gd name="connsiteX2" fmla="*/ 128123 w 128123"/>
                  <a:gd name="connsiteY2" fmla="*/ 195557 h 195557"/>
                  <a:gd name="connsiteX3" fmla="*/ -1 w 128123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123" h="195557">
                    <a:moveTo>
                      <a:pt x="-1" y="-1"/>
                    </a:moveTo>
                    <a:lnTo>
                      <a:pt x="128123" y="-1"/>
                    </a:lnTo>
                    <a:lnTo>
                      <a:pt x="128123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27" name="图形 2">
              <a:extLst>
                <a:ext uri="{FF2B5EF4-FFF2-40B4-BE49-F238E27FC236}">
                  <a16:creationId xmlns:a16="http://schemas.microsoft.com/office/drawing/2014/main" id="{5DDBA20D-D7C2-CA39-F95E-E8AB91164995}"/>
                </a:ext>
              </a:extLst>
            </p:cNvPr>
            <p:cNvGrpSpPr/>
            <p:nvPr/>
          </p:nvGrpSpPr>
          <p:grpSpPr>
            <a:xfrm>
              <a:off x="4551769" y="3147059"/>
              <a:ext cx="161099" cy="46866"/>
              <a:chOff x="4551769" y="3147059"/>
              <a:chExt cx="161099" cy="46866"/>
            </a:xfrm>
          </p:grpSpPr>
          <p:sp>
            <p:nvSpPr>
              <p:cNvPr id="128" name="任意多边形: 形状 127">
                <a:extLst>
                  <a:ext uri="{FF2B5EF4-FFF2-40B4-BE49-F238E27FC236}">
                    <a16:creationId xmlns:a16="http://schemas.microsoft.com/office/drawing/2014/main" id="{354A1963-E4E4-4BE5-D233-5CE88E0FB29E}"/>
                  </a:ext>
                </a:extLst>
              </p:cNvPr>
              <p:cNvSpPr/>
              <p:nvPr/>
            </p:nvSpPr>
            <p:spPr>
              <a:xfrm>
                <a:off x="4551769" y="3171740"/>
                <a:ext cx="134867" cy="1011"/>
              </a:xfrm>
              <a:custGeom>
                <a:avLst/>
                <a:gdLst>
                  <a:gd name="connsiteX0" fmla="*/ 0 w 134867"/>
                  <a:gd name="connsiteY0" fmla="*/ 1011 h 1011"/>
                  <a:gd name="connsiteX1" fmla="*/ 134867 w 134867"/>
                  <a:gd name="connsiteY1" fmla="*/ 1011 h 1011"/>
                  <a:gd name="connsiteX2" fmla="*/ 125898 w 134867"/>
                  <a:gd name="connsiteY2" fmla="*/ 0 h 1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4867" h="1011">
                    <a:moveTo>
                      <a:pt x="0" y="1011"/>
                    </a:moveTo>
                    <a:lnTo>
                      <a:pt x="134867" y="1011"/>
                    </a:lnTo>
                    <a:lnTo>
                      <a:pt x="125898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9" name="任意多边形: 形状 128">
                <a:extLst>
                  <a:ext uri="{FF2B5EF4-FFF2-40B4-BE49-F238E27FC236}">
                    <a16:creationId xmlns:a16="http://schemas.microsoft.com/office/drawing/2014/main" id="{3EE88A57-93D8-7007-9D5D-50E3C13FA50F}"/>
                  </a:ext>
                </a:extLst>
              </p:cNvPr>
              <p:cNvSpPr/>
              <p:nvPr/>
            </p:nvSpPr>
            <p:spPr>
              <a:xfrm>
                <a:off x="4663372" y="3147059"/>
                <a:ext cx="49496" cy="46866"/>
              </a:xfrm>
              <a:custGeom>
                <a:avLst/>
                <a:gdLst>
                  <a:gd name="connsiteX0" fmla="*/ 49496 w 49496"/>
                  <a:gd name="connsiteY0" fmla="*/ 28524 h 46866"/>
                  <a:gd name="connsiteX1" fmla="*/ 0 w 49496"/>
                  <a:gd name="connsiteY1" fmla="*/ 46866 h 46866"/>
                  <a:gd name="connsiteX2" fmla="*/ 14296 w 49496"/>
                  <a:gd name="connsiteY2" fmla="*/ 24681 h 46866"/>
                  <a:gd name="connsiteX3" fmla="*/ 5125 w 49496"/>
                  <a:gd name="connsiteY3" fmla="*/ 0 h 46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496" h="46866">
                    <a:moveTo>
                      <a:pt x="49496" y="28524"/>
                    </a:moveTo>
                    <a:lnTo>
                      <a:pt x="0" y="46866"/>
                    </a:lnTo>
                    <a:lnTo>
                      <a:pt x="14296" y="24681"/>
                    </a:lnTo>
                    <a:lnTo>
                      <a:pt x="51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30" name="图形 2">
              <a:extLst>
                <a:ext uri="{FF2B5EF4-FFF2-40B4-BE49-F238E27FC236}">
                  <a16:creationId xmlns:a16="http://schemas.microsoft.com/office/drawing/2014/main" id="{97FC2422-86C7-F9E4-950D-84606B787A48}"/>
                </a:ext>
              </a:extLst>
            </p:cNvPr>
            <p:cNvGrpSpPr/>
            <p:nvPr/>
          </p:nvGrpSpPr>
          <p:grpSpPr>
            <a:xfrm>
              <a:off x="3810000" y="3004167"/>
              <a:ext cx="741769" cy="350654"/>
              <a:chOff x="3810000" y="3004167"/>
              <a:chExt cx="741769" cy="350654"/>
            </a:xfrm>
            <a:solidFill>
              <a:srgbClr val="6EA0BF"/>
            </a:solidFill>
          </p:grpSpPr>
          <p:sp>
            <p:nvSpPr>
              <p:cNvPr id="131" name="任意多边形: 形状 130">
                <a:extLst>
                  <a:ext uri="{FF2B5EF4-FFF2-40B4-BE49-F238E27FC236}">
                    <a16:creationId xmlns:a16="http://schemas.microsoft.com/office/drawing/2014/main" id="{39C61EC9-7F91-AE83-07A6-E55CFCC59DB7}"/>
                  </a:ext>
                </a:extLst>
              </p:cNvPr>
              <p:cNvSpPr/>
              <p:nvPr/>
            </p:nvSpPr>
            <p:spPr>
              <a:xfrm rot="10800000" flipV="1">
                <a:off x="3810000" y="3004167"/>
                <a:ext cx="741769" cy="337168"/>
              </a:xfrm>
              <a:custGeom>
                <a:avLst/>
                <a:gdLst>
                  <a:gd name="connsiteX0" fmla="*/ 691195 w 741769"/>
                  <a:gd name="connsiteY0" fmla="*/ 0 h 337168"/>
                  <a:gd name="connsiteX1" fmla="*/ 741770 w 741769"/>
                  <a:gd name="connsiteY1" fmla="*/ 50575 h 337168"/>
                  <a:gd name="connsiteX2" fmla="*/ 741770 w 741769"/>
                  <a:gd name="connsiteY2" fmla="*/ 286593 h 337168"/>
                  <a:gd name="connsiteX3" fmla="*/ 691195 w 741769"/>
                  <a:gd name="connsiteY3" fmla="*/ 337168 h 337168"/>
                  <a:gd name="connsiteX4" fmla="*/ 50575 w 741769"/>
                  <a:gd name="connsiteY4" fmla="*/ 337168 h 337168"/>
                  <a:gd name="connsiteX5" fmla="*/ 0 w 741769"/>
                  <a:gd name="connsiteY5" fmla="*/ 286593 h 337168"/>
                  <a:gd name="connsiteX6" fmla="*/ 0 w 741769"/>
                  <a:gd name="connsiteY6" fmla="*/ 50575 h 337168"/>
                  <a:gd name="connsiteX7" fmla="*/ 50575 w 741769"/>
                  <a:gd name="connsiteY7" fmla="*/ 0 h 337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1769" h="337168">
                    <a:moveTo>
                      <a:pt x="691195" y="0"/>
                    </a:moveTo>
                    <a:cubicBezTo>
                      <a:pt x="719127" y="0"/>
                      <a:pt x="741770" y="22643"/>
                      <a:pt x="741770" y="50575"/>
                    </a:cubicBezTo>
                    <a:lnTo>
                      <a:pt x="741770" y="286593"/>
                    </a:lnTo>
                    <a:cubicBezTo>
                      <a:pt x="741770" y="314525"/>
                      <a:pt x="719127" y="337168"/>
                      <a:pt x="691195" y="337168"/>
                    </a:cubicBezTo>
                    <a:lnTo>
                      <a:pt x="50575" y="337168"/>
                    </a:lnTo>
                    <a:cubicBezTo>
                      <a:pt x="22643" y="337168"/>
                      <a:pt x="0" y="314525"/>
                      <a:pt x="0" y="286593"/>
                    </a:cubicBezTo>
                    <a:lnTo>
                      <a:pt x="0" y="50575"/>
                    </a:lnTo>
                    <a:cubicBezTo>
                      <a:pt x="0" y="22643"/>
                      <a:pt x="22643" y="0"/>
                      <a:pt x="50575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32" name="图片 131">
                <a:extLst>
                  <a:ext uri="{FF2B5EF4-FFF2-40B4-BE49-F238E27FC236}">
                    <a16:creationId xmlns:a16="http://schemas.microsoft.com/office/drawing/2014/main" id="{DEDB1DBD-BD22-B074-36FE-7C922FB26C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13371" y="3010911"/>
                <a:ext cx="728283" cy="343911"/>
              </a:xfrm>
              <a:custGeom>
                <a:avLst/>
                <a:gdLst>
                  <a:gd name="connsiteX0" fmla="*/ -1 w 728283"/>
                  <a:gd name="connsiteY0" fmla="*/ -1 h 343911"/>
                  <a:gd name="connsiteX1" fmla="*/ 728283 w 728283"/>
                  <a:gd name="connsiteY1" fmla="*/ -1 h 343911"/>
                  <a:gd name="connsiteX2" fmla="*/ 728283 w 728283"/>
                  <a:gd name="connsiteY2" fmla="*/ 343911 h 343911"/>
                  <a:gd name="connsiteX3" fmla="*/ -1 w 728283"/>
                  <a:gd name="connsiteY3" fmla="*/ 343911 h 343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8283" h="343911">
                    <a:moveTo>
                      <a:pt x="-1" y="-1"/>
                    </a:moveTo>
                    <a:lnTo>
                      <a:pt x="728283" y="-1"/>
                    </a:lnTo>
                    <a:lnTo>
                      <a:pt x="728283" y="343911"/>
                    </a:lnTo>
                    <a:lnTo>
                      <a:pt x="-1" y="343911"/>
                    </a:lnTo>
                    <a:close/>
                  </a:path>
                </a:pathLst>
              </a:custGeom>
            </p:spPr>
          </p:pic>
        </p:grpSp>
        <p:grpSp>
          <p:nvGrpSpPr>
            <p:cNvPr id="133" name="图形 2">
              <a:extLst>
                <a:ext uri="{FF2B5EF4-FFF2-40B4-BE49-F238E27FC236}">
                  <a16:creationId xmlns:a16="http://schemas.microsoft.com/office/drawing/2014/main" id="{07926BC7-D475-E40D-00DC-437EF6E82652}"/>
                </a:ext>
              </a:extLst>
            </p:cNvPr>
            <p:cNvGrpSpPr/>
            <p:nvPr/>
          </p:nvGrpSpPr>
          <p:grpSpPr>
            <a:xfrm>
              <a:off x="3544446" y="3149149"/>
              <a:ext cx="258001" cy="47203"/>
              <a:chOff x="3544446" y="3149149"/>
              <a:chExt cx="258001" cy="47203"/>
            </a:xfrm>
          </p:grpSpPr>
          <p:sp>
            <p:nvSpPr>
              <p:cNvPr id="134" name="任意多边形: 形状 133">
                <a:extLst>
                  <a:ext uri="{FF2B5EF4-FFF2-40B4-BE49-F238E27FC236}">
                    <a16:creationId xmlns:a16="http://schemas.microsoft.com/office/drawing/2014/main" id="{7AB5E4E6-FFB1-8B39-17C1-E79E2B9F1CE1}"/>
                  </a:ext>
                </a:extLst>
              </p:cNvPr>
              <p:cNvSpPr/>
              <p:nvPr/>
            </p:nvSpPr>
            <p:spPr>
              <a:xfrm>
                <a:off x="3544446" y="3172751"/>
                <a:ext cx="222598" cy="6743"/>
              </a:xfrm>
              <a:custGeom>
                <a:avLst/>
                <a:gdLst>
                  <a:gd name="connsiteX0" fmla="*/ 0 w 222598"/>
                  <a:gd name="connsiteY0" fmla="*/ 0 h 6743"/>
                  <a:gd name="connsiteX1" fmla="*/ 134395 w 222598"/>
                  <a:gd name="connsiteY1" fmla="*/ 0 h 6743"/>
                  <a:gd name="connsiteX2" fmla="*/ 222598 w 222598"/>
                  <a:gd name="connsiteY2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2598" h="6743">
                    <a:moveTo>
                      <a:pt x="0" y="0"/>
                    </a:moveTo>
                    <a:lnTo>
                      <a:pt x="134395" y="0"/>
                    </a:lnTo>
                    <a:lnTo>
                      <a:pt x="222598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5" name="任意多边形: 形状 134">
                <a:extLst>
                  <a:ext uri="{FF2B5EF4-FFF2-40B4-BE49-F238E27FC236}">
                    <a16:creationId xmlns:a16="http://schemas.microsoft.com/office/drawing/2014/main" id="{87EC2D37-4A6A-5AA1-360F-EEA8009ADAD6}"/>
                  </a:ext>
                </a:extLst>
              </p:cNvPr>
              <p:cNvSpPr/>
              <p:nvPr/>
            </p:nvSpPr>
            <p:spPr>
              <a:xfrm>
                <a:off x="3755243" y="3149149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36" name="图形 2">
              <a:extLst>
                <a:ext uri="{FF2B5EF4-FFF2-40B4-BE49-F238E27FC236}">
                  <a16:creationId xmlns:a16="http://schemas.microsoft.com/office/drawing/2014/main" id="{FD2D0A37-D202-4DE9-2947-6D0D565BAB4F}"/>
                </a:ext>
              </a:extLst>
            </p:cNvPr>
            <p:cNvGrpSpPr/>
            <p:nvPr/>
          </p:nvGrpSpPr>
          <p:grpSpPr>
            <a:xfrm>
              <a:off x="5057522" y="3152858"/>
              <a:ext cx="167774" cy="47203"/>
              <a:chOff x="5057522" y="3152858"/>
              <a:chExt cx="167774" cy="47203"/>
            </a:xfrm>
          </p:grpSpPr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71F5A63C-6904-8FF7-3383-FEF336858E7F}"/>
                  </a:ext>
                </a:extLst>
              </p:cNvPr>
              <p:cNvSpPr/>
              <p:nvPr/>
            </p:nvSpPr>
            <p:spPr>
              <a:xfrm>
                <a:off x="5057522" y="3176460"/>
                <a:ext cx="135474" cy="6743"/>
              </a:xfrm>
              <a:custGeom>
                <a:avLst/>
                <a:gdLst>
                  <a:gd name="connsiteX0" fmla="*/ 0 w 135474"/>
                  <a:gd name="connsiteY0" fmla="*/ 0 h 6743"/>
                  <a:gd name="connsiteX1" fmla="*/ 135474 w 135474"/>
                  <a:gd name="connsiteY1" fmla="*/ 0 h 6743"/>
                  <a:gd name="connsiteX2" fmla="*/ 41067 w 135474"/>
                  <a:gd name="connsiteY2" fmla="*/ 0 h 6743"/>
                  <a:gd name="connsiteX3" fmla="*/ 132372 w 135474"/>
                  <a:gd name="connsiteY3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474" h="6743">
                    <a:moveTo>
                      <a:pt x="0" y="0"/>
                    </a:moveTo>
                    <a:lnTo>
                      <a:pt x="135474" y="0"/>
                    </a:lnTo>
                    <a:lnTo>
                      <a:pt x="41067" y="0"/>
                    </a:lnTo>
                    <a:lnTo>
                      <a:pt x="132372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8" name="任意多边形: 形状 137">
                <a:extLst>
                  <a:ext uri="{FF2B5EF4-FFF2-40B4-BE49-F238E27FC236}">
                    <a16:creationId xmlns:a16="http://schemas.microsoft.com/office/drawing/2014/main" id="{AA1C6B1B-2857-DBFF-0C05-C94EA2FAFF3F}"/>
                  </a:ext>
                </a:extLst>
              </p:cNvPr>
              <p:cNvSpPr/>
              <p:nvPr/>
            </p:nvSpPr>
            <p:spPr>
              <a:xfrm>
                <a:off x="5178093" y="3152858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39" name="图形 2">
              <a:extLst>
                <a:ext uri="{FF2B5EF4-FFF2-40B4-BE49-F238E27FC236}">
                  <a16:creationId xmlns:a16="http://schemas.microsoft.com/office/drawing/2014/main" id="{EE70574B-28BB-E3B3-614D-B156A6E4F389}"/>
                </a:ext>
              </a:extLst>
            </p:cNvPr>
            <p:cNvGrpSpPr/>
            <p:nvPr/>
          </p:nvGrpSpPr>
          <p:grpSpPr>
            <a:xfrm>
              <a:off x="4720353" y="2737804"/>
              <a:ext cx="337168" cy="876637"/>
              <a:chOff x="4720353" y="2737804"/>
              <a:chExt cx="337168" cy="876637"/>
            </a:xfrm>
            <a:solidFill>
              <a:srgbClr val="DAE8FC"/>
            </a:solidFill>
          </p:grpSpPr>
          <p:sp>
            <p:nvSpPr>
              <p:cNvPr id="140" name="任意多边形: 形状 139">
                <a:extLst>
                  <a:ext uri="{FF2B5EF4-FFF2-40B4-BE49-F238E27FC236}">
                    <a16:creationId xmlns:a16="http://schemas.microsoft.com/office/drawing/2014/main" id="{2AEFD301-9213-95AD-2BD4-155E0B1957AB}"/>
                  </a:ext>
                </a:extLst>
              </p:cNvPr>
              <p:cNvSpPr/>
              <p:nvPr/>
            </p:nvSpPr>
            <p:spPr>
              <a:xfrm rot="10800000" flipV="1">
                <a:off x="4720353" y="2737804"/>
                <a:ext cx="337168" cy="876637"/>
              </a:xfrm>
              <a:custGeom>
                <a:avLst/>
                <a:gdLst>
                  <a:gd name="connsiteX0" fmla="*/ 286593 w 337168"/>
                  <a:gd name="connsiteY0" fmla="*/ 0 h 876637"/>
                  <a:gd name="connsiteX1" fmla="*/ 337168 w 337168"/>
                  <a:gd name="connsiteY1" fmla="*/ 50575 h 876637"/>
                  <a:gd name="connsiteX2" fmla="*/ 337168 w 337168"/>
                  <a:gd name="connsiteY2" fmla="*/ 826062 h 876637"/>
                  <a:gd name="connsiteX3" fmla="*/ 286593 w 337168"/>
                  <a:gd name="connsiteY3" fmla="*/ 876637 h 876637"/>
                  <a:gd name="connsiteX4" fmla="*/ 50575 w 337168"/>
                  <a:gd name="connsiteY4" fmla="*/ 876637 h 876637"/>
                  <a:gd name="connsiteX5" fmla="*/ 0 w 337168"/>
                  <a:gd name="connsiteY5" fmla="*/ 826062 h 876637"/>
                  <a:gd name="connsiteX6" fmla="*/ 0 w 337168"/>
                  <a:gd name="connsiteY6" fmla="*/ 50575 h 876637"/>
                  <a:gd name="connsiteX7" fmla="*/ 50575 w 337168"/>
                  <a:gd name="connsiteY7" fmla="*/ 0 h 876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168" h="876637">
                    <a:moveTo>
                      <a:pt x="286593" y="0"/>
                    </a:moveTo>
                    <a:cubicBezTo>
                      <a:pt x="314525" y="0"/>
                      <a:pt x="337168" y="22643"/>
                      <a:pt x="337168" y="50575"/>
                    </a:cubicBezTo>
                    <a:lnTo>
                      <a:pt x="337168" y="826062"/>
                    </a:lnTo>
                    <a:cubicBezTo>
                      <a:pt x="337168" y="853994"/>
                      <a:pt x="314525" y="876637"/>
                      <a:pt x="286593" y="876637"/>
                    </a:cubicBezTo>
                    <a:lnTo>
                      <a:pt x="50575" y="876637"/>
                    </a:lnTo>
                    <a:cubicBezTo>
                      <a:pt x="22643" y="876637"/>
                      <a:pt x="0" y="853994"/>
                      <a:pt x="0" y="826062"/>
                    </a:cubicBezTo>
                    <a:lnTo>
                      <a:pt x="0" y="50575"/>
                    </a:lnTo>
                    <a:cubicBezTo>
                      <a:pt x="0" y="22643"/>
                      <a:pt x="22643" y="0"/>
                      <a:pt x="5057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41" name="图片 140">
                <a:extLst>
                  <a:ext uri="{FF2B5EF4-FFF2-40B4-BE49-F238E27FC236}">
                    <a16:creationId xmlns:a16="http://schemas.microsoft.com/office/drawing/2014/main" id="{2A79C6D2-3027-E569-9E2E-4F366B772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723725" y="2855813"/>
                <a:ext cx="323681" cy="681079"/>
              </a:xfrm>
              <a:custGeom>
                <a:avLst/>
                <a:gdLst>
                  <a:gd name="connsiteX0" fmla="*/ -1 w 323681"/>
                  <a:gd name="connsiteY0" fmla="*/ -1 h 681079"/>
                  <a:gd name="connsiteX1" fmla="*/ 323681 w 323681"/>
                  <a:gd name="connsiteY1" fmla="*/ -1 h 681079"/>
                  <a:gd name="connsiteX2" fmla="*/ 323681 w 323681"/>
                  <a:gd name="connsiteY2" fmla="*/ 681079 h 681079"/>
                  <a:gd name="connsiteX3" fmla="*/ -1 w 323681"/>
                  <a:gd name="connsiteY3" fmla="*/ 681079 h 681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681" h="681079">
                    <a:moveTo>
                      <a:pt x="-1" y="-1"/>
                    </a:moveTo>
                    <a:lnTo>
                      <a:pt x="323681" y="-1"/>
                    </a:lnTo>
                    <a:lnTo>
                      <a:pt x="323681" y="681079"/>
                    </a:lnTo>
                    <a:lnTo>
                      <a:pt x="-1" y="681079"/>
                    </a:lnTo>
                    <a:close/>
                  </a:path>
                </a:pathLst>
              </a:custGeom>
            </p:spPr>
          </p:pic>
        </p:grpSp>
        <p:grpSp>
          <p:nvGrpSpPr>
            <p:cNvPr id="142" name="图形 2">
              <a:extLst>
                <a:ext uri="{FF2B5EF4-FFF2-40B4-BE49-F238E27FC236}">
                  <a16:creationId xmlns:a16="http://schemas.microsoft.com/office/drawing/2014/main" id="{D4781E7B-2A58-0996-2287-233DD1E8B866}"/>
                </a:ext>
              </a:extLst>
            </p:cNvPr>
            <p:cNvGrpSpPr/>
            <p:nvPr/>
          </p:nvGrpSpPr>
          <p:grpSpPr>
            <a:xfrm>
              <a:off x="5570017" y="2771521"/>
              <a:ext cx="390305" cy="404938"/>
              <a:chOff x="5570017" y="2771521"/>
              <a:chExt cx="390305" cy="404938"/>
            </a:xfrm>
          </p:grpSpPr>
          <p:sp>
            <p:nvSpPr>
              <p:cNvPr id="143" name="任意多边形: 形状 142">
                <a:extLst>
                  <a:ext uri="{FF2B5EF4-FFF2-40B4-BE49-F238E27FC236}">
                    <a16:creationId xmlns:a16="http://schemas.microsoft.com/office/drawing/2014/main" id="{E8C60C9A-3B71-172E-D077-58547C22AD46}"/>
                  </a:ext>
                </a:extLst>
              </p:cNvPr>
              <p:cNvSpPr/>
              <p:nvPr/>
            </p:nvSpPr>
            <p:spPr>
              <a:xfrm>
                <a:off x="5570017" y="2795123"/>
                <a:ext cx="354903" cy="381337"/>
              </a:xfrm>
              <a:custGeom>
                <a:avLst/>
                <a:gdLst>
                  <a:gd name="connsiteX0" fmla="*/ 0 w 354903"/>
                  <a:gd name="connsiteY0" fmla="*/ 381337 h 381337"/>
                  <a:gd name="connsiteX1" fmla="*/ 131833 w 354903"/>
                  <a:gd name="connsiteY1" fmla="*/ 381337 h 381337"/>
                  <a:gd name="connsiteX2" fmla="*/ 199266 w 354903"/>
                  <a:gd name="connsiteY2" fmla="*/ 313903 h 381337"/>
                  <a:gd name="connsiteX3" fmla="*/ 199266 w 354903"/>
                  <a:gd name="connsiteY3" fmla="*/ 67434 h 381337"/>
                  <a:gd name="connsiteX4" fmla="*/ 266700 w 354903"/>
                  <a:gd name="connsiteY4" fmla="*/ 0 h 381337"/>
                  <a:gd name="connsiteX5" fmla="*/ 354903 w 354903"/>
                  <a:gd name="connsiteY5" fmla="*/ 0 h 381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4903" h="381337">
                    <a:moveTo>
                      <a:pt x="0" y="381337"/>
                    </a:moveTo>
                    <a:lnTo>
                      <a:pt x="131833" y="381337"/>
                    </a:lnTo>
                    <a:cubicBezTo>
                      <a:pt x="176789" y="381337"/>
                      <a:pt x="199266" y="358859"/>
                      <a:pt x="199266" y="313903"/>
                    </a:cubicBezTo>
                    <a:lnTo>
                      <a:pt x="199266" y="67434"/>
                    </a:lnTo>
                    <a:cubicBezTo>
                      <a:pt x="199266" y="22478"/>
                      <a:pt x="221744" y="0"/>
                      <a:pt x="266700" y="0"/>
                    </a:cubicBezTo>
                    <a:lnTo>
                      <a:pt x="354903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4" name="任意多边形: 形状 143">
                <a:extLst>
                  <a:ext uri="{FF2B5EF4-FFF2-40B4-BE49-F238E27FC236}">
                    <a16:creationId xmlns:a16="http://schemas.microsoft.com/office/drawing/2014/main" id="{89CE7095-4065-BC01-F6FC-22776B5627BA}"/>
                  </a:ext>
                </a:extLst>
              </p:cNvPr>
              <p:cNvSpPr/>
              <p:nvPr/>
            </p:nvSpPr>
            <p:spPr>
              <a:xfrm>
                <a:off x="5913120" y="2771521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5" name="图形 2">
              <a:extLst>
                <a:ext uri="{FF2B5EF4-FFF2-40B4-BE49-F238E27FC236}">
                  <a16:creationId xmlns:a16="http://schemas.microsoft.com/office/drawing/2014/main" id="{49BF4582-2935-0F44-D29C-F9D26DD78FD1}"/>
                </a:ext>
              </a:extLst>
            </p:cNvPr>
            <p:cNvGrpSpPr/>
            <p:nvPr/>
          </p:nvGrpSpPr>
          <p:grpSpPr>
            <a:xfrm>
              <a:off x="5570017" y="3176123"/>
              <a:ext cx="390305" cy="404736"/>
              <a:chOff x="5570017" y="3176123"/>
              <a:chExt cx="390305" cy="404736"/>
            </a:xfrm>
          </p:grpSpPr>
          <p:sp>
            <p:nvSpPr>
              <p:cNvPr id="146" name="任意多边形: 形状 145">
                <a:extLst>
                  <a:ext uri="{FF2B5EF4-FFF2-40B4-BE49-F238E27FC236}">
                    <a16:creationId xmlns:a16="http://schemas.microsoft.com/office/drawing/2014/main" id="{DA9E3241-BF3A-933B-FC94-9081B7DDD8BC}"/>
                  </a:ext>
                </a:extLst>
              </p:cNvPr>
              <p:cNvSpPr/>
              <p:nvPr/>
            </p:nvSpPr>
            <p:spPr>
              <a:xfrm>
                <a:off x="5570017" y="3176123"/>
                <a:ext cx="354903" cy="381405"/>
              </a:xfrm>
              <a:custGeom>
                <a:avLst/>
                <a:gdLst>
                  <a:gd name="connsiteX0" fmla="*/ 0 w 354903"/>
                  <a:gd name="connsiteY0" fmla="*/ 0 h 381405"/>
                  <a:gd name="connsiteX1" fmla="*/ 131833 w 354903"/>
                  <a:gd name="connsiteY1" fmla="*/ 202 h 381405"/>
                  <a:gd name="connsiteX2" fmla="*/ 199266 w 354903"/>
                  <a:gd name="connsiteY2" fmla="*/ 67771 h 381405"/>
                  <a:gd name="connsiteX3" fmla="*/ 199266 w 354903"/>
                  <a:gd name="connsiteY3" fmla="*/ 314173 h 381405"/>
                  <a:gd name="connsiteX4" fmla="*/ 266700 w 354903"/>
                  <a:gd name="connsiteY4" fmla="*/ 381405 h 381405"/>
                  <a:gd name="connsiteX5" fmla="*/ 354903 w 354903"/>
                  <a:gd name="connsiteY5" fmla="*/ 381135 h 381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4903" h="381405">
                    <a:moveTo>
                      <a:pt x="0" y="0"/>
                    </a:moveTo>
                    <a:lnTo>
                      <a:pt x="131833" y="202"/>
                    </a:lnTo>
                    <a:cubicBezTo>
                      <a:pt x="176789" y="292"/>
                      <a:pt x="199266" y="22815"/>
                      <a:pt x="199266" y="67771"/>
                    </a:cubicBezTo>
                    <a:lnTo>
                      <a:pt x="199266" y="314173"/>
                    </a:lnTo>
                    <a:cubicBezTo>
                      <a:pt x="199266" y="359129"/>
                      <a:pt x="221744" y="381539"/>
                      <a:pt x="266700" y="381405"/>
                    </a:cubicBezTo>
                    <a:lnTo>
                      <a:pt x="354903" y="381135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7" name="任意多边形: 形状 146">
                <a:extLst>
                  <a:ext uri="{FF2B5EF4-FFF2-40B4-BE49-F238E27FC236}">
                    <a16:creationId xmlns:a16="http://schemas.microsoft.com/office/drawing/2014/main" id="{538F1572-8C21-9E9C-6D40-F037E1BEC892}"/>
                  </a:ext>
                </a:extLst>
              </p:cNvPr>
              <p:cNvSpPr/>
              <p:nvPr/>
            </p:nvSpPr>
            <p:spPr>
              <a:xfrm>
                <a:off x="5913052" y="3533656"/>
                <a:ext cx="47271" cy="47203"/>
              </a:xfrm>
              <a:custGeom>
                <a:avLst/>
                <a:gdLst>
                  <a:gd name="connsiteX0" fmla="*/ 47271 w 47271"/>
                  <a:gd name="connsiteY0" fmla="*/ 23467 h 47203"/>
                  <a:gd name="connsiteX1" fmla="*/ 135 w 47271"/>
                  <a:gd name="connsiteY1" fmla="*/ 47204 h 47203"/>
                  <a:gd name="connsiteX2" fmla="*/ 11868 w 47271"/>
                  <a:gd name="connsiteY2" fmla="*/ 23602 h 47203"/>
                  <a:gd name="connsiteX3" fmla="*/ 0 w 47271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71" h="47203">
                    <a:moveTo>
                      <a:pt x="47271" y="23467"/>
                    </a:moveTo>
                    <a:lnTo>
                      <a:pt x="135" y="47204"/>
                    </a:lnTo>
                    <a:lnTo>
                      <a:pt x="11868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8" name="图形 2">
              <a:extLst>
                <a:ext uri="{FF2B5EF4-FFF2-40B4-BE49-F238E27FC236}">
                  <a16:creationId xmlns:a16="http://schemas.microsoft.com/office/drawing/2014/main" id="{8CC280F0-FE30-B659-1F95-B8C8F76F3CB4}"/>
                </a:ext>
              </a:extLst>
            </p:cNvPr>
            <p:cNvGrpSpPr/>
            <p:nvPr/>
          </p:nvGrpSpPr>
          <p:grpSpPr>
            <a:xfrm>
              <a:off x="5232849" y="2737804"/>
              <a:ext cx="337168" cy="880008"/>
              <a:chOff x="5232849" y="2737804"/>
              <a:chExt cx="337168" cy="880008"/>
            </a:xfrm>
            <a:solidFill>
              <a:srgbClr val="DAE8FC"/>
            </a:solidFill>
          </p:grpSpPr>
          <p:sp>
            <p:nvSpPr>
              <p:cNvPr id="149" name="任意多边形: 形状 148">
                <a:extLst>
                  <a:ext uri="{FF2B5EF4-FFF2-40B4-BE49-F238E27FC236}">
                    <a16:creationId xmlns:a16="http://schemas.microsoft.com/office/drawing/2014/main" id="{5412379F-5772-BF3C-9AFD-1F79EDF3061C}"/>
                  </a:ext>
                </a:extLst>
              </p:cNvPr>
              <p:cNvSpPr/>
              <p:nvPr/>
            </p:nvSpPr>
            <p:spPr>
              <a:xfrm rot="10800000" flipV="1">
                <a:off x="5232849" y="2737804"/>
                <a:ext cx="337168" cy="876637"/>
              </a:xfrm>
              <a:custGeom>
                <a:avLst/>
                <a:gdLst>
                  <a:gd name="connsiteX0" fmla="*/ 286593 w 337168"/>
                  <a:gd name="connsiteY0" fmla="*/ 0 h 876637"/>
                  <a:gd name="connsiteX1" fmla="*/ 337168 w 337168"/>
                  <a:gd name="connsiteY1" fmla="*/ 50575 h 876637"/>
                  <a:gd name="connsiteX2" fmla="*/ 337168 w 337168"/>
                  <a:gd name="connsiteY2" fmla="*/ 826062 h 876637"/>
                  <a:gd name="connsiteX3" fmla="*/ 286593 w 337168"/>
                  <a:gd name="connsiteY3" fmla="*/ 876637 h 876637"/>
                  <a:gd name="connsiteX4" fmla="*/ 50575 w 337168"/>
                  <a:gd name="connsiteY4" fmla="*/ 876637 h 876637"/>
                  <a:gd name="connsiteX5" fmla="*/ 0 w 337168"/>
                  <a:gd name="connsiteY5" fmla="*/ 826062 h 876637"/>
                  <a:gd name="connsiteX6" fmla="*/ 0 w 337168"/>
                  <a:gd name="connsiteY6" fmla="*/ 50575 h 876637"/>
                  <a:gd name="connsiteX7" fmla="*/ 50575 w 337168"/>
                  <a:gd name="connsiteY7" fmla="*/ 0 h 876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168" h="876637">
                    <a:moveTo>
                      <a:pt x="286593" y="0"/>
                    </a:moveTo>
                    <a:cubicBezTo>
                      <a:pt x="314525" y="0"/>
                      <a:pt x="337168" y="22643"/>
                      <a:pt x="337168" y="50575"/>
                    </a:cubicBezTo>
                    <a:lnTo>
                      <a:pt x="337168" y="826062"/>
                    </a:lnTo>
                    <a:cubicBezTo>
                      <a:pt x="337168" y="853994"/>
                      <a:pt x="314525" y="876637"/>
                      <a:pt x="286593" y="876637"/>
                    </a:cubicBezTo>
                    <a:lnTo>
                      <a:pt x="50575" y="876637"/>
                    </a:lnTo>
                    <a:cubicBezTo>
                      <a:pt x="22643" y="876637"/>
                      <a:pt x="0" y="853994"/>
                      <a:pt x="0" y="826062"/>
                    </a:cubicBezTo>
                    <a:lnTo>
                      <a:pt x="0" y="50575"/>
                    </a:lnTo>
                    <a:cubicBezTo>
                      <a:pt x="0" y="22643"/>
                      <a:pt x="22643" y="0"/>
                      <a:pt x="5057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50" name="图片 149">
                <a:extLst>
                  <a:ext uri="{FF2B5EF4-FFF2-40B4-BE49-F238E27FC236}">
                    <a16:creationId xmlns:a16="http://schemas.microsoft.com/office/drawing/2014/main" id="{CB397C8E-C631-7ACD-91DE-181972CD12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36221" y="2774893"/>
                <a:ext cx="323681" cy="842920"/>
              </a:xfrm>
              <a:custGeom>
                <a:avLst/>
                <a:gdLst>
                  <a:gd name="connsiteX0" fmla="*/ -1 w 323681"/>
                  <a:gd name="connsiteY0" fmla="*/ -1 h 842920"/>
                  <a:gd name="connsiteX1" fmla="*/ 323681 w 323681"/>
                  <a:gd name="connsiteY1" fmla="*/ -1 h 842920"/>
                  <a:gd name="connsiteX2" fmla="*/ 323681 w 323681"/>
                  <a:gd name="connsiteY2" fmla="*/ 842920 h 842920"/>
                  <a:gd name="connsiteX3" fmla="*/ -1 w 323681"/>
                  <a:gd name="connsiteY3" fmla="*/ 842920 h 842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681" h="842920">
                    <a:moveTo>
                      <a:pt x="-1" y="-1"/>
                    </a:moveTo>
                    <a:lnTo>
                      <a:pt x="323681" y="-1"/>
                    </a:lnTo>
                    <a:lnTo>
                      <a:pt x="323681" y="842920"/>
                    </a:lnTo>
                    <a:lnTo>
                      <a:pt x="-1" y="842920"/>
                    </a:lnTo>
                    <a:close/>
                  </a:path>
                </a:pathLst>
              </a:custGeom>
            </p:spPr>
          </p:pic>
        </p:grpSp>
        <p:grpSp>
          <p:nvGrpSpPr>
            <p:cNvPr id="151" name="图形 2">
              <a:extLst>
                <a:ext uri="{FF2B5EF4-FFF2-40B4-BE49-F238E27FC236}">
                  <a16:creationId xmlns:a16="http://schemas.microsoft.com/office/drawing/2014/main" id="{7BFD7FCD-0FF8-B805-1A57-56849B946255}"/>
                </a:ext>
              </a:extLst>
            </p:cNvPr>
            <p:cNvGrpSpPr/>
            <p:nvPr/>
          </p:nvGrpSpPr>
          <p:grpSpPr>
            <a:xfrm>
              <a:off x="6675929" y="2795123"/>
              <a:ext cx="349845" cy="389631"/>
              <a:chOff x="6675929" y="2795123"/>
              <a:chExt cx="349845" cy="389631"/>
            </a:xfrm>
          </p:grpSpPr>
          <p:sp>
            <p:nvSpPr>
              <p:cNvPr id="152" name="任意多边形: 形状 151">
                <a:extLst>
                  <a:ext uri="{FF2B5EF4-FFF2-40B4-BE49-F238E27FC236}">
                    <a16:creationId xmlns:a16="http://schemas.microsoft.com/office/drawing/2014/main" id="{BCB14C4E-5D4E-3808-A4AA-3B23B7C60DB2}"/>
                  </a:ext>
                </a:extLst>
              </p:cNvPr>
              <p:cNvSpPr/>
              <p:nvPr/>
            </p:nvSpPr>
            <p:spPr>
              <a:xfrm>
                <a:off x="6675929" y="2795123"/>
                <a:ext cx="314443" cy="366300"/>
              </a:xfrm>
              <a:custGeom>
                <a:avLst/>
                <a:gdLst>
                  <a:gd name="connsiteX0" fmla="*/ 0 w 314443"/>
                  <a:gd name="connsiteY0" fmla="*/ 0 h 366300"/>
                  <a:gd name="connsiteX1" fmla="*/ 110928 w 314443"/>
                  <a:gd name="connsiteY1" fmla="*/ 0 h 366300"/>
                  <a:gd name="connsiteX2" fmla="*/ 178362 w 314443"/>
                  <a:gd name="connsiteY2" fmla="*/ 67434 h 366300"/>
                  <a:gd name="connsiteX3" fmla="*/ 178362 w 314443"/>
                  <a:gd name="connsiteY3" fmla="*/ 299135 h 366300"/>
                  <a:gd name="connsiteX4" fmla="*/ 245795 w 314443"/>
                  <a:gd name="connsiteY4" fmla="*/ 366300 h 366300"/>
                  <a:gd name="connsiteX5" fmla="*/ 314443 w 314443"/>
                  <a:gd name="connsiteY5" fmla="*/ 366030 h 36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4443" h="366300">
                    <a:moveTo>
                      <a:pt x="0" y="0"/>
                    </a:moveTo>
                    <a:lnTo>
                      <a:pt x="110928" y="0"/>
                    </a:lnTo>
                    <a:cubicBezTo>
                      <a:pt x="155884" y="0"/>
                      <a:pt x="178362" y="22478"/>
                      <a:pt x="178362" y="67434"/>
                    </a:cubicBezTo>
                    <a:lnTo>
                      <a:pt x="178362" y="299135"/>
                    </a:lnTo>
                    <a:cubicBezTo>
                      <a:pt x="178362" y="344091"/>
                      <a:pt x="200840" y="366479"/>
                      <a:pt x="245795" y="366300"/>
                    </a:cubicBezTo>
                    <a:lnTo>
                      <a:pt x="314443" y="36603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D1F75144-2E7C-ADB1-F95A-5DED13C9AD6D}"/>
                  </a:ext>
                </a:extLst>
              </p:cNvPr>
              <p:cNvSpPr/>
              <p:nvPr/>
            </p:nvSpPr>
            <p:spPr>
              <a:xfrm>
                <a:off x="6978503" y="3137551"/>
                <a:ext cx="47271" cy="47203"/>
              </a:xfrm>
              <a:custGeom>
                <a:avLst/>
                <a:gdLst>
                  <a:gd name="connsiteX0" fmla="*/ 47271 w 47271"/>
                  <a:gd name="connsiteY0" fmla="*/ 23399 h 47203"/>
                  <a:gd name="connsiteX1" fmla="*/ 202 w 47271"/>
                  <a:gd name="connsiteY1" fmla="*/ 47204 h 47203"/>
                  <a:gd name="connsiteX2" fmla="*/ 11868 w 47271"/>
                  <a:gd name="connsiteY2" fmla="*/ 23602 h 47203"/>
                  <a:gd name="connsiteX3" fmla="*/ 0 w 47271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71" h="47203">
                    <a:moveTo>
                      <a:pt x="47271" y="23399"/>
                    </a:moveTo>
                    <a:lnTo>
                      <a:pt x="202" y="47204"/>
                    </a:lnTo>
                    <a:lnTo>
                      <a:pt x="11868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54" name="图形 2">
              <a:extLst>
                <a:ext uri="{FF2B5EF4-FFF2-40B4-BE49-F238E27FC236}">
                  <a16:creationId xmlns:a16="http://schemas.microsoft.com/office/drawing/2014/main" id="{D7652691-035F-7161-2E07-903E836FB003}"/>
                </a:ext>
              </a:extLst>
            </p:cNvPr>
            <p:cNvGrpSpPr/>
            <p:nvPr/>
          </p:nvGrpSpPr>
          <p:grpSpPr>
            <a:xfrm>
              <a:off x="6675929" y="3137551"/>
              <a:ext cx="349845" cy="419977"/>
              <a:chOff x="6675929" y="3137551"/>
              <a:chExt cx="349845" cy="419977"/>
            </a:xfrm>
          </p:grpSpPr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E295916B-9DB3-AAEC-2958-66197A7F7B28}"/>
                  </a:ext>
                </a:extLst>
              </p:cNvPr>
              <p:cNvSpPr/>
              <p:nvPr/>
            </p:nvSpPr>
            <p:spPr>
              <a:xfrm>
                <a:off x="6675929" y="3161153"/>
                <a:ext cx="314443" cy="396375"/>
              </a:xfrm>
              <a:custGeom>
                <a:avLst/>
                <a:gdLst>
                  <a:gd name="connsiteX0" fmla="*/ 0 w 314443"/>
                  <a:gd name="connsiteY0" fmla="*/ 395970 h 396375"/>
                  <a:gd name="connsiteX1" fmla="*/ 110928 w 314443"/>
                  <a:gd name="connsiteY1" fmla="*/ 396375 h 396375"/>
                  <a:gd name="connsiteX2" fmla="*/ 178362 w 314443"/>
                  <a:gd name="connsiteY2" fmla="*/ 329144 h 396375"/>
                  <a:gd name="connsiteX3" fmla="*/ 178362 w 314443"/>
                  <a:gd name="connsiteY3" fmla="*/ 67973 h 396375"/>
                  <a:gd name="connsiteX4" fmla="*/ 245795 w 314443"/>
                  <a:gd name="connsiteY4" fmla="*/ 270 h 396375"/>
                  <a:gd name="connsiteX5" fmla="*/ 314443 w 314443"/>
                  <a:gd name="connsiteY5" fmla="*/ 0 h 396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4443" h="396375">
                    <a:moveTo>
                      <a:pt x="0" y="395970"/>
                    </a:moveTo>
                    <a:lnTo>
                      <a:pt x="110928" y="396375"/>
                    </a:lnTo>
                    <a:cubicBezTo>
                      <a:pt x="155884" y="396510"/>
                      <a:pt x="178362" y="374099"/>
                      <a:pt x="178362" y="329144"/>
                    </a:cubicBezTo>
                    <a:lnTo>
                      <a:pt x="178362" y="67973"/>
                    </a:lnTo>
                    <a:cubicBezTo>
                      <a:pt x="178362" y="23017"/>
                      <a:pt x="200840" y="450"/>
                      <a:pt x="245795" y="270"/>
                    </a:cubicBezTo>
                    <a:lnTo>
                      <a:pt x="314443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2D20F2E5-4D60-64A1-CCC3-C3864AD3B9EF}"/>
                  </a:ext>
                </a:extLst>
              </p:cNvPr>
              <p:cNvSpPr/>
              <p:nvPr/>
            </p:nvSpPr>
            <p:spPr>
              <a:xfrm>
                <a:off x="6978503" y="3137551"/>
                <a:ext cx="47271" cy="47203"/>
              </a:xfrm>
              <a:custGeom>
                <a:avLst/>
                <a:gdLst>
                  <a:gd name="connsiteX0" fmla="*/ 47271 w 47271"/>
                  <a:gd name="connsiteY0" fmla="*/ 23399 h 47203"/>
                  <a:gd name="connsiteX1" fmla="*/ 202 w 47271"/>
                  <a:gd name="connsiteY1" fmla="*/ 47204 h 47203"/>
                  <a:gd name="connsiteX2" fmla="*/ 11868 w 47271"/>
                  <a:gd name="connsiteY2" fmla="*/ 23602 h 47203"/>
                  <a:gd name="connsiteX3" fmla="*/ 0 w 47271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71" h="47203">
                    <a:moveTo>
                      <a:pt x="47271" y="23399"/>
                    </a:moveTo>
                    <a:lnTo>
                      <a:pt x="202" y="47204"/>
                    </a:lnTo>
                    <a:lnTo>
                      <a:pt x="11868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57" name="图形 2">
              <a:extLst>
                <a:ext uri="{FF2B5EF4-FFF2-40B4-BE49-F238E27FC236}">
                  <a16:creationId xmlns:a16="http://schemas.microsoft.com/office/drawing/2014/main" id="{6189C645-E197-0F62-CC28-15A6435B133B}"/>
                </a:ext>
              </a:extLst>
            </p:cNvPr>
            <p:cNvGrpSpPr/>
            <p:nvPr/>
          </p:nvGrpSpPr>
          <p:grpSpPr>
            <a:xfrm>
              <a:off x="6783823" y="3078344"/>
              <a:ext cx="141610" cy="195557"/>
              <a:chOff x="6783823" y="3078344"/>
              <a:chExt cx="141610" cy="195557"/>
            </a:xfrm>
            <a:solidFill>
              <a:srgbClr val="FFFFFF"/>
            </a:solidFill>
          </p:grpSpPr>
          <p:sp>
            <p:nvSpPr>
              <p:cNvPr id="158" name="任意多边形: 形状 157">
                <a:extLst>
                  <a:ext uri="{FF2B5EF4-FFF2-40B4-BE49-F238E27FC236}">
                    <a16:creationId xmlns:a16="http://schemas.microsoft.com/office/drawing/2014/main" id="{7636259D-ACBE-0A8B-D006-FACAD31F17C6}"/>
                  </a:ext>
                </a:extLst>
              </p:cNvPr>
              <p:cNvSpPr/>
              <p:nvPr/>
            </p:nvSpPr>
            <p:spPr>
              <a:xfrm>
                <a:off x="6783823" y="3090145"/>
                <a:ext cx="141610" cy="141610"/>
              </a:xfrm>
              <a:custGeom>
                <a:avLst/>
                <a:gdLst>
                  <a:gd name="connsiteX0" fmla="*/ 141611 w 141610"/>
                  <a:gd name="connsiteY0" fmla="*/ 70805 h 141610"/>
                  <a:gd name="connsiteX1" fmla="*/ 70805 w 141610"/>
                  <a:gd name="connsiteY1" fmla="*/ 141611 h 141610"/>
                  <a:gd name="connsiteX2" fmla="*/ 0 w 141610"/>
                  <a:gd name="connsiteY2" fmla="*/ 70805 h 141610"/>
                  <a:gd name="connsiteX3" fmla="*/ 70805 w 141610"/>
                  <a:gd name="connsiteY3" fmla="*/ 0 h 141610"/>
                  <a:gd name="connsiteX4" fmla="*/ 141611 w 141610"/>
                  <a:gd name="connsiteY4" fmla="*/ 70805 h 14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610" h="141610">
                    <a:moveTo>
                      <a:pt x="141611" y="70805"/>
                    </a:moveTo>
                    <a:cubicBezTo>
                      <a:pt x="141611" y="109910"/>
                      <a:pt x="109910" y="141611"/>
                      <a:pt x="70805" y="141611"/>
                    </a:cubicBezTo>
                    <a:cubicBezTo>
                      <a:pt x="31700" y="141611"/>
                      <a:pt x="0" y="109910"/>
                      <a:pt x="0" y="70805"/>
                    </a:cubicBezTo>
                    <a:cubicBezTo>
                      <a:pt x="0" y="31701"/>
                      <a:pt x="31700" y="0"/>
                      <a:pt x="70805" y="0"/>
                    </a:cubicBezTo>
                    <a:cubicBezTo>
                      <a:pt x="109910" y="0"/>
                      <a:pt x="141611" y="31701"/>
                      <a:pt x="141611" y="708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59" name="图片 158">
                <a:extLst>
                  <a:ext uri="{FF2B5EF4-FFF2-40B4-BE49-F238E27FC236}">
                    <a16:creationId xmlns:a16="http://schemas.microsoft.com/office/drawing/2014/main" id="{D7D02CA5-102D-3FCD-DE04-947B724492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87194" y="3078344"/>
                <a:ext cx="128123" cy="195557"/>
              </a:xfrm>
              <a:custGeom>
                <a:avLst/>
                <a:gdLst>
                  <a:gd name="connsiteX0" fmla="*/ -1 w 128123"/>
                  <a:gd name="connsiteY0" fmla="*/ -1 h 195557"/>
                  <a:gd name="connsiteX1" fmla="*/ 128123 w 128123"/>
                  <a:gd name="connsiteY1" fmla="*/ -1 h 195557"/>
                  <a:gd name="connsiteX2" fmla="*/ 128123 w 128123"/>
                  <a:gd name="connsiteY2" fmla="*/ 195557 h 195557"/>
                  <a:gd name="connsiteX3" fmla="*/ -1 w 128123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123" h="195557">
                    <a:moveTo>
                      <a:pt x="-1" y="-1"/>
                    </a:moveTo>
                    <a:lnTo>
                      <a:pt x="128123" y="-1"/>
                    </a:lnTo>
                    <a:lnTo>
                      <a:pt x="128123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60" name="图形 2">
              <a:extLst>
                <a:ext uri="{FF2B5EF4-FFF2-40B4-BE49-F238E27FC236}">
                  <a16:creationId xmlns:a16="http://schemas.microsoft.com/office/drawing/2014/main" id="{E6B4D430-DA46-1F64-800C-D1069F922B5B}"/>
                </a:ext>
              </a:extLst>
            </p:cNvPr>
            <p:cNvGrpSpPr/>
            <p:nvPr/>
          </p:nvGrpSpPr>
          <p:grpSpPr>
            <a:xfrm>
              <a:off x="7033327" y="2587765"/>
              <a:ext cx="337168" cy="1146371"/>
              <a:chOff x="7033327" y="2587765"/>
              <a:chExt cx="337168" cy="1146371"/>
            </a:xfrm>
            <a:solidFill>
              <a:srgbClr val="6EA0BF"/>
            </a:solidFill>
          </p:grpSpPr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67943750-B025-F73B-2840-527F54FBEF1B}"/>
                  </a:ext>
                </a:extLst>
              </p:cNvPr>
              <p:cNvSpPr/>
              <p:nvPr/>
            </p:nvSpPr>
            <p:spPr>
              <a:xfrm rot="10800000" flipV="1">
                <a:off x="7033327" y="2587765"/>
                <a:ext cx="337168" cy="1146371"/>
              </a:xfrm>
              <a:custGeom>
                <a:avLst/>
                <a:gdLst>
                  <a:gd name="connsiteX0" fmla="*/ 286593 w 337168"/>
                  <a:gd name="connsiteY0" fmla="*/ 0 h 1146371"/>
                  <a:gd name="connsiteX1" fmla="*/ 337168 w 337168"/>
                  <a:gd name="connsiteY1" fmla="*/ 50575 h 1146371"/>
                  <a:gd name="connsiteX2" fmla="*/ 337168 w 337168"/>
                  <a:gd name="connsiteY2" fmla="*/ 1095796 h 1146371"/>
                  <a:gd name="connsiteX3" fmla="*/ 286593 w 337168"/>
                  <a:gd name="connsiteY3" fmla="*/ 1146372 h 1146371"/>
                  <a:gd name="connsiteX4" fmla="*/ 50575 w 337168"/>
                  <a:gd name="connsiteY4" fmla="*/ 1146372 h 1146371"/>
                  <a:gd name="connsiteX5" fmla="*/ 0 w 337168"/>
                  <a:gd name="connsiteY5" fmla="*/ 1095796 h 1146371"/>
                  <a:gd name="connsiteX6" fmla="*/ 0 w 337168"/>
                  <a:gd name="connsiteY6" fmla="*/ 50575 h 1146371"/>
                  <a:gd name="connsiteX7" fmla="*/ 50575 w 337168"/>
                  <a:gd name="connsiteY7" fmla="*/ 0 h 1146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168" h="1146371">
                    <a:moveTo>
                      <a:pt x="286593" y="0"/>
                    </a:moveTo>
                    <a:cubicBezTo>
                      <a:pt x="314525" y="0"/>
                      <a:pt x="337168" y="22643"/>
                      <a:pt x="337168" y="50575"/>
                    </a:cubicBezTo>
                    <a:lnTo>
                      <a:pt x="337168" y="1095796"/>
                    </a:lnTo>
                    <a:cubicBezTo>
                      <a:pt x="337168" y="1123728"/>
                      <a:pt x="314525" y="1146372"/>
                      <a:pt x="286593" y="1146372"/>
                    </a:cubicBezTo>
                    <a:lnTo>
                      <a:pt x="50575" y="1146372"/>
                    </a:lnTo>
                    <a:cubicBezTo>
                      <a:pt x="22644" y="1146372"/>
                      <a:pt x="0" y="1123728"/>
                      <a:pt x="0" y="1095796"/>
                    </a:cubicBezTo>
                    <a:lnTo>
                      <a:pt x="0" y="50575"/>
                    </a:lnTo>
                    <a:cubicBezTo>
                      <a:pt x="0" y="22643"/>
                      <a:pt x="22644" y="0"/>
                      <a:pt x="50575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743" cap="flat">
                <a:solidFill>
                  <a:srgbClr val="6080A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62" name="图片 161">
                <a:extLst>
                  <a:ext uri="{FF2B5EF4-FFF2-40B4-BE49-F238E27FC236}">
                    <a16:creationId xmlns:a16="http://schemas.microsoft.com/office/drawing/2014/main" id="{314BA8C1-AAB8-7069-4E90-3D01CECFC3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36699" y="2916503"/>
                <a:ext cx="323681" cy="519238"/>
              </a:xfrm>
              <a:custGeom>
                <a:avLst/>
                <a:gdLst>
                  <a:gd name="connsiteX0" fmla="*/ -1 w 323681"/>
                  <a:gd name="connsiteY0" fmla="*/ -1 h 519238"/>
                  <a:gd name="connsiteX1" fmla="*/ 323681 w 323681"/>
                  <a:gd name="connsiteY1" fmla="*/ -1 h 519238"/>
                  <a:gd name="connsiteX2" fmla="*/ 323681 w 323681"/>
                  <a:gd name="connsiteY2" fmla="*/ 519238 h 519238"/>
                  <a:gd name="connsiteX3" fmla="*/ -1 w 323681"/>
                  <a:gd name="connsiteY3" fmla="*/ 519238 h 519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681" h="519238">
                    <a:moveTo>
                      <a:pt x="-1" y="-1"/>
                    </a:moveTo>
                    <a:lnTo>
                      <a:pt x="323681" y="-1"/>
                    </a:lnTo>
                    <a:lnTo>
                      <a:pt x="323681" y="519238"/>
                    </a:lnTo>
                    <a:lnTo>
                      <a:pt x="-1" y="519238"/>
                    </a:lnTo>
                    <a:close/>
                  </a:path>
                </a:pathLst>
              </a:custGeom>
            </p:spPr>
          </p:pic>
        </p:grpSp>
        <p:grpSp>
          <p:nvGrpSpPr>
            <p:cNvPr id="163" name="图形 2">
              <a:extLst>
                <a:ext uri="{FF2B5EF4-FFF2-40B4-BE49-F238E27FC236}">
                  <a16:creationId xmlns:a16="http://schemas.microsoft.com/office/drawing/2014/main" id="{FFAC4C73-022E-BCC0-03B7-85E5D4743DA9}"/>
                </a:ext>
              </a:extLst>
            </p:cNvPr>
            <p:cNvGrpSpPr/>
            <p:nvPr/>
          </p:nvGrpSpPr>
          <p:grpSpPr>
            <a:xfrm>
              <a:off x="5967876" y="3424886"/>
              <a:ext cx="708053" cy="264474"/>
              <a:chOff x="5967876" y="3424886"/>
              <a:chExt cx="708053" cy="264474"/>
            </a:xfrm>
            <a:solidFill>
              <a:srgbClr val="DAE8FC"/>
            </a:solidFill>
          </p:grpSpPr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D04DC40A-ED50-1726-8715-3F675624647E}"/>
                  </a:ext>
                </a:extLst>
              </p:cNvPr>
              <p:cNvSpPr/>
              <p:nvPr/>
            </p:nvSpPr>
            <p:spPr>
              <a:xfrm>
                <a:off x="5967876" y="3424886"/>
                <a:ext cx="708053" cy="264474"/>
              </a:xfrm>
              <a:custGeom>
                <a:avLst/>
                <a:gdLst>
                  <a:gd name="connsiteX0" fmla="*/ 668402 w 708053"/>
                  <a:gd name="connsiteY0" fmla="*/ 0 h 264474"/>
                  <a:gd name="connsiteX1" fmla="*/ 708053 w 708053"/>
                  <a:gd name="connsiteY1" fmla="*/ 39651 h 264474"/>
                  <a:gd name="connsiteX2" fmla="*/ 708053 w 708053"/>
                  <a:gd name="connsiteY2" fmla="*/ 224824 h 264474"/>
                  <a:gd name="connsiteX3" fmla="*/ 668402 w 708053"/>
                  <a:gd name="connsiteY3" fmla="*/ 264475 h 264474"/>
                  <a:gd name="connsiteX4" fmla="*/ 39651 w 708053"/>
                  <a:gd name="connsiteY4" fmla="*/ 264475 h 264474"/>
                  <a:gd name="connsiteX5" fmla="*/ 0 w 708053"/>
                  <a:gd name="connsiteY5" fmla="*/ 224824 h 264474"/>
                  <a:gd name="connsiteX6" fmla="*/ 0 w 708053"/>
                  <a:gd name="connsiteY6" fmla="*/ 39651 h 264474"/>
                  <a:gd name="connsiteX7" fmla="*/ 39651 w 708053"/>
                  <a:gd name="connsiteY7" fmla="*/ 0 h 264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08053" h="264474">
                    <a:moveTo>
                      <a:pt x="668402" y="0"/>
                    </a:moveTo>
                    <a:cubicBezTo>
                      <a:pt x="690301" y="0"/>
                      <a:pt x="708053" y="17752"/>
                      <a:pt x="708053" y="39651"/>
                    </a:cubicBezTo>
                    <a:lnTo>
                      <a:pt x="708053" y="224824"/>
                    </a:lnTo>
                    <a:cubicBezTo>
                      <a:pt x="708053" y="246722"/>
                      <a:pt x="690301" y="264475"/>
                      <a:pt x="668402" y="264475"/>
                    </a:cubicBezTo>
                    <a:lnTo>
                      <a:pt x="39651" y="264475"/>
                    </a:lnTo>
                    <a:cubicBezTo>
                      <a:pt x="17752" y="264475"/>
                      <a:pt x="0" y="246722"/>
                      <a:pt x="0" y="224824"/>
                    </a:cubicBezTo>
                    <a:lnTo>
                      <a:pt x="0" y="39651"/>
                    </a:lnTo>
                    <a:cubicBezTo>
                      <a:pt x="0" y="17752"/>
                      <a:pt x="17752" y="0"/>
                      <a:pt x="39651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65" name="图片 164">
                <a:extLst>
                  <a:ext uri="{FF2B5EF4-FFF2-40B4-BE49-F238E27FC236}">
                    <a16:creationId xmlns:a16="http://schemas.microsoft.com/office/drawing/2014/main" id="{1858284B-44BB-161A-61D0-20076AA79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71247" y="3476203"/>
                <a:ext cx="694566" cy="195557"/>
              </a:xfrm>
              <a:custGeom>
                <a:avLst/>
                <a:gdLst>
                  <a:gd name="connsiteX0" fmla="*/ -1 w 694566"/>
                  <a:gd name="connsiteY0" fmla="*/ -1 h 195557"/>
                  <a:gd name="connsiteX1" fmla="*/ 694566 w 694566"/>
                  <a:gd name="connsiteY1" fmla="*/ -1 h 195557"/>
                  <a:gd name="connsiteX2" fmla="*/ 694566 w 694566"/>
                  <a:gd name="connsiteY2" fmla="*/ 195557 h 195557"/>
                  <a:gd name="connsiteX3" fmla="*/ -1 w 694566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4566" h="195557">
                    <a:moveTo>
                      <a:pt x="-1" y="-1"/>
                    </a:moveTo>
                    <a:lnTo>
                      <a:pt x="694566" y="-1"/>
                    </a:lnTo>
                    <a:lnTo>
                      <a:pt x="694566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66" name="图形 2">
              <a:extLst>
                <a:ext uri="{FF2B5EF4-FFF2-40B4-BE49-F238E27FC236}">
                  <a16:creationId xmlns:a16="http://schemas.microsoft.com/office/drawing/2014/main" id="{6C500ED1-25FB-F7A6-C2E1-F6B9B01BC21D}"/>
                </a:ext>
              </a:extLst>
            </p:cNvPr>
            <p:cNvGrpSpPr/>
            <p:nvPr/>
          </p:nvGrpSpPr>
          <p:grpSpPr>
            <a:xfrm>
              <a:off x="5967876" y="2662886"/>
              <a:ext cx="708053" cy="264474"/>
              <a:chOff x="5967876" y="2662886"/>
              <a:chExt cx="708053" cy="264474"/>
            </a:xfrm>
            <a:solidFill>
              <a:srgbClr val="DAE8FC"/>
            </a:solidFill>
          </p:grpSpPr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DAFB6E9A-EDB9-2058-A904-726575B74B6B}"/>
                  </a:ext>
                </a:extLst>
              </p:cNvPr>
              <p:cNvSpPr/>
              <p:nvPr/>
            </p:nvSpPr>
            <p:spPr>
              <a:xfrm>
                <a:off x="5967876" y="2662886"/>
                <a:ext cx="708053" cy="264474"/>
              </a:xfrm>
              <a:custGeom>
                <a:avLst/>
                <a:gdLst>
                  <a:gd name="connsiteX0" fmla="*/ 668402 w 708053"/>
                  <a:gd name="connsiteY0" fmla="*/ 0 h 264474"/>
                  <a:gd name="connsiteX1" fmla="*/ 708053 w 708053"/>
                  <a:gd name="connsiteY1" fmla="*/ 39651 h 264474"/>
                  <a:gd name="connsiteX2" fmla="*/ 708053 w 708053"/>
                  <a:gd name="connsiteY2" fmla="*/ 224824 h 264474"/>
                  <a:gd name="connsiteX3" fmla="*/ 668402 w 708053"/>
                  <a:gd name="connsiteY3" fmla="*/ 264475 h 264474"/>
                  <a:gd name="connsiteX4" fmla="*/ 39651 w 708053"/>
                  <a:gd name="connsiteY4" fmla="*/ 264475 h 264474"/>
                  <a:gd name="connsiteX5" fmla="*/ 0 w 708053"/>
                  <a:gd name="connsiteY5" fmla="*/ 224824 h 264474"/>
                  <a:gd name="connsiteX6" fmla="*/ 0 w 708053"/>
                  <a:gd name="connsiteY6" fmla="*/ 39651 h 264474"/>
                  <a:gd name="connsiteX7" fmla="*/ 39651 w 708053"/>
                  <a:gd name="connsiteY7" fmla="*/ 0 h 264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08053" h="264474">
                    <a:moveTo>
                      <a:pt x="668402" y="0"/>
                    </a:moveTo>
                    <a:cubicBezTo>
                      <a:pt x="690301" y="0"/>
                      <a:pt x="708053" y="17752"/>
                      <a:pt x="708053" y="39651"/>
                    </a:cubicBezTo>
                    <a:lnTo>
                      <a:pt x="708053" y="224824"/>
                    </a:lnTo>
                    <a:cubicBezTo>
                      <a:pt x="708053" y="246722"/>
                      <a:pt x="690301" y="264475"/>
                      <a:pt x="668402" y="264475"/>
                    </a:cubicBezTo>
                    <a:lnTo>
                      <a:pt x="39651" y="264475"/>
                    </a:lnTo>
                    <a:cubicBezTo>
                      <a:pt x="17752" y="264475"/>
                      <a:pt x="0" y="246722"/>
                      <a:pt x="0" y="224824"/>
                    </a:cubicBezTo>
                    <a:lnTo>
                      <a:pt x="0" y="39651"/>
                    </a:lnTo>
                    <a:cubicBezTo>
                      <a:pt x="0" y="17752"/>
                      <a:pt x="17752" y="0"/>
                      <a:pt x="39651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68" name="图片 167">
                <a:extLst>
                  <a:ext uri="{FF2B5EF4-FFF2-40B4-BE49-F238E27FC236}">
                    <a16:creationId xmlns:a16="http://schemas.microsoft.com/office/drawing/2014/main" id="{1BC30905-B0F7-0B88-FD69-30AA4D786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71247" y="2714203"/>
                <a:ext cx="694566" cy="195557"/>
              </a:xfrm>
              <a:custGeom>
                <a:avLst/>
                <a:gdLst>
                  <a:gd name="connsiteX0" fmla="*/ -1 w 694566"/>
                  <a:gd name="connsiteY0" fmla="*/ -1 h 195557"/>
                  <a:gd name="connsiteX1" fmla="*/ 694566 w 694566"/>
                  <a:gd name="connsiteY1" fmla="*/ -1 h 195557"/>
                  <a:gd name="connsiteX2" fmla="*/ 694566 w 694566"/>
                  <a:gd name="connsiteY2" fmla="*/ 195557 h 195557"/>
                  <a:gd name="connsiteX3" fmla="*/ -1 w 694566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4566" h="195557">
                    <a:moveTo>
                      <a:pt x="-1" y="-1"/>
                    </a:moveTo>
                    <a:lnTo>
                      <a:pt x="694566" y="-1"/>
                    </a:lnTo>
                    <a:lnTo>
                      <a:pt x="694566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69" name="图形 2">
              <a:extLst>
                <a:ext uri="{FF2B5EF4-FFF2-40B4-BE49-F238E27FC236}">
                  <a16:creationId xmlns:a16="http://schemas.microsoft.com/office/drawing/2014/main" id="{B6628EB8-20A6-6EB2-8980-17421FFE347B}"/>
                </a:ext>
              </a:extLst>
            </p:cNvPr>
            <p:cNvGrpSpPr/>
            <p:nvPr/>
          </p:nvGrpSpPr>
          <p:grpSpPr>
            <a:xfrm>
              <a:off x="3970154" y="1490282"/>
              <a:ext cx="189690" cy="47203"/>
              <a:chOff x="3970154" y="1490282"/>
              <a:chExt cx="189690" cy="47203"/>
            </a:xfrm>
          </p:grpSpPr>
          <p:sp>
            <p:nvSpPr>
              <p:cNvPr id="170" name="任意多边形: 形状 169">
                <a:extLst>
                  <a:ext uri="{FF2B5EF4-FFF2-40B4-BE49-F238E27FC236}">
                    <a16:creationId xmlns:a16="http://schemas.microsoft.com/office/drawing/2014/main" id="{C2438500-1296-EA30-50D7-16BE3E6B6391}"/>
                  </a:ext>
                </a:extLst>
              </p:cNvPr>
              <p:cNvSpPr/>
              <p:nvPr/>
            </p:nvSpPr>
            <p:spPr>
              <a:xfrm>
                <a:off x="3970154" y="1513884"/>
                <a:ext cx="154288" cy="6743"/>
              </a:xfrm>
              <a:custGeom>
                <a:avLst/>
                <a:gdLst>
                  <a:gd name="connsiteX0" fmla="*/ 0 w 154288"/>
                  <a:gd name="connsiteY0" fmla="*/ 0 h 6743"/>
                  <a:gd name="connsiteX1" fmla="*/ 135339 w 154288"/>
                  <a:gd name="connsiteY1" fmla="*/ 0 h 6743"/>
                  <a:gd name="connsiteX2" fmla="*/ 62983 w 154288"/>
                  <a:gd name="connsiteY2" fmla="*/ 0 h 6743"/>
                  <a:gd name="connsiteX3" fmla="*/ 154288 w 154288"/>
                  <a:gd name="connsiteY3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4288" h="6743">
                    <a:moveTo>
                      <a:pt x="0" y="0"/>
                    </a:moveTo>
                    <a:lnTo>
                      <a:pt x="135339" y="0"/>
                    </a:lnTo>
                    <a:lnTo>
                      <a:pt x="62983" y="0"/>
                    </a:lnTo>
                    <a:lnTo>
                      <a:pt x="154288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1" name="任意多边形: 形状 170">
                <a:extLst>
                  <a:ext uri="{FF2B5EF4-FFF2-40B4-BE49-F238E27FC236}">
                    <a16:creationId xmlns:a16="http://schemas.microsoft.com/office/drawing/2014/main" id="{6BC55DBA-031C-CBD5-155C-ADF1C9B0429D}"/>
                  </a:ext>
                </a:extLst>
              </p:cNvPr>
              <p:cNvSpPr/>
              <p:nvPr/>
            </p:nvSpPr>
            <p:spPr>
              <a:xfrm>
                <a:off x="4112642" y="1490282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72" name="图形 2">
              <a:extLst>
                <a:ext uri="{FF2B5EF4-FFF2-40B4-BE49-F238E27FC236}">
                  <a16:creationId xmlns:a16="http://schemas.microsoft.com/office/drawing/2014/main" id="{A2804842-63A6-705D-E4B2-09C0726A236F}"/>
                </a:ext>
              </a:extLst>
            </p:cNvPr>
            <p:cNvGrpSpPr/>
            <p:nvPr/>
          </p:nvGrpSpPr>
          <p:grpSpPr>
            <a:xfrm>
              <a:off x="3160951" y="1345300"/>
              <a:ext cx="809203" cy="364141"/>
              <a:chOff x="3160951" y="1345300"/>
              <a:chExt cx="809203" cy="364141"/>
            </a:xfrm>
            <a:solidFill>
              <a:srgbClr val="6EA0BF"/>
            </a:solidFill>
          </p:grpSpPr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866454EF-F216-2ED0-8D31-79783EF895AD}"/>
                  </a:ext>
                </a:extLst>
              </p:cNvPr>
              <p:cNvSpPr/>
              <p:nvPr/>
            </p:nvSpPr>
            <p:spPr>
              <a:xfrm>
                <a:off x="3160951" y="1345300"/>
                <a:ext cx="809203" cy="337168"/>
              </a:xfrm>
              <a:custGeom>
                <a:avLst/>
                <a:gdLst>
                  <a:gd name="connsiteX0" fmla="*/ 758628 w 809203"/>
                  <a:gd name="connsiteY0" fmla="*/ 0 h 337168"/>
                  <a:gd name="connsiteX1" fmla="*/ 809204 w 809203"/>
                  <a:gd name="connsiteY1" fmla="*/ 50575 h 337168"/>
                  <a:gd name="connsiteX2" fmla="*/ 809204 w 809203"/>
                  <a:gd name="connsiteY2" fmla="*/ 286593 h 337168"/>
                  <a:gd name="connsiteX3" fmla="*/ 758628 w 809203"/>
                  <a:gd name="connsiteY3" fmla="*/ 337168 h 337168"/>
                  <a:gd name="connsiteX4" fmla="*/ 50575 w 809203"/>
                  <a:gd name="connsiteY4" fmla="*/ 337168 h 337168"/>
                  <a:gd name="connsiteX5" fmla="*/ 0 w 809203"/>
                  <a:gd name="connsiteY5" fmla="*/ 286593 h 337168"/>
                  <a:gd name="connsiteX6" fmla="*/ 0 w 809203"/>
                  <a:gd name="connsiteY6" fmla="*/ 50575 h 337168"/>
                  <a:gd name="connsiteX7" fmla="*/ 50575 w 809203"/>
                  <a:gd name="connsiteY7" fmla="*/ 0 h 337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09203" h="337168">
                    <a:moveTo>
                      <a:pt x="758628" y="0"/>
                    </a:moveTo>
                    <a:cubicBezTo>
                      <a:pt x="786560" y="0"/>
                      <a:pt x="809204" y="22643"/>
                      <a:pt x="809204" y="50575"/>
                    </a:cubicBezTo>
                    <a:lnTo>
                      <a:pt x="809204" y="286593"/>
                    </a:lnTo>
                    <a:cubicBezTo>
                      <a:pt x="809204" y="314525"/>
                      <a:pt x="786560" y="337168"/>
                      <a:pt x="758628" y="337168"/>
                    </a:cubicBezTo>
                    <a:lnTo>
                      <a:pt x="50575" y="337168"/>
                    </a:lnTo>
                    <a:cubicBezTo>
                      <a:pt x="22643" y="337168"/>
                      <a:pt x="0" y="314525"/>
                      <a:pt x="0" y="286593"/>
                    </a:cubicBezTo>
                    <a:lnTo>
                      <a:pt x="0" y="50575"/>
                    </a:lnTo>
                    <a:cubicBezTo>
                      <a:pt x="0" y="22643"/>
                      <a:pt x="22643" y="0"/>
                      <a:pt x="50575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743" cap="flat">
                <a:solidFill>
                  <a:srgbClr val="6080A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74" name="图片 173">
                <a:extLst>
                  <a:ext uri="{FF2B5EF4-FFF2-40B4-BE49-F238E27FC236}">
                    <a16:creationId xmlns:a16="http://schemas.microsoft.com/office/drawing/2014/main" id="{AF7FDA3E-FDA3-830D-B4AF-B3207FA70C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166008" y="1352043"/>
                <a:ext cx="795716" cy="357398"/>
              </a:xfrm>
              <a:custGeom>
                <a:avLst/>
                <a:gdLst>
                  <a:gd name="connsiteX0" fmla="*/ -1 w 795716"/>
                  <a:gd name="connsiteY0" fmla="*/ -1 h 357398"/>
                  <a:gd name="connsiteX1" fmla="*/ 795716 w 795716"/>
                  <a:gd name="connsiteY1" fmla="*/ -1 h 357398"/>
                  <a:gd name="connsiteX2" fmla="*/ 795716 w 795716"/>
                  <a:gd name="connsiteY2" fmla="*/ 357398 h 357398"/>
                  <a:gd name="connsiteX3" fmla="*/ -1 w 795716"/>
                  <a:gd name="connsiteY3" fmla="*/ 357398 h 357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5716" h="357398">
                    <a:moveTo>
                      <a:pt x="-1" y="-1"/>
                    </a:moveTo>
                    <a:lnTo>
                      <a:pt x="795716" y="-1"/>
                    </a:lnTo>
                    <a:lnTo>
                      <a:pt x="795716" y="357398"/>
                    </a:lnTo>
                    <a:lnTo>
                      <a:pt x="-1" y="357398"/>
                    </a:lnTo>
                    <a:close/>
                  </a:path>
                </a:pathLst>
              </a:custGeom>
            </p:spPr>
          </p:pic>
        </p:grpSp>
        <p:grpSp>
          <p:nvGrpSpPr>
            <p:cNvPr id="175" name="图形 2">
              <a:extLst>
                <a:ext uri="{FF2B5EF4-FFF2-40B4-BE49-F238E27FC236}">
                  <a16:creationId xmlns:a16="http://schemas.microsoft.com/office/drawing/2014/main" id="{18595BA4-0DC6-9B96-7202-ACB089CE1770}"/>
                </a:ext>
              </a:extLst>
            </p:cNvPr>
            <p:cNvGrpSpPr/>
            <p:nvPr/>
          </p:nvGrpSpPr>
          <p:grpSpPr>
            <a:xfrm>
              <a:off x="5637451" y="1122230"/>
              <a:ext cx="282479" cy="391721"/>
              <a:chOff x="5637451" y="1122230"/>
              <a:chExt cx="282479" cy="391721"/>
            </a:xfrm>
          </p:grpSpPr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481A8EF8-1B59-1216-18D6-F8734F2443C5}"/>
                  </a:ext>
                </a:extLst>
              </p:cNvPr>
              <p:cNvSpPr/>
              <p:nvPr/>
            </p:nvSpPr>
            <p:spPr>
              <a:xfrm>
                <a:off x="5637451" y="1145764"/>
                <a:ext cx="247076" cy="368187"/>
              </a:xfrm>
              <a:custGeom>
                <a:avLst/>
                <a:gdLst>
                  <a:gd name="connsiteX0" fmla="*/ 0 w 247076"/>
                  <a:gd name="connsiteY0" fmla="*/ 368188 h 368187"/>
                  <a:gd name="connsiteX1" fmla="*/ 77886 w 247076"/>
                  <a:gd name="connsiteY1" fmla="*/ 368120 h 368187"/>
                  <a:gd name="connsiteX2" fmla="*/ 145319 w 247076"/>
                  <a:gd name="connsiteY2" fmla="*/ 300687 h 368187"/>
                  <a:gd name="connsiteX3" fmla="*/ 145319 w 247076"/>
                  <a:gd name="connsiteY3" fmla="*/ 67703 h 368187"/>
                  <a:gd name="connsiteX4" fmla="*/ 196165 w 247076"/>
                  <a:gd name="connsiteY4" fmla="*/ 135 h 368187"/>
                  <a:gd name="connsiteX5" fmla="*/ 247077 w 247076"/>
                  <a:gd name="connsiteY5" fmla="*/ 0 h 368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7076" h="368187">
                    <a:moveTo>
                      <a:pt x="0" y="368188"/>
                    </a:moveTo>
                    <a:lnTo>
                      <a:pt x="77886" y="368120"/>
                    </a:lnTo>
                    <a:cubicBezTo>
                      <a:pt x="122842" y="368120"/>
                      <a:pt x="145319" y="345642"/>
                      <a:pt x="145319" y="300687"/>
                    </a:cubicBezTo>
                    <a:lnTo>
                      <a:pt x="145319" y="67703"/>
                    </a:lnTo>
                    <a:cubicBezTo>
                      <a:pt x="145319" y="22748"/>
                      <a:pt x="162268" y="225"/>
                      <a:pt x="196165" y="135"/>
                    </a:cubicBezTo>
                    <a:lnTo>
                      <a:pt x="247077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347507E9-22CA-A222-5A57-6B914EA9B4D9}"/>
                  </a:ext>
                </a:extLst>
              </p:cNvPr>
              <p:cNvSpPr/>
              <p:nvPr/>
            </p:nvSpPr>
            <p:spPr>
              <a:xfrm>
                <a:off x="5872659" y="1122230"/>
                <a:ext cx="47271" cy="47203"/>
              </a:xfrm>
              <a:custGeom>
                <a:avLst/>
                <a:gdLst>
                  <a:gd name="connsiteX0" fmla="*/ 47271 w 47271"/>
                  <a:gd name="connsiteY0" fmla="*/ 23467 h 47203"/>
                  <a:gd name="connsiteX1" fmla="*/ 135 w 47271"/>
                  <a:gd name="connsiteY1" fmla="*/ 47204 h 47203"/>
                  <a:gd name="connsiteX2" fmla="*/ 11868 w 47271"/>
                  <a:gd name="connsiteY2" fmla="*/ 23534 h 47203"/>
                  <a:gd name="connsiteX3" fmla="*/ 0 w 47271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71" h="47203">
                    <a:moveTo>
                      <a:pt x="47271" y="23467"/>
                    </a:moveTo>
                    <a:lnTo>
                      <a:pt x="135" y="47204"/>
                    </a:lnTo>
                    <a:lnTo>
                      <a:pt x="11868" y="235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78" name="图形 2">
              <a:extLst>
                <a:ext uri="{FF2B5EF4-FFF2-40B4-BE49-F238E27FC236}">
                  <a16:creationId xmlns:a16="http://schemas.microsoft.com/office/drawing/2014/main" id="{2E0C2F66-849A-9561-83D8-5AEB5E122FF5}"/>
                </a:ext>
              </a:extLst>
            </p:cNvPr>
            <p:cNvGrpSpPr/>
            <p:nvPr/>
          </p:nvGrpSpPr>
          <p:grpSpPr>
            <a:xfrm>
              <a:off x="5637451" y="1513884"/>
              <a:ext cx="289222" cy="391654"/>
              <a:chOff x="5637451" y="1513884"/>
              <a:chExt cx="289222" cy="391654"/>
            </a:xfrm>
          </p:grpSpPr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AA3B99E1-33B2-4FC6-664C-33B2BB69F9BA}"/>
                  </a:ext>
                </a:extLst>
              </p:cNvPr>
              <p:cNvSpPr/>
              <p:nvPr/>
            </p:nvSpPr>
            <p:spPr>
              <a:xfrm>
                <a:off x="5637451" y="1513884"/>
                <a:ext cx="253820" cy="368120"/>
              </a:xfrm>
              <a:custGeom>
                <a:avLst/>
                <a:gdLst>
                  <a:gd name="connsiteX0" fmla="*/ 0 w 253820"/>
                  <a:gd name="connsiteY0" fmla="*/ 67 h 368120"/>
                  <a:gd name="connsiteX1" fmla="*/ 81527 w 253820"/>
                  <a:gd name="connsiteY1" fmla="*/ 0 h 368120"/>
                  <a:gd name="connsiteX2" fmla="*/ 148961 w 253820"/>
                  <a:gd name="connsiteY2" fmla="*/ 67434 h 368120"/>
                  <a:gd name="connsiteX3" fmla="*/ 148961 w 253820"/>
                  <a:gd name="connsiteY3" fmla="*/ 300417 h 368120"/>
                  <a:gd name="connsiteX4" fmla="*/ 201357 w 253820"/>
                  <a:gd name="connsiteY4" fmla="*/ 367985 h 368120"/>
                  <a:gd name="connsiteX5" fmla="*/ 253820 w 253820"/>
                  <a:gd name="connsiteY5" fmla="*/ 368120 h 36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3820" h="368120">
                    <a:moveTo>
                      <a:pt x="0" y="67"/>
                    </a:moveTo>
                    <a:lnTo>
                      <a:pt x="81527" y="0"/>
                    </a:lnTo>
                    <a:cubicBezTo>
                      <a:pt x="126483" y="0"/>
                      <a:pt x="148961" y="22478"/>
                      <a:pt x="148961" y="67434"/>
                    </a:cubicBezTo>
                    <a:lnTo>
                      <a:pt x="148961" y="300417"/>
                    </a:lnTo>
                    <a:cubicBezTo>
                      <a:pt x="148961" y="345373"/>
                      <a:pt x="166426" y="367895"/>
                      <a:pt x="201357" y="367985"/>
                    </a:cubicBezTo>
                    <a:lnTo>
                      <a:pt x="253820" y="36812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FBB589A9-0496-4DAF-E728-0856232B845C}"/>
                  </a:ext>
                </a:extLst>
              </p:cNvPr>
              <p:cNvSpPr/>
              <p:nvPr/>
            </p:nvSpPr>
            <p:spPr>
              <a:xfrm>
                <a:off x="5879403" y="1858335"/>
                <a:ext cx="47271" cy="47203"/>
              </a:xfrm>
              <a:custGeom>
                <a:avLst/>
                <a:gdLst>
                  <a:gd name="connsiteX0" fmla="*/ 47271 w 47271"/>
                  <a:gd name="connsiteY0" fmla="*/ 23737 h 47203"/>
                  <a:gd name="connsiteX1" fmla="*/ 0 w 47271"/>
                  <a:gd name="connsiteY1" fmla="*/ 47204 h 47203"/>
                  <a:gd name="connsiteX2" fmla="*/ 11868 w 47271"/>
                  <a:gd name="connsiteY2" fmla="*/ 23669 h 47203"/>
                  <a:gd name="connsiteX3" fmla="*/ 135 w 47271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71" h="47203">
                    <a:moveTo>
                      <a:pt x="47271" y="23737"/>
                    </a:moveTo>
                    <a:lnTo>
                      <a:pt x="0" y="47204"/>
                    </a:lnTo>
                    <a:lnTo>
                      <a:pt x="11868" y="2366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1" name="图形 2">
              <a:extLst>
                <a:ext uri="{FF2B5EF4-FFF2-40B4-BE49-F238E27FC236}">
                  <a16:creationId xmlns:a16="http://schemas.microsoft.com/office/drawing/2014/main" id="{39DC461A-EA73-AF84-FA15-B03C0B11ACD8}"/>
                </a:ext>
              </a:extLst>
            </p:cNvPr>
            <p:cNvGrpSpPr/>
            <p:nvPr/>
          </p:nvGrpSpPr>
          <p:grpSpPr>
            <a:xfrm>
              <a:off x="5300283" y="974482"/>
              <a:ext cx="337168" cy="1078937"/>
              <a:chOff x="5300283" y="974482"/>
              <a:chExt cx="337168" cy="1078937"/>
            </a:xfrm>
            <a:solidFill>
              <a:srgbClr val="DAE8FC"/>
            </a:solidFill>
          </p:grpSpPr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E07E1437-7AFE-C7F5-0BC7-C8A88BCC2298}"/>
                  </a:ext>
                </a:extLst>
              </p:cNvPr>
              <p:cNvSpPr/>
              <p:nvPr/>
            </p:nvSpPr>
            <p:spPr>
              <a:xfrm>
                <a:off x="5300283" y="974482"/>
                <a:ext cx="337168" cy="1078937"/>
              </a:xfrm>
              <a:custGeom>
                <a:avLst/>
                <a:gdLst>
                  <a:gd name="connsiteX0" fmla="*/ 286593 w 337168"/>
                  <a:gd name="connsiteY0" fmla="*/ 0 h 1078937"/>
                  <a:gd name="connsiteX1" fmla="*/ 337168 w 337168"/>
                  <a:gd name="connsiteY1" fmla="*/ 50575 h 1078937"/>
                  <a:gd name="connsiteX2" fmla="*/ 337168 w 337168"/>
                  <a:gd name="connsiteY2" fmla="*/ 1028363 h 1078937"/>
                  <a:gd name="connsiteX3" fmla="*/ 286593 w 337168"/>
                  <a:gd name="connsiteY3" fmla="*/ 1078938 h 1078937"/>
                  <a:gd name="connsiteX4" fmla="*/ 50575 w 337168"/>
                  <a:gd name="connsiteY4" fmla="*/ 1078938 h 1078937"/>
                  <a:gd name="connsiteX5" fmla="*/ 0 w 337168"/>
                  <a:gd name="connsiteY5" fmla="*/ 1028363 h 1078937"/>
                  <a:gd name="connsiteX6" fmla="*/ 0 w 337168"/>
                  <a:gd name="connsiteY6" fmla="*/ 50575 h 1078937"/>
                  <a:gd name="connsiteX7" fmla="*/ 50575 w 337168"/>
                  <a:gd name="connsiteY7" fmla="*/ 0 h 1078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168" h="1078937">
                    <a:moveTo>
                      <a:pt x="286593" y="0"/>
                    </a:moveTo>
                    <a:cubicBezTo>
                      <a:pt x="314525" y="0"/>
                      <a:pt x="337168" y="22643"/>
                      <a:pt x="337168" y="50575"/>
                    </a:cubicBezTo>
                    <a:lnTo>
                      <a:pt x="337168" y="1028363"/>
                    </a:lnTo>
                    <a:cubicBezTo>
                      <a:pt x="337168" y="1056295"/>
                      <a:pt x="314525" y="1078938"/>
                      <a:pt x="286593" y="1078938"/>
                    </a:cubicBezTo>
                    <a:lnTo>
                      <a:pt x="50575" y="1078938"/>
                    </a:lnTo>
                    <a:cubicBezTo>
                      <a:pt x="22643" y="1078938"/>
                      <a:pt x="0" y="1056295"/>
                      <a:pt x="0" y="1028363"/>
                    </a:cubicBezTo>
                    <a:lnTo>
                      <a:pt x="0" y="50575"/>
                    </a:lnTo>
                    <a:cubicBezTo>
                      <a:pt x="0" y="22643"/>
                      <a:pt x="22643" y="0"/>
                      <a:pt x="5057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83" name="图片 182">
                <a:extLst>
                  <a:ext uri="{FF2B5EF4-FFF2-40B4-BE49-F238E27FC236}">
                    <a16:creationId xmlns:a16="http://schemas.microsoft.com/office/drawing/2014/main" id="{865E726A-3342-0B76-BF22-8A8606C27D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03654" y="1028362"/>
                <a:ext cx="323681" cy="1004761"/>
              </a:xfrm>
              <a:custGeom>
                <a:avLst/>
                <a:gdLst>
                  <a:gd name="connsiteX0" fmla="*/ -1 w 323681"/>
                  <a:gd name="connsiteY0" fmla="*/ -1 h 1004761"/>
                  <a:gd name="connsiteX1" fmla="*/ 323681 w 323681"/>
                  <a:gd name="connsiteY1" fmla="*/ -1 h 1004761"/>
                  <a:gd name="connsiteX2" fmla="*/ 323681 w 323681"/>
                  <a:gd name="connsiteY2" fmla="*/ 1004761 h 1004761"/>
                  <a:gd name="connsiteX3" fmla="*/ -1 w 323681"/>
                  <a:gd name="connsiteY3" fmla="*/ 1004761 h 100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681" h="1004761">
                    <a:moveTo>
                      <a:pt x="-1" y="-1"/>
                    </a:moveTo>
                    <a:lnTo>
                      <a:pt x="323681" y="-1"/>
                    </a:lnTo>
                    <a:lnTo>
                      <a:pt x="323681" y="1004761"/>
                    </a:lnTo>
                    <a:lnTo>
                      <a:pt x="-1" y="1004761"/>
                    </a:lnTo>
                    <a:close/>
                  </a:path>
                </a:pathLst>
              </a:custGeom>
            </p:spPr>
          </p:pic>
        </p:grpSp>
        <p:grpSp>
          <p:nvGrpSpPr>
            <p:cNvPr id="184" name="图形 2">
              <a:extLst>
                <a:ext uri="{FF2B5EF4-FFF2-40B4-BE49-F238E27FC236}">
                  <a16:creationId xmlns:a16="http://schemas.microsoft.com/office/drawing/2014/main" id="{E9D67BC5-AFD0-EC1B-77C1-3C9F3D0B3679}"/>
                </a:ext>
              </a:extLst>
            </p:cNvPr>
            <p:cNvGrpSpPr/>
            <p:nvPr/>
          </p:nvGrpSpPr>
          <p:grpSpPr>
            <a:xfrm>
              <a:off x="5934226" y="1749902"/>
              <a:ext cx="708053" cy="264474"/>
              <a:chOff x="5934226" y="1749902"/>
              <a:chExt cx="708053" cy="264474"/>
            </a:xfrm>
            <a:solidFill>
              <a:srgbClr val="DAE8FC"/>
            </a:solidFill>
          </p:grpSpPr>
          <p:sp>
            <p:nvSpPr>
              <p:cNvPr id="185" name="任意多边形: 形状 184">
                <a:extLst>
                  <a:ext uri="{FF2B5EF4-FFF2-40B4-BE49-F238E27FC236}">
                    <a16:creationId xmlns:a16="http://schemas.microsoft.com/office/drawing/2014/main" id="{0BD84BF4-0624-5989-EAC0-9D163579C641}"/>
                  </a:ext>
                </a:extLst>
              </p:cNvPr>
              <p:cNvSpPr/>
              <p:nvPr/>
            </p:nvSpPr>
            <p:spPr>
              <a:xfrm>
                <a:off x="5934226" y="1749902"/>
                <a:ext cx="708053" cy="264474"/>
              </a:xfrm>
              <a:custGeom>
                <a:avLst/>
                <a:gdLst>
                  <a:gd name="connsiteX0" fmla="*/ 668402 w 708053"/>
                  <a:gd name="connsiteY0" fmla="*/ 0 h 264474"/>
                  <a:gd name="connsiteX1" fmla="*/ 708053 w 708053"/>
                  <a:gd name="connsiteY1" fmla="*/ 39651 h 264474"/>
                  <a:gd name="connsiteX2" fmla="*/ 708053 w 708053"/>
                  <a:gd name="connsiteY2" fmla="*/ 224824 h 264474"/>
                  <a:gd name="connsiteX3" fmla="*/ 668402 w 708053"/>
                  <a:gd name="connsiteY3" fmla="*/ 264475 h 264474"/>
                  <a:gd name="connsiteX4" fmla="*/ 39651 w 708053"/>
                  <a:gd name="connsiteY4" fmla="*/ 264475 h 264474"/>
                  <a:gd name="connsiteX5" fmla="*/ 0 w 708053"/>
                  <a:gd name="connsiteY5" fmla="*/ 224824 h 264474"/>
                  <a:gd name="connsiteX6" fmla="*/ 0 w 708053"/>
                  <a:gd name="connsiteY6" fmla="*/ 39651 h 264474"/>
                  <a:gd name="connsiteX7" fmla="*/ 39651 w 708053"/>
                  <a:gd name="connsiteY7" fmla="*/ 0 h 264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08053" h="264474">
                    <a:moveTo>
                      <a:pt x="668402" y="0"/>
                    </a:moveTo>
                    <a:cubicBezTo>
                      <a:pt x="690301" y="0"/>
                      <a:pt x="708053" y="17752"/>
                      <a:pt x="708053" y="39651"/>
                    </a:cubicBezTo>
                    <a:lnTo>
                      <a:pt x="708053" y="224824"/>
                    </a:lnTo>
                    <a:cubicBezTo>
                      <a:pt x="708053" y="246722"/>
                      <a:pt x="690301" y="264475"/>
                      <a:pt x="668402" y="264475"/>
                    </a:cubicBezTo>
                    <a:lnTo>
                      <a:pt x="39651" y="264475"/>
                    </a:lnTo>
                    <a:cubicBezTo>
                      <a:pt x="17752" y="264475"/>
                      <a:pt x="0" y="246722"/>
                      <a:pt x="0" y="224824"/>
                    </a:cubicBezTo>
                    <a:lnTo>
                      <a:pt x="0" y="39651"/>
                    </a:lnTo>
                    <a:cubicBezTo>
                      <a:pt x="0" y="17752"/>
                      <a:pt x="17752" y="0"/>
                      <a:pt x="39651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86" name="图片 185">
                <a:extLst>
                  <a:ext uri="{FF2B5EF4-FFF2-40B4-BE49-F238E27FC236}">
                    <a16:creationId xmlns:a16="http://schemas.microsoft.com/office/drawing/2014/main" id="{12C0D955-CFAD-2FF9-D80C-D2D36951ED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37530" y="1803849"/>
                <a:ext cx="694566" cy="195557"/>
              </a:xfrm>
              <a:custGeom>
                <a:avLst/>
                <a:gdLst>
                  <a:gd name="connsiteX0" fmla="*/ -1 w 694566"/>
                  <a:gd name="connsiteY0" fmla="*/ -1 h 195557"/>
                  <a:gd name="connsiteX1" fmla="*/ 694566 w 694566"/>
                  <a:gd name="connsiteY1" fmla="*/ -1 h 195557"/>
                  <a:gd name="connsiteX2" fmla="*/ 694566 w 694566"/>
                  <a:gd name="connsiteY2" fmla="*/ 195557 h 195557"/>
                  <a:gd name="connsiteX3" fmla="*/ -1 w 694566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4566" h="195557">
                    <a:moveTo>
                      <a:pt x="-1" y="-1"/>
                    </a:moveTo>
                    <a:lnTo>
                      <a:pt x="694566" y="-1"/>
                    </a:lnTo>
                    <a:lnTo>
                      <a:pt x="694566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87" name="图形 2">
              <a:extLst>
                <a:ext uri="{FF2B5EF4-FFF2-40B4-BE49-F238E27FC236}">
                  <a16:creationId xmlns:a16="http://schemas.microsoft.com/office/drawing/2014/main" id="{415D34D6-1FEC-4493-4E29-57078EB4B084}"/>
                </a:ext>
              </a:extLst>
            </p:cNvPr>
            <p:cNvGrpSpPr/>
            <p:nvPr/>
          </p:nvGrpSpPr>
          <p:grpSpPr>
            <a:xfrm>
              <a:off x="5927483" y="1013459"/>
              <a:ext cx="708053" cy="264474"/>
              <a:chOff x="5927483" y="1013459"/>
              <a:chExt cx="708053" cy="264474"/>
            </a:xfrm>
            <a:solidFill>
              <a:srgbClr val="DAE8FC"/>
            </a:solidFill>
          </p:grpSpPr>
          <p:sp>
            <p:nvSpPr>
              <p:cNvPr id="188" name="任意多边形: 形状 187">
                <a:extLst>
                  <a:ext uri="{FF2B5EF4-FFF2-40B4-BE49-F238E27FC236}">
                    <a16:creationId xmlns:a16="http://schemas.microsoft.com/office/drawing/2014/main" id="{A6E7A01A-69BE-A555-91FE-BD46AD20EA3F}"/>
                  </a:ext>
                </a:extLst>
              </p:cNvPr>
              <p:cNvSpPr/>
              <p:nvPr/>
            </p:nvSpPr>
            <p:spPr>
              <a:xfrm>
                <a:off x="5927483" y="1013459"/>
                <a:ext cx="708053" cy="264474"/>
              </a:xfrm>
              <a:custGeom>
                <a:avLst/>
                <a:gdLst>
                  <a:gd name="connsiteX0" fmla="*/ 668402 w 708053"/>
                  <a:gd name="connsiteY0" fmla="*/ 0 h 264474"/>
                  <a:gd name="connsiteX1" fmla="*/ 708053 w 708053"/>
                  <a:gd name="connsiteY1" fmla="*/ 39651 h 264474"/>
                  <a:gd name="connsiteX2" fmla="*/ 708053 w 708053"/>
                  <a:gd name="connsiteY2" fmla="*/ 224824 h 264474"/>
                  <a:gd name="connsiteX3" fmla="*/ 668402 w 708053"/>
                  <a:gd name="connsiteY3" fmla="*/ 264475 h 264474"/>
                  <a:gd name="connsiteX4" fmla="*/ 39651 w 708053"/>
                  <a:gd name="connsiteY4" fmla="*/ 264475 h 264474"/>
                  <a:gd name="connsiteX5" fmla="*/ 0 w 708053"/>
                  <a:gd name="connsiteY5" fmla="*/ 224824 h 264474"/>
                  <a:gd name="connsiteX6" fmla="*/ 0 w 708053"/>
                  <a:gd name="connsiteY6" fmla="*/ 39651 h 264474"/>
                  <a:gd name="connsiteX7" fmla="*/ 39651 w 708053"/>
                  <a:gd name="connsiteY7" fmla="*/ 0 h 264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08053" h="264474">
                    <a:moveTo>
                      <a:pt x="668402" y="0"/>
                    </a:moveTo>
                    <a:cubicBezTo>
                      <a:pt x="690301" y="0"/>
                      <a:pt x="708053" y="17752"/>
                      <a:pt x="708053" y="39651"/>
                    </a:cubicBezTo>
                    <a:lnTo>
                      <a:pt x="708053" y="224824"/>
                    </a:lnTo>
                    <a:cubicBezTo>
                      <a:pt x="708053" y="246722"/>
                      <a:pt x="690301" y="264475"/>
                      <a:pt x="668402" y="264475"/>
                    </a:cubicBezTo>
                    <a:lnTo>
                      <a:pt x="39651" y="264475"/>
                    </a:lnTo>
                    <a:cubicBezTo>
                      <a:pt x="17752" y="264475"/>
                      <a:pt x="0" y="246722"/>
                      <a:pt x="0" y="224824"/>
                    </a:cubicBezTo>
                    <a:lnTo>
                      <a:pt x="0" y="39651"/>
                    </a:lnTo>
                    <a:cubicBezTo>
                      <a:pt x="0" y="17752"/>
                      <a:pt x="17752" y="0"/>
                      <a:pt x="39651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89" name="图片 188">
                <a:extLst>
                  <a:ext uri="{FF2B5EF4-FFF2-40B4-BE49-F238E27FC236}">
                    <a16:creationId xmlns:a16="http://schemas.microsoft.com/office/drawing/2014/main" id="{7C942400-3DBA-438F-6790-8985BE1BFC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30787" y="1062079"/>
                <a:ext cx="694566" cy="195557"/>
              </a:xfrm>
              <a:custGeom>
                <a:avLst/>
                <a:gdLst>
                  <a:gd name="connsiteX0" fmla="*/ -1 w 694566"/>
                  <a:gd name="connsiteY0" fmla="*/ -1 h 195557"/>
                  <a:gd name="connsiteX1" fmla="*/ 694566 w 694566"/>
                  <a:gd name="connsiteY1" fmla="*/ -1 h 195557"/>
                  <a:gd name="connsiteX2" fmla="*/ 694566 w 694566"/>
                  <a:gd name="connsiteY2" fmla="*/ 195557 h 195557"/>
                  <a:gd name="connsiteX3" fmla="*/ -1 w 694566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4566" h="195557">
                    <a:moveTo>
                      <a:pt x="-1" y="-1"/>
                    </a:moveTo>
                    <a:lnTo>
                      <a:pt x="694566" y="-1"/>
                    </a:lnTo>
                    <a:lnTo>
                      <a:pt x="694566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90" name="图形 2">
              <a:extLst>
                <a:ext uri="{FF2B5EF4-FFF2-40B4-BE49-F238E27FC236}">
                  <a16:creationId xmlns:a16="http://schemas.microsoft.com/office/drawing/2014/main" id="{148BBAAC-10CF-884B-5BF7-3470F15135D6}"/>
                </a:ext>
              </a:extLst>
            </p:cNvPr>
            <p:cNvGrpSpPr/>
            <p:nvPr/>
          </p:nvGrpSpPr>
          <p:grpSpPr>
            <a:xfrm>
              <a:off x="6635536" y="1145696"/>
              <a:ext cx="375065" cy="391856"/>
              <a:chOff x="6635536" y="1145696"/>
              <a:chExt cx="375065" cy="391856"/>
            </a:xfrm>
          </p:grpSpPr>
          <p:sp>
            <p:nvSpPr>
              <p:cNvPr id="191" name="任意多边形: 形状 190">
                <a:extLst>
                  <a:ext uri="{FF2B5EF4-FFF2-40B4-BE49-F238E27FC236}">
                    <a16:creationId xmlns:a16="http://schemas.microsoft.com/office/drawing/2014/main" id="{0FB4F9C1-43EB-8C01-CB0F-1A1598C5787A}"/>
                  </a:ext>
                </a:extLst>
              </p:cNvPr>
              <p:cNvSpPr/>
              <p:nvPr/>
            </p:nvSpPr>
            <p:spPr>
              <a:xfrm>
                <a:off x="6635536" y="1145696"/>
                <a:ext cx="339663" cy="368254"/>
              </a:xfrm>
              <a:custGeom>
                <a:avLst/>
                <a:gdLst>
                  <a:gd name="connsiteX0" fmla="*/ 0 w 339663"/>
                  <a:gd name="connsiteY0" fmla="*/ 0 h 368254"/>
                  <a:gd name="connsiteX1" fmla="*/ 124348 w 339663"/>
                  <a:gd name="connsiteY1" fmla="*/ 202 h 368254"/>
                  <a:gd name="connsiteX2" fmla="*/ 191781 w 339663"/>
                  <a:gd name="connsiteY2" fmla="*/ 67771 h 368254"/>
                  <a:gd name="connsiteX3" fmla="*/ 191781 w 339663"/>
                  <a:gd name="connsiteY3" fmla="*/ 300754 h 368254"/>
                  <a:gd name="connsiteX4" fmla="*/ 259215 w 339663"/>
                  <a:gd name="connsiteY4" fmla="*/ 368188 h 368254"/>
                  <a:gd name="connsiteX5" fmla="*/ 339663 w 339663"/>
                  <a:gd name="connsiteY5" fmla="*/ 368255 h 368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9663" h="368254">
                    <a:moveTo>
                      <a:pt x="0" y="0"/>
                    </a:moveTo>
                    <a:lnTo>
                      <a:pt x="124348" y="202"/>
                    </a:lnTo>
                    <a:cubicBezTo>
                      <a:pt x="169304" y="292"/>
                      <a:pt x="191781" y="22815"/>
                      <a:pt x="191781" y="67771"/>
                    </a:cubicBezTo>
                    <a:lnTo>
                      <a:pt x="191781" y="300754"/>
                    </a:lnTo>
                    <a:cubicBezTo>
                      <a:pt x="191781" y="345710"/>
                      <a:pt x="214259" y="368188"/>
                      <a:pt x="259215" y="368188"/>
                    </a:cubicBezTo>
                    <a:lnTo>
                      <a:pt x="339663" y="368255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" name="任意多边形: 形状 191">
                <a:extLst>
                  <a:ext uri="{FF2B5EF4-FFF2-40B4-BE49-F238E27FC236}">
                    <a16:creationId xmlns:a16="http://schemas.microsoft.com/office/drawing/2014/main" id="{4FD516BC-A921-9566-2684-4471F2E9B80C}"/>
                  </a:ext>
                </a:extLst>
              </p:cNvPr>
              <p:cNvSpPr/>
              <p:nvPr/>
            </p:nvSpPr>
            <p:spPr>
              <a:xfrm>
                <a:off x="6963398" y="1490350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93" name="图形 2">
              <a:extLst>
                <a:ext uri="{FF2B5EF4-FFF2-40B4-BE49-F238E27FC236}">
                  <a16:creationId xmlns:a16="http://schemas.microsoft.com/office/drawing/2014/main" id="{BA24214E-6400-294D-2239-105AB79B7266}"/>
                </a:ext>
              </a:extLst>
            </p:cNvPr>
            <p:cNvGrpSpPr/>
            <p:nvPr/>
          </p:nvGrpSpPr>
          <p:grpSpPr>
            <a:xfrm>
              <a:off x="6642279" y="1490350"/>
              <a:ext cx="368322" cy="391789"/>
              <a:chOff x="6642279" y="1490350"/>
              <a:chExt cx="368322" cy="391789"/>
            </a:xfrm>
          </p:grpSpPr>
          <p:sp>
            <p:nvSpPr>
              <p:cNvPr id="194" name="任意多边形: 形状 193">
                <a:extLst>
                  <a:ext uri="{FF2B5EF4-FFF2-40B4-BE49-F238E27FC236}">
                    <a16:creationId xmlns:a16="http://schemas.microsoft.com/office/drawing/2014/main" id="{6DD3181A-37B8-F650-E0EB-0789243B012B}"/>
                  </a:ext>
                </a:extLst>
              </p:cNvPr>
              <p:cNvSpPr/>
              <p:nvPr/>
            </p:nvSpPr>
            <p:spPr>
              <a:xfrm>
                <a:off x="6642279" y="1513884"/>
                <a:ext cx="332919" cy="368255"/>
              </a:xfrm>
              <a:custGeom>
                <a:avLst/>
                <a:gdLst>
                  <a:gd name="connsiteX0" fmla="*/ 0 w 332919"/>
                  <a:gd name="connsiteY0" fmla="*/ 368255 h 368255"/>
                  <a:gd name="connsiteX1" fmla="*/ 120099 w 332919"/>
                  <a:gd name="connsiteY1" fmla="*/ 367985 h 368255"/>
                  <a:gd name="connsiteX2" fmla="*/ 187533 w 332919"/>
                  <a:gd name="connsiteY2" fmla="*/ 300417 h 368255"/>
                  <a:gd name="connsiteX3" fmla="*/ 187533 w 332919"/>
                  <a:gd name="connsiteY3" fmla="*/ 67434 h 368255"/>
                  <a:gd name="connsiteX4" fmla="*/ 254967 w 332919"/>
                  <a:gd name="connsiteY4" fmla="*/ 0 h 368255"/>
                  <a:gd name="connsiteX5" fmla="*/ 332920 w 332919"/>
                  <a:gd name="connsiteY5" fmla="*/ 67 h 368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2919" h="368255">
                    <a:moveTo>
                      <a:pt x="0" y="368255"/>
                    </a:moveTo>
                    <a:lnTo>
                      <a:pt x="120099" y="367985"/>
                    </a:lnTo>
                    <a:cubicBezTo>
                      <a:pt x="165055" y="367895"/>
                      <a:pt x="187533" y="345373"/>
                      <a:pt x="187533" y="300417"/>
                    </a:cubicBezTo>
                    <a:lnTo>
                      <a:pt x="187533" y="67434"/>
                    </a:lnTo>
                    <a:cubicBezTo>
                      <a:pt x="187533" y="22478"/>
                      <a:pt x="210011" y="0"/>
                      <a:pt x="254967" y="0"/>
                    </a:cubicBezTo>
                    <a:lnTo>
                      <a:pt x="332920" y="67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" name="任意多边形: 形状 194">
                <a:extLst>
                  <a:ext uri="{FF2B5EF4-FFF2-40B4-BE49-F238E27FC236}">
                    <a16:creationId xmlns:a16="http://schemas.microsoft.com/office/drawing/2014/main" id="{1D8FA08D-146A-BA25-C0AD-6592B7EEB363}"/>
                  </a:ext>
                </a:extLst>
              </p:cNvPr>
              <p:cNvSpPr/>
              <p:nvPr/>
            </p:nvSpPr>
            <p:spPr>
              <a:xfrm>
                <a:off x="6963398" y="1490350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96" name="图形 2">
              <a:extLst>
                <a:ext uri="{FF2B5EF4-FFF2-40B4-BE49-F238E27FC236}">
                  <a16:creationId xmlns:a16="http://schemas.microsoft.com/office/drawing/2014/main" id="{E9CF69D8-46CE-8D94-03C2-2D5077FC055B}"/>
                </a:ext>
              </a:extLst>
            </p:cNvPr>
            <p:cNvGrpSpPr/>
            <p:nvPr/>
          </p:nvGrpSpPr>
          <p:grpSpPr>
            <a:xfrm>
              <a:off x="6750106" y="1426220"/>
              <a:ext cx="141610" cy="195557"/>
              <a:chOff x="6750106" y="1426220"/>
              <a:chExt cx="141610" cy="195557"/>
            </a:xfrm>
            <a:solidFill>
              <a:srgbClr val="FFFFFF"/>
            </a:solidFill>
          </p:grpSpPr>
          <p:sp>
            <p:nvSpPr>
              <p:cNvPr id="197" name="任意多边形: 形状 196">
                <a:extLst>
                  <a:ext uri="{FF2B5EF4-FFF2-40B4-BE49-F238E27FC236}">
                    <a16:creationId xmlns:a16="http://schemas.microsoft.com/office/drawing/2014/main" id="{65173304-66D6-6065-AF67-40F05D2E4725}"/>
                  </a:ext>
                </a:extLst>
              </p:cNvPr>
              <p:cNvSpPr/>
              <p:nvPr/>
            </p:nvSpPr>
            <p:spPr>
              <a:xfrm>
                <a:off x="6750106" y="1432964"/>
                <a:ext cx="141610" cy="141610"/>
              </a:xfrm>
              <a:custGeom>
                <a:avLst/>
                <a:gdLst>
                  <a:gd name="connsiteX0" fmla="*/ 141611 w 141610"/>
                  <a:gd name="connsiteY0" fmla="*/ 70805 h 141610"/>
                  <a:gd name="connsiteX1" fmla="*/ 70805 w 141610"/>
                  <a:gd name="connsiteY1" fmla="*/ 141611 h 141610"/>
                  <a:gd name="connsiteX2" fmla="*/ 0 w 141610"/>
                  <a:gd name="connsiteY2" fmla="*/ 70805 h 141610"/>
                  <a:gd name="connsiteX3" fmla="*/ 70805 w 141610"/>
                  <a:gd name="connsiteY3" fmla="*/ 0 h 141610"/>
                  <a:gd name="connsiteX4" fmla="*/ 141611 w 141610"/>
                  <a:gd name="connsiteY4" fmla="*/ 70805 h 14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610" h="141610">
                    <a:moveTo>
                      <a:pt x="141611" y="70805"/>
                    </a:moveTo>
                    <a:cubicBezTo>
                      <a:pt x="141611" y="109910"/>
                      <a:pt x="109910" y="141611"/>
                      <a:pt x="70805" y="141611"/>
                    </a:cubicBezTo>
                    <a:cubicBezTo>
                      <a:pt x="31700" y="141611"/>
                      <a:pt x="0" y="109910"/>
                      <a:pt x="0" y="70805"/>
                    </a:cubicBezTo>
                    <a:cubicBezTo>
                      <a:pt x="0" y="31701"/>
                      <a:pt x="31700" y="0"/>
                      <a:pt x="70805" y="0"/>
                    </a:cubicBezTo>
                    <a:cubicBezTo>
                      <a:pt x="109910" y="0"/>
                      <a:pt x="141611" y="31701"/>
                      <a:pt x="141611" y="708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98" name="图片 197">
                <a:extLst>
                  <a:ext uri="{FF2B5EF4-FFF2-40B4-BE49-F238E27FC236}">
                    <a16:creationId xmlns:a16="http://schemas.microsoft.com/office/drawing/2014/main" id="{A09A3236-E75E-C1C5-89B2-391071F0F5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53477" y="1426220"/>
                <a:ext cx="128123" cy="195557"/>
              </a:xfrm>
              <a:custGeom>
                <a:avLst/>
                <a:gdLst>
                  <a:gd name="connsiteX0" fmla="*/ -1 w 128123"/>
                  <a:gd name="connsiteY0" fmla="*/ -1 h 195557"/>
                  <a:gd name="connsiteX1" fmla="*/ 128123 w 128123"/>
                  <a:gd name="connsiteY1" fmla="*/ -1 h 195557"/>
                  <a:gd name="connsiteX2" fmla="*/ 128123 w 128123"/>
                  <a:gd name="connsiteY2" fmla="*/ 195557 h 195557"/>
                  <a:gd name="connsiteX3" fmla="*/ -1 w 128123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123" h="195557">
                    <a:moveTo>
                      <a:pt x="-1" y="-1"/>
                    </a:moveTo>
                    <a:lnTo>
                      <a:pt x="128123" y="-1"/>
                    </a:lnTo>
                    <a:lnTo>
                      <a:pt x="128123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99" name="图形 2">
              <a:extLst>
                <a:ext uri="{FF2B5EF4-FFF2-40B4-BE49-F238E27FC236}">
                  <a16:creationId xmlns:a16="http://schemas.microsoft.com/office/drawing/2014/main" id="{AA5C0ADD-DC44-2EC0-F231-6707AAF37E5D}"/>
                </a:ext>
              </a:extLst>
            </p:cNvPr>
            <p:cNvGrpSpPr/>
            <p:nvPr/>
          </p:nvGrpSpPr>
          <p:grpSpPr>
            <a:xfrm>
              <a:off x="4504566" y="1490282"/>
              <a:ext cx="208235" cy="47203"/>
              <a:chOff x="4504566" y="1490282"/>
              <a:chExt cx="208235" cy="47203"/>
            </a:xfrm>
          </p:grpSpPr>
          <p:sp>
            <p:nvSpPr>
              <p:cNvPr id="200" name="任意多边形: 形状 199">
                <a:extLst>
                  <a:ext uri="{FF2B5EF4-FFF2-40B4-BE49-F238E27FC236}">
                    <a16:creationId xmlns:a16="http://schemas.microsoft.com/office/drawing/2014/main" id="{7BFF609D-5876-A6A5-094F-C1A341194DD6}"/>
                  </a:ext>
                </a:extLst>
              </p:cNvPr>
              <p:cNvSpPr/>
              <p:nvPr/>
            </p:nvSpPr>
            <p:spPr>
              <a:xfrm>
                <a:off x="4504566" y="1513884"/>
                <a:ext cx="172832" cy="6743"/>
              </a:xfrm>
              <a:custGeom>
                <a:avLst/>
                <a:gdLst>
                  <a:gd name="connsiteX0" fmla="*/ 0 w 172832"/>
                  <a:gd name="connsiteY0" fmla="*/ 0 h 6743"/>
                  <a:gd name="connsiteX1" fmla="*/ 135474 w 172832"/>
                  <a:gd name="connsiteY1" fmla="*/ 0 h 6743"/>
                  <a:gd name="connsiteX2" fmla="*/ 81527 w 172832"/>
                  <a:gd name="connsiteY2" fmla="*/ 0 h 6743"/>
                  <a:gd name="connsiteX3" fmla="*/ 172832 w 172832"/>
                  <a:gd name="connsiteY3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832" h="6743">
                    <a:moveTo>
                      <a:pt x="0" y="0"/>
                    </a:moveTo>
                    <a:lnTo>
                      <a:pt x="135474" y="0"/>
                    </a:lnTo>
                    <a:lnTo>
                      <a:pt x="81527" y="0"/>
                    </a:lnTo>
                    <a:lnTo>
                      <a:pt x="172832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" name="任意多边形: 形状 200">
                <a:extLst>
                  <a:ext uri="{FF2B5EF4-FFF2-40B4-BE49-F238E27FC236}">
                    <a16:creationId xmlns:a16="http://schemas.microsoft.com/office/drawing/2014/main" id="{7E13075F-EA29-E727-C4B2-045FBD96F539}"/>
                  </a:ext>
                </a:extLst>
              </p:cNvPr>
              <p:cNvSpPr/>
              <p:nvPr/>
            </p:nvSpPr>
            <p:spPr>
              <a:xfrm>
                <a:off x="4665597" y="1490282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02" name="图形 2">
              <a:extLst>
                <a:ext uri="{FF2B5EF4-FFF2-40B4-BE49-F238E27FC236}">
                  <a16:creationId xmlns:a16="http://schemas.microsoft.com/office/drawing/2014/main" id="{131AFC22-21E3-E056-504D-7F78576A787C}"/>
                </a:ext>
              </a:extLst>
            </p:cNvPr>
            <p:cNvGrpSpPr/>
            <p:nvPr/>
          </p:nvGrpSpPr>
          <p:grpSpPr>
            <a:xfrm>
              <a:off x="4167398" y="1075633"/>
              <a:ext cx="337168" cy="876637"/>
              <a:chOff x="4167398" y="1075633"/>
              <a:chExt cx="337168" cy="876637"/>
            </a:xfrm>
            <a:solidFill>
              <a:srgbClr val="DAE8FC"/>
            </a:solidFill>
          </p:grpSpPr>
          <p:sp>
            <p:nvSpPr>
              <p:cNvPr id="203" name="任意多边形: 形状 202">
                <a:extLst>
                  <a:ext uri="{FF2B5EF4-FFF2-40B4-BE49-F238E27FC236}">
                    <a16:creationId xmlns:a16="http://schemas.microsoft.com/office/drawing/2014/main" id="{FA061548-7D1F-8980-7826-2CF0EB078E5D}"/>
                  </a:ext>
                </a:extLst>
              </p:cNvPr>
              <p:cNvSpPr/>
              <p:nvPr/>
            </p:nvSpPr>
            <p:spPr>
              <a:xfrm rot="10800000" flipV="1">
                <a:off x="4167398" y="1075633"/>
                <a:ext cx="337168" cy="876637"/>
              </a:xfrm>
              <a:custGeom>
                <a:avLst/>
                <a:gdLst>
                  <a:gd name="connsiteX0" fmla="*/ 286593 w 337168"/>
                  <a:gd name="connsiteY0" fmla="*/ 0 h 876637"/>
                  <a:gd name="connsiteX1" fmla="*/ 337168 w 337168"/>
                  <a:gd name="connsiteY1" fmla="*/ 50575 h 876637"/>
                  <a:gd name="connsiteX2" fmla="*/ 337168 w 337168"/>
                  <a:gd name="connsiteY2" fmla="*/ 826062 h 876637"/>
                  <a:gd name="connsiteX3" fmla="*/ 286593 w 337168"/>
                  <a:gd name="connsiteY3" fmla="*/ 876637 h 876637"/>
                  <a:gd name="connsiteX4" fmla="*/ 50575 w 337168"/>
                  <a:gd name="connsiteY4" fmla="*/ 876637 h 876637"/>
                  <a:gd name="connsiteX5" fmla="*/ 0 w 337168"/>
                  <a:gd name="connsiteY5" fmla="*/ 826062 h 876637"/>
                  <a:gd name="connsiteX6" fmla="*/ 0 w 337168"/>
                  <a:gd name="connsiteY6" fmla="*/ 50575 h 876637"/>
                  <a:gd name="connsiteX7" fmla="*/ 50575 w 337168"/>
                  <a:gd name="connsiteY7" fmla="*/ 0 h 876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168" h="876637">
                    <a:moveTo>
                      <a:pt x="286593" y="0"/>
                    </a:moveTo>
                    <a:cubicBezTo>
                      <a:pt x="314525" y="0"/>
                      <a:pt x="337168" y="22643"/>
                      <a:pt x="337168" y="50575"/>
                    </a:cubicBezTo>
                    <a:lnTo>
                      <a:pt x="337168" y="826062"/>
                    </a:lnTo>
                    <a:cubicBezTo>
                      <a:pt x="337168" y="853994"/>
                      <a:pt x="314525" y="876637"/>
                      <a:pt x="286593" y="876637"/>
                    </a:cubicBezTo>
                    <a:lnTo>
                      <a:pt x="50575" y="876637"/>
                    </a:lnTo>
                    <a:cubicBezTo>
                      <a:pt x="22643" y="876637"/>
                      <a:pt x="0" y="853994"/>
                      <a:pt x="0" y="826062"/>
                    </a:cubicBezTo>
                    <a:lnTo>
                      <a:pt x="0" y="50575"/>
                    </a:lnTo>
                    <a:cubicBezTo>
                      <a:pt x="0" y="22643"/>
                      <a:pt x="22643" y="0"/>
                      <a:pt x="5057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04" name="图片 203">
                <a:extLst>
                  <a:ext uri="{FF2B5EF4-FFF2-40B4-BE49-F238E27FC236}">
                    <a16:creationId xmlns:a16="http://schemas.microsoft.com/office/drawing/2014/main" id="{60B4AD2E-DC66-319B-A648-93CB3F7278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170769" y="1190203"/>
                <a:ext cx="323681" cy="681079"/>
              </a:xfrm>
              <a:custGeom>
                <a:avLst/>
                <a:gdLst>
                  <a:gd name="connsiteX0" fmla="*/ -1 w 323681"/>
                  <a:gd name="connsiteY0" fmla="*/ -1 h 681079"/>
                  <a:gd name="connsiteX1" fmla="*/ 323681 w 323681"/>
                  <a:gd name="connsiteY1" fmla="*/ -1 h 681079"/>
                  <a:gd name="connsiteX2" fmla="*/ 323681 w 323681"/>
                  <a:gd name="connsiteY2" fmla="*/ 681079 h 681079"/>
                  <a:gd name="connsiteX3" fmla="*/ -1 w 323681"/>
                  <a:gd name="connsiteY3" fmla="*/ 681079 h 681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681" h="681079">
                    <a:moveTo>
                      <a:pt x="-1" y="-1"/>
                    </a:moveTo>
                    <a:lnTo>
                      <a:pt x="323681" y="-1"/>
                    </a:lnTo>
                    <a:lnTo>
                      <a:pt x="323681" y="681079"/>
                    </a:lnTo>
                    <a:lnTo>
                      <a:pt x="-1" y="6810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05" name="图形 2">
              <a:extLst>
                <a:ext uri="{FF2B5EF4-FFF2-40B4-BE49-F238E27FC236}">
                  <a16:creationId xmlns:a16="http://schemas.microsoft.com/office/drawing/2014/main" id="{0399E07E-BD59-9E35-903F-4AB6DA48BC0B}"/>
                </a:ext>
              </a:extLst>
            </p:cNvPr>
            <p:cNvGrpSpPr/>
            <p:nvPr/>
          </p:nvGrpSpPr>
          <p:grpSpPr>
            <a:xfrm>
              <a:off x="5057522" y="1490282"/>
              <a:ext cx="235208" cy="47203"/>
              <a:chOff x="5057522" y="1490282"/>
              <a:chExt cx="235208" cy="47203"/>
            </a:xfrm>
          </p:grpSpPr>
          <p:sp>
            <p:nvSpPr>
              <p:cNvPr id="206" name="任意多边形: 形状 205">
                <a:extLst>
                  <a:ext uri="{FF2B5EF4-FFF2-40B4-BE49-F238E27FC236}">
                    <a16:creationId xmlns:a16="http://schemas.microsoft.com/office/drawing/2014/main" id="{92DA442C-7F2E-7F13-577A-772F09836601}"/>
                  </a:ext>
                </a:extLst>
              </p:cNvPr>
              <p:cNvSpPr/>
              <p:nvPr/>
            </p:nvSpPr>
            <p:spPr>
              <a:xfrm>
                <a:off x="5057522" y="1513884"/>
                <a:ext cx="199805" cy="6743"/>
              </a:xfrm>
              <a:custGeom>
                <a:avLst/>
                <a:gdLst>
                  <a:gd name="connsiteX0" fmla="*/ 0 w 199805"/>
                  <a:gd name="connsiteY0" fmla="*/ 0 h 6743"/>
                  <a:gd name="connsiteX1" fmla="*/ 135474 w 199805"/>
                  <a:gd name="connsiteY1" fmla="*/ 0 h 6743"/>
                  <a:gd name="connsiteX2" fmla="*/ 108501 w 199805"/>
                  <a:gd name="connsiteY2" fmla="*/ 0 h 6743"/>
                  <a:gd name="connsiteX3" fmla="*/ 199806 w 199805"/>
                  <a:gd name="connsiteY3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9805" h="6743">
                    <a:moveTo>
                      <a:pt x="0" y="0"/>
                    </a:moveTo>
                    <a:lnTo>
                      <a:pt x="135474" y="0"/>
                    </a:lnTo>
                    <a:lnTo>
                      <a:pt x="108501" y="0"/>
                    </a:lnTo>
                    <a:lnTo>
                      <a:pt x="199806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" name="任意多边形: 形状 206">
                <a:extLst>
                  <a:ext uri="{FF2B5EF4-FFF2-40B4-BE49-F238E27FC236}">
                    <a16:creationId xmlns:a16="http://schemas.microsoft.com/office/drawing/2014/main" id="{05E64500-7A16-35D2-46AF-652A76680CEC}"/>
                  </a:ext>
                </a:extLst>
              </p:cNvPr>
              <p:cNvSpPr/>
              <p:nvPr/>
            </p:nvSpPr>
            <p:spPr>
              <a:xfrm>
                <a:off x="5245527" y="1490282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08" name="图形 2">
              <a:extLst>
                <a:ext uri="{FF2B5EF4-FFF2-40B4-BE49-F238E27FC236}">
                  <a16:creationId xmlns:a16="http://schemas.microsoft.com/office/drawing/2014/main" id="{68D54E57-91C0-6B15-EBC4-ECD0B4011BED}"/>
                </a:ext>
              </a:extLst>
            </p:cNvPr>
            <p:cNvGrpSpPr/>
            <p:nvPr/>
          </p:nvGrpSpPr>
          <p:grpSpPr>
            <a:xfrm>
              <a:off x="4720353" y="1075633"/>
              <a:ext cx="337168" cy="876637"/>
              <a:chOff x="4720353" y="1075633"/>
              <a:chExt cx="337168" cy="876637"/>
            </a:xfrm>
            <a:solidFill>
              <a:srgbClr val="DAE8FC"/>
            </a:solidFill>
          </p:grpSpPr>
          <p:sp>
            <p:nvSpPr>
              <p:cNvPr id="209" name="任意多边形: 形状 208">
                <a:extLst>
                  <a:ext uri="{FF2B5EF4-FFF2-40B4-BE49-F238E27FC236}">
                    <a16:creationId xmlns:a16="http://schemas.microsoft.com/office/drawing/2014/main" id="{BA27DFDF-A2A0-5CAE-316A-5A525F429045}"/>
                  </a:ext>
                </a:extLst>
              </p:cNvPr>
              <p:cNvSpPr/>
              <p:nvPr/>
            </p:nvSpPr>
            <p:spPr>
              <a:xfrm rot="10800000" flipV="1">
                <a:off x="4720353" y="1075633"/>
                <a:ext cx="337168" cy="876637"/>
              </a:xfrm>
              <a:custGeom>
                <a:avLst/>
                <a:gdLst>
                  <a:gd name="connsiteX0" fmla="*/ 286593 w 337168"/>
                  <a:gd name="connsiteY0" fmla="*/ 0 h 876637"/>
                  <a:gd name="connsiteX1" fmla="*/ 337168 w 337168"/>
                  <a:gd name="connsiteY1" fmla="*/ 50575 h 876637"/>
                  <a:gd name="connsiteX2" fmla="*/ 337168 w 337168"/>
                  <a:gd name="connsiteY2" fmla="*/ 826062 h 876637"/>
                  <a:gd name="connsiteX3" fmla="*/ 286593 w 337168"/>
                  <a:gd name="connsiteY3" fmla="*/ 876637 h 876637"/>
                  <a:gd name="connsiteX4" fmla="*/ 50575 w 337168"/>
                  <a:gd name="connsiteY4" fmla="*/ 876637 h 876637"/>
                  <a:gd name="connsiteX5" fmla="*/ 0 w 337168"/>
                  <a:gd name="connsiteY5" fmla="*/ 826062 h 876637"/>
                  <a:gd name="connsiteX6" fmla="*/ 0 w 337168"/>
                  <a:gd name="connsiteY6" fmla="*/ 50575 h 876637"/>
                  <a:gd name="connsiteX7" fmla="*/ 50575 w 337168"/>
                  <a:gd name="connsiteY7" fmla="*/ 0 h 876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168" h="876637">
                    <a:moveTo>
                      <a:pt x="286593" y="0"/>
                    </a:moveTo>
                    <a:cubicBezTo>
                      <a:pt x="314525" y="0"/>
                      <a:pt x="337168" y="22643"/>
                      <a:pt x="337168" y="50575"/>
                    </a:cubicBezTo>
                    <a:lnTo>
                      <a:pt x="337168" y="826062"/>
                    </a:lnTo>
                    <a:cubicBezTo>
                      <a:pt x="337168" y="853994"/>
                      <a:pt x="314525" y="876637"/>
                      <a:pt x="286593" y="876637"/>
                    </a:cubicBezTo>
                    <a:lnTo>
                      <a:pt x="50575" y="876637"/>
                    </a:lnTo>
                    <a:cubicBezTo>
                      <a:pt x="22643" y="876637"/>
                      <a:pt x="0" y="853994"/>
                      <a:pt x="0" y="826062"/>
                    </a:cubicBezTo>
                    <a:lnTo>
                      <a:pt x="0" y="50575"/>
                    </a:lnTo>
                    <a:cubicBezTo>
                      <a:pt x="0" y="22643"/>
                      <a:pt x="22643" y="0"/>
                      <a:pt x="5057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10" name="图片 209">
                <a:extLst>
                  <a:ext uri="{FF2B5EF4-FFF2-40B4-BE49-F238E27FC236}">
                    <a16:creationId xmlns:a16="http://schemas.microsoft.com/office/drawing/2014/main" id="{80A4A74A-9CCF-F381-D4FA-649D6C0CFC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723725" y="1109282"/>
                <a:ext cx="323681" cy="842920"/>
              </a:xfrm>
              <a:custGeom>
                <a:avLst/>
                <a:gdLst>
                  <a:gd name="connsiteX0" fmla="*/ -1 w 323681"/>
                  <a:gd name="connsiteY0" fmla="*/ -1 h 842920"/>
                  <a:gd name="connsiteX1" fmla="*/ 323681 w 323681"/>
                  <a:gd name="connsiteY1" fmla="*/ -1 h 842920"/>
                  <a:gd name="connsiteX2" fmla="*/ 323681 w 323681"/>
                  <a:gd name="connsiteY2" fmla="*/ 842920 h 842920"/>
                  <a:gd name="connsiteX3" fmla="*/ -1 w 323681"/>
                  <a:gd name="connsiteY3" fmla="*/ 842920 h 842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681" h="842920">
                    <a:moveTo>
                      <a:pt x="-1" y="-1"/>
                    </a:moveTo>
                    <a:lnTo>
                      <a:pt x="323681" y="-1"/>
                    </a:lnTo>
                    <a:lnTo>
                      <a:pt x="323681" y="842920"/>
                    </a:lnTo>
                    <a:lnTo>
                      <a:pt x="-1" y="842920"/>
                    </a:lnTo>
                    <a:close/>
                  </a:path>
                </a:pathLst>
              </a:custGeom>
            </p:spPr>
          </p:pic>
        </p:grpSp>
        <p:grpSp>
          <p:nvGrpSpPr>
            <p:cNvPr id="211" name="图形 2">
              <a:extLst>
                <a:ext uri="{FF2B5EF4-FFF2-40B4-BE49-F238E27FC236}">
                  <a16:creationId xmlns:a16="http://schemas.microsoft.com/office/drawing/2014/main" id="{341B1EE6-6E7A-64EF-8142-F4654BE80AB5}"/>
                </a:ext>
              </a:extLst>
            </p:cNvPr>
            <p:cNvGrpSpPr/>
            <p:nvPr/>
          </p:nvGrpSpPr>
          <p:grpSpPr>
            <a:xfrm>
              <a:off x="7018154" y="940766"/>
              <a:ext cx="337168" cy="1146371"/>
              <a:chOff x="7018154" y="940766"/>
              <a:chExt cx="337168" cy="1146371"/>
            </a:xfrm>
            <a:solidFill>
              <a:srgbClr val="6EA0BF"/>
            </a:solidFill>
          </p:grpSpPr>
          <p:sp>
            <p:nvSpPr>
              <p:cNvPr id="212" name="任意多边形: 形状 211">
                <a:extLst>
                  <a:ext uri="{FF2B5EF4-FFF2-40B4-BE49-F238E27FC236}">
                    <a16:creationId xmlns:a16="http://schemas.microsoft.com/office/drawing/2014/main" id="{3EB161F2-3264-F64A-EDC6-D72B97B9492C}"/>
                  </a:ext>
                </a:extLst>
              </p:cNvPr>
              <p:cNvSpPr/>
              <p:nvPr/>
            </p:nvSpPr>
            <p:spPr>
              <a:xfrm rot="10800000" flipV="1">
                <a:off x="7018154" y="940766"/>
                <a:ext cx="337168" cy="1146371"/>
              </a:xfrm>
              <a:custGeom>
                <a:avLst/>
                <a:gdLst>
                  <a:gd name="connsiteX0" fmla="*/ 286593 w 337168"/>
                  <a:gd name="connsiteY0" fmla="*/ 0 h 1146371"/>
                  <a:gd name="connsiteX1" fmla="*/ 337168 w 337168"/>
                  <a:gd name="connsiteY1" fmla="*/ 50575 h 1146371"/>
                  <a:gd name="connsiteX2" fmla="*/ 337168 w 337168"/>
                  <a:gd name="connsiteY2" fmla="*/ 1095796 h 1146371"/>
                  <a:gd name="connsiteX3" fmla="*/ 286593 w 337168"/>
                  <a:gd name="connsiteY3" fmla="*/ 1146372 h 1146371"/>
                  <a:gd name="connsiteX4" fmla="*/ 50575 w 337168"/>
                  <a:gd name="connsiteY4" fmla="*/ 1146372 h 1146371"/>
                  <a:gd name="connsiteX5" fmla="*/ 0 w 337168"/>
                  <a:gd name="connsiteY5" fmla="*/ 1095796 h 1146371"/>
                  <a:gd name="connsiteX6" fmla="*/ 0 w 337168"/>
                  <a:gd name="connsiteY6" fmla="*/ 50575 h 1146371"/>
                  <a:gd name="connsiteX7" fmla="*/ 50575 w 337168"/>
                  <a:gd name="connsiteY7" fmla="*/ 0 h 1146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168" h="1146371">
                    <a:moveTo>
                      <a:pt x="286593" y="0"/>
                    </a:moveTo>
                    <a:cubicBezTo>
                      <a:pt x="314525" y="0"/>
                      <a:pt x="337168" y="22643"/>
                      <a:pt x="337168" y="50575"/>
                    </a:cubicBezTo>
                    <a:lnTo>
                      <a:pt x="337168" y="1095796"/>
                    </a:lnTo>
                    <a:cubicBezTo>
                      <a:pt x="337168" y="1123728"/>
                      <a:pt x="314525" y="1146372"/>
                      <a:pt x="286593" y="1146372"/>
                    </a:cubicBezTo>
                    <a:lnTo>
                      <a:pt x="50575" y="1146372"/>
                    </a:lnTo>
                    <a:cubicBezTo>
                      <a:pt x="22644" y="1146372"/>
                      <a:pt x="0" y="1123728"/>
                      <a:pt x="0" y="1095796"/>
                    </a:cubicBezTo>
                    <a:lnTo>
                      <a:pt x="0" y="50575"/>
                    </a:lnTo>
                    <a:cubicBezTo>
                      <a:pt x="0" y="22643"/>
                      <a:pt x="22644" y="0"/>
                      <a:pt x="50575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743" cap="flat">
                <a:solidFill>
                  <a:srgbClr val="6080A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13" name="图片 212">
                <a:extLst>
                  <a:ext uri="{FF2B5EF4-FFF2-40B4-BE49-F238E27FC236}">
                    <a16:creationId xmlns:a16="http://schemas.microsoft.com/office/drawing/2014/main" id="{2C2589DD-4E32-5080-2875-E376A29AC5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23212" y="1271123"/>
                <a:ext cx="323681" cy="519238"/>
              </a:xfrm>
              <a:custGeom>
                <a:avLst/>
                <a:gdLst>
                  <a:gd name="connsiteX0" fmla="*/ -1 w 323681"/>
                  <a:gd name="connsiteY0" fmla="*/ -1 h 519238"/>
                  <a:gd name="connsiteX1" fmla="*/ 323681 w 323681"/>
                  <a:gd name="connsiteY1" fmla="*/ -1 h 519238"/>
                  <a:gd name="connsiteX2" fmla="*/ 323681 w 323681"/>
                  <a:gd name="connsiteY2" fmla="*/ 519238 h 519238"/>
                  <a:gd name="connsiteX3" fmla="*/ -1 w 323681"/>
                  <a:gd name="connsiteY3" fmla="*/ 519238 h 519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681" h="519238">
                    <a:moveTo>
                      <a:pt x="-1" y="-1"/>
                    </a:moveTo>
                    <a:lnTo>
                      <a:pt x="323681" y="-1"/>
                    </a:lnTo>
                    <a:lnTo>
                      <a:pt x="323681" y="519238"/>
                    </a:lnTo>
                    <a:lnTo>
                      <a:pt x="-1" y="519238"/>
                    </a:lnTo>
                    <a:close/>
                  </a:path>
                </a:pathLst>
              </a:custGeom>
            </p:spPr>
          </p:pic>
        </p:grpSp>
        <p:grpSp>
          <p:nvGrpSpPr>
            <p:cNvPr id="214" name="图形 2">
              <a:extLst>
                <a:ext uri="{FF2B5EF4-FFF2-40B4-BE49-F238E27FC236}">
                  <a16:creationId xmlns:a16="http://schemas.microsoft.com/office/drawing/2014/main" id="{59B268B1-0BAA-016E-645F-7FDC796F21EC}"/>
                </a:ext>
              </a:extLst>
            </p:cNvPr>
            <p:cNvGrpSpPr/>
            <p:nvPr/>
          </p:nvGrpSpPr>
          <p:grpSpPr>
            <a:xfrm>
              <a:off x="3615049" y="4774907"/>
              <a:ext cx="141003" cy="47203"/>
              <a:chOff x="3615049" y="4774907"/>
              <a:chExt cx="141003" cy="47203"/>
            </a:xfrm>
          </p:grpSpPr>
          <p:sp>
            <p:nvSpPr>
              <p:cNvPr id="215" name="任意多边形: 形状 214">
                <a:extLst>
                  <a:ext uri="{FF2B5EF4-FFF2-40B4-BE49-F238E27FC236}">
                    <a16:creationId xmlns:a16="http://schemas.microsoft.com/office/drawing/2014/main" id="{31F5E1AA-767F-6FD8-D9F1-7DFD0AFAEED2}"/>
                  </a:ext>
                </a:extLst>
              </p:cNvPr>
              <p:cNvSpPr/>
              <p:nvPr/>
            </p:nvSpPr>
            <p:spPr>
              <a:xfrm>
                <a:off x="3615049" y="4798509"/>
                <a:ext cx="141003" cy="6743"/>
              </a:xfrm>
              <a:custGeom>
                <a:avLst/>
                <a:gdLst>
                  <a:gd name="connsiteX0" fmla="*/ 6136 w 141003"/>
                  <a:gd name="connsiteY0" fmla="*/ 0 h 6743"/>
                  <a:gd name="connsiteX1" fmla="*/ 141004 w 141003"/>
                  <a:gd name="connsiteY1" fmla="*/ 0 h 6743"/>
                  <a:gd name="connsiteX2" fmla="*/ 0 w 141003"/>
                  <a:gd name="connsiteY2" fmla="*/ 0 h 6743"/>
                  <a:gd name="connsiteX3" fmla="*/ 91305 w 141003"/>
                  <a:gd name="connsiteY3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003" h="6743">
                    <a:moveTo>
                      <a:pt x="6136" y="0"/>
                    </a:moveTo>
                    <a:lnTo>
                      <a:pt x="141004" y="0"/>
                    </a:lnTo>
                    <a:lnTo>
                      <a:pt x="0" y="0"/>
                    </a:lnTo>
                    <a:lnTo>
                      <a:pt x="91305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6" name="任意多边形: 形状 215">
                <a:extLst>
                  <a:ext uri="{FF2B5EF4-FFF2-40B4-BE49-F238E27FC236}">
                    <a16:creationId xmlns:a16="http://schemas.microsoft.com/office/drawing/2014/main" id="{A63FF9AF-FE4B-4EDC-28D5-9C57C2513F0A}"/>
                  </a:ext>
                </a:extLst>
              </p:cNvPr>
              <p:cNvSpPr/>
              <p:nvPr/>
            </p:nvSpPr>
            <p:spPr>
              <a:xfrm>
                <a:off x="3694553" y="4774907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17" name="图形 2">
              <a:extLst>
                <a:ext uri="{FF2B5EF4-FFF2-40B4-BE49-F238E27FC236}">
                  <a16:creationId xmlns:a16="http://schemas.microsoft.com/office/drawing/2014/main" id="{6297D89A-A7DC-511A-DDEB-691116E4EB73}"/>
                </a:ext>
              </a:extLst>
            </p:cNvPr>
            <p:cNvGrpSpPr/>
            <p:nvPr/>
          </p:nvGrpSpPr>
          <p:grpSpPr>
            <a:xfrm>
              <a:off x="3351451" y="4474220"/>
              <a:ext cx="269734" cy="681079"/>
              <a:chOff x="3351451" y="4474220"/>
              <a:chExt cx="269734" cy="681079"/>
            </a:xfrm>
            <a:solidFill>
              <a:srgbClr val="DAE8FC"/>
            </a:solidFill>
          </p:grpSpPr>
          <p:sp>
            <p:nvSpPr>
              <p:cNvPr id="218" name="任意多边形: 形状 217">
                <a:extLst>
                  <a:ext uri="{FF2B5EF4-FFF2-40B4-BE49-F238E27FC236}">
                    <a16:creationId xmlns:a16="http://schemas.microsoft.com/office/drawing/2014/main" id="{7411A2A3-CF6D-B93A-F187-83987A8D3186}"/>
                  </a:ext>
                </a:extLst>
              </p:cNvPr>
              <p:cNvSpPr/>
              <p:nvPr/>
            </p:nvSpPr>
            <p:spPr>
              <a:xfrm>
                <a:off x="3351451" y="4477592"/>
                <a:ext cx="269734" cy="640619"/>
              </a:xfrm>
              <a:custGeom>
                <a:avLst/>
                <a:gdLst>
                  <a:gd name="connsiteX0" fmla="*/ 229274 w 269734"/>
                  <a:gd name="connsiteY0" fmla="*/ 0 h 640619"/>
                  <a:gd name="connsiteX1" fmla="*/ 269735 w 269734"/>
                  <a:gd name="connsiteY1" fmla="*/ 40460 h 640619"/>
                  <a:gd name="connsiteX2" fmla="*/ 269735 w 269734"/>
                  <a:gd name="connsiteY2" fmla="*/ 600159 h 640619"/>
                  <a:gd name="connsiteX3" fmla="*/ 229274 w 269734"/>
                  <a:gd name="connsiteY3" fmla="*/ 640619 h 640619"/>
                  <a:gd name="connsiteX4" fmla="*/ 40460 w 269734"/>
                  <a:gd name="connsiteY4" fmla="*/ 640619 h 640619"/>
                  <a:gd name="connsiteX5" fmla="*/ 0 w 269734"/>
                  <a:gd name="connsiteY5" fmla="*/ 600159 h 640619"/>
                  <a:gd name="connsiteX6" fmla="*/ 0 w 269734"/>
                  <a:gd name="connsiteY6" fmla="*/ 40460 h 640619"/>
                  <a:gd name="connsiteX7" fmla="*/ 40460 w 269734"/>
                  <a:gd name="connsiteY7" fmla="*/ 0 h 640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9734" h="640619">
                    <a:moveTo>
                      <a:pt x="229274" y="0"/>
                    </a:moveTo>
                    <a:cubicBezTo>
                      <a:pt x="251620" y="0"/>
                      <a:pt x="269735" y="18115"/>
                      <a:pt x="269735" y="40460"/>
                    </a:cubicBezTo>
                    <a:lnTo>
                      <a:pt x="269735" y="600159"/>
                    </a:lnTo>
                    <a:cubicBezTo>
                      <a:pt x="269735" y="622505"/>
                      <a:pt x="251620" y="640619"/>
                      <a:pt x="229274" y="640619"/>
                    </a:cubicBezTo>
                    <a:lnTo>
                      <a:pt x="40460" y="640619"/>
                    </a:lnTo>
                    <a:cubicBezTo>
                      <a:pt x="18115" y="640619"/>
                      <a:pt x="0" y="622505"/>
                      <a:pt x="0" y="600159"/>
                    </a:cubicBezTo>
                    <a:lnTo>
                      <a:pt x="0" y="40460"/>
                    </a:lnTo>
                    <a:cubicBezTo>
                      <a:pt x="0" y="18115"/>
                      <a:pt x="18115" y="0"/>
                      <a:pt x="4046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19" name="图片 218">
                <a:extLst>
                  <a:ext uri="{FF2B5EF4-FFF2-40B4-BE49-F238E27FC236}">
                    <a16:creationId xmlns:a16="http://schemas.microsoft.com/office/drawing/2014/main" id="{80B94700-5820-9A0E-EFCD-2E2E66AE80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54823" y="4474220"/>
                <a:ext cx="256247" cy="681079"/>
              </a:xfrm>
              <a:custGeom>
                <a:avLst/>
                <a:gdLst>
                  <a:gd name="connsiteX0" fmla="*/ -1 w 256247"/>
                  <a:gd name="connsiteY0" fmla="*/ -1 h 681079"/>
                  <a:gd name="connsiteX1" fmla="*/ 256247 w 256247"/>
                  <a:gd name="connsiteY1" fmla="*/ -1 h 681079"/>
                  <a:gd name="connsiteX2" fmla="*/ 256247 w 256247"/>
                  <a:gd name="connsiteY2" fmla="*/ 681079 h 681079"/>
                  <a:gd name="connsiteX3" fmla="*/ -1 w 256247"/>
                  <a:gd name="connsiteY3" fmla="*/ 681079 h 681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247" h="681079">
                    <a:moveTo>
                      <a:pt x="-1" y="-1"/>
                    </a:moveTo>
                    <a:lnTo>
                      <a:pt x="256247" y="-1"/>
                    </a:lnTo>
                    <a:lnTo>
                      <a:pt x="256247" y="681079"/>
                    </a:lnTo>
                    <a:lnTo>
                      <a:pt x="-1" y="6810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20" name="图形 2">
              <a:extLst>
                <a:ext uri="{FF2B5EF4-FFF2-40B4-BE49-F238E27FC236}">
                  <a16:creationId xmlns:a16="http://schemas.microsoft.com/office/drawing/2014/main" id="{FA8EB26A-ED1D-4B94-28FF-F6AD16AF6324}"/>
                </a:ext>
              </a:extLst>
            </p:cNvPr>
            <p:cNvGrpSpPr/>
            <p:nvPr/>
          </p:nvGrpSpPr>
          <p:grpSpPr>
            <a:xfrm>
              <a:off x="4491079" y="4774907"/>
              <a:ext cx="135474" cy="47203"/>
              <a:chOff x="4491079" y="4774907"/>
              <a:chExt cx="135474" cy="47203"/>
            </a:xfrm>
          </p:grpSpPr>
          <p:sp>
            <p:nvSpPr>
              <p:cNvPr id="221" name="任意多边形: 形状 220">
                <a:extLst>
                  <a:ext uri="{FF2B5EF4-FFF2-40B4-BE49-F238E27FC236}">
                    <a16:creationId xmlns:a16="http://schemas.microsoft.com/office/drawing/2014/main" id="{CEA33A26-5E71-C5D8-E63E-C53765C1FF03}"/>
                  </a:ext>
                </a:extLst>
              </p:cNvPr>
              <p:cNvSpPr/>
              <p:nvPr/>
            </p:nvSpPr>
            <p:spPr>
              <a:xfrm>
                <a:off x="4491079" y="4798509"/>
                <a:ext cx="135474" cy="6743"/>
              </a:xfrm>
              <a:custGeom>
                <a:avLst/>
                <a:gdLst>
                  <a:gd name="connsiteX0" fmla="*/ 0 w 135474"/>
                  <a:gd name="connsiteY0" fmla="*/ 0 h 6743"/>
                  <a:gd name="connsiteX1" fmla="*/ 135474 w 135474"/>
                  <a:gd name="connsiteY1" fmla="*/ 0 h 6743"/>
                  <a:gd name="connsiteX2" fmla="*/ 607 w 135474"/>
                  <a:gd name="connsiteY2" fmla="*/ 0 h 6743"/>
                  <a:gd name="connsiteX3" fmla="*/ 91912 w 135474"/>
                  <a:gd name="connsiteY3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474" h="6743">
                    <a:moveTo>
                      <a:pt x="0" y="0"/>
                    </a:moveTo>
                    <a:lnTo>
                      <a:pt x="135474" y="0"/>
                    </a:lnTo>
                    <a:lnTo>
                      <a:pt x="607" y="0"/>
                    </a:lnTo>
                    <a:lnTo>
                      <a:pt x="91912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" name="任意多边形: 形状 221">
                <a:extLst>
                  <a:ext uri="{FF2B5EF4-FFF2-40B4-BE49-F238E27FC236}">
                    <a16:creationId xmlns:a16="http://schemas.microsoft.com/office/drawing/2014/main" id="{05DE1041-C145-7EB2-9005-B028789E5BC1}"/>
                  </a:ext>
                </a:extLst>
              </p:cNvPr>
              <p:cNvSpPr/>
              <p:nvPr/>
            </p:nvSpPr>
            <p:spPr>
              <a:xfrm>
                <a:off x="4571190" y="4774907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23" name="图形 2">
              <a:extLst>
                <a:ext uri="{FF2B5EF4-FFF2-40B4-BE49-F238E27FC236}">
                  <a16:creationId xmlns:a16="http://schemas.microsoft.com/office/drawing/2014/main" id="{82A83EB9-85A2-A232-433B-44B1906E8BFE}"/>
                </a:ext>
              </a:extLst>
            </p:cNvPr>
            <p:cNvGrpSpPr/>
            <p:nvPr/>
          </p:nvGrpSpPr>
          <p:grpSpPr>
            <a:xfrm>
              <a:off x="3749309" y="4696751"/>
              <a:ext cx="741769" cy="215787"/>
              <a:chOff x="3749309" y="4696751"/>
              <a:chExt cx="741769" cy="215787"/>
            </a:xfrm>
            <a:solidFill>
              <a:srgbClr val="DAE8FC"/>
            </a:solidFill>
          </p:grpSpPr>
          <p:sp>
            <p:nvSpPr>
              <p:cNvPr id="224" name="任意多边形: 形状 223">
                <a:extLst>
                  <a:ext uri="{FF2B5EF4-FFF2-40B4-BE49-F238E27FC236}">
                    <a16:creationId xmlns:a16="http://schemas.microsoft.com/office/drawing/2014/main" id="{D29D1208-3F9C-DD98-DCBC-515D62E4AA25}"/>
                  </a:ext>
                </a:extLst>
              </p:cNvPr>
              <p:cNvSpPr/>
              <p:nvPr/>
            </p:nvSpPr>
            <p:spPr>
              <a:xfrm>
                <a:off x="3749309" y="4696751"/>
                <a:ext cx="741769" cy="202300"/>
              </a:xfrm>
              <a:custGeom>
                <a:avLst/>
                <a:gdLst>
                  <a:gd name="connsiteX0" fmla="*/ 711425 w 741769"/>
                  <a:gd name="connsiteY0" fmla="*/ 0 h 202300"/>
                  <a:gd name="connsiteX1" fmla="*/ 741770 w 741769"/>
                  <a:gd name="connsiteY1" fmla="*/ 30345 h 202300"/>
                  <a:gd name="connsiteX2" fmla="*/ 741770 w 741769"/>
                  <a:gd name="connsiteY2" fmla="*/ 171956 h 202300"/>
                  <a:gd name="connsiteX3" fmla="*/ 711425 w 741769"/>
                  <a:gd name="connsiteY3" fmla="*/ 202301 h 202300"/>
                  <a:gd name="connsiteX4" fmla="*/ 30345 w 741769"/>
                  <a:gd name="connsiteY4" fmla="*/ 202301 h 202300"/>
                  <a:gd name="connsiteX5" fmla="*/ 0 w 741769"/>
                  <a:gd name="connsiteY5" fmla="*/ 171956 h 202300"/>
                  <a:gd name="connsiteX6" fmla="*/ 0 w 741769"/>
                  <a:gd name="connsiteY6" fmla="*/ 30345 h 202300"/>
                  <a:gd name="connsiteX7" fmla="*/ 30345 w 741769"/>
                  <a:gd name="connsiteY7" fmla="*/ 0 h 202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1769" h="202300">
                    <a:moveTo>
                      <a:pt x="711425" y="0"/>
                    </a:moveTo>
                    <a:cubicBezTo>
                      <a:pt x="728184" y="0"/>
                      <a:pt x="741770" y="13586"/>
                      <a:pt x="741770" y="30345"/>
                    </a:cubicBezTo>
                    <a:lnTo>
                      <a:pt x="741770" y="171956"/>
                    </a:lnTo>
                    <a:cubicBezTo>
                      <a:pt x="741770" y="188715"/>
                      <a:pt x="728184" y="202301"/>
                      <a:pt x="711425" y="202301"/>
                    </a:cubicBezTo>
                    <a:lnTo>
                      <a:pt x="30345" y="202301"/>
                    </a:lnTo>
                    <a:cubicBezTo>
                      <a:pt x="13586" y="202301"/>
                      <a:pt x="0" y="188715"/>
                      <a:pt x="0" y="171956"/>
                    </a:cubicBezTo>
                    <a:lnTo>
                      <a:pt x="0" y="30345"/>
                    </a:lnTo>
                    <a:cubicBezTo>
                      <a:pt x="0" y="13586"/>
                      <a:pt x="13586" y="0"/>
                      <a:pt x="3034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25" name="图片 224">
                <a:extLst>
                  <a:ext uri="{FF2B5EF4-FFF2-40B4-BE49-F238E27FC236}">
                    <a16:creationId xmlns:a16="http://schemas.microsoft.com/office/drawing/2014/main" id="{1FC4FFA6-2197-BA64-01AF-1E8B4EFCBF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752681" y="4716981"/>
                <a:ext cx="728283" cy="195557"/>
              </a:xfrm>
              <a:custGeom>
                <a:avLst/>
                <a:gdLst>
                  <a:gd name="connsiteX0" fmla="*/ -1 w 728283"/>
                  <a:gd name="connsiteY0" fmla="*/ -1 h 195557"/>
                  <a:gd name="connsiteX1" fmla="*/ 728283 w 728283"/>
                  <a:gd name="connsiteY1" fmla="*/ -1 h 195557"/>
                  <a:gd name="connsiteX2" fmla="*/ 728283 w 728283"/>
                  <a:gd name="connsiteY2" fmla="*/ 195557 h 195557"/>
                  <a:gd name="connsiteX3" fmla="*/ -1 w 728283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8283" h="195557">
                    <a:moveTo>
                      <a:pt x="-1" y="-1"/>
                    </a:moveTo>
                    <a:lnTo>
                      <a:pt x="728283" y="-1"/>
                    </a:lnTo>
                    <a:lnTo>
                      <a:pt x="728283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226" name="图形 2">
              <a:extLst>
                <a:ext uri="{FF2B5EF4-FFF2-40B4-BE49-F238E27FC236}">
                  <a16:creationId xmlns:a16="http://schemas.microsoft.com/office/drawing/2014/main" id="{6ECF0CD4-BE7C-C3B1-EBE2-4E1E363D8452}"/>
                </a:ext>
              </a:extLst>
            </p:cNvPr>
            <p:cNvGrpSpPr/>
            <p:nvPr/>
          </p:nvGrpSpPr>
          <p:grpSpPr>
            <a:xfrm>
              <a:off x="5367716" y="4774907"/>
              <a:ext cx="135474" cy="47203"/>
              <a:chOff x="5367716" y="4774907"/>
              <a:chExt cx="135474" cy="47203"/>
            </a:xfrm>
          </p:grpSpPr>
          <p:sp>
            <p:nvSpPr>
              <p:cNvPr id="227" name="任意多边形: 形状 226">
                <a:extLst>
                  <a:ext uri="{FF2B5EF4-FFF2-40B4-BE49-F238E27FC236}">
                    <a16:creationId xmlns:a16="http://schemas.microsoft.com/office/drawing/2014/main" id="{608F307E-9EB3-D127-183C-58EB92935BE2}"/>
                  </a:ext>
                </a:extLst>
              </p:cNvPr>
              <p:cNvSpPr/>
              <p:nvPr/>
            </p:nvSpPr>
            <p:spPr>
              <a:xfrm>
                <a:off x="5367716" y="4798509"/>
                <a:ext cx="135474" cy="6743"/>
              </a:xfrm>
              <a:custGeom>
                <a:avLst/>
                <a:gdLst>
                  <a:gd name="connsiteX0" fmla="*/ 0 w 135474"/>
                  <a:gd name="connsiteY0" fmla="*/ 0 h 6743"/>
                  <a:gd name="connsiteX1" fmla="*/ 135474 w 135474"/>
                  <a:gd name="connsiteY1" fmla="*/ 0 h 6743"/>
                  <a:gd name="connsiteX2" fmla="*/ 6743 w 135474"/>
                  <a:gd name="connsiteY2" fmla="*/ 0 h 6743"/>
                  <a:gd name="connsiteX3" fmla="*/ 98655 w 135474"/>
                  <a:gd name="connsiteY3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474" h="6743">
                    <a:moveTo>
                      <a:pt x="0" y="0"/>
                    </a:moveTo>
                    <a:lnTo>
                      <a:pt x="135474" y="0"/>
                    </a:lnTo>
                    <a:lnTo>
                      <a:pt x="6743" y="0"/>
                    </a:lnTo>
                    <a:lnTo>
                      <a:pt x="98655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" name="任意多边形: 形状 227">
                <a:extLst>
                  <a:ext uri="{FF2B5EF4-FFF2-40B4-BE49-F238E27FC236}">
                    <a16:creationId xmlns:a16="http://schemas.microsoft.com/office/drawing/2014/main" id="{EBDD7946-E480-1433-A973-9ADCA96586DC}"/>
                  </a:ext>
                </a:extLst>
              </p:cNvPr>
              <p:cNvSpPr/>
              <p:nvPr/>
            </p:nvSpPr>
            <p:spPr>
              <a:xfrm>
                <a:off x="5454571" y="4774907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29" name="图形 2">
              <a:extLst>
                <a:ext uri="{FF2B5EF4-FFF2-40B4-BE49-F238E27FC236}">
                  <a16:creationId xmlns:a16="http://schemas.microsoft.com/office/drawing/2014/main" id="{2770BA3E-B10A-4DDE-9265-36D1EE101F80}"/>
                </a:ext>
              </a:extLst>
            </p:cNvPr>
            <p:cNvGrpSpPr/>
            <p:nvPr/>
          </p:nvGrpSpPr>
          <p:grpSpPr>
            <a:xfrm>
              <a:off x="4625946" y="4629318"/>
              <a:ext cx="741769" cy="350654"/>
              <a:chOff x="4625946" y="4629318"/>
              <a:chExt cx="741769" cy="350654"/>
            </a:xfrm>
            <a:solidFill>
              <a:srgbClr val="6EA0BF"/>
            </a:solidFill>
          </p:grpSpPr>
          <p:sp>
            <p:nvSpPr>
              <p:cNvPr id="230" name="任意多边形: 形状 229">
                <a:extLst>
                  <a:ext uri="{FF2B5EF4-FFF2-40B4-BE49-F238E27FC236}">
                    <a16:creationId xmlns:a16="http://schemas.microsoft.com/office/drawing/2014/main" id="{78C3E0EC-F180-EB7A-DDA3-0CCE29183643}"/>
                  </a:ext>
                </a:extLst>
              </p:cNvPr>
              <p:cNvSpPr/>
              <p:nvPr/>
            </p:nvSpPr>
            <p:spPr>
              <a:xfrm rot="10800000" flipV="1">
                <a:off x="4625946" y="4629318"/>
                <a:ext cx="741769" cy="337168"/>
              </a:xfrm>
              <a:custGeom>
                <a:avLst/>
                <a:gdLst>
                  <a:gd name="connsiteX0" fmla="*/ 691195 w 741769"/>
                  <a:gd name="connsiteY0" fmla="*/ 0 h 337168"/>
                  <a:gd name="connsiteX1" fmla="*/ 741770 w 741769"/>
                  <a:gd name="connsiteY1" fmla="*/ 50575 h 337168"/>
                  <a:gd name="connsiteX2" fmla="*/ 741770 w 741769"/>
                  <a:gd name="connsiteY2" fmla="*/ 286593 h 337168"/>
                  <a:gd name="connsiteX3" fmla="*/ 691195 w 741769"/>
                  <a:gd name="connsiteY3" fmla="*/ 337168 h 337168"/>
                  <a:gd name="connsiteX4" fmla="*/ 50575 w 741769"/>
                  <a:gd name="connsiteY4" fmla="*/ 337168 h 337168"/>
                  <a:gd name="connsiteX5" fmla="*/ 0 w 741769"/>
                  <a:gd name="connsiteY5" fmla="*/ 286593 h 337168"/>
                  <a:gd name="connsiteX6" fmla="*/ 0 w 741769"/>
                  <a:gd name="connsiteY6" fmla="*/ 50575 h 337168"/>
                  <a:gd name="connsiteX7" fmla="*/ 50575 w 741769"/>
                  <a:gd name="connsiteY7" fmla="*/ 0 h 337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1769" h="337168">
                    <a:moveTo>
                      <a:pt x="691195" y="0"/>
                    </a:moveTo>
                    <a:cubicBezTo>
                      <a:pt x="719127" y="0"/>
                      <a:pt x="741770" y="22643"/>
                      <a:pt x="741770" y="50575"/>
                    </a:cubicBezTo>
                    <a:lnTo>
                      <a:pt x="741770" y="286593"/>
                    </a:lnTo>
                    <a:cubicBezTo>
                      <a:pt x="741770" y="314525"/>
                      <a:pt x="719127" y="337168"/>
                      <a:pt x="691195" y="337168"/>
                    </a:cubicBezTo>
                    <a:lnTo>
                      <a:pt x="50575" y="337168"/>
                    </a:lnTo>
                    <a:cubicBezTo>
                      <a:pt x="22643" y="337168"/>
                      <a:pt x="0" y="314525"/>
                      <a:pt x="0" y="286593"/>
                    </a:cubicBezTo>
                    <a:lnTo>
                      <a:pt x="0" y="50575"/>
                    </a:lnTo>
                    <a:cubicBezTo>
                      <a:pt x="0" y="22643"/>
                      <a:pt x="22643" y="0"/>
                      <a:pt x="50575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31" name="图片 230">
                <a:extLst>
                  <a:ext uri="{FF2B5EF4-FFF2-40B4-BE49-F238E27FC236}">
                    <a16:creationId xmlns:a16="http://schemas.microsoft.com/office/drawing/2014/main" id="{9224939D-581C-82BC-5AF6-32508E7A64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29318" y="4636061"/>
                <a:ext cx="728283" cy="343911"/>
              </a:xfrm>
              <a:custGeom>
                <a:avLst/>
                <a:gdLst>
                  <a:gd name="connsiteX0" fmla="*/ -1 w 728283"/>
                  <a:gd name="connsiteY0" fmla="*/ -1 h 343911"/>
                  <a:gd name="connsiteX1" fmla="*/ 728283 w 728283"/>
                  <a:gd name="connsiteY1" fmla="*/ -1 h 343911"/>
                  <a:gd name="connsiteX2" fmla="*/ 728283 w 728283"/>
                  <a:gd name="connsiteY2" fmla="*/ 343911 h 343911"/>
                  <a:gd name="connsiteX3" fmla="*/ -1 w 728283"/>
                  <a:gd name="connsiteY3" fmla="*/ 343911 h 343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8283" h="343911">
                    <a:moveTo>
                      <a:pt x="-1" y="-1"/>
                    </a:moveTo>
                    <a:lnTo>
                      <a:pt x="728283" y="-1"/>
                    </a:lnTo>
                    <a:lnTo>
                      <a:pt x="728283" y="343911"/>
                    </a:lnTo>
                    <a:lnTo>
                      <a:pt x="-1" y="343911"/>
                    </a:lnTo>
                    <a:close/>
                  </a:path>
                </a:pathLst>
              </a:custGeom>
            </p:spPr>
          </p:pic>
        </p:grpSp>
        <p:grpSp>
          <p:nvGrpSpPr>
            <p:cNvPr id="232" name="图形 2">
              <a:extLst>
                <a:ext uri="{FF2B5EF4-FFF2-40B4-BE49-F238E27FC236}">
                  <a16:creationId xmlns:a16="http://schemas.microsoft.com/office/drawing/2014/main" id="{655326F1-1892-8841-60DC-4489365FA80D}"/>
                </a:ext>
              </a:extLst>
            </p:cNvPr>
            <p:cNvGrpSpPr/>
            <p:nvPr/>
          </p:nvGrpSpPr>
          <p:grpSpPr>
            <a:xfrm>
              <a:off x="5779061" y="4774907"/>
              <a:ext cx="161031" cy="47203"/>
              <a:chOff x="5779061" y="4774907"/>
              <a:chExt cx="161031" cy="47203"/>
            </a:xfrm>
          </p:grpSpPr>
          <p:sp>
            <p:nvSpPr>
              <p:cNvPr id="233" name="任意多边形: 形状 232">
                <a:extLst>
                  <a:ext uri="{FF2B5EF4-FFF2-40B4-BE49-F238E27FC236}">
                    <a16:creationId xmlns:a16="http://schemas.microsoft.com/office/drawing/2014/main" id="{334DCE57-5431-ED8B-879F-89F79EEC2394}"/>
                  </a:ext>
                </a:extLst>
              </p:cNvPr>
              <p:cNvSpPr/>
              <p:nvPr/>
            </p:nvSpPr>
            <p:spPr>
              <a:xfrm>
                <a:off x="5779061" y="4798509"/>
                <a:ext cx="134867" cy="6743"/>
              </a:xfrm>
              <a:custGeom>
                <a:avLst/>
                <a:gdLst>
                  <a:gd name="connsiteX0" fmla="*/ 0 w 134867"/>
                  <a:gd name="connsiteY0" fmla="*/ 0 h 6743"/>
                  <a:gd name="connsiteX1" fmla="*/ 134867 w 134867"/>
                  <a:gd name="connsiteY1" fmla="*/ 0 h 6743"/>
                  <a:gd name="connsiteX2" fmla="*/ 34324 w 134867"/>
                  <a:gd name="connsiteY2" fmla="*/ 0 h 6743"/>
                  <a:gd name="connsiteX3" fmla="*/ 125629 w 134867"/>
                  <a:gd name="connsiteY3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867" h="6743">
                    <a:moveTo>
                      <a:pt x="0" y="0"/>
                    </a:moveTo>
                    <a:lnTo>
                      <a:pt x="134867" y="0"/>
                    </a:lnTo>
                    <a:lnTo>
                      <a:pt x="34324" y="0"/>
                    </a:lnTo>
                    <a:lnTo>
                      <a:pt x="125629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4" name="任意多边形: 形状 233">
                <a:extLst>
                  <a:ext uri="{FF2B5EF4-FFF2-40B4-BE49-F238E27FC236}">
                    <a16:creationId xmlns:a16="http://schemas.microsoft.com/office/drawing/2014/main" id="{D7A20876-5FD9-29FB-CC55-ED29F7EF2457}"/>
                  </a:ext>
                </a:extLst>
              </p:cNvPr>
              <p:cNvSpPr/>
              <p:nvPr/>
            </p:nvSpPr>
            <p:spPr>
              <a:xfrm>
                <a:off x="5892889" y="4774907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35" name="图形 2">
              <a:extLst>
                <a:ext uri="{FF2B5EF4-FFF2-40B4-BE49-F238E27FC236}">
                  <a16:creationId xmlns:a16="http://schemas.microsoft.com/office/drawing/2014/main" id="{C2333E71-D8FE-5C31-441E-C16CF3F3A524}"/>
                </a:ext>
              </a:extLst>
            </p:cNvPr>
            <p:cNvGrpSpPr/>
            <p:nvPr/>
          </p:nvGrpSpPr>
          <p:grpSpPr>
            <a:xfrm>
              <a:off x="5509327" y="4474220"/>
              <a:ext cx="269734" cy="681079"/>
              <a:chOff x="5509327" y="4474220"/>
              <a:chExt cx="269734" cy="681079"/>
            </a:xfrm>
            <a:solidFill>
              <a:srgbClr val="DAE8FC"/>
            </a:solidFill>
          </p:grpSpPr>
          <p:sp>
            <p:nvSpPr>
              <p:cNvPr id="236" name="任意多边形: 形状 235">
                <a:extLst>
                  <a:ext uri="{FF2B5EF4-FFF2-40B4-BE49-F238E27FC236}">
                    <a16:creationId xmlns:a16="http://schemas.microsoft.com/office/drawing/2014/main" id="{3E3AD1C7-8CE7-02DD-B61A-371DADFEA149}"/>
                  </a:ext>
                </a:extLst>
              </p:cNvPr>
              <p:cNvSpPr/>
              <p:nvPr/>
            </p:nvSpPr>
            <p:spPr>
              <a:xfrm>
                <a:off x="5509327" y="4477592"/>
                <a:ext cx="269734" cy="640619"/>
              </a:xfrm>
              <a:custGeom>
                <a:avLst/>
                <a:gdLst>
                  <a:gd name="connsiteX0" fmla="*/ 229274 w 269734"/>
                  <a:gd name="connsiteY0" fmla="*/ 0 h 640619"/>
                  <a:gd name="connsiteX1" fmla="*/ 269735 w 269734"/>
                  <a:gd name="connsiteY1" fmla="*/ 40460 h 640619"/>
                  <a:gd name="connsiteX2" fmla="*/ 269735 w 269734"/>
                  <a:gd name="connsiteY2" fmla="*/ 600159 h 640619"/>
                  <a:gd name="connsiteX3" fmla="*/ 229274 w 269734"/>
                  <a:gd name="connsiteY3" fmla="*/ 640619 h 640619"/>
                  <a:gd name="connsiteX4" fmla="*/ 40460 w 269734"/>
                  <a:gd name="connsiteY4" fmla="*/ 640619 h 640619"/>
                  <a:gd name="connsiteX5" fmla="*/ 0 w 269734"/>
                  <a:gd name="connsiteY5" fmla="*/ 600159 h 640619"/>
                  <a:gd name="connsiteX6" fmla="*/ 0 w 269734"/>
                  <a:gd name="connsiteY6" fmla="*/ 40460 h 640619"/>
                  <a:gd name="connsiteX7" fmla="*/ 40460 w 269734"/>
                  <a:gd name="connsiteY7" fmla="*/ 0 h 640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9734" h="640619">
                    <a:moveTo>
                      <a:pt x="229274" y="0"/>
                    </a:moveTo>
                    <a:cubicBezTo>
                      <a:pt x="251620" y="0"/>
                      <a:pt x="269735" y="18115"/>
                      <a:pt x="269735" y="40460"/>
                    </a:cubicBezTo>
                    <a:lnTo>
                      <a:pt x="269735" y="600159"/>
                    </a:lnTo>
                    <a:cubicBezTo>
                      <a:pt x="269735" y="622505"/>
                      <a:pt x="251620" y="640619"/>
                      <a:pt x="229274" y="640619"/>
                    </a:cubicBezTo>
                    <a:lnTo>
                      <a:pt x="40460" y="640619"/>
                    </a:lnTo>
                    <a:cubicBezTo>
                      <a:pt x="18115" y="640619"/>
                      <a:pt x="0" y="622505"/>
                      <a:pt x="0" y="600159"/>
                    </a:cubicBezTo>
                    <a:lnTo>
                      <a:pt x="0" y="40460"/>
                    </a:lnTo>
                    <a:cubicBezTo>
                      <a:pt x="0" y="18115"/>
                      <a:pt x="18115" y="0"/>
                      <a:pt x="4046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37" name="图片 236">
                <a:extLst>
                  <a:ext uri="{FF2B5EF4-FFF2-40B4-BE49-F238E27FC236}">
                    <a16:creationId xmlns:a16="http://schemas.microsoft.com/office/drawing/2014/main" id="{60E9EEEE-F0F8-A6F4-3225-A5E6448F6B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512699" y="4474220"/>
                <a:ext cx="256247" cy="681079"/>
              </a:xfrm>
              <a:custGeom>
                <a:avLst/>
                <a:gdLst>
                  <a:gd name="connsiteX0" fmla="*/ -1 w 256247"/>
                  <a:gd name="connsiteY0" fmla="*/ -1 h 681079"/>
                  <a:gd name="connsiteX1" fmla="*/ 256247 w 256247"/>
                  <a:gd name="connsiteY1" fmla="*/ -1 h 681079"/>
                  <a:gd name="connsiteX2" fmla="*/ 256247 w 256247"/>
                  <a:gd name="connsiteY2" fmla="*/ 681079 h 681079"/>
                  <a:gd name="connsiteX3" fmla="*/ -1 w 256247"/>
                  <a:gd name="connsiteY3" fmla="*/ 681079 h 681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247" h="681079">
                    <a:moveTo>
                      <a:pt x="-1" y="-1"/>
                    </a:moveTo>
                    <a:lnTo>
                      <a:pt x="256247" y="-1"/>
                    </a:lnTo>
                    <a:lnTo>
                      <a:pt x="256247" y="681079"/>
                    </a:lnTo>
                    <a:lnTo>
                      <a:pt x="-1" y="6810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38" name="图形 2">
              <a:extLst>
                <a:ext uri="{FF2B5EF4-FFF2-40B4-BE49-F238E27FC236}">
                  <a16:creationId xmlns:a16="http://schemas.microsoft.com/office/drawing/2014/main" id="{5D337999-817F-E0B3-8A51-5D13A4ED3F5B}"/>
                </a:ext>
              </a:extLst>
            </p:cNvPr>
            <p:cNvGrpSpPr/>
            <p:nvPr/>
          </p:nvGrpSpPr>
          <p:grpSpPr>
            <a:xfrm>
              <a:off x="5947646" y="4477592"/>
              <a:ext cx="323681" cy="640619"/>
              <a:chOff x="5947646" y="4477592"/>
              <a:chExt cx="323681" cy="640619"/>
            </a:xfrm>
            <a:solidFill>
              <a:srgbClr val="DAE8FC"/>
            </a:solidFill>
          </p:grpSpPr>
          <p:sp>
            <p:nvSpPr>
              <p:cNvPr id="239" name="任意多边形: 形状 238">
                <a:extLst>
                  <a:ext uri="{FF2B5EF4-FFF2-40B4-BE49-F238E27FC236}">
                    <a16:creationId xmlns:a16="http://schemas.microsoft.com/office/drawing/2014/main" id="{A4556CE7-C32E-4188-4B82-2234FF0FC696}"/>
                  </a:ext>
                </a:extLst>
              </p:cNvPr>
              <p:cNvSpPr/>
              <p:nvPr/>
            </p:nvSpPr>
            <p:spPr>
              <a:xfrm>
                <a:off x="5947646" y="4477592"/>
                <a:ext cx="323681" cy="640619"/>
              </a:xfrm>
              <a:custGeom>
                <a:avLst/>
                <a:gdLst>
                  <a:gd name="connsiteX0" fmla="*/ 275129 w 323681"/>
                  <a:gd name="connsiteY0" fmla="*/ 0 h 640619"/>
                  <a:gd name="connsiteX1" fmla="*/ 323681 w 323681"/>
                  <a:gd name="connsiteY1" fmla="*/ 48552 h 640619"/>
                  <a:gd name="connsiteX2" fmla="*/ 323681 w 323681"/>
                  <a:gd name="connsiteY2" fmla="*/ 592067 h 640619"/>
                  <a:gd name="connsiteX3" fmla="*/ 275129 w 323681"/>
                  <a:gd name="connsiteY3" fmla="*/ 640619 h 640619"/>
                  <a:gd name="connsiteX4" fmla="*/ 48552 w 323681"/>
                  <a:gd name="connsiteY4" fmla="*/ 640619 h 640619"/>
                  <a:gd name="connsiteX5" fmla="*/ 0 w 323681"/>
                  <a:gd name="connsiteY5" fmla="*/ 592067 h 640619"/>
                  <a:gd name="connsiteX6" fmla="*/ 0 w 323681"/>
                  <a:gd name="connsiteY6" fmla="*/ 48552 h 640619"/>
                  <a:gd name="connsiteX7" fmla="*/ 48552 w 323681"/>
                  <a:gd name="connsiteY7" fmla="*/ 0 h 640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3681" h="640619">
                    <a:moveTo>
                      <a:pt x="275129" y="0"/>
                    </a:moveTo>
                    <a:cubicBezTo>
                      <a:pt x="301944" y="0"/>
                      <a:pt x="323681" y="21738"/>
                      <a:pt x="323681" y="48552"/>
                    </a:cubicBezTo>
                    <a:lnTo>
                      <a:pt x="323681" y="592067"/>
                    </a:lnTo>
                    <a:cubicBezTo>
                      <a:pt x="323681" y="618882"/>
                      <a:pt x="301944" y="640619"/>
                      <a:pt x="275129" y="640619"/>
                    </a:cubicBezTo>
                    <a:lnTo>
                      <a:pt x="48552" y="640619"/>
                    </a:lnTo>
                    <a:cubicBezTo>
                      <a:pt x="21738" y="640619"/>
                      <a:pt x="0" y="618882"/>
                      <a:pt x="0" y="592067"/>
                    </a:cubicBezTo>
                    <a:lnTo>
                      <a:pt x="0" y="48552"/>
                    </a:lnTo>
                    <a:cubicBezTo>
                      <a:pt x="0" y="21738"/>
                      <a:pt x="21738" y="0"/>
                      <a:pt x="4855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40" name="图片 239">
                <a:extLst>
                  <a:ext uri="{FF2B5EF4-FFF2-40B4-BE49-F238E27FC236}">
                    <a16:creationId xmlns:a16="http://schemas.microsoft.com/office/drawing/2014/main" id="{D34A5A85-4474-6973-FE93-2EE11AEA0F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951017" y="4555141"/>
                <a:ext cx="310194" cy="519238"/>
              </a:xfrm>
              <a:custGeom>
                <a:avLst/>
                <a:gdLst>
                  <a:gd name="connsiteX0" fmla="*/ -1 w 310194"/>
                  <a:gd name="connsiteY0" fmla="*/ -1 h 519238"/>
                  <a:gd name="connsiteX1" fmla="*/ 310194 w 310194"/>
                  <a:gd name="connsiteY1" fmla="*/ -1 h 519238"/>
                  <a:gd name="connsiteX2" fmla="*/ 310194 w 310194"/>
                  <a:gd name="connsiteY2" fmla="*/ 519238 h 519238"/>
                  <a:gd name="connsiteX3" fmla="*/ -1 w 310194"/>
                  <a:gd name="connsiteY3" fmla="*/ 519238 h 519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0194" h="519238">
                    <a:moveTo>
                      <a:pt x="-1" y="-1"/>
                    </a:moveTo>
                    <a:lnTo>
                      <a:pt x="310194" y="-1"/>
                    </a:lnTo>
                    <a:lnTo>
                      <a:pt x="310194" y="519238"/>
                    </a:lnTo>
                    <a:lnTo>
                      <a:pt x="-1" y="519238"/>
                    </a:lnTo>
                    <a:close/>
                  </a:path>
                </a:pathLst>
              </a:custGeom>
            </p:spPr>
          </p:pic>
        </p:grpSp>
        <p:grpSp>
          <p:nvGrpSpPr>
            <p:cNvPr id="241" name="图形 2">
              <a:extLst>
                <a:ext uri="{FF2B5EF4-FFF2-40B4-BE49-F238E27FC236}">
                  <a16:creationId xmlns:a16="http://schemas.microsoft.com/office/drawing/2014/main" id="{2497419B-D3B5-13E4-5A98-6D529850B755}"/>
                </a:ext>
              </a:extLst>
            </p:cNvPr>
            <p:cNvGrpSpPr/>
            <p:nvPr/>
          </p:nvGrpSpPr>
          <p:grpSpPr>
            <a:xfrm>
              <a:off x="3615049" y="5786411"/>
              <a:ext cx="141003" cy="47203"/>
              <a:chOff x="3615049" y="5786411"/>
              <a:chExt cx="141003" cy="47203"/>
            </a:xfrm>
          </p:grpSpPr>
          <p:sp>
            <p:nvSpPr>
              <p:cNvPr id="242" name="任意多边形: 形状 241">
                <a:extLst>
                  <a:ext uri="{FF2B5EF4-FFF2-40B4-BE49-F238E27FC236}">
                    <a16:creationId xmlns:a16="http://schemas.microsoft.com/office/drawing/2014/main" id="{3FEA675A-025E-5D1C-EB21-DCCD09FDE328}"/>
                  </a:ext>
                </a:extLst>
              </p:cNvPr>
              <p:cNvSpPr/>
              <p:nvPr/>
            </p:nvSpPr>
            <p:spPr>
              <a:xfrm>
                <a:off x="3615049" y="5810013"/>
                <a:ext cx="141003" cy="6743"/>
              </a:xfrm>
              <a:custGeom>
                <a:avLst/>
                <a:gdLst>
                  <a:gd name="connsiteX0" fmla="*/ 6136 w 141003"/>
                  <a:gd name="connsiteY0" fmla="*/ 0 h 6743"/>
                  <a:gd name="connsiteX1" fmla="*/ 141004 w 141003"/>
                  <a:gd name="connsiteY1" fmla="*/ 0 h 6743"/>
                  <a:gd name="connsiteX2" fmla="*/ 0 w 141003"/>
                  <a:gd name="connsiteY2" fmla="*/ 0 h 6743"/>
                  <a:gd name="connsiteX3" fmla="*/ 91305 w 141003"/>
                  <a:gd name="connsiteY3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003" h="6743">
                    <a:moveTo>
                      <a:pt x="6136" y="0"/>
                    </a:moveTo>
                    <a:lnTo>
                      <a:pt x="141004" y="0"/>
                    </a:lnTo>
                    <a:lnTo>
                      <a:pt x="0" y="0"/>
                    </a:lnTo>
                    <a:lnTo>
                      <a:pt x="91305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3" name="任意多边形: 形状 242">
                <a:extLst>
                  <a:ext uri="{FF2B5EF4-FFF2-40B4-BE49-F238E27FC236}">
                    <a16:creationId xmlns:a16="http://schemas.microsoft.com/office/drawing/2014/main" id="{DF5525A5-E2F5-9AC3-B8D6-84E36E4534FA}"/>
                  </a:ext>
                </a:extLst>
              </p:cNvPr>
              <p:cNvSpPr/>
              <p:nvPr/>
            </p:nvSpPr>
            <p:spPr>
              <a:xfrm>
                <a:off x="3694553" y="5786411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4" name="图形 2">
              <a:extLst>
                <a:ext uri="{FF2B5EF4-FFF2-40B4-BE49-F238E27FC236}">
                  <a16:creationId xmlns:a16="http://schemas.microsoft.com/office/drawing/2014/main" id="{B6071864-7481-8B4C-314D-C1E459FFA280}"/>
                </a:ext>
              </a:extLst>
            </p:cNvPr>
            <p:cNvGrpSpPr/>
            <p:nvPr/>
          </p:nvGrpSpPr>
          <p:grpSpPr>
            <a:xfrm>
              <a:off x="3351451" y="5485725"/>
              <a:ext cx="269734" cy="681079"/>
              <a:chOff x="3351451" y="5485725"/>
              <a:chExt cx="269734" cy="681079"/>
            </a:xfrm>
            <a:solidFill>
              <a:srgbClr val="DAE8FC"/>
            </a:solidFill>
          </p:grpSpPr>
          <p:sp>
            <p:nvSpPr>
              <p:cNvPr id="245" name="任意多边形: 形状 244">
                <a:extLst>
                  <a:ext uri="{FF2B5EF4-FFF2-40B4-BE49-F238E27FC236}">
                    <a16:creationId xmlns:a16="http://schemas.microsoft.com/office/drawing/2014/main" id="{29B0F041-A141-3A2F-9586-207ADA6776BC}"/>
                  </a:ext>
                </a:extLst>
              </p:cNvPr>
              <p:cNvSpPr/>
              <p:nvPr/>
            </p:nvSpPr>
            <p:spPr>
              <a:xfrm>
                <a:off x="3351451" y="5489096"/>
                <a:ext cx="269734" cy="640619"/>
              </a:xfrm>
              <a:custGeom>
                <a:avLst/>
                <a:gdLst>
                  <a:gd name="connsiteX0" fmla="*/ 229274 w 269734"/>
                  <a:gd name="connsiteY0" fmla="*/ 0 h 640619"/>
                  <a:gd name="connsiteX1" fmla="*/ 269735 w 269734"/>
                  <a:gd name="connsiteY1" fmla="*/ 40460 h 640619"/>
                  <a:gd name="connsiteX2" fmla="*/ 269735 w 269734"/>
                  <a:gd name="connsiteY2" fmla="*/ 600159 h 640619"/>
                  <a:gd name="connsiteX3" fmla="*/ 229274 w 269734"/>
                  <a:gd name="connsiteY3" fmla="*/ 640619 h 640619"/>
                  <a:gd name="connsiteX4" fmla="*/ 40460 w 269734"/>
                  <a:gd name="connsiteY4" fmla="*/ 640619 h 640619"/>
                  <a:gd name="connsiteX5" fmla="*/ 0 w 269734"/>
                  <a:gd name="connsiteY5" fmla="*/ 600159 h 640619"/>
                  <a:gd name="connsiteX6" fmla="*/ 0 w 269734"/>
                  <a:gd name="connsiteY6" fmla="*/ 40460 h 640619"/>
                  <a:gd name="connsiteX7" fmla="*/ 40460 w 269734"/>
                  <a:gd name="connsiteY7" fmla="*/ 0 h 640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9734" h="640619">
                    <a:moveTo>
                      <a:pt x="229274" y="0"/>
                    </a:moveTo>
                    <a:cubicBezTo>
                      <a:pt x="251620" y="0"/>
                      <a:pt x="269735" y="18115"/>
                      <a:pt x="269735" y="40460"/>
                    </a:cubicBezTo>
                    <a:lnTo>
                      <a:pt x="269735" y="600159"/>
                    </a:lnTo>
                    <a:cubicBezTo>
                      <a:pt x="269735" y="622505"/>
                      <a:pt x="251620" y="640619"/>
                      <a:pt x="229274" y="640619"/>
                    </a:cubicBezTo>
                    <a:lnTo>
                      <a:pt x="40460" y="640619"/>
                    </a:lnTo>
                    <a:cubicBezTo>
                      <a:pt x="18115" y="640619"/>
                      <a:pt x="0" y="622505"/>
                      <a:pt x="0" y="600159"/>
                    </a:cubicBezTo>
                    <a:lnTo>
                      <a:pt x="0" y="40460"/>
                    </a:lnTo>
                    <a:cubicBezTo>
                      <a:pt x="0" y="18115"/>
                      <a:pt x="18115" y="0"/>
                      <a:pt x="4046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46" name="图片 245">
                <a:extLst>
                  <a:ext uri="{FF2B5EF4-FFF2-40B4-BE49-F238E27FC236}">
                    <a16:creationId xmlns:a16="http://schemas.microsoft.com/office/drawing/2014/main" id="{131E5934-ADF7-22AA-D3EF-CAB6C151FB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54823" y="5485725"/>
                <a:ext cx="256247" cy="681079"/>
              </a:xfrm>
              <a:custGeom>
                <a:avLst/>
                <a:gdLst>
                  <a:gd name="connsiteX0" fmla="*/ -1 w 256247"/>
                  <a:gd name="connsiteY0" fmla="*/ -1 h 681079"/>
                  <a:gd name="connsiteX1" fmla="*/ 256247 w 256247"/>
                  <a:gd name="connsiteY1" fmla="*/ -1 h 681079"/>
                  <a:gd name="connsiteX2" fmla="*/ 256247 w 256247"/>
                  <a:gd name="connsiteY2" fmla="*/ 681079 h 681079"/>
                  <a:gd name="connsiteX3" fmla="*/ -1 w 256247"/>
                  <a:gd name="connsiteY3" fmla="*/ 681079 h 681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247" h="681079">
                    <a:moveTo>
                      <a:pt x="-1" y="-1"/>
                    </a:moveTo>
                    <a:lnTo>
                      <a:pt x="256247" y="-1"/>
                    </a:lnTo>
                    <a:lnTo>
                      <a:pt x="256247" y="681079"/>
                    </a:lnTo>
                    <a:lnTo>
                      <a:pt x="-1" y="6810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47" name="图形 2">
              <a:extLst>
                <a:ext uri="{FF2B5EF4-FFF2-40B4-BE49-F238E27FC236}">
                  <a16:creationId xmlns:a16="http://schemas.microsoft.com/office/drawing/2014/main" id="{6BC6A268-3839-820A-2A86-A74878F6D00C}"/>
                </a:ext>
              </a:extLst>
            </p:cNvPr>
            <p:cNvGrpSpPr/>
            <p:nvPr/>
          </p:nvGrpSpPr>
          <p:grpSpPr>
            <a:xfrm>
              <a:off x="4491079" y="5786411"/>
              <a:ext cx="135474" cy="47203"/>
              <a:chOff x="4491079" y="5786411"/>
              <a:chExt cx="135474" cy="47203"/>
            </a:xfrm>
          </p:grpSpPr>
          <p:sp>
            <p:nvSpPr>
              <p:cNvPr id="248" name="任意多边形: 形状 247">
                <a:extLst>
                  <a:ext uri="{FF2B5EF4-FFF2-40B4-BE49-F238E27FC236}">
                    <a16:creationId xmlns:a16="http://schemas.microsoft.com/office/drawing/2014/main" id="{461C1E6C-FEDF-1D8A-6097-9607204C6197}"/>
                  </a:ext>
                </a:extLst>
              </p:cNvPr>
              <p:cNvSpPr/>
              <p:nvPr/>
            </p:nvSpPr>
            <p:spPr>
              <a:xfrm>
                <a:off x="4491079" y="5810013"/>
                <a:ext cx="135474" cy="6743"/>
              </a:xfrm>
              <a:custGeom>
                <a:avLst/>
                <a:gdLst>
                  <a:gd name="connsiteX0" fmla="*/ 0 w 135474"/>
                  <a:gd name="connsiteY0" fmla="*/ 0 h 6743"/>
                  <a:gd name="connsiteX1" fmla="*/ 135474 w 135474"/>
                  <a:gd name="connsiteY1" fmla="*/ 0 h 6743"/>
                  <a:gd name="connsiteX2" fmla="*/ 607 w 135474"/>
                  <a:gd name="connsiteY2" fmla="*/ 0 h 6743"/>
                  <a:gd name="connsiteX3" fmla="*/ 91912 w 135474"/>
                  <a:gd name="connsiteY3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474" h="6743">
                    <a:moveTo>
                      <a:pt x="0" y="0"/>
                    </a:moveTo>
                    <a:lnTo>
                      <a:pt x="135474" y="0"/>
                    </a:lnTo>
                    <a:lnTo>
                      <a:pt x="607" y="0"/>
                    </a:lnTo>
                    <a:lnTo>
                      <a:pt x="91912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9" name="任意多边形: 形状 248">
                <a:extLst>
                  <a:ext uri="{FF2B5EF4-FFF2-40B4-BE49-F238E27FC236}">
                    <a16:creationId xmlns:a16="http://schemas.microsoft.com/office/drawing/2014/main" id="{FC323C3F-E666-EC34-C65C-B2732BB27E4A}"/>
                  </a:ext>
                </a:extLst>
              </p:cNvPr>
              <p:cNvSpPr/>
              <p:nvPr/>
            </p:nvSpPr>
            <p:spPr>
              <a:xfrm>
                <a:off x="4571190" y="5786411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50" name="图形 2">
              <a:extLst>
                <a:ext uri="{FF2B5EF4-FFF2-40B4-BE49-F238E27FC236}">
                  <a16:creationId xmlns:a16="http://schemas.microsoft.com/office/drawing/2014/main" id="{5707DDB9-7923-78E2-DC7C-34A382F58946}"/>
                </a:ext>
              </a:extLst>
            </p:cNvPr>
            <p:cNvGrpSpPr/>
            <p:nvPr/>
          </p:nvGrpSpPr>
          <p:grpSpPr>
            <a:xfrm>
              <a:off x="3749309" y="5708256"/>
              <a:ext cx="741769" cy="215787"/>
              <a:chOff x="3749309" y="5708256"/>
              <a:chExt cx="741769" cy="215787"/>
            </a:xfrm>
            <a:solidFill>
              <a:srgbClr val="DAE8FC"/>
            </a:solidFill>
          </p:grpSpPr>
          <p:sp>
            <p:nvSpPr>
              <p:cNvPr id="251" name="任意多边形: 形状 250">
                <a:extLst>
                  <a:ext uri="{FF2B5EF4-FFF2-40B4-BE49-F238E27FC236}">
                    <a16:creationId xmlns:a16="http://schemas.microsoft.com/office/drawing/2014/main" id="{AAEF445C-4DED-8DF2-6BCF-4FB332C4E3D2}"/>
                  </a:ext>
                </a:extLst>
              </p:cNvPr>
              <p:cNvSpPr/>
              <p:nvPr/>
            </p:nvSpPr>
            <p:spPr>
              <a:xfrm>
                <a:off x="3749309" y="5708256"/>
                <a:ext cx="741769" cy="202300"/>
              </a:xfrm>
              <a:custGeom>
                <a:avLst/>
                <a:gdLst>
                  <a:gd name="connsiteX0" fmla="*/ 711425 w 741769"/>
                  <a:gd name="connsiteY0" fmla="*/ 0 h 202300"/>
                  <a:gd name="connsiteX1" fmla="*/ 741770 w 741769"/>
                  <a:gd name="connsiteY1" fmla="*/ 30345 h 202300"/>
                  <a:gd name="connsiteX2" fmla="*/ 741770 w 741769"/>
                  <a:gd name="connsiteY2" fmla="*/ 171956 h 202300"/>
                  <a:gd name="connsiteX3" fmla="*/ 711425 w 741769"/>
                  <a:gd name="connsiteY3" fmla="*/ 202301 h 202300"/>
                  <a:gd name="connsiteX4" fmla="*/ 30345 w 741769"/>
                  <a:gd name="connsiteY4" fmla="*/ 202301 h 202300"/>
                  <a:gd name="connsiteX5" fmla="*/ 0 w 741769"/>
                  <a:gd name="connsiteY5" fmla="*/ 171956 h 202300"/>
                  <a:gd name="connsiteX6" fmla="*/ 0 w 741769"/>
                  <a:gd name="connsiteY6" fmla="*/ 30345 h 202300"/>
                  <a:gd name="connsiteX7" fmla="*/ 30345 w 741769"/>
                  <a:gd name="connsiteY7" fmla="*/ 0 h 202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1769" h="202300">
                    <a:moveTo>
                      <a:pt x="711425" y="0"/>
                    </a:moveTo>
                    <a:cubicBezTo>
                      <a:pt x="728184" y="0"/>
                      <a:pt x="741770" y="13586"/>
                      <a:pt x="741770" y="30345"/>
                    </a:cubicBezTo>
                    <a:lnTo>
                      <a:pt x="741770" y="171956"/>
                    </a:lnTo>
                    <a:cubicBezTo>
                      <a:pt x="741770" y="188715"/>
                      <a:pt x="728184" y="202301"/>
                      <a:pt x="711425" y="202301"/>
                    </a:cubicBezTo>
                    <a:lnTo>
                      <a:pt x="30345" y="202301"/>
                    </a:lnTo>
                    <a:cubicBezTo>
                      <a:pt x="13586" y="202301"/>
                      <a:pt x="0" y="188715"/>
                      <a:pt x="0" y="171956"/>
                    </a:cubicBezTo>
                    <a:lnTo>
                      <a:pt x="0" y="30345"/>
                    </a:lnTo>
                    <a:cubicBezTo>
                      <a:pt x="0" y="13586"/>
                      <a:pt x="13586" y="0"/>
                      <a:pt x="3034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52" name="图片 251">
                <a:extLst>
                  <a:ext uri="{FF2B5EF4-FFF2-40B4-BE49-F238E27FC236}">
                    <a16:creationId xmlns:a16="http://schemas.microsoft.com/office/drawing/2014/main" id="{D9C44672-39F4-813D-9705-1708DA5558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752681" y="5728486"/>
                <a:ext cx="728283" cy="195557"/>
              </a:xfrm>
              <a:custGeom>
                <a:avLst/>
                <a:gdLst>
                  <a:gd name="connsiteX0" fmla="*/ -1 w 728283"/>
                  <a:gd name="connsiteY0" fmla="*/ -1 h 195557"/>
                  <a:gd name="connsiteX1" fmla="*/ 728283 w 728283"/>
                  <a:gd name="connsiteY1" fmla="*/ -1 h 195557"/>
                  <a:gd name="connsiteX2" fmla="*/ 728283 w 728283"/>
                  <a:gd name="connsiteY2" fmla="*/ 195557 h 195557"/>
                  <a:gd name="connsiteX3" fmla="*/ -1 w 728283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8283" h="195557">
                    <a:moveTo>
                      <a:pt x="-1" y="-1"/>
                    </a:moveTo>
                    <a:lnTo>
                      <a:pt x="728283" y="-1"/>
                    </a:lnTo>
                    <a:lnTo>
                      <a:pt x="728283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253" name="图形 2">
              <a:extLst>
                <a:ext uri="{FF2B5EF4-FFF2-40B4-BE49-F238E27FC236}">
                  <a16:creationId xmlns:a16="http://schemas.microsoft.com/office/drawing/2014/main" id="{77040DCC-001C-323A-293F-CF49FC5297D7}"/>
                </a:ext>
              </a:extLst>
            </p:cNvPr>
            <p:cNvGrpSpPr/>
            <p:nvPr/>
          </p:nvGrpSpPr>
          <p:grpSpPr>
            <a:xfrm>
              <a:off x="5367716" y="5786411"/>
              <a:ext cx="135474" cy="47203"/>
              <a:chOff x="5367716" y="5786411"/>
              <a:chExt cx="135474" cy="47203"/>
            </a:xfrm>
          </p:grpSpPr>
          <p:sp>
            <p:nvSpPr>
              <p:cNvPr id="254" name="任意多边形: 形状 253">
                <a:extLst>
                  <a:ext uri="{FF2B5EF4-FFF2-40B4-BE49-F238E27FC236}">
                    <a16:creationId xmlns:a16="http://schemas.microsoft.com/office/drawing/2014/main" id="{B4333187-8D9B-3D54-8815-54A9F7061240}"/>
                  </a:ext>
                </a:extLst>
              </p:cNvPr>
              <p:cNvSpPr/>
              <p:nvPr/>
            </p:nvSpPr>
            <p:spPr>
              <a:xfrm>
                <a:off x="5367716" y="5810013"/>
                <a:ext cx="135474" cy="6743"/>
              </a:xfrm>
              <a:custGeom>
                <a:avLst/>
                <a:gdLst>
                  <a:gd name="connsiteX0" fmla="*/ 0 w 135474"/>
                  <a:gd name="connsiteY0" fmla="*/ 0 h 6743"/>
                  <a:gd name="connsiteX1" fmla="*/ 135474 w 135474"/>
                  <a:gd name="connsiteY1" fmla="*/ 0 h 6743"/>
                  <a:gd name="connsiteX2" fmla="*/ 6743 w 135474"/>
                  <a:gd name="connsiteY2" fmla="*/ 0 h 6743"/>
                  <a:gd name="connsiteX3" fmla="*/ 98655 w 135474"/>
                  <a:gd name="connsiteY3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474" h="6743">
                    <a:moveTo>
                      <a:pt x="0" y="0"/>
                    </a:moveTo>
                    <a:lnTo>
                      <a:pt x="135474" y="0"/>
                    </a:lnTo>
                    <a:lnTo>
                      <a:pt x="6743" y="0"/>
                    </a:lnTo>
                    <a:lnTo>
                      <a:pt x="98655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5" name="任意多边形: 形状 254">
                <a:extLst>
                  <a:ext uri="{FF2B5EF4-FFF2-40B4-BE49-F238E27FC236}">
                    <a16:creationId xmlns:a16="http://schemas.microsoft.com/office/drawing/2014/main" id="{99764C35-8DA4-0805-3939-CB910B99D5CE}"/>
                  </a:ext>
                </a:extLst>
              </p:cNvPr>
              <p:cNvSpPr/>
              <p:nvPr/>
            </p:nvSpPr>
            <p:spPr>
              <a:xfrm>
                <a:off x="5454571" y="5786411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56" name="图形 2">
              <a:extLst>
                <a:ext uri="{FF2B5EF4-FFF2-40B4-BE49-F238E27FC236}">
                  <a16:creationId xmlns:a16="http://schemas.microsoft.com/office/drawing/2014/main" id="{C189E3B8-CEAD-8C41-00B5-5BE36E204820}"/>
                </a:ext>
              </a:extLst>
            </p:cNvPr>
            <p:cNvGrpSpPr/>
            <p:nvPr/>
          </p:nvGrpSpPr>
          <p:grpSpPr>
            <a:xfrm>
              <a:off x="4625946" y="5640822"/>
              <a:ext cx="741769" cy="350654"/>
              <a:chOff x="4625946" y="5640822"/>
              <a:chExt cx="741769" cy="350654"/>
            </a:xfrm>
            <a:solidFill>
              <a:srgbClr val="6EA0BF"/>
            </a:solidFill>
          </p:grpSpPr>
          <p:sp>
            <p:nvSpPr>
              <p:cNvPr id="257" name="任意多边形: 形状 256">
                <a:extLst>
                  <a:ext uri="{FF2B5EF4-FFF2-40B4-BE49-F238E27FC236}">
                    <a16:creationId xmlns:a16="http://schemas.microsoft.com/office/drawing/2014/main" id="{432BC54F-994F-CCC3-3D87-1452E8080C85}"/>
                  </a:ext>
                </a:extLst>
              </p:cNvPr>
              <p:cNvSpPr/>
              <p:nvPr/>
            </p:nvSpPr>
            <p:spPr>
              <a:xfrm rot="10800000" flipV="1">
                <a:off x="4625946" y="5640822"/>
                <a:ext cx="741769" cy="337168"/>
              </a:xfrm>
              <a:custGeom>
                <a:avLst/>
                <a:gdLst>
                  <a:gd name="connsiteX0" fmla="*/ 691195 w 741769"/>
                  <a:gd name="connsiteY0" fmla="*/ 0 h 337168"/>
                  <a:gd name="connsiteX1" fmla="*/ 741770 w 741769"/>
                  <a:gd name="connsiteY1" fmla="*/ 50575 h 337168"/>
                  <a:gd name="connsiteX2" fmla="*/ 741770 w 741769"/>
                  <a:gd name="connsiteY2" fmla="*/ 286593 h 337168"/>
                  <a:gd name="connsiteX3" fmla="*/ 691195 w 741769"/>
                  <a:gd name="connsiteY3" fmla="*/ 337168 h 337168"/>
                  <a:gd name="connsiteX4" fmla="*/ 50575 w 741769"/>
                  <a:gd name="connsiteY4" fmla="*/ 337168 h 337168"/>
                  <a:gd name="connsiteX5" fmla="*/ 0 w 741769"/>
                  <a:gd name="connsiteY5" fmla="*/ 286593 h 337168"/>
                  <a:gd name="connsiteX6" fmla="*/ 0 w 741769"/>
                  <a:gd name="connsiteY6" fmla="*/ 50575 h 337168"/>
                  <a:gd name="connsiteX7" fmla="*/ 50575 w 741769"/>
                  <a:gd name="connsiteY7" fmla="*/ 0 h 337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1769" h="337168">
                    <a:moveTo>
                      <a:pt x="691195" y="0"/>
                    </a:moveTo>
                    <a:cubicBezTo>
                      <a:pt x="719127" y="0"/>
                      <a:pt x="741770" y="22643"/>
                      <a:pt x="741770" y="50575"/>
                    </a:cubicBezTo>
                    <a:lnTo>
                      <a:pt x="741770" y="286593"/>
                    </a:lnTo>
                    <a:cubicBezTo>
                      <a:pt x="741770" y="314525"/>
                      <a:pt x="719127" y="337168"/>
                      <a:pt x="691195" y="337168"/>
                    </a:cubicBezTo>
                    <a:lnTo>
                      <a:pt x="50575" y="337168"/>
                    </a:lnTo>
                    <a:cubicBezTo>
                      <a:pt x="22643" y="337168"/>
                      <a:pt x="0" y="314525"/>
                      <a:pt x="0" y="286593"/>
                    </a:cubicBezTo>
                    <a:lnTo>
                      <a:pt x="0" y="50575"/>
                    </a:lnTo>
                    <a:cubicBezTo>
                      <a:pt x="0" y="22643"/>
                      <a:pt x="22643" y="0"/>
                      <a:pt x="50575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58" name="图片 257">
                <a:extLst>
                  <a:ext uri="{FF2B5EF4-FFF2-40B4-BE49-F238E27FC236}">
                    <a16:creationId xmlns:a16="http://schemas.microsoft.com/office/drawing/2014/main" id="{6DAD12C3-F74B-C1B3-C127-F2E17A2035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29318" y="5647565"/>
                <a:ext cx="728283" cy="343911"/>
              </a:xfrm>
              <a:custGeom>
                <a:avLst/>
                <a:gdLst>
                  <a:gd name="connsiteX0" fmla="*/ -1 w 728283"/>
                  <a:gd name="connsiteY0" fmla="*/ -1 h 343911"/>
                  <a:gd name="connsiteX1" fmla="*/ 728283 w 728283"/>
                  <a:gd name="connsiteY1" fmla="*/ -1 h 343911"/>
                  <a:gd name="connsiteX2" fmla="*/ 728283 w 728283"/>
                  <a:gd name="connsiteY2" fmla="*/ 343911 h 343911"/>
                  <a:gd name="connsiteX3" fmla="*/ -1 w 728283"/>
                  <a:gd name="connsiteY3" fmla="*/ 343911 h 343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8283" h="343911">
                    <a:moveTo>
                      <a:pt x="-1" y="-1"/>
                    </a:moveTo>
                    <a:lnTo>
                      <a:pt x="728283" y="-1"/>
                    </a:lnTo>
                    <a:lnTo>
                      <a:pt x="728283" y="343911"/>
                    </a:lnTo>
                    <a:lnTo>
                      <a:pt x="-1" y="343911"/>
                    </a:lnTo>
                    <a:close/>
                  </a:path>
                </a:pathLst>
              </a:custGeom>
            </p:spPr>
          </p:pic>
        </p:grpSp>
        <p:grpSp>
          <p:nvGrpSpPr>
            <p:cNvPr id="259" name="图形 2">
              <a:extLst>
                <a:ext uri="{FF2B5EF4-FFF2-40B4-BE49-F238E27FC236}">
                  <a16:creationId xmlns:a16="http://schemas.microsoft.com/office/drawing/2014/main" id="{07B73AF5-BC89-C1E0-2C7C-AD0EEEB4FA51}"/>
                </a:ext>
              </a:extLst>
            </p:cNvPr>
            <p:cNvGrpSpPr/>
            <p:nvPr/>
          </p:nvGrpSpPr>
          <p:grpSpPr>
            <a:xfrm>
              <a:off x="5779061" y="5786411"/>
              <a:ext cx="167774" cy="47203"/>
              <a:chOff x="5779061" y="5786411"/>
              <a:chExt cx="167774" cy="47203"/>
            </a:xfrm>
          </p:grpSpPr>
          <p:sp>
            <p:nvSpPr>
              <p:cNvPr id="260" name="任意多边形: 形状 259">
                <a:extLst>
                  <a:ext uri="{FF2B5EF4-FFF2-40B4-BE49-F238E27FC236}">
                    <a16:creationId xmlns:a16="http://schemas.microsoft.com/office/drawing/2014/main" id="{6C22B4BE-1055-F25B-C018-B109A189B544}"/>
                  </a:ext>
                </a:extLst>
              </p:cNvPr>
              <p:cNvSpPr/>
              <p:nvPr/>
            </p:nvSpPr>
            <p:spPr>
              <a:xfrm>
                <a:off x="5779061" y="5810013"/>
                <a:ext cx="134867" cy="6743"/>
              </a:xfrm>
              <a:custGeom>
                <a:avLst/>
                <a:gdLst>
                  <a:gd name="connsiteX0" fmla="*/ 0 w 134867"/>
                  <a:gd name="connsiteY0" fmla="*/ 0 h 6743"/>
                  <a:gd name="connsiteX1" fmla="*/ 134867 w 134867"/>
                  <a:gd name="connsiteY1" fmla="*/ 0 h 6743"/>
                  <a:gd name="connsiteX2" fmla="*/ 40460 w 134867"/>
                  <a:gd name="connsiteY2" fmla="*/ 0 h 6743"/>
                  <a:gd name="connsiteX3" fmla="*/ 132372 w 134867"/>
                  <a:gd name="connsiteY3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867" h="6743">
                    <a:moveTo>
                      <a:pt x="0" y="0"/>
                    </a:moveTo>
                    <a:lnTo>
                      <a:pt x="134867" y="0"/>
                    </a:lnTo>
                    <a:lnTo>
                      <a:pt x="40460" y="0"/>
                    </a:lnTo>
                    <a:lnTo>
                      <a:pt x="132372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1" name="任意多边形: 形状 260">
                <a:extLst>
                  <a:ext uri="{FF2B5EF4-FFF2-40B4-BE49-F238E27FC236}">
                    <a16:creationId xmlns:a16="http://schemas.microsoft.com/office/drawing/2014/main" id="{69364BD2-DD22-E314-DE46-D9D3C9B89145}"/>
                  </a:ext>
                </a:extLst>
              </p:cNvPr>
              <p:cNvSpPr/>
              <p:nvPr/>
            </p:nvSpPr>
            <p:spPr>
              <a:xfrm>
                <a:off x="5899633" y="5786411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62" name="图形 2">
              <a:extLst>
                <a:ext uri="{FF2B5EF4-FFF2-40B4-BE49-F238E27FC236}">
                  <a16:creationId xmlns:a16="http://schemas.microsoft.com/office/drawing/2014/main" id="{6B02FCF4-195B-02C4-E1D6-57210A9F7833}"/>
                </a:ext>
              </a:extLst>
            </p:cNvPr>
            <p:cNvGrpSpPr/>
            <p:nvPr/>
          </p:nvGrpSpPr>
          <p:grpSpPr>
            <a:xfrm>
              <a:off x="5509327" y="5485725"/>
              <a:ext cx="269734" cy="681079"/>
              <a:chOff x="5509327" y="5485725"/>
              <a:chExt cx="269734" cy="681079"/>
            </a:xfrm>
            <a:solidFill>
              <a:srgbClr val="DAE8FC"/>
            </a:solidFill>
          </p:grpSpPr>
          <p:sp>
            <p:nvSpPr>
              <p:cNvPr id="263" name="任意多边形: 形状 262">
                <a:extLst>
                  <a:ext uri="{FF2B5EF4-FFF2-40B4-BE49-F238E27FC236}">
                    <a16:creationId xmlns:a16="http://schemas.microsoft.com/office/drawing/2014/main" id="{C1E1ED77-1310-83D5-B5AF-8A3864D09C1D}"/>
                  </a:ext>
                </a:extLst>
              </p:cNvPr>
              <p:cNvSpPr/>
              <p:nvPr/>
            </p:nvSpPr>
            <p:spPr>
              <a:xfrm>
                <a:off x="5509327" y="5489096"/>
                <a:ext cx="269734" cy="640619"/>
              </a:xfrm>
              <a:custGeom>
                <a:avLst/>
                <a:gdLst>
                  <a:gd name="connsiteX0" fmla="*/ 229274 w 269734"/>
                  <a:gd name="connsiteY0" fmla="*/ 0 h 640619"/>
                  <a:gd name="connsiteX1" fmla="*/ 269735 w 269734"/>
                  <a:gd name="connsiteY1" fmla="*/ 40460 h 640619"/>
                  <a:gd name="connsiteX2" fmla="*/ 269735 w 269734"/>
                  <a:gd name="connsiteY2" fmla="*/ 600159 h 640619"/>
                  <a:gd name="connsiteX3" fmla="*/ 229274 w 269734"/>
                  <a:gd name="connsiteY3" fmla="*/ 640619 h 640619"/>
                  <a:gd name="connsiteX4" fmla="*/ 40460 w 269734"/>
                  <a:gd name="connsiteY4" fmla="*/ 640619 h 640619"/>
                  <a:gd name="connsiteX5" fmla="*/ 0 w 269734"/>
                  <a:gd name="connsiteY5" fmla="*/ 600159 h 640619"/>
                  <a:gd name="connsiteX6" fmla="*/ 0 w 269734"/>
                  <a:gd name="connsiteY6" fmla="*/ 40460 h 640619"/>
                  <a:gd name="connsiteX7" fmla="*/ 40460 w 269734"/>
                  <a:gd name="connsiteY7" fmla="*/ 0 h 640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9734" h="640619">
                    <a:moveTo>
                      <a:pt x="229274" y="0"/>
                    </a:moveTo>
                    <a:cubicBezTo>
                      <a:pt x="251620" y="0"/>
                      <a:pt x="269735" y="18115"/>
                      <a:pt x="269735" y="40460"/>
                    </a:cubicBezTo>
                    <a:lnTo>
                      <a:pt x="269735" y="600159"/>
                    </a:lnTo>
                    <a:cubicBezTo>
                      <a:pt x="269735" y="622505"/>
                      <a:pt x="251620" y="640619"/>
                      <a:pt x="229274" y="640619"/>
                    </a:cubicBezTo>
                    <a:lnTo>
                      <a:pt x="40460" y="640619"/>
                    </a:lnTo>
                    <a:cubicBezTo>
                      <a:pt x="18115" y="640619"/>
                      <a:pt x="0" y="622505"/>
                      <a:pt x="0" y="600159"/>
                    </a:cubicBezTo>
                    <a:lnTo>
                      <a:pt x="0" y="40460"/>
                    </a:lnTo>
                    <a:cubicBezTo>
                      <a:pt x="0" y="18115"/>
                      <a:pt x="18115" y="0"/>
                      <a:pt x="4046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64" name="图片 263">
                <a:extLst>
                  <a:ext uri="{FF2B5EF4-FFF2-40B4-BE49-F238E27FC236}">
                    <a16:creationId xmlns:a16="http://schemas.microsoft.com/office/drawing/2014/main" id="{E9B43E45-58CD-ADE2-DF3D-2BFE9C59F7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512699" y="5485725"/>
                <a:ext cx="256247" cy="681079"/>
              </a:xfrm>
              <a:custGeom>
                <a:avLst/>
                <a:gdLst>
                  <a:gd name="connsiteX0" fmla="*/ -1 w 256247"/>
                  <a:gd name="connsiteY0" fmla="*/ -1 h 681079"/>
                  <a:gd name="connsiteX1" fmla="*/ 256247 w 256247"/>
                  <a:gd name="connsiteY1" fmla="*/ -1 h 681079"/>
                  <a:gd name="connsiteX2" fmla="*/ 256247 w 256247"/>
                  <a:gd name="connsiteY2" fmla="*/ 681079 h 681079"/>
                  <a:gd name="connsiteX3" fmla="*/ -1 w 256247"/>
                  <a:gd name="connsiteY3" fmla="*/ 681079 h 681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247" h="681079">
                    <a:moveTo>
                      <a:pt x="-1" y="-1"/>
                    </a:moveTo>
                    <a:lnTo>
                      <a:pt x="256247" y="-1"/>
                    </a:lnTo>
                    <a:lnTo>
                      <a:pt x="256247" y="681079"/>
                    </a:lnTo>
                    <a:lnTo>
                      <a:pt x="-1" y="6810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65" name="图形 2">
              <a:extLst>
                <a:ext uri="{FF2B5EF4-FFF2-40B4-BE49-F238E27FC236}">
                  <a16:creationId xmlns:a16="http://schemas.microsoft.com/office/drawing/2014/main" id="{BC6E1762-D72F-E044-CF89-D299B01CF339}"/>
                </a:ext>
              </a:extLst>
            </p:cNvPr>
            <p:cNvGrpSpPr/>
            <p:nvPr/>
          </p:nvGrpSpPr>
          <p:grpSpPr>
            <a:xfrm>
              <a:off x="5954389" y="5489096"/>
              <a:ext cx="323681" cy="640619"/>
              <a:chOff x="5954389" y="5489096"/>
              <a:chExt cx="323681" cy="640619"/>
            </a:xfrm>
            <a:solidFill>
              <a:srgbClr val="DAE8FC"/>
            </a:solidFill>
          </p:grpSpPr>
          <p:sp>
            <p:nvSpPr>
              <p:cNvPr id="266" name="任意多边形: 形状 265">
                <a:extLst>
                  <a:ext uri="{FF2B5EF4-FFF2-40B4-BE49-F238E27FC236}">
                    <a16:creationId xmlns:a16="http://schemas.microsoft.com/office/drawing/2014/main" id="{D681A2EE-6EA3-EC19-CDB2-19216DC07566}"/>
                  </a:ext>
                </a:extLst>
              </p:cNvPr>
              <p:cNvSpPr/>
              <p:nvPr/>
            </p:nvSpPr>
            <p:spPr>
              <a:xfrm>
                <a:off x="5954389" y="5489096"/>
                <a:ext cx="323681" cy="640619"/>
              </a:xfrm>
              <a:custGeom>
                <a:avLst/>
                <a:gdLst>
                  <a:gd name="connsiteX0" fmla="*/ 275129 w 323681"/>
                  <a:gd name="connsiteY0" fmla="*/ 0 h 640619"/>
                  <a:gd name="connsiteX1" fmla="*/ 323681 w 323681"/>
                  <a:gd name="connsiteY1" fmla="*/ 48552 h 640619"/>
                  <a:gd name="connsiteX2" fmla="*/ 323681 w 323681"/>
                  <a:gd name="connsiteY2" fmla="*/ 592067 h 640619"/>
                  <a:gd name="connsiteX3" fmla="*/ 275129 w 323681"/>
                  <a:gd name="connsiteY3" fmla="*/ 640619 h 640619"/>
                  <a:gd name="connsiteX4" fmla="*/ 48552 w 323681"/>
                  <a:gd name="connsiteY4" fmla="*/ 640619 h 640619"/>
                  <a:gd name="connsiteX5" fmla="*/ 0 w 323681"/>
                  <a:gd name="connsiteY5" fmla="*/ 592067 h 640619"/>
                  <a:gd name="connsiteX6" fmla="*/ 0 w 323681"/>
                  <a:gd name="connsiteY6" fmla="*/ 48552 h 640619"/>
                  <a:gd name="connsiteX7" fmla="*/ 48552 w 323681"/>
                  <a:gd name="connsiteY7" fmla="*/ 0 h 640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3681" h="640619">
                    <a:moveTo>
                      <a:pt x="275129" y="0"/>
                    </a:moveTo>
                    <a:cubicBezTo>
                      <a:pt x="301944" y="0"/>
                      <a:pt x="323681" y="21738"/>
                      <a:pt x="323681" y="48552"/>
                    </a:cubicBezTo>
                    <a:lnTo>
                      <a:pt x="323681" y="592067"/>
                    </a:lnTo>
                    <a:cubicBezTo>
                      <a:pt x="323681" y="618882"/>
                      <a:pt x="301944" y="640619"/>
                      <a:pt x="275129" y="640619"/>
                    </a:cubicBezTo>
                    <a:lnTo>
                      <a:pt x="48552" y="640619"/>
                    </a:lnTo>
                    <a:cubicBezTo>
                      <a:pt x="21738" y="640619"/>
                      <a:pt x="0" y="618882"/>
                      <a:pt x="0" y="592067"/>
                    </a:cubicBezTo>
                    <a:lnTo>
                      <a:pt x="0" y="48552"/>
                    </a:lnTo>
                    <a:cubicBezTo>
                      <a:pt x="0" y="21738"/>
                      <a:pt x="21738" y="0"/>
                      <a:pt x="4855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67" name="图片 266">
                <a:extLst>
                  <a:ext uri="{FF2B5EF4-FFF2-40B4-BE49-F238E27FC236}">
                    <a16:creationId xmlns:a16="http://schemas.microsoft.com/office/drawing/2014/main" id="{D1918F7F-0683-E4A7-786C-7BC96716FC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957761" y="5566645"/>
                <a:ext cx="310194" cy="519238"/>
              </a:xfrm>
              <a:custGeom>
                <a:avLst/>
                <a:gdLst>
                  <a:gd name="connsiteX0" fmla="*/ -1 w 310194"/>
                  <a:gd name="connsiteY0" fmla="*/ -1 h 519238"/>
                  <a:gd name="connsiteX1" fmla="*/ 310194 w 310194"/>
                  <a:gd name="connsiteY1" fmla="*/ -1 h 519238"/>
                  <a:gd name="connsiteX2" fmla="*/ 310194 w 310194"/>
                  <a:gd name="connsiteY2" fmla="*/ 519238 h 519238"/>
                  <a:gd name="connsiteX3" fmla="*/ -1 w 310194"/>
                  <a:gd name="connsiteY3" fmla="*/ 519238 h 519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0194" h="519238">
                    <a:moveTo>
                      <a:pt x="-1" y="-1"/>
                    </a:moveTo>
                    <a:lnTo>
                      <a:pt x="310194" y="-1"/>
                    </a:lnTo>
                    <a:lnTo>
                      <a:pt x="310194" y="519238"/>
                    </a:lnTo>
                    <a:lnTo>
                      <a:pt x="-1" y="519238"/>
                    </a:lnTo>
                    <a:close/>
                  </a:path>
                </a:pathLst>
              </a:custGeom>
            </p:spPr>
          </p:pic>
        </p:grpSp>
        <p:grpSp>
          <p:nvGrpSpPr>
            <p:cNvPr id="268" name="图形 2">
              <a:extLst>
                <a:ext uri="{FF2B5EF4-FFF2-40B4-BE49-F238E27FC236}">
                  <a16:creationId xmlns:a16="http://schemas.microsoft.com/office/drawing/2014/main" id="{D66F9082-868E-E5EE-E84D-3CC40B2AD512}"/>
                </a:ext>
              </a:extLst>
            </p:cNvPr>
            <p:cNvGrpSpPr/>
            <p:nvPr/>
          </p:nvGrpSpPr>
          <p:grpSpPr>
            <a:xfrm>
              <a:off x="8584300" y="3142676"/>
              <a:ext cx="174518" cy="47203"/>
              <a:chOff x="8584300" y="3142676"/>
              <a:chExt cx="174518" cy="47203"/>
            </a:xfrm>
          </p:grpSpPr>
          <p:sp>
            <p:nvSpPr>
              <p:cNvPr id="269" name="任意多边形: 形状 268">
                <a:extLst>
                  <a:ext uri="{FF2B5EF4-FFF2-40B4-BE49-F238E27FC236}">
                    <a16:creationId xmlns:a16="http://schemas.microsoft.com/office/drawing/2014/main" id="{FF9B465E-9EA0-2554-B525-BC93B695DAE8}"/>
                  </a:ext>
                </a:extLst>
              </p:cNvPr>
              <p:cNvSpPr/>
              <p:nvPr/>
            </p:nvSpPr>
            <p:spPr>
              <a:xfrm>
                <a:off x="8584300" y="3166210"/>
                <a:ext cx="139115" cy="404"/>
              </a:xfrm>
              <a:custGeom>
                <a:avLst/>
                <a:gdLst>
                  <a:gd name="connsiteX0" fmla="*/ 0 w 139115"/>
                  <a:gd name="connsiteY0" fmla="*/ 405 h 404"/>
                  <a:gd name="connsiteX1" fmla="*/ 134867 w 139115"/>
                  <a:gd name="connsiteY1" fmla="*/ 405 h 404"/>
                  <a:gd name="connsiteX2" fmla="*/ 47810 w 139115"/>
                  <a:gd name="connsiteY2" fmla="*/ 405 h 404"/>
                  <a:gd name="connsiteX3" fmla="*/ 139116 w 139115"/>
                  <a:gd name="connsiteY3" fmla="*/ 0 h 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115" h="404">
                    <a:moveTo>
                      <a:pt x="0" y="405"/>
                    </a:moveTo>
                    <a:lnTo>
                      <a:pt x="134867" y="405"/>
                    </a:lnTo>
                    <a:lnTo>
                      <a:pt x="47810" y="405"/>
                    </a:lnTo>
                    <a:lnTo>
                      <a:pt x="139116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0" name="任意多边形: 形状 269">
                <a:extLst>
                  <a:ext uri="{FF2B5EF4-FFF2-40B4-BE49-F238E27FC236}">
                    <a16:creationId xmlns:a16="http://schemas.microsoft.com/office/drawing/2014/main" id="{CB5A2708-CA7C-E4D8-B1B8-9A6D0DA112A0}"/>
                  </a:ext>
                </a:extLst>
              </p:cNvPr>
              <p:cNvSpPr/>
              <p:nvPr/>
            </p:nvSpPr>
            <p:spPr>
              <a:xfrm>
                <a:off x="8711548" y="3142676"/>
                <a:ext cx="47271" cy="47203"/>
              </a:xfrm>
              <a:custGeom>
                <a:avLst/>
                <a:gdLst>
                  <a:gd name="connsiteX0" fmla="*/ 47271 w 47271"/>
                  <a:gd name="connsiteY0" fmla="*/ 23399 h 47203"/>
                  <a:gd name="connsiteX1" fmla="*/ 202 w 47271"/>
                  <a:gd name="connsiteY1" fmla="*/ 47204 h 47203"/>
                  <a:gd name="connsiteX2" fmla="*/ 11868 w 47271"/>
                  <a:gd name="connsiteY2" fmla="*/ 23534 h 47203"/>
                  <a:gd name="connsiteX3" fmla="*/ 0 w 47271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71" h="47203">
                    <a:moveTo>
                      <a:pt x="47271" y="23399"/>
                    </a:moveTo>
                    <a:lnTo>
                      <a:pt x="202" y="47204"/>
                    </a:lnTo>
                    <a:lnTo>
                      <a:pt x="11868" y="235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71" name="图形 2">
              <a:extLst>
                <a:ext uri="{FF2B5EF4-FFF2-40B4-BE49-F238E27FC236}">
                  <a16:creationId xmlns:a16="http://schemas.microsoft.com/office/drawing/2014/main" id="{7FD035D3-82C5-68DB-F7E7-464DCC251022}"/>
                </a:ext>
              </a:extLst>
            </p:cNvPr>
            <p:cNvGrpSpPr/>
            <p:nvPr/>
          </p:nvGrpSpPr>
          <p:grpSpPr>
            <a:xfrm>
              <a:off x="8442690" y="3085088"/>
              <a:ext cx="141610" cy="195557"/>
              <a:chOff x="8442690" y="3085088"/>
              <a:chExt cx="141610" cy="195557"/>
            </a:xfrm>
            <a:solidFill>
              <a:srgbClr val="FFFFFF"/>
            </a:solidFill>
          </p:grpSpPr>
          <p:sp>
            <p:nvSpPr>
              <p:cNvPr id="272" name="任意多边形: 形状 271">
                <a:extLst>
                  <a:ext uri="{FF2B5EF4-FFF2-40B4-BE49-F238E27FC236}">
                    <a16:creationId xmlns:a16="http://schemas.microsoft.com/office/drawing/2014/main" id="{5803B412-222E-193F-EF40-42C4B5655187}"/>
                  </a:ext>
                </a:extLst>
              </p:cNvPr>
              <p:cNvSpPr/>
              <p:nvPr/>
            </p:nvSpPr>
            <p:spPr>
              <a:xfrm>
                <a:off x="8442690" y="3095203"/>
                <a:ext cx="141610" cy="141610"/>
              </a:xfrm>
              <a:custGeom>
                <a:avLst/>
                <a:gdLst>
                  <a:gd name="connsiteX0" fmla="*/ 141611 w 141610"/>
                  <a:gd name="connsiteY0" fmla="*/ 70805 h 141610"/>
                  <a:gd name="connsiteX1" fmla="*/ 70805 w 141610"/>
                  <a:gd name="connsiteY1" fmla="*/ 141611 h 141610"/>
                  <a:gd name="connsiteX2" fmla="*/ 0 w 141610"/>
                  <a:gd name="connsiteY2" fmla="*/ 70805 h 141610"/>
                  <a:gd name="connsiteX3" fmla="*/ 70805 w 141610"/>
                  <a:gd name="connsiteY3" fmla="*/ 0 h 141610"/>
                  <a:gd name="connsiteX4" fmla="*/ 141611 w 141610"/>
                  <a:gd name="connsiteY4" fmla="*/ 70805 h 14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610" h="141610">
                    <a:moveTo>
                      <a:pt x="141611" y="70805"/>
                    </a:moveTo>
                    <a:cubicBezTo>
                      <a:pt x="141611" y="109910"/>
                      <a:pt x="109910" y="141611"/>
                      <a:pt x="70805" y="141611"/>
                    </a:cubicBezTo>
                    <a:cubicBezTo>
                      <a:pt x="31701" y="141611"/>
                      <a:pt x="0" y="109910"/>
                      <a:pt x="0" y="70805"/>
                    </a:cubicBezTo>
                    <a:cubicBezTo>
                      <a:pt x="0" y="31701"/>
                      <a:pt x="31701" y="0"/>
                      <a:pt x="70805" y="0"/>
                    </a:cubicBezTo>
                    <a:cubicBezTo>
                      <a:pt x="109910" y="0"/>
                      <a:pt x="141611" y="31701"/>
                      <a:pt x="141611" y="708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73" name="图片 272">
                <a:extLst>
                  <a:ext uri="{FF2B5EF4-FFF2-40B4-BE49-F238E27FC236}">
                    <a16:creationId xmlns:a16="http://schemas.microsoft.com/office/drawing/2014/main" id="{8493397E-2070-3D09-6790-8282AB38A6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46061" y="3085088"/>
                <a:ext cx="128123" cy="195557"/>
              </a:xfrm>
              <a:custGeom>
                <a:avLst/>
                <a:gdLst>
                  <a:gd name="connsiteX0" fmla="*/ -1 w 128123"/>
                  <a:gd name="connsiteY0" fmla="*/ -1 h 195557"/>
                  <a:gd name="connsiteX1" fmla="*/ 128123 w 128123"/>
                  <a:gd name="connsiteY1" fmla="*/ -1 h 195557"/>
                  <a:gd name="connsiteX2" fmla="*/ 128123 w 128123"/>
                  <a:gd name="connsiteY2" fmla="*/ 195557 h 195557"/>
                  <a:gd name="connsiteX3" fmla="*/ -1 w 128123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123" h="195557">
                    <a:moveTo>
                      <a:pt x="-1" y="-1"/>
                    </a:moveTo>
                    <a:lnTo>
                      <a:pt x="128123" y="-1"/>
                    </a:lnTo>
                    <a:lnTo>
                      <a:pt x="128123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274" name="图形 2">
              <a:extLst>
                <a:ext uri="{FF2B5EF4-FFF2-40B4-BE49-F238E27FC236}">
                  <a16:creationId xmlns:a16="http://schemas.microsoft.com/office/drawing/2014/main" id="{F77746CE-7F32-EA8D-CBF6-368CE5D38413}"/>
                </a:ext>
              </a:extLst>
            </p:cNvPr>
            <p:cNvGrpSpPr/>
            <p:nvPr/>
          </p:nvGrpSpPr>
          <p:grpSpPr>
            <a:xfrm>
              <a:off x="9103539" y="3143013"/>
              <a:ext cx="194748" cy="47203"/>
              <a:chOff x="9103539" y="3143013"/>
              <a:chExt cx="194748" cy="47203"/>
            </a:xfrm>
          </p:grpSpPr>
          <p:sp>
            <p:nvSpPr>
              <p:cNvPr id="275" name="任意多边形: 形状 274">
                <a:extLst>
                  <a:ext uri="{FF2B5EF4-FFF2-40B4-BE49-F238E27FC236}">
                    <a16:creationId xmlns:a16="http://schemas.microsoft.com/office/drawing/2014/main" id="{56093690-97FE-42F5-EDA4-FDBBC4FE8899}"/>
                  </a:ext>
                </a:extLst>
              </p:cNvPr>
              <p:cNvSpPr/>
              <p:nvPr/>
            </p:nvSpPr>
            <p:spPr>
              <a:xfrm>
                <a:off x="9103539" y="3166615"/>
                <a:ext cx="159345" cy="6743"/>
              </a:xfrm>
              <a:custGeom>
                <a:avLst/>
                <a:gdLst>
                  <a:gd name="connsiteX0" fmla="*/ 0 w 159345"/>
                  <a:gd name="connsiteY0" fmla="*/ 0 h 6743"/>
                  <a:gd name="connsiteX1" fmla="*/ 135474 w 159345"/>
                  <a:gd name="connsiteY1" fmla="*/ 0 h 6743"/>
                  <a:gd name="connsiteX2" fmla="*/ 68040 w 159345"/>
                  <a:gd name="connsiteY2" fmla="*/ 0 h 6743"/>
                  <a:gd name="connsiteX3" fmla="*/ 159346 w 159345"/>
                  <a:gd name="connsiteY3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345" h="6743">
                    <a:moveTo>
                      <a:pt x="0" y="0"/>
                    </a:moveTo>
                    <a:lnTo>
                      <a:pt x="135474" y="0"/>
                    </a:lnTo>
                    <a:lnTo>
                      <a:pt x="68040" y="0"/>
                    </a:lnTo>
                    <a:lnTo>
                      <a:pt x="159346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6" name="任意多边形: 形状 275">
                <a:extLst>
                  <a:ext uri="{FF2B5EF4-FFF2-40B4-BE49-F238E27FC236}">
                    <a16:creationId xmlns:a16="http://schemas.microsoft.com/office/drawing/2014/main" id="{4D225948-ECC5-B8A4-A814-E3D9BEC85004}"/>
                  </a:ext>
                </a:extLst>
              </p:cNvPr>
              <p:cNvSpPr/>
              <p:nvPr/>
            </p:nvSpPr>
            <p:spPr>
              <a:xfrm>
                <a:off x="9251084" y="3143013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77" name="图形 2">
              <a:extLst>
                <a:ext uri="{FF2B5EF4-FFF2-40B4-BE49-F238E27FC236}">
                  <a16:creationId xmlns:a16="http://schemas.microsoft.com/office/drawing/2014/main" id="{300B0602-1DE4-1F05-1EAA-1B0C752D9274}"/>
                </a:ext>
              </a:extLst>
            </p:cNvPr>
            <p:cNvGrpSpPr/>
            <p:nvPr/>
          </p:nvGrpSpPr>
          <p:grpSpPr>
            <a:xfrm>
              <a:off x="8766371" y="2592822"/>
              <a:ext cx="337168" cy="1146371"/>
              <a:chOff x="8766371" y="2592822"/>
              <a:chExt cx="337168" cy="1146371"/>
            </a:xfrm>
            <a:solidFill>
              <a:srgbClr val="DAE8FC"/>
            </a:solidFill>
          </p:grpSpPr>
          <p:sp>
            <p:nvSpPr>
              <p:cNvPr id="278" name="任意多边形: 形状 277">
                <a:extLst>
                  <a:ext uri="{FF2B5EF4-FFF2-40B4-BE49-F238E27FC236}">
                    <a16:creationId xmlns:a16="http://schemas.microsoft.com/office/drawing/2014/main" id="{E9DFC177-7582-520E-6B26-EF886608AB07}"/>
                  </a:ext>
                </a:extLst>
              </p:cNvPr>
              <p:cNvSpPr/>
              <p:nvPr/>
            </p:nvSpPr>
            <p:spPr>
              <a:xfrm rot="10800000" flipV="1">
                <a:off x="8766371" y="2592822"/>
                <a:ext cx="337168" cy="1146371"/>
              </a:xfrm>
              <a:custGeom>
                <a:avLst/>
                <a:gdLst>
                  <a:gd name="connsiteX0" fmla="*/ 286593 w 337168"/>
                  <a:gd name="connsiteY0" fmla="*/ 0 h 1146371"/>
                  <a:gd name="connsiteX1" fmla="*/ 337168 w 337168"/>
                  <a:gd name="connsiteY1" fmla="*/ 50575 h 1146371"/>
                  <a:gd name="connsiteX2" fmla="*/ 337168 w 337168"/>
                  <a:gd name="connsiteY2" fmla="*/ 1095796 h 1146371"/>
                  <a:gd name="connsiteX3" fmla="*/ 286593 w 337168"/>
                  <a:gd name="connsiteY3" fmla="*/ 1146372 h 1146371"/>
                  <a:gd name="connsiteX4" fmla="*/ 50575 w 337168"/>
                  <a:gd name="connsiteY4" fmla="*/ 1146372 h 1146371"/>
                  <a:gd name="connsiteX5" fmla="*/ 0 w 337168"/>
                  <a:gd name="connsiteY5" fmla="*/ 1095796 h 1146371"/>
                  <a:gd name="connsiteX6" fmla="*/ 0 w 337168"/>
                  <a:gd name="connsiteY6" fmla="*/ 50575 h 1146371"/>
                  <a:gd name="connsiteX7" fmla="*/ 50575 w 337168"/>
                  <a:gd name="connsiteY7" fmla="*/ 0 h 1146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168" h="1146371">
                    <a:moveTo>
                      <a:pt x="286593" y="0"/>
                    </a:moveTo>
                    <a:cubicBezTo>
                      <a:pt x="314525" y="0"/>
                      <a:pt x="337168" y="22643"/>
                      <a:pt x="337168" y="50575"/>
                    </a:cubicBezTo>
                    <a:lnTo>
                      <a:pt x="337168" y="1095796"/>
                    </a:lnTo>
                    <a:cubicBezTo>
                      <a:pt x="337168" y="1123728"/>
                      <a:pt x="314525" y="1146372"/>
                      <a:pt x="286593" y="1146372"/>
                    </a:cubicBezTo>
                    <a:lnTo>
                      <a:pt x="50575" y="1146372"/>
                    </a:lnTo>
                    <a:cubicBezTo>
                      <a:pt x="22644" y="1146372"/>
                      <a:pt x="0" y="1123728"/>
                      <a:pt x="0" y="1095796"/>
                    </a:cubicBezTo>
                    <a:lnTo>
                      <a:pt x="0" y="50575"/>
                    </a:lnTo>
                    <a:cubicBezTo>
                      <a:pt x="0" y="22643"/>
                      <a:pt x="22644" y="0"/>
                      <a:pt x="5057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79" name="图片 278">
                <a:extLst>
                  <a:ext uri="{FF2B5EF4-FFF2-40B4-BE49-F238E27FC236}">
                    <a16:creationId xmlns:a16="http://schemas.microsoft.com/office/drawing/2014/main" id="{5591BE8D-EF8C-B310-F5DE-49C7086A75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769743" y="2761406"/>
                <a:ext cx="323681" cy="842920"/>
              </a:xfrm>
              <a:custGeom>
                <a:avLst/>
                <a:gdLst>
                  <a:gd name="connsiteX0" fmla="*/ -1 w 323681"/>
                  <a:gd name="connsiteY0" fmla="*/ -1 h 842920"/>
                  <a:gd name="connsiteX1" fmla="*/ 323681 w 323681"/>
                  <a:gd name="connsiteY1" fmla="*/ -1 h 842920"/>
                  <a:gd name="connsiteX2" fmla="*/ 323681 w 323681"/>
                  <a:gd name="connsiteY2" fmla="*/ 842920 h 842920"/>
                  <a:gd name="connsiteX3" fmla="*/ -1 w 323681"/>
                  <a:gd name="connsiteY3" fmla="*/ 842920 h 842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681" h="842920">
                    <a:moveTo>
                      <a:pt x="-1" y="-1"/>
                    </a:moveTo>
                    <a:lnTo>
                      <a:pt x="323681" y="-1"/>
                    </a:lnTo>
                    <a:lnTo>
                      <a:pt x="323681" y="842920"/>
                    </a:lnTo>
                    <a:lnTo>
                      <a:pt x="-1" y="842920"/>
                    </a:lnTo>
                    <a:close/>
                  </a:path>
                </a:pathLst>
              </a:custGeom>
            </p:spPr>
          </p:pic>
        </p:grpSp>
        <p:grpSp>
          <p:nvGrpSpPr>
            <p:cNvPr id="280" name="图形 2">
              <a:extLst>
                <a:ext uri="{FF2B5EF4-FFF2-40B4-BE49-F238E27FC236}">
                  <a16:creationId xmlns:a16="http://schemas.microsoft.com/office/drawing/2014/main" id="{DA5A7AC1-69C7-4857-1C10-F00FB28DD85F}"/>
                </a:ext>
              </a:extLst>
            </p:cNvPr>
            <p:cNvGrpSpPr/>
            <p:nvPr/>
          </p:nvGrpSpPr>
          <p:grpSpPr>
            <a:xfrm>
              <a:off x="9643008" y="3142406"/>
              <a:ext cx="262181" cy="47203"/>
              <a:chOff x="9643008" y="3142406"/>
              <a:chExt cx="262181" cy="47203"/>
            </a:xfrm>
          </p:grpSpPr>
          <p:sp>
            <p:nvSpPr>
              <p:cNvPr id="281" name="任意多边形: 形状 280">
                <a:extLst>
                  <a:ext uri="{FF2B5EF4-FFF2-40B4-BE49-F238E27FC236}">
                    <a16:creationId xmlns:a16="http://schemas.microsoft.com/office/drawing/2014/main" id="{4EFC6F8D-6175-6420-4D0A-6D0192AE39F8}"/>
                  </a:ext>
                </a:extLst>
              </p:cNvPr>
              <p:cNvSpPr/>
              <p:nvPr/>
            </p:nvSpPr>
            <p:spPr>
              <a:xfrm>
                <a:off x="9643008" y="3166008"/>
                <a:ext cx="226779" cy="6743"/>
              </a:xfrm>
              <a:custGeom>
                <a:avLst/>
                <a:gdLst>
                  <a:gd name="connsiteX0" fmla="*/ 0 w 226779"/>
                  <a:gd name="connsiteY0" fmla="*/ 0 h 6743"/>
                  <a:gd name="connsiteX1" fmla="*/ 226779 w 226779"/>
                  <a:gd name="connsiteY1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6779" h="6743">
                    <a:moveTo>
                      <a:pt x="0" y="0"/>
                    </a:moveTo>
                    <a:lnTo>
                      <a:pt x="226779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2" name="任意多边形: 形状 281">
                <a:extLst>
                  <a:ext uri="{FF2B5EF4-FFF2-40B4-BE49-F238E27FC236}">
                    <a16:creationId xmlns:a16="http://schemas.microsoft.com/office/drawing/2014/main" id="{99D44037-FF1A-B420-834F-6F6861D3AF5F}"/>
                  </a:ext>
                </a:extLst>
              </p:cNvPr>
              <p:cNvSpPr/>
              <p:nvPr/>
            </p:nvSpPr>
            <p:spPr>
              <a:xfrm>
                <a:off x="9857987" y="3142406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83" name="图形 2">
              <a:extLst>
                <a:ext uri="{FF2B5EF4-FFF2-40B4-BE49-F238E27FC236}">
                  <a16:creationId xmlns:a16="http://schemas.microsoft.com/office/drawing/2014/main" id="{5DD03059-0134-DEC5-A636-0743801B53CC}"/>
                </a:ext>
              </a:extLst>
            </p:cNvPr>
            <p:cNvGrpSpPr/>
            <p:nvPr/>
          </p:nvGrpSpPr>
          <p:grpSpPr>
            <a:xfrm>
              <a:off x="9449811" y="3320229"/>
              <a:ext cx="1396887" cy="553832"/>
              <a:chOff x="9449811" y="3320229"/>
              <a:chExt cx="1396887" cy="553832"/>
            </a:xfrm>
          </p:grpSpPr>
          <p:sp>
            <p:nvSpPr>
              <p:cNvPr id="284" name="任意多边形: 形状 283">
                <a:extLst>
                  <a:ext uri="{FF2B5EF4-FFF2-40B4-BE49-F238E27FC236}">
                    <a16:creationId xmlns:a16="http://schemas.microsoft.com/office/drawing/2014/main" id="{FB91A652-A77D-8E0A-20FD-D3A45A05546A}"/>
                  </a:ext>
                </a:extLst>
              </p:cNvPr>
              <p:cNvSpPr/>
              <p:nvPr/>
            </p:nvSpPr>
            <p:spPr>
              <a:xfrm>
                <a:off x="9449811" y="3355631"/>
                <a:ext cx="1373286" cy="518429"/>
              </a:xfrm>
              <a:custGeom>
                <a:avLst/>
                <a:gdLst>
                  <a:gd name="connsiteX0" fmla="*/ 0 w 1373286"/>
                  <a:gd name="connsiteY0" fmla="*/ 382416 h 518429"/>
                  <a:gd name="connsiteX1" fmla="*/ 67 w 1373286"/>
                  <a:gd name="connsiteY1" fmla="*/ 518430 h 518429"/>
                  <a:gd name="connsiteX2" fmla="*/ 1373286 w 1373286"/>
                  <a:gd name="connsiteY2" fmla="*/ 518430 h 518429"/>
                  <a:gd name="connsiteX3" fmla="*/ 1373286 w 1373286"/>
                  <a:gd name="connsiteY3" fmla="*/ 0 h 518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3286" h="518429">
                    <a:moveTo>
                      <a:pt x="0" y="382416"/>
                    </a:moveTo>
                    <a:lnTo>
                      <a:pt x="67" y="518430"/>
                    </a:lnTo>
                    <a:lnTo>
                      <a:pt x="1373286" y="518430"/>
                    </a:lnTo>
                    <a:lnTo>
                      <a:pt x="1373286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5" name="任意多边形: 形状 284">
                <a:extLst>
                  <a:ext uri="{FF2B5EF4-FFF2-40B4-BE49-F238E27FC236}">
                    <a16:creationId xmlns:a16="http://schemas.microsoft.com/office/drawing/2014/main" id="{8DDD2A2A-2B48-B121-020D-3FEEAB9891BA}"/>
                  </a:ext>
                </a:extLst>
              </p:cNvPr>
              <p:cNvSpPr/>
              <p:nvPr/>
            </p:nvSpPr>
            <p:spPr>
              <a:xfrm>
                <a:off x="10799495" y="3320229"/>
                <a:ext cx="47203" cy="47203"/>
              </a:xfrm>
              <a:custGeom>
                <a:avLst/>
                <a:gdLst>
                  <a:gd name="connsiteX0" fmla="*/ 23602 w 47203"/>
                  <a:gd name="connsiteY0" fmla="*/ 0 h 47203"/>
                  <a:gd name="connsiteX1" fmla="*/ 47204 w 47203"/>
                  <a:gd name="connsiteY1" fmla="*/ 47204 h 47203"/>
                  <a:gd name="connsiteX2" fmla="*/ 23602 w 47203"/>
                  <a:gd name="connsiteY2" fmla="*/ 35403 h 47203"/>
                  <a:gd name="connsiteX3" fmla="*/ 0 w 47203"/>
                  <a:gd name="connsiteY3" fmla="*/ 47204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23602" y="0"/>
                    </a:moveTo>
                    <a:lnTo>
                      <a:pt x="47204" y="47204"/>
                    </a:lnTo>
                    <a:lnTo>
                      <a:pt x="23602" y="35403"/>
                    </a:lnTo>
                    <a:lnTo>
                      <a:pt x="0" y="47204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86" name="图形 2">
              <a:extLst>
                <a:ext uri="{FF2B5EF4-FFF2-40B4-BE49-F238E27FC236}">
                  <a16:creationId xmlns:a16="http://schemas.microsoft.com/office/drawing/2014/main" id="{AA71D8DA-14E9-7873-C93D-D19E1298C1CB}"/>
                </a:ext>
              </a:extLst>
            </p:cNvPr>
            <p:cNvGrpSpPr/>
            <p:nvPr/>
          </p:nvGrpSpPr>
          <p:grpSpPr>
            <a:xfrm>
              <a:off x="9305840" y="2592822"/>
              <a:ext cx="337168" cy="1146371"/>
              <a:chOff x="9305840" y="2592822"/>
              <a:chExt cx="337168" cy="1146371"/>
            </a:xfrm>
            <a:solidFill>
              <a:srgbClr val="DAE8FC"/>
            </a:solidFill>
          </p:grpSpPr>
          <p:sp>
            <p:nvSpPr>
              <p:cNvPr id="287" name="任意多边形: 形状 286">
                <a:extLst>
                  <a:ext uri="{FF2B5EF4-FFF2-40B4-BE49-F238E27FC236}">
                    <a16:creationId xmlns:a16="http://schemas.microsoft.com/office/drawing/2014/main" id="{6CB0440C-0202-A292-74CD-1A24B2723E4B}"/>
                  </a:ext>
                </a:extLst>
              </p:cNvPr>
              <p:cNvSpPr/>
              <p:nvPr/>
            </p:nvSpPr>
            <p:spPr>
              <a:xfrm rot="10800000" flipV="1">
                <a:off x="9305840" y="2592822"/>
                <a:ext cx="337168" cy="1146371"/>
              </a:xfrm>
              <a:custGeom>
                <a:avLst/>
                <a:gdLst>
                  <a:gd name="connsiteX0" fmla="*/ 286593 w 337168"/>
                  <a:gd name="connsiteY0" fmla="*/ 0 h 1146371"/>
                  <a:gd name="connsiteX1" fmla="*/ 337168 w 337168"/>
                  <a:gd name="connsiteY1" fmla="*/ 50575 h 1146371"/>
                  <a:gd name="connsiteX2" fmla="*/ 337168 w 337168"/>
                  <a:gd name="connsiteY2" fmla="*/ 1095796 h 1146371"/>
                  <a:gd name="connsiteX3" fmla="*/ 286593 w 337168"/>
                  <a:gd name="connsiteY3" fmla="*/ 1146372 h 1146371"/>
                  <a:gd name="connsiteX4" fmla="*/ 50575 w 337168"/>
                  <a:gd name="connsiteY4" fmla="*/ 1146372 h 1146371"/>
                  <a:gd name="connsiteX5" fmla="*/ 0 w 337168"/>
                  <a:gd name="connsiteY5" fmla="*/ 1095796 h 1146371"/>
                  <a:gd name="connsiteX6" fmla="*/ 0 w 337168"/>
                  <a:gd name="connsiteY6" fmla="*/ 50575 h 1146371"/>
                  <a:gd name="connsiteX7" fmla="*/ 50575 w 337168"/>
                  <a:gd name="connsiteY7" fmla="*/ 0 h 1146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168" h="1146371">
                    <a:moveTo>
                      <a:pt x="286593" y="0"/>
                    </a:moveTo>
                    <a:cubicBezTo>
                      <a:pt x="314525" y="0"/>
                      <a:pt x="337168" y="22643"/>
                      <a:pt x="337168" y="50575"/>
                    </a:cubicBezTo>
                    <a:lnTo>
                      <a:pt x="337168" y="1095796"/>
                    </a:lnTo>
                    <a:cubicBezTo>
                      <a:pt x="337168" y="1123728"/>
                      <a:pt x="314525" y="1146372"/>
                      <a:pt x="286593" y="1146372"/>
                    </a:cubicBezTo>
                    <a:lnTo>
                      <a:pt x="50575" y="1146372"/>
                    </a:lnTo>
                    <a:cubicBezTo>
                      <a:pt x="22644" y="1146372"/>
                      <a:pt x="0" y="1123728"/>
                      <a:pt x="0" y="1095796"/>
                    </a:cubicBezTo>
                    <a:lnTo>
                      <a:pt x="0" y="50575"/>
                    </a:lnTo>
                    <a:cubicBezTo>
                      <a:pt x="0" y="22643"/>
                      <a:pt x="22644" y="0"/>
                      <a:pt x="50575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88" name="图片 287">
                <a:extLst>
                  <a:ext uri="{FF2B5EF4-FFF2-40B4-BE49-F238E27FC236}">
                    <a16:creationId xmlns:a16="http://schemas.microsoft.com/office/drawing/2014/main" id="{5C66FEE3-CC86-7B37-76D3-FED119E813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309212" y="2842326"/>
                <a:ext cx="323681" cy="681079"/>
              </a:xfrm>
              <a:custGeom>
                <a:avLst/>
                <a:gdLst>
                  <a:gd name="connsiteX0" fmla="*/ -1 w 323681"/>
                  <a:gd name="connsiteY0" fmla="*/ -1 h 681079"/>
                  <a:gd name="connsiteX1" fmla="*/ 323681 w 323681"/>
                  <a:gd name="connsiteY1" fmla="*/ -1 h 681079"/>
                  <a:gd name="connsiteX2" fmla="*/ 323681 w 323681"/>
                  <a:gd name="connsiteY2" fmla="*/ 681079 h 681079"/>
                  <a:gd name="connsiteX3" fmla="*/ -1 w 323681"/>
                  <a:gd name="connsiteY3" fmla="*/ 681079 h 681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681" h="681079">
                    <a:moveTo>
                      <a:pt x="-1" y="-1"/>
                    </a:moveTo>
                    <a:lnTo>
                      <a:pt x="323681" y="-1"/>
                    </a:lnTo>
                    <a:lnTo>
                      <a:pt x="323681" y="681079"/>
                    </a:lnTo>
                    <a:lnTo>
                      <a:pt x="-1" y="681079"/>
                    </a:lnTo>
                    <a:close/>
                  </a:path>
                </a:pathLst>
              </a:custGeom>
            </p:spPr>
          </p:pic>
        </p:grpSp>
        <p:grpSp>
          <p:nvGrpSpPr>
            <p:cNvPr id="289" name="图形 2">
              <a:extLst>
                <a:ext uri="{FF2B5EF4-FFF2-40B4-BE49-F238E27FC236}">
                  <a16:creationId xmlns:a16="http://schemas.microsoft.com/office/drawing/2014/main" id="{09371C44-EFCE-43E7-5E9A-30250A3735C4}"/>
                </a:ext>
              </a:extLst>
            </p:cNvPr>
            <p:cNvGrpSpPr/>
            <p:nvPr/>
          </p:nvGrpSpPr>
          <p:grpSpPr>
            <a:xfrm>
              <a:off x="10249911" y="3142406"/>
              <a:ext cx="262181" cy="47203"/>
              <a:chOff x="10249911" y="3142406"/>
              <a:chExt cx="262181" cy="47203"/>
            </a:xfrm>
          </p:grpSpPr>
          <p:sp>
            <p:nvSpPr>
              <p:cNvPr id="290" name="任意多边形: 形状 289">
                <a:extLst>
                  <a:ext uri="{FF2B5EF4-FFF2-40B4-BE49-F238E27FC236}">
                    <a16:creationId xmlns:a16="http://schemas.microsoft.com/office/drawing/2014/main" id="{D3553A79-5622-E1BB-B665-2A26E09C5701}"/>
                  </a:ext>
                </a:extLst>
              </p:cNvPr>
              <p:cNvSpPr/>
              <p:nvPr/>
            </p:nvSpPr>
            <p:spPr>
              <a:xfrm>
                <a:off x="10249911" y="3166008"/>
                <a:ext cx="226779" cy="6743"/>
              </a:xfrm>
              <a:custGeom>
                <a:avLst/>
                <a:gdLst>
                  <a:gd name="connsiteX0" fmla="*/ 0 w 226779"/>
                  <a:gd name="connsiteY0" fmla="*/ 0 h 6743"/>
                  <a:gd name="connsiteX1" fmla="*/ 226779 w 226779"/>
                  <a:gd name="connsiteY1" fmla="*/ 0 h 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6779" h="6743">
                    <a:moveTo>
                      <a:pt x="0" y="0"/>
                    </a:moveTo>
                    <a:lnTo>
                      <a:pt x="226779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1" name="任意多边形: 形状 290">
                <a:extLst>
                  <a:ext uri="{FF2B5EF4-FFF2-40B4-BE49-F238E27FC236}">
                    <a16:creationId xmlns:a16="http://schemas.microsoft.com/office/drawing/2014/main" id="{DA5A26AB-370A-CB73-552C-0FC57D2DAB6B}"/>
                  </a:ext>
                </a:extLst>
              </p:cNvPr>
              <p:cNvSpPr/>
              <p:nvPr/>
            </p:nvSpPr>
            <p:spPr>
              <a:xfrm>
                <a:off x="10464889" y="3142406"/>
                <a:ext cx="47203" cy="47203"/>
              </a:xfrm>
              <a:custGeom>
                <a:avLst/>
                <a:gdLst>
                  <a:gd name="connsiteX0" fmla="*/ 47204 w 47203"/>
                  <a:gd name="connsiteY0" fmla="*/ 23602 h 47203"/>
                  <a:gd name="connsiteX1" fmla="*/ 0 w 47203"/>
                  <a:gd name="connsiteY1" fmla="*/ 47204 h 47203"/>
                  <a:gd name="connsiteX2" fmla="*/ 11801 w 47203"/>
                  <a:gd name="connsiteY2" fmla="*/ 23602 h 47203"/>
                  <a:gd name="connsiteX3" fmla="*/ 0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47204" y="23602"/>
                    </a:moveTo>
                    <a:lnTo>
                      <a:pt x="0" y="47204"/>
                    </a:lnTo>
                    <a:lnTo>
                      <a:pt x="11801" y="236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92" name="图形 2">
              <a:extLst>
                <a:ext uri="{FF2B5EF4-FFF2-40B4-BE49-F238E27FC236}">
                  <a16:creationId xmlns:a16="http://schemas.microsoft.com/office/drawing/2014/main" id="{7268E909-18DF-B36A-E4FE-49C91E52269D}"/>
                </a:ext>
              </a:extLst>
            </p:cNvPr>
            <p:cNvGrpSpPr/>
            <p:nvPr/>
          </p:nvGrpSpPr>
          <p:grpSpPr>
            <a:xfrm>
              <a:off x="9912743" y="2592822"/>
              <a:ext cx="337168" cy="1146371"/>
              <a:chOff x="9912743" y="2592822"/>
              <a:chExt cx="337168" cy="1146371"/>
            </a:xfrm>
            <a:solidFill>
              <a:srgbClr val="6EA0BF"/>
            </a:solidFill>
          </p:grpSpPr>
          <p:sp>
            <p:nvSpPr>
              <p:cNvPr id="293" name="任意多边形: 形状 292">
                <a:extLst>
                  <a:ext uri="{FF2B5EF4-FFF2-40B4-BE49-F238E27FC236}">
                    <a16:creationId xmlns:a16="http://schemas.microsoft.com/office/drawing/2014/main" id="{0F6C36D7-CEA6-ECAA-ABF8-22B67829E0B5}"/>
                  </a:ext>
                </a:extLst>
              </p:cNvPr>
              <p:cNvSpPr/>
              <p:nvPr/>
            </p:nvSpPr>
            <p:spPr>
              <a:xfrm rot="10800000" flipV="1">
                <a:off x="9912743" y="2592822"/>
                <a:ext cx="337168" cy="1146371"/>
              </a:xfrm>
              <a:custGeom>
                <a:avLst/>
                <a:gdLst>
                  <a:gd name="connsiteX0" fmla="*/ 286593 w 337168"/>
                  <a:gd name="connsiteY0" fmla="*/ 0 h 1146371"/>
                  <a:gd name="connsiteX1" fmla="*/ 337168 w 337168"/>
                  <a:gd name="connsiteY1" fmla="*/ 50575 h 1146371"/>
                  <a:gd name="connsiteX2" fmla="*/ 337168 w 337168"/>
                  <a:gd name="connsiteY2" fmla="*/ 1095796 h 1146371"/>
                  <a:gd name="connsiteX3" fmla="*/ 286593 w 337168"/>
                  <a:gd name="connsiteY3" fmla="*/ 1146372 h 1146371"/>
                  <a:gd name="connsiteX4" fmla="*/ 50575 w 337168"/>
                  <a:gd name="connsiteY4" fmla="*/ 1146372 h 1146371"/>
                  <a:gd name="connsiteX5" fmla="*/ 0 w 337168"/>
                  <a:gd name="connsiteY5" fmla="*/ 1095796 h 1146371"/>
                  <a:gd name="connsiteX6" fmla="*/ 0 w 337168"/>
                  <a:gd name="connsiteY6" fmla="*/ 50575 h 1146371"/>
                  <a:gd name="connsiteX7" fmla="*/ 50575 w 337168"/>
                  <a:gd name="connsiteY7" fmla="*/ 0 h 1146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7168" h="1146371">
                    <a:moveTo>
                      <a:pt x="286593" y="0"/>
                    </a:moveTo>
                    <a:cubicBezTo>
                      <a:pt x="314525" y="0"/>
                      <a:pt x="337168" y="22643"/>
                      <a:pt x="337168" y="50575"/>
                    </a:cubicBezTo>
                    <a:lnTo>
                      <a:pt x="337168" y="1095796"/>
                    </a:lnTo>
                    <a:cubicBezTo>
                      <a:pt x="337168" y="1123728"/>
                      <a:pt x="314525" y="1146372"/>
                      <a:pt x="286593" y="1146372"/>
                    </a:cubicBezTo>
                    <a:lnTo>
                      <a:pt x="50575" y="1146372"/>
                    </a:lnTo>
                    <a:cubicBezTo>
                      <a:pt x="22644" y="1146372"/>
                      <a:pt x="0" y="1123728"/>
                      <a:pt x="0" y="1095796"/>
                    </a:cubicBezTo>
                    <a:lnTo>
                      <a:pt x="0" y="50575"/>
                    </a:lnTo>
                    <a:cubicBezTo>
                      <a:pt x="0" y="22643"/>
                      <a:pt x="22644" y="0"/>
                      <a:pt x="50575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743" cap="flat">
                <a:solidFill>
                  <a:srgbClr val="6080A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94" name="图片 293">
                <a:extLst>
                  <a:ext uri="{FF2B5EF4-FFF2-40B4-BE49-F238E27FC236}">
                    <a16:creationId xmlns:a16="http://schemas.microsoft.com/office/drawing/2014/main" id="{4BBEC926-EB69-C6A3-A504-BFEC95870E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916115" y="2761406"/>
                <a:ext cx="323681" cy="842920"/>
              </a:xfrm>
              <a:custGeom>
                <a:avLst/>
                <a:gdLst>
                  <a:gd name="connsiteX0" fmla="*/ -1 w 323681"/>
                  <a:gd name="connsiteY0" fmla="*/ -1 h 842920"/>
                  <a:gd name="connsiteX1" fmla="*/ 323681 w 323681"/>
                  <a:gd name="connsiteY1" fmla="*/ -1 h 842920"/>
                  <a:gd name="connsiteX2" fmla="*/ 323681 w 323681"/>
                  <a:gd name="connsiteY2" fmla="*/ 842920 h 842920"/>
                  <a:gd name="connsiteX3" fmla="*/ -1 w 323681"/>
                  <a:gd name="connsiteY3" fmla="*/ 842920 h 842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681" h="842920">
                    <a:moveTo>
                      <a:pt x="-1" y="-1"/>
                    </a:moveTo>
                    <a:lnTo>
                      <a:pt x="323681" y="-1"/>
                    </a:lnTo>
                    <a:lnTo>
                      <a:pt x="323681" y="842920"/>
                    </a:lnTo>
                    <a:lnTo>
                      <a:pt x="-1" y="842920"/>
                    </a:lnTo>
                    <a:close/>
                  </a:path>
                </a:pathLst>
              </a:custGeom>
            </p:spPr>
          </p:pic>
        </p:grpSp>
        <p:grpSp>
          <p:nvGrpSpPr>
            <p:cNvPr id="295" name="图形 2">
              <a:extLst>
                <a:ext uri="{FF2B5EF4-FFF2-40B4-BE49-F238E27FC236}">
                  <a16:creationId xmlns:a16="http://schemas.microsoft.com/office/drawing/2014/main" id="{AECC0F2E-D4AA-70E7-6BAB-FD086C6325F9}"/>
                </a:ext>
              </a:extLst>
            </p:cNvPr>
            <p:cNvGrpSpPr/>
            <p:nvPr/>
          </p:nvGrpSpPr>
          <p:grpSpPr>
            <a:xfrm>
              <a:off x="11126548" y="3141462"/>
              <a:ext cx="336358" cy="47203"/>
              <a:chOff x="11126548" y="3141462"/>
              <a:chExt cx="336358" cy="47203"/>
            </a:xfrm>
          </p:grpSpPr>
          <p:sp>
            <p:nvSpPr>
              <p:cNvPr id="296" name="任意多边形: 形状 295">
                <a:extLst>
                  <a:ext uri="{FF2B5EF4-FFF2-40B4-BE49-F238E27FC236}">
                    <a16:creationId xmlns:a16="http://schemas.microsoft.com/office/drawing/2014/main" id="{01A7D79C-9F91-ABC6-FDF3-53A959FB9005}"/>
                  </a:ext>
                </a:extLst>
              </p:cNvPr>
              <p:cNvSpPr/>
              <p:nvPr/>
            </p:nvSpPr>
            <p:spPr>
              <a:xfrm>
                <a:off x="11126548" y="3164929"/>
                <a:ext cx="300956" cy="1685"/>
              </a:xfrm>
              <a:custGeom>
                <a:avLst/>
                <a:gdLst>
                  <a:gd name="connsiteX0" fmla="*/ 0 w 300956"/>
                  <a:gd name="connsiteY0" fmla="*/ 1079 h 1685"/>
                  <a:gd name="connsiteX1" fmla="*/ 172293 w 300956"/>
                  <a:gd name="connsiteY1" fmla="*/ 1686 h 1685"/>
                  <a:gd name="connsiteX2" fmla="*/ 300956 w 300956"/>
                  <a:gd name="connsiteY2" fmla="*/ 0 h 1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0956" h="1685">
                    <a:moveTo>
                      <a:pt x="0" y="1079"/>
                    </a:moveTo>
                    <a:lnTo>
                      <a:pt x="172293" y="1686"/>
                    </a:lnTo>
                    <a:lnTo>
                      <a:pt x="300956" y="0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7" name="任意多边形: 形状 296">
                <a:extLst>
                  <a:ext uri="{FF2B5EF4-FFF2-40B4-BE49-F238E27FC236}">
                    <a16:creationId xmlns:a16="http://schemas.microsoft.com/office/drawing/2014/main" id="{3D961B64-69C0-2291-6EA2-57B509B04D20}"/>
                  </a:ext>
                </a:extLst>
              </p:cNvPr>
              <p:cNvSpPr/>
              <p:nvPr/>
            </p:nvSpPr>
            <p:spPr>
              <a:xfrm>
                <a:off x="11415434" y="3141462"/>
                <a:ext cx="47473" cy="47203"/>
              </a:xfrm>
              <a:custGeom>
                <a:avLst/>
                <a:gdLst>
                  <a:gd name="connsiteX0" fmla="*/ 47474 w 47473"/>
                  <a:gd name="connsiteY0" fmla="*/ 22928 h 47203"/>
                  <a:gd name="connsiteX1" fmla="*/ 607 w 47473"/>
                  <a:gd name="connsiteY1" fmla="*/ 47204 h 47203"/>
                  <a:gd name="connsiteX2" fmla="*/ 12071 w 47473"/>
                  <a:gd name="connsiteY2" fmla="*/ 23467 h 47203"/>
                  <a:gd name="connsiteX3" fmla="*/ 0 w 4747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473" h="47203">
                    <a:moveTo>
                      <a:pt x="47474" y="22928"/>
                    </a:moveTo>
                    <a:lnTo>
                      <a:pt x="607" y="47204"/>
                    </a:lnTo>
                    <a:lnTo>
                      <a:pt x="12071" y="234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98" name="图形 2">
              <a:extLst>
                <a:ext uri="{FF2B5EF4-FFF2-40B4-BE49-F238E27FC236}">
                  <a16:creationId xmlns:a16="http://schemas.microsoft.com/office/drawing/2014/main" id="{6B0B7BA4-078E-F351-1A96-C02722A88D6C}"/>
                </a:ext>
              </a:extLst>
            </p:cNvPr>
            <p:cNvGrpSpPr/>
            <p:nvPr/>
          </p:nvGrpSpPr>
          <p:grpSpPr>
            <a:xfrm>
              <a:off x="10519646" y="3019340"/>
              <a:ext cx="606902" cy="293336"/>
              <a:chOff x="10519646" y="3019340"/>
              <a:chExt cx="606902" cy="293336"/>
            </a:xfrm>
            <a:solidFill>
              <a:srgbClr val="DAE8FC"/>
            </a:solidFill>
          </p:grpSpPr>
          <p:sp>
            <p:nvSpPr>
              <p:cNvPr id="299" name="任意多边形: 形状 298">
                <a:extLst>
                  <a:ext uri="{FF2B5EF4-FFF2-40B4-BE49-F238E27FC236}">
                    <a16:creationId xmlns:a16="http://schemas.microsoft.com/office/drawing/2014/main" id="{90AD8E7A-F2F5-B8FD-072D-0B3D10C09899}"/>
                  </a:ext>
                </a:extLst>
              </p:cNvPr>
              <p:cNvSpPr/>
              <p:nvPr/>
            </p:nvSpPr>
            <p:spPr>
              <a:xfrm rot="10800000" flipV="1">
                <a:off x="10519646" y="3019340"/>
                <a:ext cx="606902" cy="293336"/>
              </a:xfrm>
              <a:custGeom>
                <a:avLst/>
                <a:gdLst>
                  <a:gd name="connsiteX0" fmla="*/ 562936 w 606902"/>
                  <a:gd name="connsiteY0" fmla="*/ 0 h 293336"/>
                  <a:gd name="connsiteX1" fmla="*/ 606903 w 606902"/>
                  <a:gd name="connsiteY1" fmla="*/ 43967 h 293336"/>
                  <a:gd name="connsiteX2" fmla="*/ 606903 w 606902"/>
                  <a:gd name="connsiteY2" fmla="*/ 249369 h 293336"/>
                  <a:gd name="connsiteX3" fmla="*/ 562936 w 606902"/>
                  <a:gd name="connsiteY3" fmla="*/ 293336 h 293336"/>
                  <a:gd name="connsiteX4" fmla="*/ 43967 w 606902"/>
                  <a:gd name="connsiteY4" fmla="*/ 293336 h 293336"/>
                  <a:gd name="connsiteX5" fmla="*/ 0 w 606902"/>
                  <a:gd name="connsiteY5" fmla="*/ 249369 h 293336"/>
                  <a:gd name="connsiteX6" fmla="*/ 0 w 606902"/>
                  <a:gd name="connsiteY6" fmla="*/ 43967 h 293336"/>
                  <a:gd name="connsiteX7" fmla="*/ 43967 w 606902"/>
                  <a:gd name="connsiteY7" fmla="*/ 0 h 293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6902" h="293336">
                    <a:moveTo>
                      <a:pt x="562936" y="0"/>
                    </a:moveTo>
                    <a:cubicBezTo>
                      <a:pt x="587218" y="0"/>
                      <a:pt x="606903" y="19685"/>
                      <a:pt x="606903" y="43967"/>
                    </a:cubicBezTo>
                    <a:lnTo>
                      <a:pt x="606903" y="249369"/>
                    </a:lnTo>
                    <a:cubicBezTo>
                      <a:pt x="606903" y="273652"/>
                      <a:pt x="587218" y="293336"/>
                      <a:pt x="562936" y="293336"/>
                    </a:cubicBezTo>
                    <a:lnTo>
                      <a:pt x="43967" y="293336"/>
                    </a:lnTo>
                    <a:cubicBezTo>
                      <a:pt x="19684" y="293336"/>
                      <a:pt x="0" y="273652"/>
                      <a:pt x="0" y="249369"/>
                    </a:cubicBezTo>
                    <a:lnTo>
                      <a:pt x="0" y="43967"/>
                    </a:lnTo>
                    <a:cubicBezTo>
                      <a:pt x="0" y="19685"/>
                      <a:pt x="19684" y="0"/>
                      <a:pt x="43967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00" name="图片 299">
                <a:extLst>
                  <a:ext uri="{FF2B5EF4-FFF2-40B4-BE49-F238E27FC236}">
                    <a16:creationId xmlns:a16="http://schemas.microsoft.com/office/drawing/2014/main" id="{7992CBBA-9D1D-5A6F-C960-CFB74D8961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523017" y="3085088"/>
                <a:ext cx="593415" cy="195557"/>
              </a:xfrm>
              <a:custGeom>
                <a:avLst/>
                <a:gdLst>
                  <a:gd name="connsiteX0" fmla="*/ -1 w 593415"/>
                  <a:gd name="connsiteY0" fmla="*/ -1 h 195557"/>
                  <a:gd name="connsiteX1" fmla="*/ 593415 w 593415"/>
                  <a:gd name="connsiteY1" fmla="*/ -1 h 195557"/>
                  <a:gd name="connsiteX2" fmla="*/ 593415 w 593415"/>
                  <a:gd name="connsiteY2" fmla="*/ 195557 h 195557"/>
                  <a:gd name="connsiteX3" fmla="*/ -1 w 593415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3415" h="195557">
                    <a:moveTo>
                      <a:pt x="-1" y="-1"/>
                    </a:moveTo>
                    <a:lnTo>
                      <a:pt x="593415" y="-1"/>
                    </a:lnTo>
                    <a:lnTo>
                      <a:pt x="593415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301" name="图形 2">
              <a:extLst>
                <a:ext uri="{FF2B5EF4-FFF2-40B4-BE49-F238E27FC236}">
                  <a16:creationId xmlns:a16="http://schemas.microsoft.com/office/drawing/2014/main" id="{175EE655-59A5-FC49-423E-6D5BA17EDC4F}"/>
                </a:ext>
              </a:extLst>
            </p:cNvPr>
            <p:cNvGrpSpPr/>
            <p:nvPr/>
          </p:nvGrpSpPr>
          <p:grpSpPr>
            <a:xfrm>
              <a:off x="11750512" y="3310990"/>
              <a:ext cx="47203" cy="319500"/>
              <a:chOff x="11750512" y="3310990"/>
              <a:chExt cx="47203" cy="319500"/>
            </a:xfrm>
          </p:grpSpPr>
          <p:sp>
            <p:nvSpPr>
              <p:cNvPr id="302" name="任意多边形: 形状 301">
                <a:extLst>
                  <a:ext uri="{FF2B5EF4-FFF2-40B4-BE49-F238E27FC236}">
                    <a16:creationId xmlns:a16="http://schemas.microsoft.com/office/drawing/2014/main" id="{F3EF5ED7-BC58-9AAC-7799-120E92274D31}"/>
                  </a:ext>
                </a:extLst>
              </p:cNvPr>
              <p:cNvSpPr/>
              <p:nvPr/>
            </p:nvSpPr>
            <p:spPr>
              <a:xfrm>
                <a:off x="11773911" y="3310990"/>
                <a:ext cx="606" cy="284097"/>
              </a:xfrm>
              <a:custGeom>
                <a:avLst/>
                <a:gdLst>
                  <a:gd name="connsiteX0" fmla="*/ 0 w 606"/>
                  <a:gd name="connsiteY0" fmla="*/ 0 h 284097"/>
                  <a:gd name="connsiteX1" fmla="*/ 607 w 606"/>
                  <a:gd name="connsiteY1" fmla="*/ 163392 h 284097"/>
                  <a:gd name="connsiteX2" fmla="*/ 135 w 606"/>
                  <a:gd name="connsiteY2" fmla="*/ 284098 h 28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" h="284097">
                    <a:moveTo>
                      <a:pt x="0" y="0"/>
                    </a:moveTo>
                    <a:lnTo>
                      <a:pt x="607" y="163392"/>
                    </a:lnTo>
                    <a:lnTo>
                      <a:pt x="135" y="284098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3" name="任意多边形: 形状 302">
                <a:extLst>
                  <a:ext uri="{FF2B5EF4-FFF2-40B4-BE49-F238E27FC236}">
                    <a16:creationId xmlns:a16="http://schemas.microsoft.com/office/drawing/2014/main" id="{81FC5A6D-FCF5-3042-D8B9-24C71D84559C}"/>
                  </a:ext>
                </a:extLst>
              </p:cNvPr>
              <p:cNvSpPr/>
              <p:nvPr/>
            </p:nvSpPr>
            <p:spPr>
              <a:xfrm>
                <a:off x="11750512" y="3583220"/>
                <a:ext cx="47203" cy="47271"/>
              </a:xfrm>
              <a:custGeom>
                <a:avLst/>
                <a:gdLst>
                  <a:gd name="connsiteX0" fmla="*/ 23399 w 47203"/>
                  <a:gd name="connsiteY0" fmla="*/ 47271 h 47271"/>
                  <a:gd name="connsiteX1" fmla="*/ 0 w 47203"/>
                  <a:gd name="connsiteY1" fmla="*/ 0 h 47271"/>
                  <a:gd name="connsiteX2" fmla="*/ 23534 w 47203"/>
                  <a:gd name="connsiteY2" fmla="*/ 11868 h 47271"/>
                  <a:gd name="connsiteX3" fmla="*/ 47204 w 47203"/>
                  <a:gd name="connsiteY3" fmla="*/ 202 h 47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71">
                    <a:moveTo>
                      <a:pt x="23399" y="47271"/>
                    </a:moveTo>
                    <a:lnTo>
                      <a:pt x="0" y="0"/>
                    </a:lnTo>
                    <a:lnTo>
                      <a:pt x="23534" y="11868"/>
                    </a:lnTo>
                    <a:lnTo>
                      <a:pt x="47204" y="202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04" name="图形 2">
              <a:extLst>
                <a:ext uri="{FF2B5EF4-FFF2-40B4-BE49-F238E27FC236}">
                  <a16:creationId xmlns:a16="http://schemas.microsoft.com/office/drawing/2014/main" id="{AADCE237-1456-77AB-DD6B-C25B1149D930}"/>
                </a:ext>
              </a:extLst>
            </p:cNvPr>
            <p:cNvGrpSpPr/>
            <p:nvPr/>
          </p:nvGrpSpPr>
          <p:grpSpPr>
            <a:xfrm>
              <a:off x="11470460" y="3017654"/>
              <a:ext cx="606902" cy="293336"/>
              <a:chOff x="11470460" y="3017654"/>
              <a:chExt cx="606902" cy="293336"/>
            </a:xfrm>
            <a:solidFill>
              <a:srgbClr val="DAE8FC"/>
            </a:solidFill>
          </p:grpSpPr>
          <p:sp>
            <p:nvSpPr>
              <p:cNvPr id="305" name="任意多边形: 形状 304">
                <a:extLst>
                  <a:ext uri="{FF2B5EF4-FFF2-40B4-BE49-F238E27FC236}">
                    <a16:creationId xmlns:a16="http://schemas.microsoft.com/office/drawing/2014/main" id="{2AB2AC11-E83B-7261-3159-3801EB6CA5F0}"/>
                  </a:ext>
                </a:extLst>
              </p:cNvPr>
              <p:cNvSpPr/>
              <p:nvPr/>
            </p:nvSpPr>
            <p:spPr>
              <a:xfrm rot="10800000" flipV="1">
                <a:off x="11470460" y="3017654"/>
                <a:ext cx="606902" cy="293336"/>
              </a:xfrm>
              <a:custGeom>
                <a:avLst/>
                <a:gdLst>
                  <a:gd name="connsiteX0" fmla="*/ 562936 w 606902"/>
                  <a:gd name="connsiteY0" fmla="*/ 0 h 293336"/>
                  <a:gd name="connsiteX1" fmla="*/ 606903 w 606902"/>
                  <a:gd name="connsiteY1" fmla="*/ 43967 h 293336"/>
                  <a:gd name="connsiteX2" fmla="*/ 606903 w 606902"/>
                  <a:gd name="connsiteY2" fmla="*/ 249369 h 293336"/>
                  <a:gd name="connsiteX3" fmla="*/ 562936 w 606902"/>
                  <a:gd name="connsiteY3" fmla="*/ 293336 h 293336"/>
                  <a:gd name="connsiteX4" fmla="*/ 43967 w 606902"/>
                  <a:gd name="connsiteY4" fmla="*/ 293336 h 293336"/>
                  <a:gd name="connsiteX5" fmla="*/ 0 w 606902"/>
                  <a:gd name="connsiteY5" fmla="*/ 249369 h 293336"/>
                  <a:gd name="connsiteX6" fmla="*/ 0 w 606902"/>
                  <a:gd name="connsiteY6" fmla="*/ 43967 h 293336"/>
                  <a:gd name="connsiteX7" fmla="*/ 43967 w 606902"/>
                  <a:gd name="connsiteY7" fmla="*/ 0 h 293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6902" h="293336">
                    <a:moveTo>
                      <a:pt x="562936" y="0"/>
                    </a:moveTo>
                    <a:cubicBezTo>
                      <a:pt x="587218" y="0"/>
                      <a:pt x="606903" y="19685"/>
                      <a:pt x="606903" y="43967"/>
                    </a:cubicBezTo>
                    <a:lnTo>
                      <a:pt x="606903" y="249369"/>
                    </a:lnTo>
                    <a:cubicBezTo>
                      <a:pt x="606903" y="273652"/>
                      <a:pt x="587218" y="293336"/>
                      <a:pt x="562936" y="293336"/>
                    </a:cubicBezTo>
                    <a:lnTo>
                      <a:pt x="43967" y="293336"/>
                    </a:lnTo>
                    <a:cubicBezTo>
                      <a:pt x="19684" y="293336"/>
                      <a:pt x="0" y="273652"/>
                      <a:pt x="0" y="249369"/>
                    </a:cubicBezTo>
                    <a:lnTo>
                      <a:pt x="0" y="43967"/>
                    </a:lnTo>
                    <a:cubicBezTo>
                      <a:pt x="0" y="19685"/>
                      <a:pt x="19684" y="0"/>
                      <a:pt x="43967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743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06" name="图片 305">
                <a:extLst>
                  <a:ext uri="{FF2B5EF4-FFF2-40B4-BE49-F238E27FC236}">
                    <a16:creationId xmlns:a16="http://schemas.microsoft.com/office/drawing/2014/main" id="{8D2231F6-1E71-F3A2-1C7E-2339A9D229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473831" y="3085088"/>
                <a:ext cx="593415" cy="195557"/>
              </a:xfrm>
              <a:custGeom>
                <a:avLst/>
                <a:gdLst>
                  <a:gd name="connsiteX0" fmla="*/ -1 w 593415"/>
                  <a:gd name="connsiteY0" fmla="*/ -1 h 195557"/>
                  <a:gd name="connsiteX1" fmla="*/ 593415 w 593415"/>
                  <a:gd name="connsiteY1" fmla="*/ -1 h 195557"/>
                  <a:gd name="connsiteX2" fmla="*/ 593415 w 593415"/>
                  <a:gd name="connsiteY2" fmla="*/ 195557 h 195557"/>
                  <a:gd name="connsiteX3" fmla="*/ -1 w 593415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3415" h="195557">
                    <a:moveTo>
                      <a:pt x="-1" y="-1"/>
                    </a:moveTo>
                    <a:lnTo>
                      <a:pt x="593415" y="-1"/>
                    </a:lnTo>
                    <a:lnTo>
                      <a:pt x="593415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307" name="图形 2">
              <a:extLst>
                <a:ext uri="{FF2B5EF4-FFF2-40B4-BE49-F238E27FC236}">
                  <a16:creationId xmlns:a16="http://schemas.microsoft.com/office/drawing/2014/main" id="{A8314A3F-582B-79A5-35B8-459B76EDADB3}"/>
                </a:ext>
              </a:extLst>
            </p:cNvPr>
            <p:cNvGrpSpPr/>
            <p:nvPr/>
          </p:nvGrpSpPr>
          <p:grpSpPr>
            <a:xfrm>
              <a:off x="11359194" y="3696104"/>
              <a:ext cx="829433" cy="218417"/>
              <a:chOff x="11359194" y="3696104"/>
              <a:chExt cx="829433" cy="218417"/>
            </a:xfrm>
            <a:noFill/>
          </p:grpSpPr>
          <p:sp>
            <p:nvSpPr>
              <p:cNvPr id="308" name="任意多边形: 形状 307">
                <a:extLst>
                  <a:ext uri="{FF2B5EF4-FFF2-40B4-BE49-F238E27FC236}">
                    <a16:creationId xmlns:a16="http://schemas.microsoft.com/office/drawing/2014/main" id="{1BD9A734-0D21-CB6F-68B9-C5C9913CB9F8}"/>
                  </a:ext>
                </a:extLst>
              </p:cNvPr>
              <p:cNvSpPr/>
              <p:nvPr/>
            </p:nvSpPr>
            <p:spPr>
              <a:xfrm>
                <a:off x="11359194" y="3696104"/>
                <a:ext cx="829433" cy="202300"/>
              </a:xfrm>
              <a:custGeom>
                <a:avLst/>
                <a:gdLst>
                  <a:gd name="connsiteX0" fmla="*/ 0 w 829433"/>
                  <a:gd name="connsiteY0" fmla="*/ 0 h 202300"/>
                  <a:gd name="connsiteX1" fmla="*/ 829434 w 829433"/>
                  <a:gd name="connsiteY1" fmla="*/ 0 h 202300"/>
                  <a:gd name="connsiteX2" fmla="*/ 829434 w 829433"/>
                  <a:gd name="connsiteY2" fmla="*/ 202301 h 202300"/>
                  <a:gd name="connsiteX3" fmla="*/ 0 w 829433"/>
                  <a:gd name="connsiteY3" fmla="*/ 202301 h 202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9433" h="202300">
                    <a:moveTo>
                      <a:pt x="0" y="0"/>
                    </a:moveTo>
                    <a:lnTo>
                      <a:pt x="829434" y="0"/>
                    </a:lnTo>
                    <a:lnTo>
                      <a:pt x="829434" y="202301"/>
                    </a:lnTo>
                    <a:lnTo>
                      <a:pt x="0" y="202301"/>
                    </a:lnTo>
                    <a:close/>
                  </a:path>
                </a:pathLst>
              </a:custGeom>
              <a:noFill/>
              <a:ln w="6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09" name="图片 308">
                <a:extLst>
                  <a:ext uri="{FF2B5EF4-FFF2-40B4-BE49-F238E27FC236}">
                    <a16:creationId xmlns:a16="http://schemas.microsoft.com/office/drawing/2014/main" id="{92AF8B10-E236-1042-9BA8-70DA36365B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1365938" y="3718964"/>
                <a:ext cx="815946" cy="195557"/>
              </a:xfrm>
              <a:custGeom>
                <a:avLst/>
                <a:gdLst>
                  <a:gd name="connsiteX0" fmla="*/ -1 w 815946"/>
                  <a:gd name="connsiteY0" fmla="*/ -1 h 195557"/>
                  <a:gd name="connsiteX1" fmla="*/ 815946 w 815946"/>
                  <a:gd name="connsiteY1" fmla="*/ -1 h 195557"/>
                  <a:gd name="connsiteX2" fmla="*/ 815946 w 815946"/>
                  <a:gd name="connsiteY2" fmla="*/ 195557 h 195557"/>
                  <a:gd name="connsiteX3" fmla="*/ -1 w 815946"/>
                  <a:gd name="connsiteY3" fmla="*/ 195557 h 19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5946" h="195557">
                    <a:moveTo>
                      <a:pt x="-1" y="-1"/>
                    </a:moveTo>
                    <a:lnTo>
                      <a:pt x="815946" y="-1"/>
                    </a:lnTo>
                    <a:lnTo>
                      <a:pt x="815946" y="195557"/>
                    </a:lnTo>
                    <a:lnTo>
                      <a:pt x="-1" y="195557"/>
                    </a:lnTo>
                    <a:close/>
                  </a:path>
                </a:pathLst>
              </a:custGeom>
            </p:spPr>
          </p:pic>
        </p:grpSp>
        <p:grpSp>
          <p:nvGrpSpPr>
            <p:cNvPr id="310" name="图形 2">
              <a:extLst>
                <a:ext uri="{FF2B5EF4-FFF2-40B4-BE49-F238E27FC236}">
                  <a16:creationId xmlns:a16="http://schemas.microsoft.com/office/drawing/2014/main" id="{D109DFB4-20B6-A27F-975B-3E8083EB64DE}"/>
                </a:ext>
              </a:extLst>
            </p:cNvPr>
            <p:cNvGrpSpPr/>
            <p:nvPr/>
          </p:nvGrpSpPr>
          <p:grpSpPr>
            <a:xfrm>
              <a:off x="8934955" y="2154503"/>
              <a:ext cx="1685840" cy="202300"/>
              <a:chOff x="8934955" y="2154503"/>
              <a:chExt cx="1685840" cy="202300"/>
            </a:xfrm>
            <a:noFill/>
          </p:grpSpPr>
          <p:sp>
            <p:nvSpPr>
              <p:cNvPr id="311" name="任意多边形: 形状 310">
                <a:extLst>
                  <a:ext uri="{FF2B5EF4-FFF2-40B4-BE49-F238E27FC236}">
                    <a16:creationId xmlns:a16="http://schemas.microsoft.com/office/drawing/2014/main" id="{A9CE5830-0FD8-ADB9-6C59-ABE71663D23E}"/>
                  </a:ext>
                </a:extLst>
              </p:cNvPr>
              <p:cNvSpPr/>
              <p:nvPr/>
            </p:nvSpPr>
            <p:spPr>
              <a:xfrm>
                <a:off x="8934955" y="2154503"/>
                <a:ext cx="1685840" cy="202300"/>
              </a:xfrm>
              <a:custGeom>
                <a:avLst/>
                <a:gdLst>
                  <a:gd name="connsiteX0" fmla="*/ 0 w 1685840"/>
                  <a:gd name="connsiteY0" fmla="*/ 0 h 202300"/>
                  <a:gd name="connsiteX1" fmla="*/ 1685841 w 1685840"/>
                  <a:gd name="connsiteY1" fmla="*/ 0 h 202300"/>
                  <a:gd name="connsiteX2" fmla="*/ 1685841 w 1685840"/>
                  <a:gd name="connsiteY2" fmla="*/ 202301 h 202300"/>
                  <a:gd name="connsiteX3" fmla="*/ 0 w 1685840"/>
                  <a:gd name="connsiteY3" fmla="*/ 202301 h 202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85840" h="202300">
                    <a:moveTo>
                      <a:pt x="0" y="0"/>
                    </a:moveTo>
                    <a:lnTo>
                      <a:pt x="1685841" y="0"/>
                    </a:lnTo>
                    <a:lnTo>
                      <a:pt x="1685841" y="202301"/>
                    </a:lnTo>
                    <a:lnTo>
                      <a:pt x="0" y="202301"/>
                    </a:lnTo>
                    <a:close/>
                  </a:path>
                </a:pathLst>
              </a:custGeom>
              <a:noFill/>
              <a:ln w="6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12" name="图片 311">
                <a:extLst>
                  <a:ext uri="{FF2B5EF4-FFF2-40B4-BE49-F238E27FC236}">
                    <a16:creationId xmlns:a16="http://schemas.microsoft.com/office/drawing/2014/main" id="{752A3564-A835-FFB1-B9F3-DFF6D1880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38327" y="2174734"/>
                <a:ext cx="1672353" cy="182070"/>
              </a:xfrm>
              <a:custGeom>
                <a:avLst/>
                <a:gdLst>
                  <a:gd name="connsiteX0" fmla="*/ -1 w 1672353"/>
                  <a:gd name="connsiteY0" fmla="*/ -1 h 182070"/>
                  <a:gd name="connsiteX1" fmla="*/ 1672354 w 1672353"/>
                  <a:gd name="connsiteY1" fmla="*/ -1 h 182070"/>
                  <a:gd name="connsiteX2" fmla="*/ 1672354 w 1672353"/>
                  <a:gd name="connsiteY2" fmla="*/ 182070 h 182070"/>
                  <a:gd name="connsiteX3" fmla="*/ -1 w 1672353"/>
                  <a:gd name="connsiteY3" fmla="*/ 182070 h 18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2353" h="182070">
                    <a:moveTo>
                      <a:pt x="-1" y="-1"/>
                    </a:moveTo>
                    <a:lnTo>
                      <a:pt x="1672354" y="-1"/>
                    </a:lnTo>
                    <a:lnTo>
                      <a:pt x="1672354" y="182070"/>
                    </a:lnTo>
                    <a:lnTo>
                      <a:pt x="-1" y="182070"/>
                    </a:lnTo>
                    <a:close/>
                  </a:path>
                </a:pathLst>
              </a:custGeom>
            </p:spPr>
          </p:pic>
        </p:grpSp>
        <p:grpSp>
          <p:nvGrpSpPr>
            <p:cNvPr id="313" name="图形 2">
              <a:extLst>
                <a:ext uri="{FF2B5EF4-FFF2-40B4-BE49-F238E27FC236}">
                  <a16:creationId xmlns:a16="http://schemas.microsoft.com/office/drawing/2014/main" id="{1CE9B464-00AA-1809-60BF-51005F921B91}"/>
                </a:ext>
              </a:extLst>
            </p:cNvPr>
            <p:cNvGrpSpPr/>
            <p:nvPr/>
          </p:nvGrpSpPr>
          <p:grpSpPr>
            <a:xfrm>
              <a:off x="4504566" y="805831"/>
              <a:ext cx="987902" cy="708120"/>
              <a:chOff x="4504566" y="805831"/>
              <a:chExt cx="987902" cy="708120"/>
            </a:xfrm>
          </p:grpSpPr>
          <p:sp>
            <p:nvSpPr>
              <p:cNvPr id="314" name="任意多边形: 形状 313">
                <a:extLst>
                  <a:ext uri="{FF2B5EF4-FFF2-40B4-BE49-F238E27FC236}">
                    <a16:creationId xmlns:a16="http://schemas.microsoft.com/office/drawing/2014/main" id="{2DD97322-9051-7DB0-CB64-74103A7F663A}"/>
                  </a:ext>
                </a:extLst>
              </p:cNvPr>
              <p:cNvSpPr/>
              <p:nvPr/>
            </p:nvSpPr>
            <p:spPr>
              <a:xfrm>
                <a:off x="4504566" y="805831"/>
                <a:ext cx="964300" cy="708120"/>
              </a:xfrm>
              <a:custGeom>
                <a:avLst/>
                <a:gdLst>
                  <a:gd name="connsiteX0" fmla="*/ 0 w 964300"/>
                  <a:gd name="connsiteY0" fmla="*/ 708120 h 708120"/>
                  <a:gd name="connsiteX1" fmla="*/ 80920 w 964300"/>
                  <a:gd name="connsiteY1" fmla="*/ 708053 h 708120"/>
                  <a:gd name="connsiteX2" fmla="*/ 80920 w 964300"/>
                  <a:gd name="connsiteY2" fmla="*/ 0 h 708120"/>
                  <a:gd name="connsiteX3" fmla="*/ 964301 w 964300"/>
                  <a:gd name="connsiteY3" fmla="*/ 0 h 708120"/>
                  <a:gd name="connsiteX4" fmla="*/ 964301 w 964300"/>
                  <a:gd name="connsiteY4" fmla="*/ 125696 h 70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4300" h="708120">
                    <a:moveTo>
                      <a:pt x="0" y="708120"/>
                    </a:moveTo>
                    <a:lnTo>
                      <a:pt x="80920" y="708053"/>
                    </a:lnTo>
                    <a:lnTo>
                      <a:pt x="80920" y="0"/>
                    </a:lnTo>
                    <a:lnTo>
                      <a:pt x="964301" y="0"/>
                    </a:lnTo>
                    <a:lnTo>
                      <a:pt x="964301" y="125696"/>
                    </a:lnTo>
                  </a:path>
                </a:pathLst>
              </a:custGeom>
              <a:noFill/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5" name="任意多边形: 形状 314">
                <a:extLst>
                  <a:ext uri="{FF2B5EF4-FFF2-40B4-BE49-F238E27FC236}">
                    <a16:creationId xmlns:a16="http://schemas.microsoft.com/office/drawing/2014/main" id="{66A74AC3-1385-6A92-01B0-C42D8669ACEB}"/>
                  </a:ext>
                </a:extLst>
              </p:cNvPr>
              <p:cNvSpPr/>
              <p:nvPr/>
            </p:nvSpPr>
            <p:spPr>
              <a:xfrm>
                <a:off x="5445265" y="919726"/>
                <a:ext cx="47203" cy="47203"/>
              </a:xfrm>
              <a:custGeom>
                <a:avLst/>
                <a:gdLst>
                  <a:gd name="connsiteX0" fmla="*/ 23602 w 47203"/>
                  <a:gd name="connsiteY0" fmla="*/ 47204 h 47203"/>
                  <a:gd name="connsiteX1" fmla="*/ 0 w 47203"/>
                  <a:gd name="connsiteY1" fmla="*/ 0 h 47203"/>
                  <a:gd name="connsiteX2" fmla="*/ 23602 w 47203"/>
                  <a:gd name="connsiteY2" fmla="*/ 11801 h 47203"/>
                  <a:gd name="connsiteX3" fmla="*/ 47204 w 47203"/>
                  <a:gd name="connsiteY3" fmla="*/ 0 h 47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203" h="47203">
                    <a:moveTo>
                      <a:pt x="23602" y="47204"/>
                    </a:moveTo>
                    <a:lnTo>
                      <a:pt x="0" y="0"/>
                    </a:lnTo>
                    <a:lnTo>
                      <a:pt x="23602" y="11801"/>
                    </a:lnTo>
                    <a:lnTo>
                      <a:pt x="472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74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16" name="图形 2">
              <a:extLst>
                <a:ext uri="{FF2B5EF4-FFF2-40B4-BE49-F238E27FC236}">
                  <a16:creationId xmlns:a16="http://schemas.microsoft.com/office/drawing/2014/main" id="{644FDF25-AD07-8EA1-E0A6-172E161D65A0}"/>
                </a:ext>
              </a:extLst>
            </p:cNvPr>
            <p:cNvGrpSpPr/>
            <p:nvPr/>
          </p:nvGrpSpPr>
          <p:grpSpPr>
            <a:xfrm>
              <a:off x="6621982" y="603530"/>
              <a:ext cx="863150" cy="202300"/>
              <a:chOff x="6621982" y="603530"/>
              <a:chExt cx="863150" cy="202300"/>
            </a:xfrm>
            <a:noFill/>
          </p:grpSpPr>
          <p:sp>
            <p:nvSpPr>
              <p:cNvPr id="317" name="任意多边形: 形状 316">
                <a:extLst>
                  <a:ext uri="{FF2B5EF4-FFF2-40B4-BE49-F238E27FC236}">
                    <a16:creationId xmlns:a16="http://schemas.microsoft.com/office/drawing/2014/main" id="{EE3B65EF-C58C-1A26-0F48-8354B703ABB3}"/>
                  </a:ext>
                </a:extLst>
              </p:cNvPr>
              <p:cNvSpPr/>
              <p:nvPr/>
            </p:nvSpPr>
            <p:spPr>
              <a:xfrm>
                <a:off x="6621982" y="603530"/>
                <a:ext cx="863150" cy="202300"/>
              </a:xfrm>
              <a:custGeom>
                <a:avLst/>
                <a:gdLst>
                  <a:gd name="connsiteX0" fmla="*/ 0 w 863150"/>
                  <a:gd name="connsiteY0" fmla="*/ 0 h 202300"/>
                  <a:gd name="connsiteX1" fmla="*/ 863150 w 863150"/>
                  <a:gd name="connsiteY1" fmla="*/ 0 h 202300"/>
                  <a:gd name="connsiteX2" fmla="*/ 863150 w 863150"/>
                  <a:gd name="connsiteY2" fmla="*/ 202301 h 202300"/>
                  <a:gd name="connsiteX3" fmla="*/ 0 w 863150"/>
                  <a:gd name="connsiteY3" fmla="*/ 202301 h 202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3150" h="202300">
                    <a:moveTo>
                      <a:pt x="0" y="0"/>
                    </a:moveTo>
                    <a:lnTo>
                      <a:pt x="863150" y="0"/>
                    </a:lnTo>
                    <a:lnTo>
                      <a:pt x="863150" y="202301"/>
                    </a:lnTo>
                    <a:lnTo>
                      <a:pt x="0" y="202301"/>
                    </a:lnTo>
                    <a:close/>
                  </a:path>
                </a:pathLst>
              </a:custGeom>
              <a:noFill/>
              <a:ln w="6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18" name="图片 317">
                <a:extLst>
                  <a:ext uri="{FF2B5EF4-FFF2-40B4-BE49-F238E27FC236}">
                    <a16:creationId xmlns:a16="http://schemas.microsoft.com/office/drawing/2014/main" id="{C55DC25E-6313-B56C-9F3D-9E5ACBE63D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625353" y="623760"/>
                <a:ext cx="849663" cy="182070"/>
              </a:xfrm>
              <a:custGeom>
                <a:avLst/>
                <a:gdLst>
                  <a:gd name="connsiteX0" fmla="*/ -1 w 849663"/>
                  <a:gd name="connsiteY0" fmla="*/ -1 h 182070"/>
                  <a:gd name="connsiteX1" fmla="*/ 849663 w 849663"/>
                  <a:gd name="connsiteY1" fmla="*/ -1 h 182070"/>
                  <a:gd name="connsiteX2" fmla="*/ 849663 w 849663"/>
                  <a:gd name="connsiteY2" fmla="*/ 182070 h 182070"/>
                  <a:gd name="connsiteX3" fmla="*/ -1 w 849663"/>
                  <a:gd name="connsiteY3" fmla="*/ 182070 h 18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9663" h="182070">
                    <a:moveTo>
                      <a:pt x="-1" y="-1"/>
                    </a:moveTo>
                    <a:lnTo>
                      <a:pt x="849663" y="-1"/>
                    </a:lnTo>
                    <a:lnTo>
                      <a:pt x="849663" y="182070"/>
                    </a:lnTo>
                    <a:lnTo>
                      <a:pt x="-1" y="182070"/>
                    </a:lnTo>
                    <a:close/>
                  </a:path>
                </a:pathLst>
              </a:custGeom>
            </p:spPr>
          </p:pic>
        </p:grpSp>
        <p:grpSp>
          <p:nvGrpSpPr>
            <p:cNvPr id="319" name="图形 2">
              <a:extLst>
                <a:ext uri="{FF2B5EF4-FFF2-40B4-BE49-F238E27FC236}">
                  <a16:creationId xmlns:a16="http://schemas.microsoft.com/office/drawing/2014/main" id="{09FFF395-6ABA-78B2-D562-5710644AE855}"/>
                </a:ext>
              </a:extLst>
            </p:cNvPr>
            <p:cNvGrpSpPr/>
            <p:nvPr/>
          </p:nvGrpSpPr>
          <p:grpSpPr>
            <a:xfrm>
              <a:off x="6473628" y="2356804"/>
              <a:ext cx="1011504" cy="202300"/>
              <a:chOff x="6473628" y="2356804"/>
              <a:chExt cx="1011504" cy="202300"/>
            </a:xfrm>
            <a:noFill/>
          </p:grpSpPr>
          <p:sp>
            <p:nvSpPr>
              <p:cNvPr id="320" name="任意多边形: 形状 319">
                <a:extLst>
                  <a:ext uri="{FF2B5EF4-FFF2-40B4-BE49-F238E27FC236}">
                    <a16:creationId xmlns:a16="http://schemas.microsoft.com/office/drawing/2014/main" id="{D2534566-2268-2BF5-9D65-CB73DF941075}"/>
                  </a:ext>
                </a:extLst>
              </p:cNvPr>
              <p:cNvSpPr/>
              <p:nvPr/>
            </p:nvSpPr>
            <p:spPr>
              <a:xfrm>
                <a:off x="6473628" y="2356804"/>
                <a:ext cx="1011504" cy="202300"/>
              </a:xfrm>
              <a:custGeom>
                <a:avLst/>
                <a:gdLst>
                  <a:gd name="connsiteX0" fmla="*/ 0 w 1011504"/>
                  <a:gd name="connsiteY0" fmla="*/ 0 h 202300"/>
                  <a:gd name="connsiteX1" fmla="*/ 1011504 w 1011504"/>
                  <a:gd name="connsiteY1" fmla="*/ 0 h 202300"/>
                  <a:gd name="connsiteX2" fmla="*/ 1011504 w 1011504"/>
                  <a:gd name="connsiteY2" fmla="*/ 202301 h 202300"/>
                  <a:gd name="connsiteX3" fmla="*/ 0 w 1011504"/>
                  <a:gd name="connsiteY3" fmla="*/ 202301 h 202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1504" h="202300">
                    <a:moveTo>
                      <a:pt x="0" y="0"/>
                    </a:moveTo>
                    <a:lnTo>
                      <a:pt x="1011504" y="0"/>
                    </a:lnTo>
                    <a:lnTo>
                      <a:pt x="1011504" y="202301"/>
                    </a:lnTo>
                    <a:lnTo>
                      <a:pt x="0" y="202301"/>
                    </a:lnTo>
                    <a:close/>
                  </a:path>
                </a:pathLst>
              </a:custGeom>
              <a:noFill/>
              <a:ln w="6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21" name="图片 320">
                <a:extLst>
                  <a:ext uri="{FF2B5EF4-FFF2-40B4-BE49-F238E27FC236}">
                    <a16:creationId xmlns:a16="http://schemas.microsoft.com/office/drawing/2014/main" id="{5CC8B480-109D-D5E0-5949-8F088B1097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477000" y="2377034"/>
                <a:ext cx="998017" cy="182070"/>
              </a:xfrm>
              <a:custGeom>
                <a:avLst/>
                <a:gdLst>
                  <a:gd name="connsiteX0" fmla="*/ -1 w 998017"/>
                  <a:gd name="connsiteY0" fmla="*/ -1 h 182070"/>
                  <a:gd name="connsiteX1" fmla="*/ 998017 w 998017"/>
                  <a:gd name="connsiteY1" fmla="*/ -1 h 182070"/>
                  <a:gd name="connsiteX2" fmla="*/ 998017 w 998017"/>
                  <a:gd name="connsiteY2" fmla="*/ 182070 h 182070"/>
                  <a:gd name="connsiteX3" fmla="*/ -1 w 998017"/>
                  <a:gd name="connsiteY3" fmla="*/ 182070 h 18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8017" h="182070">
                    <a:moveTo>
                      <a:pt x="-1" y="-1"/>
                    </a:moveTo>
                    <a:lnTo>
                      <a:pt x="998017" y="-1"/>
                    </a:lnTo>
                    <a:lnTo>
                      <a:pt x="998017" y="182070"/>
                    </a:lnTo>
                    <a:lnTo>
                      <a:pt x="-1" y="182070"/>
                    </a:lnTo>
                    <a:close/>
                  </a:path>
                </a:pathLst>
              </a:custGeom>
            </p:spPr>
          </p:pic>
        </p:grpSp>
        <p:grpSp>
          <p:nvGrpSpPr>
            <p:cNvPr id="322" name="图形 2">
              <a:extLst>
                <a:ext uri="{FF2B5EF4-FFF2-40B4-BE49-F238E27FC236}">
                  <a16:creationId xmlns:a16="http://schemas.microsoft.com/office/drawing/2014/main" id="{12AFCEA8-9E91-89ED-DD83-3352565C801D}"/>
                </a:ext>
              </a:extLst>
            </p:cNvPr>
            <p:cNvGrpSpPr/>
            <p:nvPr/>
          </p:nvGrpSpPr>
          <p:grpSpPr>
            <a:xfrm>
              <a:off x="6473628" y="4275291"/>
              <a:ext cx="1011504" cy="205672"/>
              <a:chOff x="6473628" y="4275291"/>
              <a:chExt cx="1011504" cy="205672"/>
            </a:xfrm>
            <a:noFill/>
          </p:grpSpPr>
          <p:sp>
            <p:nvSpPr>
              <p:cNvPr id="323" name="任意多边形: 形状 322">
                <a:extLst>
                  <a:ext uri="{FF2B5EF4-FFF2-40B4-BE49-F238E27FC236}">
                    <a16:creationId xmlns:a16="http://schemas.microsoft.com/office/drawing/2014/main" id="{623A04EC-696D-FBD3-90FE-A49FEB584775}"/>
                  </a:ext>
                </a:extLst>
              </p:cNvPr>
              <p:cNvSpPr/>
              <p:nvPr/>
            </p:nvSpPr>
            <p:spPr>
              <a:xfrm>
                <a:off x="6473628" y="4275291"/>
                <a:ext cx="1011504" cy="202300"/>
              </a:xfrm>
              <a:custGeom>
                <a:avLst/>
                <a:gdLst>
                  <a:gd name="connsiteX0" fmla="*/ 0 w 1011504"/>
                  <a:gd name="connsiteY0" fmla="*/ 0 h 202300"/>
                  <a:gd name="connsiteX1" fmla="*/ 1011504 w 1011504"/>
                  <a:gd name="connsiteY1" fmla="*/ 0 h 202300"/>
                  <a:gd name="connsiteX2" fmla="*/ 1011504 w 1011504"/>
                  <a:gd name="connsiteY2" fmla="*/ 202301 h 202300"/>
                  <a:gd name="connsiteX3" fmla="*/ 0 w 1011504"/>
                  <a:gd name="connsiteY3" fmla="*/ 202301 h 202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1504" h="202300">
                    <a:moveTo>
                      <a:pt x="0" y="0"/>
                    </a:moveTo>
                    <a:lnTo>
                      <a:pt x="1011504" y="0"/>
                    </a:lnTo>
                    <a:lnTo>
                      <a:pt x="1011504" y="202301"/>
                    </a:lnTo>
                    <a:lnTo>
                      <a:pt x="0" y="202301"/>
                    </a:lnTo>
                    <a:close/>
                  </a:path>
                </a:pathLst>
              </a:custGeom>
              <a:noFill/>
              <a:ln w="67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24" name="图片 323">
                <a:extLst>
                  <a:ext uri="{FF2B5EF4-FFF2-40B4-BE49-F238E27FC236}">
                    <a16:creationId xmlns:a16="http://schemas.microsoft.com/office/drawing/2014/main" id="{614AB9F7-5F6F-658B-9393-2F559CCA0D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477000" y="4298893"/>
                <a:ext cx="998017" cy="182070"/>
              </a:xfrm>
              <a:custGeom>
                <a:avLst/>
                <a:gdLst>
                  <a:gd name="connsiteX0" fmla="*/ -1 w 998017"/>
                  <a:gd name="connsiteY0" fmla="*/ -1 h 182070"/>
                  <a:gd name="connsiteX1" fmla="*/ 998017 w 998017"/>
                  <a:gd name="connsiteY1" fmla="*/ -1 h 182070"/>
                  <a:gd name="connsiteX2" fmla="*/ 998017 w 998017"/>
                  <a:gd name="connsiteY2" fmla="*/ 182070 h 182070"/>
                  <a:gd name="connsiteX3" fmla="*/ -1 w 998017"/>
                  <a:gd name="connsiteY3" fmla="*/ 182070 h 18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8017" h="182070">
                    <a:moveTo>
                      <a:pt x="-1" y="-1"/>
                    </a:moveTo>
                    <a:lnTo>
                      <a:pt x="998017" y="-1"/>
                    </a:lnTo>
                    <a:lnTo>
                      <a:pt x="998017" y="182070"/>
                    </a:lnTo>
                    <a:lnTo>
                      <a:pt x="-1" y="182070"/>
                    </a:lnTo>
                    <a:close/>
                  </a:path>
                </a:pathLst>
              </a:custGeom>
            </p:spPr>
          </p:pic>
        </p:grpSp>
      </p:grpSp>
    </p:spTree>
    <p:extLst>
      <p:ext uri="{BB962C8B-B14F-4D97-AF65-F5344CB8AC3E}">
        <p14:creationId xmlns:p14="http://schemas.microsoft.com/office/powerpoint/2010/main" val="2476274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图形 4">
            <a:extLst>
              <a:ext uri="{FF2B5EF4-FFF2-40B4-BE49-F238E27FC236}">
                <a16:creationId xmlns:a16="http://schemas.microsoft.com/office/drawing/2014/main" id="{F0A14A15-6AD1-B280-BEBC-FB513CEAEB42}"/>
              </a:ext>
            </a:extLst>
          </p:cNvPr>
          <p:cNvGrpSpPr/>
          <p:nvPr/>
        </p:nvGrpSpPr>
        <p:grpSpPr>
          <a:xfrm>
            <a:off x="2146934" y="276225"/>
            <a:ext cx="8611552" cy="2762250"/>
            <a:chOff x="2146934" y="276225"/>
            <a:chExt cx="8611552" cy="2762250"/>
          </a:xfrm>
        </p:grpSpPr>
        <p:sp>
          <p:nvSpPr>
            <p:cNvPr id="123" name="任意多边形: 形状 122">
              <a:extLst>
                <a:ext uri="{FF2B5EF4-FFF2-40B4-BE49-F238E27FC236}">
                  <a16:creationId xmlns:a16="http://schemas.microsoft.com/office/drawing/2014/main" id="{4221FD11-B9A9-4A50-18D3-5A8392FB1C4A}"/>
                </a:ext>
              </a:extLst>
            </p:cNvPr>
            <p:cNvSpPr/>
            <p:nvPr/>
          </p:nvSpPr>
          <p:spPr>
            <a:xfrm>
              <a:off x="3138487" y="276225"/>
              <a:ext cx="7620000" cy="2762250"/>
            </a:xfrm>
            <a:custGeom>
              <a:avLst/>
              <a:gdLst>
                <a:gd name="connsiteX0" fmla="*/ 7205663 w 7620000"/>
                <a:gd name="connsiteY0" fmla="*/ 0 h 2762250"/>
                <a:gd name="connsiteX1" fmla="*/ 7620000 w 7620000"/>
                <a:gd name="connsiteY1" fmla="*/ 414338 h 2762250"/>
                <a:gd name="connsiteX2" fmla="*/ 7620000 w 7620000"/>
                <a:gd name="connsiteY2" fmla="*/ 2347913 h 2762250"/>
                <a:gd name="connsiteX3" fmla="*/ 7205663 w 7620000"/>
                <a:gd name="connsiteY3" fmla="*/ 2762250 h 2762250"/>
                <a:gd name="connsiteX4" fmla="*/ 414338 w 7620000"/>
                <a:gd name="connsiteY4" fmla="*/ 2762250 h 2762250"/>
                <a:gd name="connsiteX5" fmla="*/ 0 w 7620000"/>
                <a:gd name="connsiteY5" fmla="*/ 2347913 h 2762250"/>
                <a:gd name="connsiteX6" fmla="*/ 0 w 7620000"/>
                <a:gd name="connsiteY6" fmla="*/ 414338 h 2762250"/>
                <a:gd name="connsiteX7" fmla="*/ 414338 w 7620000"/>
                <a:gd name="connsiteY7" fmla="*/ 0 h 276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20000" h="2762250">
                  <a:moveTo>
                    <a:pt x="7205663" y="0"/>
                  </a:moveTo>
                  <a:cubicBezTo>
                    <a:pt x="7434495" y="0"/>
                    <a:pt x="7620000" y="185505"/>
                    <a:pt x="7620000" y="414338"/>
                  </a:cubicBezTo>
                  <a:lnTo>
                    <a:pt x="7620000" y="2347913"/>
                  </a:lnTo>
                  <a:cubicBezTo>
                    <a:pt x="7620000" y="2576745"/>
                    <a:pt x="7434495" y="2762250"/>
                    <a:pt x="7205663" y="2762250"/>
                  </a:cubicBezTo>
                  <a:lnTo>
                    <a:pt x="414338" y="2762250"/>
                  </a:lnTo>
                  <a:cubicBezTo>
                    <a:pt x="185505" y="2762250"/>
                    <a:pt x="0" y="2576745"/>
                    <a:pt x="0" y="2347913"/>
                  </a:cubicBezTo>
                  <a:lnTo>
                    <a:pt x="0" y="414338"/>
                  </a:lnTo>
                  <a:cubicBezTo>
                    <a:pt x="0" y="185505"/>
                    <a:pt x="185505" y="0"/>
                    <a:pt x="414338" y="0"/>
                  </a:cubicBezTo>
                  <a:close/>
                </a:path>
              </a:pathLst>
            </a:custGeom>
            <a:solidFill>
              <a:srgbClr val="FFF2CC"/>
            </a:solidFill>
            <a:ln w="9525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24" name="图形 4">
              <a:extLst>
                <a:ext uri="{FF2B5EF4-FFF2-40B4-BE49-F238E27FC236}">
                  <a16:creationId xmlns:a16="http://schemas.microsoft.com/office/drawing/2014/main" id="{7843C32C-09B4-40A4-41FC-1CA0923121C0}"/>
                </a:ext>
              </a:extLst>
            </p:cNvPr>
            <p:cNvGrpSpPr/>
            <p:nvPr/>
          </p:nvGrpSpPr>
          <p:grpSpPr>
            <a:xfrm>
              <a:off x="6091237" y="466725"/>
              <a:ext cx="1790700" cy="304800"/>
              <a:chOff x="6091237" y="466725"/>
              <a:chExt cx="1790700" cy="304800"/>
            </a:xfrm>
            <a:noFill/>
          </p:grpSpPr>
          <p:sp>
            <p:nvSpPr>
              <p:cNvPr id="125" name="任意多边形: 形状 124">
                <a:extLst>
                  <a:ext uri="{FF2B5EF4-FFF2-40B4-BE49-F238E27FC236}">
                    <a16:creationId xmlns:a16="http://schemas.microsoft.com/office/drawing/2014/main" id="{2E4DF403-8D96-8A98-A851-BDE2D8947C4C}"/>
                  </a:ext>
                </a:extLst>
              </p:cNvPr>
              <p:cNvSpPr/>
              <p:nvPr/>
            </p:nvSpPr>
            <p:spPr>
              <a:xfrm>
                <a:off x="6091237" y="466725"/>
                <a:ext cx="1790700" cy="285750"/>
              </a:xfrm>
              <a:custGeom>
                <a:avLst/>
                <a:gdLst>
                  <a:gd name="connsiteX0" fmla="*/ 0 w 1790700"/>
                  <a:gd name="connsiteY0" fmla="*/ 0 h 285750"/>
                  <a:gd name="connsiteX1" fmla="*/ 1790700 w 1790700"/>
                  <a:gd name="connsiteY1" fmla="*/ 0 h 285750"/>
                  <a:gd name="connsiteX2" fmla="*/ 1790700 w 1790700"/>
                  <a:gd name="connsiteY2" fmla="*/ 285750 h 285750"/>
                  <a:gd name="connsiteX3" fmla="*/ 0 w 179070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0700" h="285750">
                    <a:moveTo>
                      <a:pt x="0" y="0"/>
                    </a:moveTo>
                    <a:lnTo>
                      <a:pt x="1790700" y="0"/>
                    </a:lnTo>
                    <a:lnTo>
                      <a:pt x="179070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26" name="图片 125">
                <a:extLst>
                  <a:ext uri="{FF2B5EF4-FFF2-40B4-BE49-F238E27FC236}">
                    <a16:creationId xmlns:a16="http://schemas.microsoft.com/office/drawing/2014/main" id="{4DA06FAD-4064-9D46-01F3-45B09090A1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95999" y="495300"/>
                <a:ext cx="1771650" cy="276225"/>
              </a:xfrm>
              <a:custGeom>
                <a:avLst/>
                <a:gdLst>
                  <a:gd name="connsiteX0" fmla="*/ -1 w 1771650"/>
                  <a:gd name="connsiteY0" fmla="*/ -1 h 276225"/>
                  <a:gd name="connsiteX1" fmla="*/ 1771650 w 1771650"/>
                  <a:gd name="connsiteY1" fmla="*/ -1 h 276225"/>
                  <a:gd name="connsiteX2" fmla="*/ 1771650 w 1771650"/>
                  <a:gd name="connsiteY2" fmla="*/ 276225 h 276225"/>
                  <a:gd name="connsiteX3" fmla="*/ -1 w 17716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71650" h="276225">
                    <a:moveTo>
                      <a:pt x="-1" y="-1"/>
                    </a:moveTo>
                    <a:lnTo>
                      <a:pt x="1771650" y="-1"/>
                    </a:lnTo>
                    <a:lnTo>
                      <a:pt x="17716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sp>
          <p:nvSpPr>
            <p:cNvPr id="127" name="任意多边形: 形状 126">
              <a:extLst>
                <a:ext uri="{FF2B5EF4-FFF2-40B4-BE49-F238E27FC236}">
                  <a16:creationId xmlns:a16="http://schemas.microsoft.com/office/drawing/2014/main" id="{5E7451BC-CCEF-B24B-CB65-30C063D4B2B4}"/>
                </a:ext>
              </a:extLst>
            </p:cNvPr>
            <p:cNvSpPr/>
            <p:nvPr/>
          </p:nvSpPr>
          <p:spPr>
            <a:xfrm>
              <a:off x="2146934" y="1414462"/>
              <a:ext cx="646747" cy="666743"/>
            </a:xfrm>
            <a:custGeom>
              <a:avLst/>
              <a:gdLst>
                <a:gd name="connsiteX0" fmla="*/ 412018 w 646747"/>
                <a:gd name="connsiteY0" fmla="*/ -357 h 666743"/>
                <a:gd name="connsiteX1" fmla="*/ 454403 w 646747"/>
                <a:gd name="connsiteY1" fmla="*/ 17178 h 666743"/>
                <a:gd name="connsiteX2" fmla="*/ 576565 w 646747"/>
                <a:gd name="connsiteY2" fmla="*/ 139080 h 666743"/>
                <a:gd name="connsiteX3" fmla="*/ 594180 w 646747"/>
                <a:gd name="connsiteY3" fmla="*/ 181552 h 666743"/>
                <a:gd name="connsiteX4" fmla="*/ 594180 w 646747"/>
                <a:gd name="connsiteY4" fmla="*/ 260095 h 666743"/>
                <a:gd name="connsiteX5" fmla="*/ 646340 w 646747"/>
                <a:gd name="connsiteY5" fmla="*/ 312242 h 666743"/>
                <a:gd name="connsiteX6" fmla="*/ 646340 w 646747"/>
                <a:gd name="connsiteY6" fmla="*/ 520468 h 666743"/>
                <a:gd name="connsiteX7" fmla="*/ 595841 w 646747"/>
                <a:gd name="connsiteY7" fmla="*/ 572601 h 666743"/>
                <a:gd name="connsiteX8" fmla="*/ 594180 w 646747"/>
                <a:gd name="connsiteY8" fmla="*/ 572621 h 666743"/>
                <a:gd name="connsiteX9" fmla="*/ 594180 w 646747"/>
                <a:gd name="connsiteY9" fmla="*/ 603878 h 666743"/>
                <a:gd name="connsiteX10" fmla="*/ 531593 w 646747"/>
                <a:gd name="connsiteY10" fmla="*/ 666386 h 666743"/>
                <a:gd name="connsiteX11" fmla="*/ 114340 w 646747"/>
                <a:gd name="connsiteY11" fmla="*/ 666386 h 666743"/>
                <a:gd name="connsiteX12" fmla="*/ 51753 w 646747"/>
                <a:gd name="connsiteY12" fmla="*/ 603878 h 666743"/>
                <a:gd name="connsiteX13" fmla="*/ 51753 w 646747"/>
                <a:gd name="connsiteY13" fmla="*/ 572621 h 666743"/>
                <a:gd name="connsiteX14" fmla="*/ -407 w 646747"/>
                <a:gd name="connsiteY14" fmla="*/ 520474 h 666743"/>
                <a:gd name="connsiteX15" fmla="*/ -407 w 646747"/>
                <a:gd name="connsiteY15" fmla="*/ 312248 h 666743"/>
                <a:gd name="connsiteX16" fmla="*/ 50092 w 646747"/>
                <a:gd name="connsiteY16" fmla="*/ 260115 h 666743"/>
                <a:gd name="connsiteX17" fmla="*/ 51753 w 646747"/>
                <a:gd name="connsiteY17" fmla="*/ 260088 h 666743"/>
                <a:gd name="connsiteX18" fmla="*/ 51753 w 646747"/>
                <a:gd name="connsiteY18" fmla="*/ 62150 h 666743"/>
                <a:gd name="connsiteX19" fmla="*/ 114340 w 646747"/>
                <a:gd name="connsiteY19" fmla="*/ -357 h 666743"/>
                <a:gd name="connsiteX20" fmla="*/ 412018 w 646747"/>
                <a:gd name="connsiteY20" fmla="*/ -357 h 666743"/>
                <a:gd name="connsiteX21" fmla="*/ 531593 w 646747"/>
                <a:gd name="connsiteY21" fmla="*/ 572627 h 666743"/>
                <a:gd name="connsiteX22" fmla="*/ 114340 w 646747"/>
                <a:gd name="connsiteY22" fmla="*/ 572627 h 666743"/>
                <a:gd name="connsiteX23" fmla="*/ 114340 w 646747"/>
                <a:gd name="connsiteY23" fmla="*/ 583882 h 666743"/>
                <a:gd name="connsiteX24" fmla="*/ 134343 w 646747"/>
                <a:gd name="connsiteY24" fmla="*/ 603885 h 666743"/>
                <a:gd name="connsiteX25" fmla="*/ 511590 w 646747"/>
                <a:gd name="connsiteY25" fmla="*/ 603885 h 666743"/>
                <a:gd name="connsiteX26" fmla="*/ 531593 w 646747"/>
                <a:gd name="connsiteY26" fmla="*/ 583882 h 666743"/>
                <a:gd name="connsiteX27" fmla="*/ 531593 w 646747"/>
                <a:gd name="connsiteY27" fmla="*/ 572627 h 666743"/>
                <a:gd name="connsiteX28" fmla="*/ 314965 w 646747"/>
                <a:gd name="connsiteY28" fmla="*/ 361528 h 666743"/>
                <a:gd name="connsiteX29" fmla="*/ 287349 w 646747"/>
                <a:gd name="connsiteY29" fmla="*/ 367609 h 666743"/>
                <a:gd name="connsiteX30" fmla="*/ 266326 w 646747"/>
                <a:gd name="connsiteY30" fmla="*/ 385991 h 666743"/>
                <a:gd name="connsiteX31" fmla="*/ 257725 w 646747"/>
                <a:gd name="connsiteY31" fmla="*/ 403940 h 666743"/>
                <a:gd name="connsiteX32" fmla="*/ 254685 w 646747"/>
                <a:gd name="connsiteY32" fmla="*/ 425402 h 666743"/>
                <a:gd name="connsiteX33" fmla="*/ 266879 w 646747"/>
                <a:gd name="connsiteY33" fmla="*/ 458620 h 666743"/>
                <a:gd name="connsiteX34" fmla="*/ 300830 w 646747"/>
                <a:gd name="connsiteY34" fmla="*/ 470601 h 666743"/>
                <a:gd name="connsiteX35" fmla="*/ 327454 w 646747"/>
                <a:gd name="connsiteY35" fmla="*/ 464627 h 666743"/>
                <a:gd name="connsiteX36" fmla="*/ 348003 w 646747"/>
                <a:gd name="connsiteY36" fmla="*/ 447305 h 666743"/>
                <a:gd name="connsiteX37" fmla="*/ 357451 w 646747"/>
                <a:gd name="connsiteY37" fmla="*/ 428296 h 666743"/>
                <a:gd name="connsiteX38" fmla="*/ 360898 w 646747"/>
                <a:gd name="connsiteY38" fmla="*/ 406213 h 666743"/>
                <a:gd name="connsiteX39" fmla="*/ 348736 w 646747"/>
                <a:gd name="connsiteY39" fmla="*/ 373356 h 666743"/>
                <a:gd name="connsiteX40" fmla="*/ 314965 w 646747"/>
                <a:gd name="connsiteY40" fmla="*/ 361528 h 666743"/>
                <a:gd name="connsiteX41" fmla="*/ 440815 w 646747"/>
                <a:gd name="connsiteY41" fmla="*/ 361381 h 666743"/>
                <a:gd name="connsiteX42" fmla="*/ 409611 w 646747"/>
                <a:gd name="connsiteY42" fmla="*/ 365995 h 666743"/>
                <a:gd name="connsiteX43" fmla="*/ 387268 w 646747"/>
                <a:gd name="connsiteY43" fmla="*/ 380570 h 666743"/>
                <a:gd name="connsiteX44" fmla="*/ 375733 w 646747"/>
                <a:gd name="connsiteY44" fmla="*/ 398626 h 666743"/>
                <a:gd name="connsiteX45" fmla="*/ 371813 w 646747"/>
                <a:gd name="connsiteY45" fmla="*/ 420789 h 666743"/>
                <a:gd name="connsiteX46" fmla="*/ 385728 w 646747"/>
                <a:gd name="connsiteY46" fmla="*/ 457193 h 666743"/>
                <a:gd name="connsiteX47" fmla="*/ 424919 w 646747"/>
                <a:gd name="connsiteY47" fmla="*/ 470161 h 666743"/>
                <a:gd name="connsiteX48" fmla="*/ 444188 w 646747"/>
                <a:gd name="connsiteY48" fmla="*/ 468875 h 666743"/>
                <a:gd name="connsiteX49" fmla="*/ 460737 w 646747"/>
                <a:gd name="connsiteY49" fmla="*/ 465034 h 666743"/>
                <a:gd name="connsiteX50" fmla="*/ 473045 w 646747"/>
                <a:gd name="connsiteY50" fmla="*/ 407453 h 666743"/>
                <a:gd name="connsiteX51" fmla="*/ 429680 w 646747"/>
                <a:gd name="connsiteY51" fmla="*/ 407453 h 666743"/>
                <a:gd name="connsiteX52" fmla="*/ 425646 w 646747"/>
                <a:gd name="connsiteY52" fmla="*/ 426363 h 666743"/>
                <a:gd name="connsiteX53" fmla="*/ 442781 w 646747"/>
                <a:gd name="connsiteY53" fmla="*/ 426363 h 666743"/>
                <a:gd name="connsiteX54" fmla="*/ 438094 w 646747"/>
                <a:gd name="connsiteY54" fmla="*/ 448119 h 666743"/>
                <a:gd name="connsiteX55" fmla="*/ 432233 w 646747"/>
                <a:gd name="connsiteY55" fmla="*/ 449325 h 666743"/>
                <a:gd name="connsiteX56" fmla="*/ 426966 w 646747"/>
                <a:gd name="connsiteY56" fmla="*/ 449725 h 666743"/>
                <a:gd name="connsiteX57" fmla="*/ 407184 w 646747"/>
                <a:gd name="connsiteY57" fmla="*/ 442111 h 666743"/>
                <a:gd name="connsiteX58" fmla="*/ 400003 w 646747"/>
                <a:gd name="connsiteY58" fmla="*/ 421089 h 666743"/>
                <a:gd name="connsiteX59" fmla="*/ 411724 w 646747"/>
                <a:gd name="connsiteY59" fmla="*/ 392152 h 666743"/>
                <a:gd name="connsiteX60" fmla="*/ 444102 w 646747"/>
                <a:gd name="connsiteY60" fmla="*/ 381604 h 666743"/>
                <a:gd name="connsiteX61" fmla="*/ 457177 w 646747"/>
                <a:gd name="connsiteY61" fmla="*/ 383177 h 666743"/>
                <a:gd name="connsiteX62" fmla="*/ 469305 w 646747"/>
                <a:gd name="connsiteY62" fmla="*/ 387904 h 666743"/>
                <a:gd name="connsiteX63" fmla="*/ 475306 w 646747"/>
                <a:gd name="connsiteY63" fmla="*/ 366515 h 666743"/>
                <a:gd name="connsiteX64" fmla="*/ 458823 w 646747"/>
                <a:gd name="connsiteY64" fmla="*/ 362635 h 666743"/>
                <a:gd name="connsiteX65" fmla="*/ 440808 w 646747"/>
                <a:gd name="connsiteY65" fmla="*/ 361388 h 666743"/>
                <a:gd name="connsiteX66" fmla="*/ 216587 w 646747"/>
                <a:gd name="connsiteY66" fmla="*/ 363941 h 666743"/>
                <a:gd name="connsiteX67" fmla="*/ 188536 w 646747"/>
                <a:gd name="connsiteY67" fmla="*/ 363941 h 666743"/>
                <a:gd name="connsiteX68" fmla="*/ 166340 w 646747"/>
                <a:gd name="connsiteY68" fmla="*/ 468034 h 666743"/>
                <a:gd name="connsiteX69" fmla="*/ 237249 w 646747"/>
                <a:gd name="connsiteY69" fmla="*/ 468034 h 666743"/>
                <a:gd name="connsiteX70" fmla="*/ 241783 w 646747"/>
                <a:gd name="connsiteY70" fmla="*/ 447298 h 666743"/>
                <a:gd name="connsiteX71" fmla="*/ 198718 w 646747"/>
                <a:gd name="connsiteY71" fmla="*/ 447298 h 666743"/>
                <a:gd name="connsiteX72" fmla="*/ 216587 w 646747"/>
                <a:gd name="connsiteY72" fmla="*/ 363941 h 666743"/>
                <a:gd name="connsiteX73" fmla="*/ 313132 w 646747"/>
                <a:gd name="connsiteY73" fmla="*/ 380863 h 666743"/>
                <a:gd name="connsiteX74" fmla="*/ 327200 w 646747"/>
                <a:gd name="connsiteY74" fmla="*/ 387091 h 666743"/>
                <a:gd name="connsiteX75" fmla="*/ 332181 w 646747"/>
                <a:gd name="connsiteY75" fmla="*/ 404746 h 666743"/>
                <a:gd name="connsiteX76" fmla="*/ 329914 w 646747"/>
                <a:gd name="connsiteY76" fmla="*/ 421149 h 666743"/>
                <a:gd name="connsiteX77" fmla="*/ 323980 w 646747"/>
                <a:gd name="connsiteY77" fmla="*/ 435364 h 666743"/>
                <a:gd name="connsiteX78" fmla="*/ 313579 w 646747"/>
                <a:gd name="connsiteY78" fmla="*/ 446538 h 666743"/>
                <a:gd name="connsiteX79" fmla="*/ 301777 w 646747"/>
                <a:gd name="connsiteY79" fmla="*/ 450159 h 666743"/>
                <a:gd name="connsiteX80" fmla="*/ 287935 w 646747"/>
                <a:gd name="connsiteY80" fmla="*/ 443825 h 666743"/>
                <a:gd name="connsiteX81" fmla="*/ 282881 w 646747"/>
                <a:gd name="connsiteY81" fmla="*/ 426503 h 666743"/>
                <a:gd name="connsiteX82" fmla="*/ 285148 w 646747"/>
                <a:gd name="connsiteY82" fmla="*/ 409980 h 666743"/>
                <a:gd name="connsiteX83" fmla="*/ 291083 w 646747"/>
                <a:gd name="connsiteY83" fmla="*/ 395592 h 666743"/>
                <a:gd name="connsiteX84" fmla="*/ 301157 w 646747"/>
                <a:gd name="connsiteY84" fmla="*/ 384604 h 666743"/>
                <a:gd name="connsiteX85" fmla="*/ 313139 w 646747"/>
                <a:gd name="connsiteY85" fmla="*/ 380870 h 666743"/>
                <a:gd name="connsiteX86" fmla="*/ 382367 w 646747"/>
                <a:gd name="connsiteY86" fmla="*/ 57150 h 666743"/>
                <a:gd name="connsiteX87" fmla="*/ 134343 w 646747"/>
                <a:gd name="connsiteY87" fmla="*/ 57150 h 666743"/>
                <a:gd name="connsiteX88" fmla="*/ 114340 w 646747"/>
                <a:gd name="connsiteY88" fmla="*/ 77152 h 666743"/>
                <a:gd name="connsiteX89" fmla="*/ 114340 w 646747"/>
                <a:gd name="connsiteY89" fmla="*/ 260088 h 666743"/>
                <a:gd name="connsiteX90" fmla="*/ 531593 w 646747"/>
                <a:gd name="connsiteY90" fmla="*/ 260088 h 666743"/>
                <a:gd name="connsiteX91" fmla="*/ 531593 w 646747"/>
                <a:gd name="connsiteY91" fmla="*/ 206982 h 666743"/>
                <a:gd name="connsiteX92" fmla="*/ 442388 w 646747"/>
                <a:gd name="connsiteY92" fmla="*/ 206982 h 666743"/>
                <a:gd name="connsiteX93" fmla="*/ 382381 w 646747"/>
                <a:gd name="connsiteY93" fmla="*/ 146974 h 666743"/>
                <a:gd name="connsiteX94" fmla="*/ 382361 w 646747"/>
                <a:gd name="connsiteY94" fmla="*/ 57150 h 666743"/>
                <a:gd name="connsiteX95" fmla="*/ 444955 w 646747"/>
                <a:gd name="connsiteY95" fmla="*/ 96115 h 666743"/>
                <a:gd name="connsiteX96" fmla="*/ 444955 w 646747"/>
                <a:gd name="connsiteY96" fmla="*/ 134473 h 666743"/>
                <a:gd name="connsiteX97" fmla="*/ 454956 w 646747"/>
                <a:gd name="connsiteY97" fmla="*/ 144474 h 666743"/>
                <a:gd name="connsiteX98" fmla="*/ 493428 w 646747"/>
                <a:gd name="connsiteY98" fmla="*/ 144474 h 666743"/>
                <a:gd name="connsiteX99" fmla="*/ 444955 w 646747"/>
                <a:gd name="connsiteY99" fmla="*/ 96115 h 66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646747" h="666743">
                  <a:moveTo>
                    <a:pt x="412018" y="-357"/>
                  </a:moveTo>
                  <a:cubicBezTo>
                    <a:pt x="427911" y="-356"/>
                    <a:pt x="443154" y="5951"/>
                    <a:pt x="454403" y="17178"/>
                  </a:cubicBezTo>
                  <a:lnTo>
                    <a:pt x="576565" y="139080"/>
                  </a:lnTo>
                  <a:cubicBezTo>
                    <a:pt x="587843" y="150337"/>
                    <a:pt x="594181" y="165617"/>
                    <a:pt x="594180" y="181552"/>
                  </a:cubicBezTo>
                  <a:lnTo>
                    <a:pt x="594180" y="260095"/>
                  </a:lnTo>
                  <a:cubicBezTo>
                    <a:pt x="622982" y="260095"/>
                    <a:pt x="646333" y="283440"/>
                    <a:pt x="646340" y="312242"/>
                  </a:cubicBezTo>
                  <a:lnTo>
                    <a:pt x="646340" y="520468"/>
                  </a:lnTo>
                  <a:cubicBezTo>
                    <a:pt x="646340" y="548628"/>
                    <a:pt x="623987" y="571704"/>
                    <a:pt x="595841" y="572601"/>
                  </a:cubicBezTo>
                  <a:lnTo>
                    <a:pt x="594180" y="572621"/>
                  </a:lnTo>
                  <a:lnTo>
                    <a:pt x="594180" y="603878"/>
                  </a:lnTo>
                  <a:cubicBezTo>
                    <a:pt x="594180" y="638402"/>
                    <a:pt x="566164" y="666386"/>
                    <a:pt x="531593" y="666386"/>
                  </a:cubicBezTo>
                  <a:lnTo>
                    <a:pt x="114340" y="666386"/>
                  </a:lnTo>
                  <a:cubicBezTo>
                    <a:pt x="79769" y="666386"/>
                    <a:pt x="51753" y="638402"/>
                    <a:pt x="51753" y="603878"/>
                  </a:cubicBezTo>
                  <a:lnTo>
                    <a:pt x="51753" y="572621"/>
                  </a:lnTo>
                  <a:cubicBezTo>
                    <a:pt x="22951" y="572621"/>
                    <a:pt x="-400" y="549276"/>
                    <a:pt x="-407" y="520474"/>
                  </a:cubicBezTo>
                  <a:lnTo>
                    <a:pt x="-407" y="312248"/>
                  </a:lnTo>
                  <a:cubicBezTo>
                    <a:pt x="-407" y="284088"/>
                    <a:pt x="21946" y="261011"/>
                    <a:pt x="50092" y="260115"/>
                  </a:cubicBezTo>
                  <a:lnTo>
                    <a:pt x="51753" y="260088"/>
                  </a:lnTo>
                  <a:lnTo>
                    <a:pt x="51753" y="62150"/>
                  </a:lnTo>
                  <a:cubicBezTo>
                    <a:pt x="51753" y="27626"/>
                    <a:pt x="79769" y="-357"/>
                    <a:pt x="114340" y="-357"/>
                  </a:cubicBezTo>
                  <a:lnTo>
                    <a:pt x="412018" y="-357"/>
                  </a:lnTo>
                  <a:close/>
                  <a:moveTo>
                    <a:pt x="531593" y="572627"/>
                  </a:moveTo>
                  <a:lnTo>
                    <a:pt x="114340" y="572627"/>
                  </a:lnTo>
                  <a:lnTo>
                    <a:pt x="114340" y="583882"/>
                  </a:lnTo>
                  <a:cubicBezTo>
                    <a:pt x="114340" y="594929"/>
                    <a:pt x="123296" y="603885"/>
                    <a:pt x="134343" y="603885"/>
                  </a:cubicBezTo>
                  <a:lnTo>
                    <a:pt x="511590" y="603885"/>
                  </a:lnTo>
                  <a:cubicBezTo>
                    <a:pt x="522637" y="603885"/>
                    <a:pt x="531593" y="594929"/>
                    <a:pt x="531593" y="583882"/>
                  </a:cubicBezTo>
                  <a:lnTo>
                    <a:pt x="531593" y="572627"/>
                  </a:lnTo>
                  <a:close/>
                  <a:moveTo>
                    <a:pt x="314965" y="361528"/>
                  </a:moveTo>
                  <a:cubicBezTo>
                    <a:pt x="304618" y="361528"/>
                    <a:pt x="295410" y="363555"/>
                    <a:pt x="287349" y="367609"/>
                  </a:cubicBezTo>
                  <a:cubicBezTo>
                    <a:pt x="279294" y="371662"/>
                    <a:pt x="272280" y="377790"/>
                    <a:pt x="266326" y="385991"/>
                  </a:cubicBezTo>
                  <a:cubicBezTo>
                    <a:pt x="262619" y="391071"/>
                    <a:pt x="259745" y="397059"/>
                    <a:pt x="257725" y="403940"/>
                  </a:cubicBezTo>
                  <a:cubicBezTo>
                    <a:pt x="255686" y="410911"/>
                    <a:pt x="254662" y="418139"/>
                    <a:pt x="254685" y="425402"/>
                  </a:cubicBezTo>
                  <a:cubicBezTo>
                    <a:pt x="254685" y="439564"/>
                    <a:pt x="258752" y="450639"/>
                    <a:pt x="266879" y="458620"/>
                  </a:cubicBezTo>
                  <a:cubicBezTo>
                    <a:pt x="275014" y="466608"/>
                    <a:pt x="286329" y="470601"/>
                    <a:pt x="300830" y="470601"/>
                  </a:cubicBezTo>
                  <a:cubicBezTo>
                    <a:pt x="310545" y="470601"/>
                    <a:pt x="319426" y="468608"/>
                    <a:pt x="327454" y="464627"/>
                  </a:cubicBezTo>
                  <a:cubicBezTo>
                    <a:pt x="335488" y="460647"/>
                    <a:pt x="342342" y="454873"/>
                    <a:pt x="348003" y="447305"/>
                  </a:cubicBezTo>
                  <a:cubicBezTo>
                    <a:pt x="352003" y="441884"/>
                    <a:pt x="355157" y="435550"/>
                    <a:pt x="357451" y="428296"/>
                  </a:cubicBezTo>
                  <a:cubicBezTo>
                    <a:pt x="359751" y="421042"/>
                    <a:pt x="360898" y="413681"/>
                    <a:pt x="360898" y="406213"/>
                  </a:cubicBezTo>
                  <a:cubicBezTo>
                    <a:pt x="360898" y="392198"/>
                    <a:pt x="356844" y="381244"/>
                    <a:pt x="348736" y="373356"/>
                  </a:cubicBezTo>
                  <a:cubicBezTo>
                    <a:pt x="340629" y="365468"/>
                    <a:pt x="329374" y="361528"/>
                    <a:pt x="314965" y="361528"/>
                  </a:cubicBezTo>
                  <a:close/>
                  <a:moveTo>
                    <a:pt x="440815" y="361381"/>
                  </a:moveTo>
                  <a:cubicBezTo>
                    <a:pt x="428553" y="361381"/>
                    <a:pt x="418152" y="362915"/>
                    <a:pt x="409611" y="365995"/>
                  </a:cubicBezTo>
                  <a:cubicBezTo>
                    <a:pt x="401123" y="369033"/>
                    <a:pt x="393469" y="374026"/>
                    <a:pt x="387268" y="380570"/>
                  </a:cubicBezTo>
                  <a:cubicBezTo>
                    <a:pt x="382207" y="385720"/>
                    <a:pt x="378278" y="391869"/>
                    <a:pt x="375733" y="398626"/>
                  </a:cubicBezTo>
                  <a:cubicBezTo>
                    <a:pt x="373079" y="405711"/>
                    <a:pt x="371750" y="413223"/>
                    <a:pt x="371813" y="420789"/>
                  </a:cubicBezTo>
                  <a:cubicBezTo>
                    <a:pt x="371813" y="436417"/>
                    <a:pt x="376447" y="448552"/>
                    <a:pt x="385728" y="457193"/>
                  </a:cubicBezTo>
                  <a:cubicBezTo>
                    <a:pt x="395009" y="465834"/>
                    <a:pt x="408064" y="470161"/>
                    <a:pt x="424919" y="470161"/>
                  </a:cubicBezTo>
                  <a:cubicBezTo>
                    <a:pt x="431900" y="470161"/>
                    <a:pt x="438321" y="469735"/>
                    <a:pt x="444188" y="468875"/>
                  </a:cubicBezTo>
                  <a:cubicBezTo>
                    <a:pt x="449806" y="468077"/>
                    <a:pt x="455343" y="466792"/>
                    <a:pt x="460737" y="465034"/>
                  </a:cubicBezTo>
                  <a:lnTo>
                    <a:pt x="473045" y="407453"/>
                  </a:lnTo>
                  <a:lnTo>
                    <a:pt x="429680" y="407453"/>
                  </a:lnTo>
                  <a:lnTo>
                    <a:pt x="425646" y="426363"/>
                  </a:lnTo>
                  <a:lnTo>
                    <a:pt x="442781" y="426363"/>
                  </a:lnTo>
                  <a:lnTo>
                    <a:pt x="438094" y="448119"/>
                  </a:lnTo>
                  <a:cubicBezTo>
                    <a:pt x="436163" y="448621"/>
                    <a:pt x="434206" y="449023"/>
                    <a:pt x="432233" y="449325"/>
                  </a:cubicBezTo>
                  <a:cubicBezTo>
                    <a:pt x="430433" y="449592"/>
                    <a:pt x="428673" y="449725"/>
                    <a:pt x="426966" y="449725"/>
                  </a:cubicBezTo>
                  <a:cubicBezTo>
                    <a:pt x="418565" y="449725"/>
                    <a:pt x="411964" y="447192"/>
                    <a:pt x="407184" y="442111"/>
                  </a:cubicBezTo>
                  <a:cubicBezTo>
                    <a:pt x="402396" y="437031"/>
                    <a:pt x="400003" y="430023"/>
                    <a:pt x="400003" y="421089"/>
                  </a:cubicBezTo>
                  <a:cubicBezTo>
                    <a:pt x="400003" y="408827"/>
                    <a:pt x="403910" y="399186"/>
                    <a:pt x="411724" y="392152"/>
                  </a:cubicBezTo>
                  <a:cubicBezTo>
                    <a:pt x="419539" y="385124"/>
                    <a:pt x="430327" y="381604"/>
                    <a:pt x="444102" y="381604"/>
                  </a:cubicBezTo>
                  <a:cubicBezTo>
                    <a:pt x="448642" y="381604"/>
                    <a:pt x="453003" y="382130"/>
                    <a:pt x="457177" y="383177"/>
                  </a:cubicBezTo>
                  <a:cubicBezTo>
                    <a:pt x="461399" y="384245"/>
                    <a:pt x="465473" y="385833"/>
                    <a:pt x="469305" y="387904"/>
                  </a:cubicBezTo>
                  <a:lnTo>
                    <a:pt x="475306" y="366515"/>
                  </a:lnTo>
                  <a:cubicBezTo>
                    <a:pt x="469937" y="364735"/>
                    <a:pt x="464422" y="363437"/>
                    <a:pt x="458823" y="362635"/>
                  </a:cubicBezTo>
                  <a:cubicBezTo>
                    <a:pt x="452856" y="361786"/>
                    <a:pt x="446835" y="361370"/>
                    <a:pt x="440808" y="361388"/>
                  </a:cubicBezTo>
                  <a:close/>
                  <a:moveTo>
                    <a:pt x="216587" y="363941"/>
                  </a:moveTo>
                  <a:lnTo>
                    <a:pt x="188536" y="363941"/>
                  </a:lnTo>
                  <a:lnTo>
                    <a:pt x="166340" y="468034"/>
                  </a:lnTo>
                  <a:lnTo>
                    <a:pt x="237249" y="468034"/>
                  </a:lnTo>
                  <a:lnTo>
                    <a:pt x="241783" y="447298"/>
                  </a:lnTo>
                  <a:lnTo>
                    <a:pt x="198718" y="447298"/>
                  </a:lnTo>
                  <a:lnTo>
                    <a:pt x="216587" y="363941"/>
                  </a:lnTo>
                  <a:close/>
                  <a:moveTo>
                    <a:pt x="313132" y="380863"/>
                  </a:moveTo>
                  <a:cubicBezTo>
                    <a:pt x="319193" y="380863"/>
                    <a:pt x="323880" y="382944"/>
                    <a:pt x="327200" y="387091"/>
                  </a:cubicBezTo>
                  <a:cubicBezTo>
                    <a:pt x="330521" y="391245"/>
                    <a:pt x="332181" y="397126"/>
                    <a:pt x="332181" y="404746"/>
                  </a:cubicBezTo>
                  <a:cubicBezTo>
                    <a:pt x="332181" y="410067"/>
                    <a:pt x="331428" y="415541"/>
                    <a:pt x="329914" y="421149"/>
                  </a:cubicBezTo>
                  <a:cubicBezTo>
                    <a:pt x="328394" y="426769"/>
                    <a:pt x="326420" y="431510"/>
                    <a:pt x="323980" y="435364"/>
                  </a:cubicBezTo>
                  <a:cubicBezTo>
                    <a:pt x="320660" y="440398"/>
                    <a:pt x="317192" y="444118"/>
                    <a:pt x="313579" y="446538"/>
                  </a:cubicBezTo>
                  <a:cubicBezTo>
                    <a:pt x="310102" y="448912"/>
                    <a:pt x="305987" y="450175"/>
                    <a:pt x="301777" y="450159"/>
                  </a:cubicBezTo>
                  <a:cubicBezTo>
                    <a:pt x="295923" y="450159"/>
                    <a:pt x="291309" y="448052"/>
                    <a:pt x="287935" y="443825"/>
                  </a:cubicBezTo>
                  <a:cubicBezTo>
                    <a:pt x="284568" y="439604"/>
                    <a:pt x="282881" y="433823"/>
                    <a:pt x="282881" y="426503"/>
                  </a:cubicBezTo>
                  <a:cubicBezTo>
                    <a:pt x="282881" y="421129"/>
                    <a:pt x="283642" y="415621"/>
                    <a:pt x="285148" y="409980"/>
                  </a:cubicBezTo>
                  <a:cubicBezTo>
                    <a:pt x="286669" y="404340"/>
                    <a:pt x="288649" y="399546"/>
                    <a:pt x="291083" y="395592"/>
                  </a:cubicBezTo>
                  <a:cubicBezTo>
                    <a:pt x="294070" y="390751"/>
                    <a:pt x="297423" y="387091"/>
                    <a:pt x="301157" y="384604"/>
                  </a:cubicBezTo>
                  <a:cubicBezTo>
                    <a:pt x="304683" y="382179"/>
                    <a:pt x="308860" y="380877"/>
                    <a:pt x="313139" y="380870"/>
                  </a:cubicBezTo>
                  <a:close/>
                  <a:moveTo>
                    <a:pt x="382367" y="57150"/>
                  </a:moveTo>
                  <a:lnTo>
                    <a:pt x="134343" y="57150"/>
                  </a:lnTo>
                  <a:cubicBezTo>
                    <a:pt x="123296" y="57150"/>
                    <a:pt x="114340" y="66105"/>
                    <a:pt x="114340" y="77152"/>
                  </a:cubicBezTo>
                  <a:lnTo>
                    <a:pt x="114340" y="260088"/>
                  </a:lnTo>
                  <a:lnTo>
                    <a:pt x="531593" y="260088"/>
                  </a:lnTo>
                  <a:lnTo>
                    <a:pt x="531593" y="206982"/>
                  </a:lnTo>
                  <a:lnTo>
                    <a:pt x="442388" y="206982"/>
                  </a:lnTo>
                  <a:cubicBezTo>
                    <a:pt x="409251" y="206975"/>
                    <a:pt x="382387" y="180112"/>
                    <a:pt x="382381" y="146974"/>
                  </a:cubicBezTo>
                  <a:lnTo>
                    <a:pt x="382361" y="57150"/>
                  </a:lnTo>
                  <a:close/>
                  <a:moveTo>
                    <a:pt x="444955" y="96115"/>
                  </a:moveTo>
                  <a:lnTo>
                    <a:pt x="444955" y="134473"/>
                  </a:lnTo>
                  <a:cubicBezTo>
                    <a:pt x="444955" y="139996"/>
                    <a:pt x="449433" y="144474"/>
                    <a:pt x="454956" y="144474"/>
                  </a:cubicBezTo>
                  <a:lnTo>
                    <a:pt x="493428" y="144474"/>
                  </a:lnTo>
                  <a:lnTo>
                    <a:pt x="444955" y="96115"/>
                  </a:lnTo>
                  <a:close/>
                </a:path>
              </a:pathLst>
            </a:custGeom>
            <a:solidFill>
              <a:srgbClr val="2C2C2C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多边形: 形状 127">
              <a:extLst>
                <a:ext uri="{FF2B5EF4-FFF2-40B4-BE49-F238E27FC236}">
                  <a16:creationId xmlns:a16="http://schemas.microsoft.com/office/drawing/2014/main" id="{981F69D4-D316-3136-B797-D570926E1C8E}"/>
                </a:ext>
              </a:extLst>
            </p:cNvPr>
            <p:cNvSpPr/>
            <p:nvPr/>
          </p:nvSpPr>
          <p:spPr>
            <a:xfrm>
              <a:off x="3805237" y="1757362"/>
              <a:ext cx="342709" cy="9525"/>
            </a:xfrm>
            <a:custGeom>
              <a:avLst/>
              <a:gdLst>
                <a:gd name="connsiteX0" fmla="*/ 0 w 342709"/>
                <a:gd name="connsiteY0" fmla="*/ 0 h 9525"/>
                <a:gd name="connsiteX1" fmla="*/ 342710 w 34270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2709" h="9525">
                  <a:moveTo>
                    <a:pt x="0" y="0"/>
                  </a:moveTo>
                  <a:lnTo>
                    <a:pt x="34271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29" name="图形 4">
              <a:extLst>
                <a:ext uri="{FF2B5EF4-FFF2-40B4-BE49-F238E27FC236}">
                  <a16:creationId xmlns:a16="http://schemas.microsoft.com/office/drawing/2014/main" id="{2CB3D414-20B5-7437-D299-4D5BA4E60E5F}"/>
                </a:ext>
              </a:extLst>
            </p:cNvPr>
            <p:cNvGrpSpPr/>
            <p:nvPr/>
          </p:nvGrpSpPr>
          <p:grpSpPr>
            <a:xfrm>
              <a:off x="4624196" y="1757362"/>
              <a:ext cx="701992" cy="400050"/>
              <a:chOff x="4624196" y="1757362"/>
              <a:chExt cx="701992" cy="400050"/>
            </a:xfrm>
          </p:grpSpPr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E3FE2D56-1CFD-476C-F538-C5C8D970EDC6}"/>
                  </a:ext>
                </a:extLst>
              </p:cNvPr>
              <p:cNvSpPr/>
              <p:nvPr/>
            </p:nvSpPr>
            <p:spPr>
              <a:xfrm>
                <a:off x="4624196" y="1757362"/>
                <a:ext cx="651986" cy="366712"/>
              </a:xfrm>
              <a:custGeom>
                <a:avLst/>
                <a:gdLst>
                  <a:gd name="connsiteX0" fmla="*/ 0 w 651986"/>
                  <a:gd name="connsiteY0" fmla="*/ 0 h 366712"/>
                  <a:gd name="connsiteX1" fmla="*/ 228790 w 651986"/>
                  <a:gd name="connsiteY1" fmla="*/ 476 h 366712"/>
                  <a:gd name="connsiteX2" fmla="*/ 324040 w 651986"/>
                  <a:gd name="connsiteY2" fmla="*/ 95917 h 366712"/>
                  <a:gd name="connsiteX3" fmla="*/ 324040 w 651986"/>
                  <a:gd name="connsiteY3" fmla="*/ 271463 h 366712"/>
                  <a:gd name="connsiteX4" fmla="*/ 419290 w 651986"/>
                  <a:gd name="connsiteY4" fmla="*/ 366713 h 366712"/>
                  <a:gd name="connsiteX5" fmla="*/ 651986 w 651986"/>
                  <a:gd name="connsiteY5" fmla="*/ 366713 h 366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986" h="366712">
                    <a:moveTo>
                      <a:pt x="0" y="0"/>
                    </a:moveTo>
                    <a:lnTo>
                      <a:pt x="228790" y="476"/>
                    </a:lnTo>
                    <a:cubicBezTo>
                      <a:pt x="292290" y="603"/>
                      <a:pt x="324040" y="32417"/>
                      <a:pt x="324040" y="95917"/>
                    </a:cubicBezTo>
                    <a:lnTo>
                      <a:pt x="324040" y="271463"/>
                    </a:lnTo>
                    <a:cubicBezTo>
                      <a:pt x="324040" y="334963"/>
                      <a:pt x="355791" y="366713"/>
                      <a:pt x="419290" y="366713"/>
                    </a:cubicBezTo>
                    <a:lnTo>
                      <a:pt x="651986" y="366713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: 形状 130">
                <a:extLst>
                  <a:ext uri="{FF2B5EF4-FFF2-40B4-BE49-F238E27FC236}">
                    <a16:creationId xmlns:a16="http://schemas.microsoft.com/office/drawing/2014/main" id="{AFCAEDD1-B92B-4A59-0B79-C0F125FB52A8}"/>
                  </a:ext>
                </a:extLst>
              </p:cNvPr>
              <p:cNvSpPr/>
              <p:nvPr/>
            </p:nvSpPr>
            <p:spPr>
              <a:xfrm>
                <a:off x="5259513" y="2090737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32" name="图形 4">
              <a:extLst>
                <a:ext uri="{FF2B5EF4-FFF2-40B4-BE49-F238E27FC236}">
                  <a16:creationId xmlns:a16="http://schemas.microsoft.com/office/drawing/2014/main" id="{A0002865-292B-FF1E-11CB-554410E24EBF}"/>
                </a:ext>
              </a:extLst>
            </p:cNvPr>
            <p:cNvGrpSpPr/>
            <p:nvPr/>
          </p:nvGrpSpPr>
          <p:grpSpPr>
            <a:xfrm>
              <a:off x="4624196" y="1382268"/>
              <a:ext cx="738377" cy="375571"/>
              <a:chOff x="4624196" y="1382268"/>
              <a:chExt cx="738377" cy="375571"/>
            </a:xfrm>
          </p:grpSpPr>
          <p:sp>
            <p:nvSpPr>
              <p:cNvPr id="133" name="任意多边形: 形状 132">
                <a:extLst>
                  <a:ext uri="{FF2B5EF4-FFF2-40B4-BE49-F238E27FC236}">
                    <a16:creationId xmlns:a16="http://schemas.microsoft.com/office/drawing/2014/main" id="{2E1697C9-EBCC-5D3C-4294-E1271AA14A66}"/>
                  </a:ext>
                </a:extLst>
              </p:cNvPr>
              <p:cNvSpPr/>
              <p:nvPr/>
            </p:nvSpPr>
            <p:spPr>
              <a:xfrm>
                <a:off x="4624196" y="1419225"/>
                <a:ext cx="705040" cy="338614"/>
              </a:xfrm>
              <a:custGeom>
                <a:avLst/>
                <a:gdLst>
                  <a:gd name="connsiteX0" fmla="*/ 0 w 705040"/>
                  <a:gd name="connsiteY0" fmla="*/ 338138 h 338614"/>
                  <a:gd name="connsiteX1" fmla="*/ 228790 w 705040"/>
                  <a:gd name="connsiteY1" fmla="*/ 338614 h 338614"/>
                  <a:gd name="connsiteX2" fmla="*/ 324040 w 705040"/>
                  <a:gd name="connsiteY2" fmla="*/ 243554 h 338614"/>
                  <a:gd name="connsiteX3" fmla="*/ 324040 w 705040"/>
                  <a:gd name="connsiteY3" fmla="*/ 95250 h 338614"/>
                  <a:gd name="connsiteX4" fmla="*/ 419290 w 705040"/>
                  <a:gd name="connsiteY4" fmla="*/ 0 h 338614"/>
                  <a:gd name="connsiteX5" fmla="*/ 609790 w 705040"/>
                  <a:gd name="connsiteY5" fmla="*/ 0 h 338614"/>
                  <a:gd name="connsiteX6" fmla="*/ 705040 w 705040"/>
                  <a:gd name="connsiteY6" fmla="*/ 6477 h 338614"/>
                  <a:gd name="connsiteX7" fmla="*/ 705040 w 705040"/>
                  <a:gd name="connsiteY7" fmla="*/ 13049 h 338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05040" h="338614">
                    <a:moveTo>
                      <a:pt x="0" y="338138"/>
                    </a:moveTo>
                    <a:lnTo>
                      <a:pt x="228790" y="338614"/>
                    </a:lnTo>
                    <a:cubicBezTo>
                      <a:pt x="292290" y="338741"/>
                      <a:pt x="324040" y="307054"/>
                      <a:pt x="324040" y="243554"/>
                    </a:cubicBezTo>
                    <a:lnTo>
                      <a:pt x="324040" y="95250"/>
                    </a:lnTo>
                    <a:cubicBezTo>
                      <a:pt x="324040" y="31750"/>
                      <a:pt x="355791" y="0"/>
                      <a:pt x="419290" y="0"/>
                    </a:cubicBezTo>
                    <a:lnTo>
                      <a:pt x="609790" y="0"/>
                    </a:lnTo>
                    <a:cubicBezTo>
                      <a:pt x="673290" y="0"/>
                      <a:pt x="705040" y="2159"/>
                      <a:pt x="705040" y="6477"/>
                    </a:cubicBezTo>
                    <a:lnTo>
                      <a:pt x="705040" y="13049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4" name="任意多边形: 形状 133">
                <a:extLst>
                  <a:ext uri="{FF2B5EF4-FFF2-40B4-BE49-F238E27FC236}">
                    <a16:creationId xmlns:a16="http://schemas.microsoft.com/office/drawing/2014/main" id="{AC6A9BA4-525E-2A0B-B187-21D406502EE7}"/>
                  </a:ext>
                </a:extLst>
              </p:cNvPr>
              <p:cNvSpPr/>
              <p:nvPr/>
            </p:nvSpPr>
            <p:spPr>
              <a:xfrm>
                <a:off x="5295899" y="1382268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35" name="图形 4">
              <a:extLst>
                <a:ext uri="{FF2B5EF4-FFF2-40B4-BE49-F238E27FC236}">
                  <a16:creationId xmlns:a16="http://schemas.microsoft.com/office/drawing/2014/main" id="{9E8CF192-075F-D99E-93E5-13DE33D8F459}"/>
                </a:ext>
              </a:extLst>
            </p:cNvPr>
            <p:cNvGrpSpPr/>
            <p:nvPr/>
          </p:nvGrpSpPr>
          <p:grpSpPr>
            <a:xfrm>
              <a:off x="4147946" y="1376362"/>
              <a:ext cx="476250" cy="762000"/>
              <a:chOff x="4147946" y="1376362"/>
              <a:chExt cx="476250" cy="762000"/>
            </a:xfrm>
            <a:solidFill>
              <a:srgbClr val="D5E8D4"/>
            </a:solidFill>
          </p:grpSpPr>
          <p:sp>
            <p:nvSpPr>
              <p:cNvPr id="136" name="任意多边形: 形状 135">
                <a:extLst>
                  <a:ext uri="{FF2B5EF4-FFF2-40B4-BE49-F238E27FC236}">
                    <a16:creationId xmlns:a16="http://schemas.microsoft.com/office/drawing/2014/main" id="{11DF9CAA-408C-BEC3-6839-DD5C80C32B94}"/>
                  </a:ext>
                </a:extLst>
              </p:cNvPr>
              <p:cNvSpPr/>
              <p:nvPr/>
            </p:nvSpPr>
            <p:spPr>
              <a:xfrm rot="5400000">
                <a:off x="4005071" y="1519237"/>
                <a:ext cx="762000" cy="476250"/>
              </a:xfrm>
              <a:custGeom>
                <a:avLst/>
                <a:gdLst>
                  <a:gd name="connsiteX0" fmla="*/ 0 w 762000"/>
                  <a:gd name="connsiteY0" fmla="*/ 476250 h 476250"/>
                  <a:gd name="connsiteX1" fmla="*/ 142875 w 762000"/>
                  <a:gd name="connsiteY1" fmla="*/ 0 h 476250"/>
                  <a:gd name="connsiteX2" fmla="*/ 619125 w 762000"/>
                  <a:gd name="connsiteY2" fmla="*/ 0 h 476250"/>
                  <a:gd name="connsiteX3" fmla="*/ 762000 w 762000"/>
                  <a:gd name="connsiteY3" fmla="*/ 47625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0" h="476250">
                    <a:moveTo>
                      <a:pt x="0" y="476250"/>
                    </a:moveTo>
                    <a:lnTo>
                      <a:pt x="142875" y="0"/>
                    </a:lnTo>
                    <a:lnTo>
                      <a:pt x="619125" y="0"/>
                    </a:lnTo>
                    <a:lnTo>
                      <a:pt x="762000" y="476250"/>
                    </a:lnTo>
                    <a:close/>
                  </a:path>
                </a:pathLst>
              </a:custGeom>
              <a:solidFill>
                <a:srgbClr val="D5E8D4"/>
              </a:solidFill>
              <a:ln w="9525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37" name="图片 136">
                <a:extLst>
                  <a:ext uri="{FF2B5EF4-FFF2-40B4-BE49-F238E27FC236}">
                    <a16:creationId xmlns:a16="http://schemas.microsoft.com/office/drawing/2014/main" id="{425A6D09-A940-E2E3-F510-C88378A59E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52899" y="1657350"/>
                <a:ext cx="457200" cy="252412"/>
              </a:xfrm>
              <a:custGeom>
                <a:avLst/>
                <a:gdLst>
                  <a:gd name="connsiteX0" fmla="*/ -1 w 457200"/>
                  <a:gd name="connsiteY0" fmla="*/ -1 h 252412"/>
                  <a:gd name="connsiteX1" fmla="*/ 457200 w 457200"/>
                  <a:gd name="connsiteY1" fmla="*/ -1 h 252412"/>
                  <a:gd name="connsiteX2" fmla="*/ 457200 w 457200"/>
                  <a:gd name="connsiteY2" fmla="*/ 252412 h 252412"/>
                  <a:gd name="connsiteX3" fmla="*/ -1 w 457200"/>
                  <a:gd name="connsiteY3" fmla="*/ 252412 h 252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7200" h="252412">
                    <a:moveTo>
                      <a:pt x="-1" y="-1"/>
                    </a:moveTo>
                    <a:lnTo>
                      <a:pt x="457200" y="-1"/>
                    </a:lnTo>
                    <a:lnTo>
                      <a:pt x="457200" y="252412"/>
                    </a:lnTo>
                    <a:lnTo>
                      <a:pt x="-1" y="252412"/>
                    </a:lnTo>
                    <a:close/>
                  </a:path>
                </a:pathLst>
              </a:custGeom>
            </p:spPr>
          </p:pic>
        </p:grpSp>
        <p:grpSp>
          <p:nvGrpSpPr>
            <p:cNvPr id="138" name="图形 4">
              <a:extLst>
                <a:ext uri="{FF2B5EF4-FFF2-40B4-BE49-F238E27FC236}">
                  <a16:creationId xmlns:a16="http://schemas.microsoft.com/office/drawing/2014/main" id="{3D15CAEA-32E5-F108-A826-81016A0D2F79}"/>
                </a:ext>
              </a:extLst>
            </p:cNvPr>
            <p:cNvGrpSpPr/>
            <p:nvPr/>
          </p:nvGrpSpPr>
          <p:grpSpPr>
            <a:xfrm>
              <a:off x="5233987" y="1133475"/>
              <a:ext cx="1524000" cy="476250"/>
              <a:chOff x="5233987" y="1133475"/>
              <a:chExt cx="1524000" cy="476250"/>
            </a:xfrm>
            <a:solidFill>
              <a:srgbClr val="FFFFDC"/>
            </a:solidFill>
          </p:grpSpPr>
          <p:sp>
            <p:nvSpPr>
              <p:cNvPr id="139" name="任意多边形: 形状 138">
                <a:extLst>
                  <a:ext uri="{FF2B5EF4-FFF2-40B4-BE49-F238E27FC236}">
                    <a16:creationId xmlns:a16="http://schemas.microsoft.com/office/drawing/2014/main" id="{8DAF01AB-F67A-8577-3144-C7C3EEEAB275}"/>
                  </a:ext>
                </a:extLst>
              </p:cNvPr>
              <p:cNvSpPr/>
              <p:nvPr/>
            </p:nvSpPr>
            <p:spPr>
              <a:xfrm>
                <a:off x="5233987" y="1133475"/>
                <a:ext cx="1524000" cy="476250"/>
              </a:xfrm>
              <a:custGeom>
                <a:avLst/>
                <a:gdLst>
                  <a:gd name="connsiteX0" fmla="*/ 0 w 1524000"/>
                  <a:gd name="connsiteY0" fmla="*/ 476250 h 476250"/>
                  <a:gd name="connsiteX1" fmla="*/ 190500 w 1524000"/>
                  <a:gd name="connsiteY1" fmla="*/ 0 h 476250"/>
                  <a:gd name="connsiteX2" fmla="*/ 1524000 w 1524000"/>
                  <a:gd name="connsiteY2" fmla="*/ 0 h 476250"/>
                  <a:gd name="connsiteX3" fmla="*/ 1333500 w 1524000"/>
                  <a:gd name="connsiteY3" fmla="*/ 47625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4000" h="476250">
                    <a:moveTo>
                      <a:pt x="0" y="476250"/>
                    </a:moveTo>
                    <a:lnTo>
                      <a:pt x="190500" y="0"/>
                    </a:lnTo>
                    <a:lnTo>
                      <a:pt x="1524000" y="0"/>
                    </a:lnTo>
                    <a:lnTo>
                      <a:pt x="1333500" y="476250"/>
                    </a:lnTo>
                    <a:close/>
                  </a:path>
                </a:pathLst>
              </a:custGeom>
              <a:solidFill>
                <a:srgbClr val="FFFFDC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40" name="图片 139">
                <a:extLst>
                  <a:ext uri="{FF2B5EF4-FFF2-40B4-BE49-F238E27FC236}">
                    <a16:creationId xmlns:a16="http://schemas.microsoft.com/office/drawing/2014/main" id="{34746890-0FF6-6B7F-E0D4-BA73BA8FB0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38749" y="1257300"/>
                <a:ext cx="1504950" cy="276225"/>
              </a:xfrm>
              <a:custGeom>
                <a:avLst/>
                <a:gdLst>
                  <a:gd name="connsiteX0" fmla="*/ -1 w 1504950"/>
                  <a:gd name="connsiteY0" fmla="*/ -1 h 276225"/>
                  <a:gd name="connsiteX1" fmla="*/ 1504950 w 1504950"/>
                  <a:gd name="connsiteY1" fmla="*/ -1 h 276225"/>
                  <a:gd name="connsiteX2" fmla="*/ 1504950 w 1504950"/>
                  <a:gd name="connsiteY2" fmla="*/ 276225 h 276225"/>
                  <a:gd name="connsiteX3" fmla="*/ -1 w 1504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4950" h="276225">
                    <a:moveTo>
                      <a:pt x="-1" y="-1"/>
                    </a:moveTo>
                    <a:lnTo>
                      <a:pt x="1504950" y="-1"/>
                    </a:lnTo>
                    <a:lnTo>
                      <a:pt x="1504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141" name="图形 4">
              <a:extLst>
                <a:ext uri="{FF2B5EF4-FFF2-40B4-BE49-F238E27FC236}">
                  <a16:creationId xmlns:a16="http://schemas.microsoft.com/office/drawing/2014/main" id="{2CF8AB82-2260-D90A-6211-684E807EBE07}"/>
                </a:ext>
              </a:extLst>
            </p:cNvPr>
            <p:cNvGrpSpPr/>
            <p:nvPr/>
          </p:nvGrpSpPr>
          <p:grpSpPr>
            <a:xfrm>
              <a:off x="6662737" y="1721738"/>
              <a:ext cx="675132" cy="421386"/>
              <a:chOff x="6662737" y="1721738"/>
              <a:chExt cx="675132" cy="421386"/>
            </a:xfrm>
          </p:grpSpPr>
          <p:sp>
            <p:nvSpPr>
              <p:cNvPr id="142" name="任意多边形: 形状 141">
                <a:extLst>
                  <a:ext uri="{FF2B5EF4-FFF2-40B4-BE49-F238E27FC236}">
                    <a16:creationId xmlns:a16="http://schemas.microsoft.com/office/drawing/2014/main" id="{594DBCC8-EBED-1B77-6D91-390FEC344559}"/>
                  </a:ext>
                </a:extLst>
              </p:cNvPr>
              <p:cNvSpPr/>
              <p:nvPr/>
            </p:nvSpPr>
            <p:spPr>
              <a:xfrm>
                <a:off x="6662737" y="1755076"/>
                <a:ext cx="625125" cy="388048"/>
              </a:xfrm>
              <a:custGeom>
                <a:avLst/>
                <a:gdLst>
                  <a:gd name="connsiteX0" fmla="*/ 0 w 625125"/>
                  <a:gd name="connsiteY0" fmla="*/ 388049 h 388048"/>
                  <a:gd name="connsiteX1" fmla="*/ 285750 w 625125"/>
                  <a:gd name="connsiteY1" fmla="*/ 388049 h 388048"/>
                  <a:gd name="connsiteX2" fmla="*/ 381000 w 625125"/>
                  <a:gd name="connsiteY2" fmla="*/ 292799 h 388048"/>
                  <a:gd name="connsiteX3" fmla="*/ 381000 w 625125"/>
                  <a:gd name="connsiteY3" fmla="*/ 95536 h 388048"/>
                  <a:gd name="connsiteX4" fmla="*/ 476250 w 625125"/>
                  <a:gd name="connsiteY4" fmla="*/ 95 h 388048"/>
                  <a:gd name="connsiteX5" fmla="*/ 625126 w 625125"/>
                  <a:gd name="connsiteY5" fmla="*/ 0 h 388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25125" h="388048">
                    <a:moveTo>
                      <a:pt x="0" y="388049"/>
                    </a:moveTo>
                    <a:lnTo>
                      <a:pt x="285750" y="388049"/>
                    </a:lnTo>
                    <a:cubicBezTo>
                      <a:pt x="349250" y="388049"/>
                      <a:pt x="381000" y="356299"/>
                      <a:pt x="381000" y="292799"/>
                    </a:cubicBezTo>
                    <a:lnTo>
                      <a:pt x="381000" y="95536"/>
                    </a:lnTo>
                    <a:cubicBezTo>
                      <a:pt x="381000" y="32036"/>
                      <a:pt x="412750" y="222"/>
                      <a:pt x="476250" y="95"/>
                    </a:cubicBezTo>
                    <a:lnTo>
                      <a:pt x="625126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3" name="任意多边形: 形状 142">
                <a:extLst>
                  <a:ext uri="{FF2B5EF4-FFF2-40B4-BE49-F238E27FC236}">
                    <a16:creationId xmlns:a16="http://schemas.microsoft.com/office/drawing/2014/main" id="{C4C17EF7-4C93-788B-83A9-766E2E081107}"/>
                  </a:ext>
                </a:extLst>
              </p:cNvPr>
              <p:cNvSpPr/>
              <p:nvPr/>
            </p:nvSpPr>
            <p:spPr>
              <a:xfrm>
                <a:off x="7271194" y="1721738"/>
                <a:ext cx="66675" cy="66675"/>
              </a:xfrm>
              <a:custGeom>
                <a:avLst/>
                <a:gdLst>
                  <a:gd name="connsiteX0" fmla="*/ 66675 w 66675"/>
                  <a:gd name="connsiteY0" fmla="*/ 33242 h 66675"/>
                  <a:gd name="connsiteX1" fmla="*/ 95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242"/>
                    </a:moveTo>
                    <a:lnTo>
                      <a:pt x="95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4" name="图形 4">
              <a:extLst>
                <a:ext uri="{FF2B5EF4-FFF2-40B4-BE49-F238E27FC236}">
                  <a16:creationId xmlns:a16="http://schemas.microsoft.com/office/drawing/2014/main" id="{31D4B533-DCCD-5EBF-61D5-3727A8131378}"/>
                </a:ext>
              </a:extLst>
            </p:cNvPr>
            <p:cNvGrpSpPr/>
            <p:nvPr/>
          </p:nvGrpSpPr>
          <p:grpSpPr>
            <a:xfrm>
              <a:off x="5233987" y="1905000"/>
              <a:ext cx="1524000" cy="476250"/>
              <a:chOff x="5233987" y="1905000"/>
              <a:chExt cx="1524000" cy="476250"/>
            </a:xfrm>
            <a:solidFill>
              <a:srgbClr val="FFFFDE"/>
            </a:solidFill>
          </p:grpSpPr>
          <p:sp>
            <p:nvSpPr>
              <p:cNvPr id="145" name="任意多边形: 形状 144">
                <a:extLst>
                  <a:ext uri="{FF2B5EF4-FFF2-40B4-BE49-F238E27FC236}">
                    <a16:creationId xmlns:a16="http://schemas.microsoft.com/office/drawing/2014/main" id="{CF9FCEF0-4018-4A9A-1A71-AC306A37A1A2}"/>
                  </a:ext>
                </a:extLst>
              </p:cNvPr>
              <p:cNvSpPr/>
              <p:nvPr/>
            </p:nvSpPr>
            <p:spPr>
              <a:xfrm>
                <a:off x="5233987" y="1905000"/>
                <a:ext cx="1524000" cy="476250"/>
              </a:xfrm>
              <a:custGeom>
                <a:avLst/>
                <a:gdLst>
                  <a:gd name="connsiteX0" fmla="*/ 0 w 1524000"/>
                  <a:gd name="connsiteY0" fmla="*/ 476250 h 476250"/>
                  <a:gd name="connsiteX1" fmla="*/ 190500 w 1524000"/>
                  <a:gd name="connsiteY1" fmla="*/ 0 h 476250"/>
                  <a:gd name="connsiteX2" fmla="*/ 1524000 w 1524000"/>
                  <a:gd name="connsiteY2" fmla="*/ 0 h 476250"/>
                  <a:gd name="connsiteX3" fmla="*/ 1333500 w 1524000"/>
                  <a:gd name="connsiteY3" fmla="*/ 47625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4000" h="476250">
                    <a:moveTo>
                      <a:pt x="0" y="476250"/>
                    </a:moveTo>
                    <a:lnTo>
                      <a:pt x="190500" y="0"/>
                    </a:lnTo>
                    <a:lnTo>
                      <a:pt x="1524000" y="0"/>
                    </a:lnTo>
                    <a:lnTo>
                      <a:pt x="1333500" y="476250"/>
                    </a:lnTo>
                    <a:close/>
                  </a:path>
                </a:pathLst>
              </a:custGeom>
              <a:solidFill>
                <a:srgbClr val="FFFFDE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46" name="图片 145">
                <a:extLst>
                  <a:ext uri="{FF2B5EF4-FFF2-40B4-BE49-F238E27FC236}">
                    <a16:creationId xmlns:a16="http://schemas.microsoft.com/office/drawing/2014/main" id="{FB064802-E8CD-6346-BBC7-32ECDE691E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38749" y="2028825"/>
                <a:ext cx="1504950" cy="276225"/>
              </a:xfrm>
              <a:custGeom>
                <a:avLst/>
                <a:gdLst>
                  <a:gd name="connsiteX0" fmla="*/ -1 w 1504950"/>
                  <a:gd name="connsiteY0" fmla="*/ -1 h 276225"/>
                  <a:gd name="connsiteX1" fmla="*/ 1504950 w 1504950"/>
                  <a:gd name="connsiteY1" fmla="*/ -1 h 276225"/>
                  <a:gd name="connsiteX2" fmla="*/ 1504950 w 1504950"/>
                  <a:gd name="connsiteY2" fmla="*/ 276225 h 276225"/>
                  <a:gd name="connsiteX3" fmla="*/ -1 w 1504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4950" h="276225">
                    <a:moveTo>
                      <a:pt x="-1" y="-1"/>
                    </a:moveTo>
                    <a:lnTo>
                      <a:pt x="1504950" y="-1"/>
                    </a:lnTo>
                    <a:lnTo>
                      <a:pt x="1504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4A83FDA6-1985-DEAF-083B-4AA6CBF9E49B}"/>
                </a:ext>
              </a:extLst>
            </p:cNvPr>
            <p:cNvSpPr/>
            <p:nvPr/>
          </p:nvSpPr>
          <p:spPr>
            <a:xfrm rot="5400000">
              <a:off x="9139237" y="1323975"/>
              <a:ext cx="190500" cy="857250"/>
            </a:xfrm>
            <a:custGeom>
              <a:avLst/>
              <a:gdLst>
                <a:gd name="connsiteX0" fmla="*/ 0 w 190500"/>
                <a:gd name="connsiteY0" fmla="*/ 0 h 857250"/>
                <a:gd name="connsiteX1" fmla="*/ 190500 w 190500"/>
                <a:gd name="connsiteY1" fmla="*/ 0 h 857250"/>
                <a:gd name="connsiteX2" fmla="*/ 190500 w 190500"/>
                <a:gd name="connsiteY2" fmla="*/ 857250 h 857250"/>
                <a:gd name="connsiteX3" fmla="*/ 0 w 190500"/>
                <a:gd name="connsiteY3" fmla="*/ 857250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857250">
                  <a:moveTo>
                    <a:pt x="0" y="0"/>
                  </a:moveTo>
                  <a:lnTo>
                    <a:pt x="190500" y="0"/>
                  </a:lnTo>
                  <a:lnTo>
                    <a:pt x="19050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" name="任意多边形: 形状 147">
              <a:extLst>
                <a:ext uri="{FF2B5EF4-FFF2-40B4-BE49-F238E27FC236}">
                  <a16:creationId xmlns:a16="http://schemas.microsoft.com/office/drawing/2014/main" id="{1B7D56E8-70A3-5013-5EB5-380C2F80A339}"/>
                </a:ext>
              </a:extLst>
            </p:cNvPr>
            <p:cNvSpPr/>
            <p:nvPr/>
          </p:nvSpPr>
          <p:spPr>
            <a:xfrm>
              <a:off x="7345361" y="1190625"/>
              <a:ext cx="174625" cy="1128712"/>
            </a:xfrm>
            <a:custGeom>
              <a:avLst/>
              <a:gdLst>
                <a:gd name="connsiteX0" fmla="*/ 174625 w 174625"/>
                <a:gd name="connsiteY0" fmla="*/ 0 h 1128712"/>
                <a:gd name="connsiteX1" fmla="*/ 127000 w 174625"/>
                <a:gd name="connsiteY1" fmla="*/ 0 h 1128712"/>
                <a:gd name="connsiteX2" fmla="*/ 79375 w 174625"/>
                <a:gd name="connsiteY2" fmla="*/ 95250 h 1128712"/>
                <a:gd name="connsiteX3" fmla="*/ 79375 w 174625"/>
                <a:gd name="connsiteY3" fmla="*/ 469106 h 1128712"/>
                <a:gd name="connsiteX4" fmla="*/ 31750 w 174625"/>
                <a:gd name="connsiteY4" fmla="*/ 564356 h 1128712"/>
                <a:gd name="connsiteX5" fmla="*/ 7938 w 174625"/>
                <a:gd name="connsiteY5" fmla="*/ 564356 h 1128712"/>
                <a:gd name="connsiteX6" fmla="*/ 31750 w 174625"/>
                <a:gd name="connsiteY6" fmla="*/ 564356 h 1128712"/>
                <a:gd name="connsiteX7" fmla="*/ 55563 w 174625"/>
                <a:gd name="connsiteY7" fmla="*/ 564356 h 1128712"/>
                <a:gd name="connsiteX8" fmla="*/ 79375 w 174625"/>
                <a:gd name="connsiteY8" fmla="*/ 659606 h 1128712"/>
                <a:gd name="connsiteX9" fmla="*/ 79375 w 174625"/>
                <a:gd name="connsiteY9" fmla="*/ 1033463 h 1128712"/>
                <a:gd name="connsiteX10" fmla="*/ 127000 w 174625"/>
                <a:gd name="connsiteY10" fmla="*/ 1128713 h 1128712"/>
                <a:gd name="connsiteX11" fmla="*/ 174625 w 174625"/>
                <a:gd name="connsiteY11" fmla="*/ 1128713 h 1128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4625" h="1128712">
                  <a:moveTo>
                    <a:pt x="174625" y="0"/>
                  </a:moveTo>
                  <a:lnTo>
                    <a:pt x="127000" y="0"/>
                  </a:lnTo>
                  <a:cubicBezTo>
                    <a:pt x="95250" y="0"/>
                    <a:pt x="79375" y="31750"/>
                    <a:pt x="79375" y="95250"/>
                  </a:cubicBezTo>
                  <a:lnTo>
                    <a:pt x="79375" y="469106"/>
                  </a:lnTo>
                  <a:cubicBezTo>
                    <a:pt x="79375" y="532606"/>
                    <a:pt x="63500" y="564356"/>
                    <a:pt x="31750" y="564356"/>
                  </a:cubicBezTo>
                  <a:lnTo>
                    <a:pt x="7938" y="564356"/>
                  </a:lnTo>
                  <a:cubicBezTo>
                    <a:pt x="-7938" y="564356"/>
                    <a:pt x="0" y="564356"/>
                    <a:pt x="31750" y="564356"/>
                  </a:cubicBezTo>
                  <a:lnTo>
                    <a:pt x="55563" y="564356"/>
                  </a:lnTo>
                  <a:cubicBezTo>
                    <a:pt x="71438" y="564356"/>
                    <a:pt x="79375" y="596106"/>
                    <a:pt x="79375" y="659606"/>
                  </a:cubicBezTo>
                  <a:lnTo>
                    <a:pt x="79375" y="1033463"/>
                  </a:lnTo>
                  <a:cubicBezTo>
                    <a:pt x="79375" y="1096963"/>
                    <a:pt x="95250" y="1128713"/>
                    <a:pt x="127000" y="1128713"/>
                  </a:cubicBezTo>
                  <a:lnTo>
                    <a:pt x="174625" y="112871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49" name="图形 4">
              <a:extLst>
                <a:ext uri="{FF2B5EF4-FFF2-40B4-BE49-F238E27FC236}">
                  <a16:creationId xmlns:a16="http://schemas.microsoft.com/office/drawing/2014/main" id="{CC3C35A0-A871-855E-56C2-DE39A4ECDA3D}"/>
                </a:ext>
              </a:extLst>
            </p:cNvPr>
            <p:cNvGrpSpPr/>
            <p:nvPr/>
          </p:nvGrpSpPr>
          <p:grpSpPr>
            <a:xfrm>
              <a:off x="7519987" y="1133475"/>
              <a:ext cx="1047750" cy="304800"/>
              <a:chOff x="7519987" y="1133475"/>
              <a:chExt cx="1047750" cy="304800"/>
            </a:xfrm>
            <a:noFill/>
          </p:grpSpPr>
          <p:sp>
            <p:nvSpPr>
              <p:cNvPr id="150" name="任意多边形: 形状 149">
                <a:extLst>
                  <a:ext uri="{FF2B5EF4-FFF2-40B4-BE49-F238E27FC236}">
                    <a16:creationId xmlns:a16="http://schemas.microsoft.com/office/drawing/2014/main" id="{4C475F32-F99F-F936-478D-9028405AAFE8}"/>
                  </a:ext>
                </a:extLst>
              </p:cNvPr>
              <p:cNvSpPr/>
              <p:nvPr/>
            </p:nvSpPr>
            <p:spPr>
              <a:xfrm>
                <a:off x="7519987" y="1133475"/>
                <a:ext cx="1047750" cy="285750"/>
              </a:xfrm>
              <a:custGeom>
                <a:avLst/>
                <a:gdLst>
                  <a:gd name="connsiteX0" fmla="*/ 0 w 1047750"/>
                  <a:gd name="connsiteY0" fmla="*/ 0 h 285750"/>
                  <a:gd name="connsiteX1" fmla="*/ 1047750 w 1047750"/>
                  <a:gd name="connsiteY1" fmla="*/ 0 h 285750"/>
                  <a:gd name="connsiteX2" fmla="*/ 1047750 w 1047750"/>
                  <a:gd name="connsiteY2" fmla="*/ 285750 h 285750"/>
                  <a:gd name="connsiteX3" fmla="*/ 0 w 104775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0" h="285750">
                    <a:moveTo>
                      <a:pt x="0" y="0"/>
                    </a:moveTo>
                    <a:lnTo>
                      <a:pt x="1047750" y="0"/>
                    </a:lnTo>
                    <a:lnTo>
                      <a:pt x="104775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51" name="图片 150">
                <a:extLst>
                  <a:ext uri="{FF2B5EF4-FFF2-40B4-BE49-F238E27FC236}">
                    <a16:creationId xmlns:a16="http://schemas.microsoft.com/office/drawing/2014/main" id="{64BAD0DC-0790-5F0F-0595-B319A23CB6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24749" y="1162050"/>
                <a:ext cx="1028700" cy="276225"/>
              </a:xfrm>
              <a:custGeom>
                <a:avLst/>
                <a:gdLst>
                  <a:gd name="connsiteX0" fmla="*/ -1 w 1028700"/>
                  <a:gd name="connsiteY0" fmla="*/ -1 h 276225"/>
                  <a:gd name="connsiteX1" fmla="*/ 1028700 w 1028700"/>
                  <a:gd name="connsiteY1" fmla="*/ -1 h 276225"/>
                  <a:gd name="connsiteX2" fmla="*/ 1028700 w 1028700"/>
                  <a:gd name="connsiteY2" fmla="*/ 276225 h 276225"/>
                  <a:gd name="connsiteX3" fmla="*/ -1 w 102870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8700" h="276225">
                    <a:moveTo>
                      <a:pt x="-1" y="-1"/>
                    </a:moveTo>
                    <a:lnTo>
                      <a:pt x="1028700" y="-1"/>
                    </a:lnTo>
                    <a:lnTo>
                      <a:pt x="102870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2" name="图形 4">
              <a:extLst>
                <a:ext uri="{FF2B5EF4-FFF2-40B4-BE49-F238E27FC236}">
                  <a16:creationId xmlns:a16="http://schemas.microsoft.com/office/drawing/2014/main" id="{9802DBC0-056D-90CE-3F9F-75D125C32E77}"/>
                </a:ext>
              </a:extLst>
            </p:cNvPr>
            <p:cNvGrpSpPr/>
            <p:nvPr/>
          </p:nvGrpSpPr>
          <p:grpSpPr>
            <a:xfrm>
              <a:off x="8624887" y="2001392"/>
              <a:ext cx="1500187" cy="351282"/>
              <a:chOff x="8624887" y="2001392"/>
              <a:chExt cx="1500187" cy="351282"/>
            </a:xfrm>
          </p:grpSpPr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29741902-B259-D25E-6984-88EA87CB07BB}"/>
                  </a:ext>
                </a:extLst>
              </p:cNvPr>
              <p:cNvSpPr/>
              <p:nvPr/>
            </p:nvSpPr>
            <p:spPr>
              <a:xfrm>
                <a:off x="8624887" y="2051399"/>
                <a:ext cx="1466850" cy="301275"/>
              </a:xfrm>
              <a:custGeom>
                <a:avLst/>
                <a:gdLst>
                  <a:gd name="connsiteX0" fmla="*/ 0 w 1466850"/>
                  <a:gd name="connsiteY0" fmla="*/ 301276 h 301275"/>
                  <a:gd name="connsiteX1" fmla="*/ 1466850 w 1466850"/>
                  <a:gd name="connsiteY1" fmla="*/ 301276 h 301275"/>
                  <a:gd name="connsiteX2" fmla="*/ 1466850 w 1466850"/>
                  <a:gd name="connsiteY2" fmla="*/ 0 h 301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66850" h="301275">
                    <a:moveTo>
                      <a:pt x="0" y="301276"/>
                    </a:moveTo>
                    <a:lnTo>
                      <a:pt x="1466850" y="301276"/>
                    </a:lnTo>
                    <a:lnTo>
                      <a:pt x="146685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8587C30E-00F6-A6AD-8C2F-57B857230E9A}"/>
                  </a:ext>
                </a:extLst>
              </p:cNvPr>
              <p:cNvSpPr/>
              <p:nvPr/>
            </p:nvSpPr>
            <p:spPr>
              <a:xfrm>
                <a:off x="10058399" y="2001392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675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675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55" name="图形 4">
              <a:extLst>
                <a:ext uri="{FF2B5EF4-FFF2-40B4-BE49-F238E27FC236}">
                  <a16:creationId xmlns:a16="http://schemas.microsoft.com/office/drawing/2014/main" id="{B1FC72E1-29CB-B833-F999-1A9F41A13EB8}"/>
                </a:ext>
              </a:extLst>
            </p:cNvPr>
            <p:cNvGrpSpPr/>
            <p:nvPr/>
          </p:nvGrpSpPr>
          <p:grpSpPr>
            <a:xfrm>
              <a:off x="7577137" y="2181225"/>
              <a:ext cx="1047750" cy="304800"/>
              <a:chOff x="7577137" y="2181225"/>
              <a:chExt cx="1047750" cy="304800"/>
            </a:xfrm>
            <a:noFill/>
          </p:grpSpPr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D09A3CCF-50CF-63C5-A882-451449BD92B5}"/>
                  </a:ext>
                </a:extLst>
              </p:cNvPr>
              <p:cNvSpPr/>
              <p:nvPr/>
            </p:nvSpPr>
            <p:spPr>
              <a:xfrm>
                <a:off x="7577137" y="2181225"/>
                <a:ext cx="1047750" cy="285750"/>
              </a:xfrm>
              <a:custGeom>
                <a:avLst/>
                <a:gdLst>
                  <a:gd name="connsiteX0" fmla="*/ 0 w 1047750"/>
                  <a:gd name="connsiteY0" fmla="*/ 0 h 285750"/>
                  <a:gd name="connsiteX1" fmla="*/ 1047750 w 1047750"/>
                  <a:gd name="connsiteY1" fmla="*/ 0 h 285750"/>
                  <a:gd name="connsiteX2" fmla="*/ 1047750 w 1047750"/>
                  <a:gd name="connsiteY2" fmla="*/ 285750 h 285750"/>
                  <a:gd name="connsiteX3" fmla="*/ 0 w 104775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0" h="285750">
                    <a:moveTo>
                      <a:pt x="0" y="0"/>
                    </a:moveTo>
                    <a:lnTo>
                      <a:pt x="1047750" y="0"/>
                    </a:lnTo>
                    <a:lnTo>
                      <a:pt x="104775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57" name="图片 156">
                <a:extLst>
                  <a:ext uri="{FF2B5EF4-FFF2-40B4-BE49-F238E27FC236}">
                    <a16:creationId xmlns:a16="http://schemas.microsoft.com/office/drawing/2014/main" id="{AFCEAC6A-F959-4149-AB72-C6F4CB18C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81899" y="2209800"/>
                <a:ext cx="1028700" cy="276225"/>
              </a:xfrm>
              <a:custGeom>
                <a:avLst/>
                <a:gdLst>
                  <a:gd name="connsiteX0" fmla="*/ -1 w 1028700"/>
                  <a:gd name="connsiteY0" fmla="*/ -1 h 276225"/>
                  <a:gd name="connsiteX1" fmla="*/ 1028700 w 1028700"/>
                  <a:gd name="connsiteY1" fmla="*/ -1 h 276225"/>
                  <a:gd name="connsiteX2" fmla="*/ 1028700 w 1028700"/>
                  <a:gd name="connsiteY2" fmla="*/ 276225 h 276225"/>
                  <a:gd name="connsiteX3" fmla="*/ -1 w 102870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8700" h="276225">
                    <a:moveTo>
                      <a:pt x="-1" y="-1"/>
                    </a:moveTo>
                    <a:lnTo>
                      <a:pt x="1028700" y="-1"/>
                    </a:lnTo>
                    <a:lnTo>
                      <a:pt x="102870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158" name="图形 4">
              <a:extLst>
                <a:ext uri="{FF2B5EF4-FFF2-40B4-BE49-F238E27FC236}">
                  <a16:creationId xmlns:a16="http://schemas.microsoft.com/office/drawing/2014/main" id="{BF172737-8527-35CF-2431-656FEA63D39F}"/>
                </a:ext>
              </a:extLst>
            </p:cNvPr>
            <p:cNvGrpSpPr/>
            <p:nvPr/>
          </p:nvGrpSpPr>
          <p:grpSpPr>
            <a:xfrm>
              <a:off x="8567737" y="1719262"/>
              <a:ext cx="227457" cy="66675"/>
              <a:chOff x="8567737" y="1719262"/>
              <a:chExt cx="227457" cy="66675"/>
            </a:xfrm>
          </p:grpSpPr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5F0E4C38-1F00-8C8B-098E-F1B8B815EF17}"/>
                  </a:ext>
                </a:extLst>
              </p:cNvPr>
              <p:cNvSpPr/>
              <p:nvPr/>
            </p:nvSpPr>
            <p:spPr>
              <a:xfrm>
                <a:off x="8567737" y="1752600"/>
                <a:ext cx="177450" cy="9525"/>
              </a:xfrm>
              <a:custGeom>
                <a:avLst/>
                <a:gdLst>
                  <a:gd name="connsiteX0" fmla="*/ 0 w 177450"/>
                  <a:gd name="connsiteY0" fmla="*/ 0 h 9525"/>
                  <a:gd name="connsiteX1" fmla="*/ 177451 w 177450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7450" h="9525">
                    <a:moveTo>
                      <a:pt x="0" y="0"/>
                    </a:moveTo>
                    <a:lnTo>
                      <a:pt x="177451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0" name="任意多边形: 形状 159">
                <a:extLst>
                  <a:ext uri="{FF2B5EF4-FFF2-40B4-BE49-F238E27FC236}">
                    <a16:creationId xmlns:a16="http://schemas.microsoft.com/office/drawing/2014/main" id="{2F13211A-5574-A84F-53AA-1B38380652D9}"/>
                  </a:ext>
                </a:extLst>
              </p:cNvPr>
              <p:cNvSpPr/>
              <p:nvPr/>
            </p:nvSpPr>
            <p:spPr>
              <a:xfrm>
                <a:off x="8728519" y="1719262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61" name="图形 4">
              <a:extLst>
                <a:ext uri="{FF2B5EF4-FFF2-40B4-BE49-F238E27FC236}">
                  <a16:creationId xmlns:a16="http://schemas.microsoft.com/office/drawing/2014/main" id="{AA28F32C-2285-6E41-506F-6DF4A501187B}"/>
                </a:ext>
              </a:extLst>
            </p:cNvPr>
            <p:cNvGrpSpPr/>
            <p:nvPr/>
          </p:nvGrpSpPr>
          <p:grpSpPr>
            <a:xfrm>
              <a:off x="7519987" y="1609725"/>
              <a:ext cx="1047750" cy="304800"/>
              <a:chOff x="7519987" y="1609725"/>
              <a:chExt cx="1047750" cy="304800"/>
            </a:xfrm>
            <a:noFill/>
          </p:grpSpPr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7FEF2191-6FE8-606B-56F0-1062753C1612}"/>
                  </a:ext>
                </a:extLst>
              </p:cNvPr>
              <p:cNvSpPr/>
              <p:nvPr/>
            </p:nvSpPr>
            <p:spPr>
              <a:xfrm>
                <a:off x="7519987" y="1609725"/>
                <a:ext cx="1047750" cy="285750"/>
              </a:xfrm>
              <a:custGeom>
                <a:avLst/>
                <a:gdLst>
                  <a:gd name="connsiteX0" fmla="*/ 0 w 1047750"/>
                  <a:gd name="connsiteY0" fmla="*/ 0 h 285750"/>
                  <a:gd name="connsiteX1" fmla="*/ 1047750 w 1047750"/>
                  <a:gd name="connsiteY1" fmla="*/ 0 h 285750"/>
                  <a:gd name="connsiteX2" fmla="*/ 1047750 w 1047750"/>
                  <a:gd name="connsiteY2" fmla="*/ 285750 h 285750"/>
                  <a:gd name="connsiteX3" fmla="*/ 0 w 104775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0" h="285750">
                    <a:moveTo>
                      <a:pt x="0" y="0"/>
                    </a:moveTo>
                    <a:lnTo>
                      <a:pt x="1047750" y="0"/>
                    </a:lnTo>
                    <a:lnTo>
                      <a:pt x="104775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63" name="图片 162">
                <a:extLst>
                  <a:ext uri="{FF2B5EF4-FFF2-40B4-BE49-F238E27FC236}">
                    <a16:creationId xmlns:a16="http://schemas.microsoft.com/office/drawing/2014/main" id="{6A8992A1-4122-8C55-8BF2-C39DBC8E10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24749" y="1638300"/>
                <a:ext cx="1028700" cy="276225"/>
              </a:xfrm>
              <a:custGeom>
                <a:avLst/>
                <a:gdLst>
                  <a:gd name="connsiteX0" fmla="*/ -1 w 1028700"/>
                  <a:gd name="connsiteY0" fmla="*/ -1 h 276225"/>
                  <a:gd name="connsiteX1" fmla="*/ 1028700 w 1028700"/>
                  <a:gd name="connsiteY1" fmla="*/ -1 h 276225"/>
                  <a:gd name="connsiteX2" fmla="*/ 1028700 w 1028700"/>
                  <a:gd name="connsiteY2" fmla="*/ 276225 h 276225"/>
                  <a:gd name="connsiteX3" fmla="*/ -1 w 102870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28700" h="276225">
                    <a:moveTo>
                      <a:pt x="-1" y="-1"/>
                    </a:moveTo>
                    <a:lnTo>
                      <a:pt x="1028700" y="-1"/>
                    </a:lnTo>
                    <a:lnTo>
                      <a:pt x="102870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sp>
          <p:nvSpPr>
            <p:cNvPr id="164" name="任意多边形: 形状 163">
              <a:extLst>
                <a:ext uri="{FF2B5EF4-FFF2-40B4-BE49-F238E27FC236}">
                  <a16:creationId xmlns:a16="http://schemas.microsoft.com/office/drawing/2014/main" id="{219B566A-0EC9-DF30-7CF4-8810438DAFC7}"/>
                </a:ext>
              </a:extLst>
            </p:cNvPr>
            <p:cNvSpPr/>
            <p:nvPr/>
          </p:nvSpPr>
          <p:spPr>
            <a:xfrm rot="5400000">
              <a:off x="9634537" y="1685925"/>
              <a:ext cx="190500" cy="133350"/>
            </a:xfrm>
            <a:custGeom>
              <a:avLst/>
              <a:gdLst>
                <a:gd name="connsiteX0" fmla="*/ 0 w 190500"/>
                <a:gd name="connsiteY0" fmla="*/ 0 h 133350"/>
                <a:gd name="connsiteX1" fmla="*/ 190500 w 190500"/>
                <a:gd name="connsiteY1" fmla="*/ 0 h 133350"/>
                <a:gd name="connsiteX2" fmla="*/ 190500 w 190500"/>
                <a:gd name="connsiteY2" fmla="*/ 133350 h 133350"/>
                <a:gd name="connsiteX3" fmla="*/ 0 w 190500"/>
                <a:gd name="connsiteY3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33350">
                  <a:moveTo>
                    <a:pt x="0" y="0"/>
                  </a:moveTo>
                  <a:lnTo>
                    <a:pt x="190500" y="0"/>
                  </a:lnTo>
                  <a:lnTo>
                    <a:pt x="19050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" name="任意多边形: 形状 164">
              <a:extLst>
                <a:ext uri="{FF2B5EF4-FFF2-40B4-BE49-F238E27FC236}">
                  <a16:creationId xmlns:a16="http://schemas.microsoft.com/office/drawing/2014/main" id="{236B1EDC-2F68-6B11-3C0E-9C9C0BCC9A54}"/>
                </a:ext>
              </a:extLst>
            </p:cNvPr>
            <p:cNvSpPr/>
            <p:nvPr/>
          </p:nvSpPr>
          <p:spPr>
            <a:xfrm rot="5400000">
              <a:off x="9986962" y="1466850"/>
              <a:ext cx="190500" cy="571500"/>
            </a:xfrm>
            <a:custGeom>
              <a:avLst/>
              <a:gdLst>
                <a:gd name="connsiteX0" fmla="*/ 0 w 190500"/>
                <a:gd name="connsiteY0" fmla="*/ 0 h 571500"/>
                <a:gd name="connsiteX1" fmla="*/ 190500 w 190500"/>
                <a:gd name="connsiteY1" fmla="*/ 0 h 571500"/>
                <a:gd name="connsiteX2" fmla="*/ 190500 w 190500"/>
                <a:gd name="connsiteY2" fmla="*/ 571500 h 571500"/>
                <a:gd name="connsiteX3" fmla="*/ 0 w 190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571500">
                  <a:moveTo>
                    <a:pt x="0" y="0"/>
                  </a:moveTo>
                  <a:lnTo>
                    <a:pt x="190500" y="0"/>
                  </a:lnTo>
                  <a:lnTo>
                    <a:pt x="1905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66" name="图形 4">
              <a:extLst>
                <a:ext uri="{FF2B5EF4-FFF2-40B4-BE49-F238E27FC236}">
                  <a16:creationId xmlns:a16="http://schemas.microsoft.com/office/drawing/2014/main" id="{6384DE35-D78B-91B7-DB83-25634B1AEC99}"/>
                </a:ext>
              </a:extLst>
            </p:cNvPr>
            <p:cNvGrpSpPr/>
            <p:nvPr/>
          </p:nvGrpSpPr>
          <p:grpSpPr>
            <a:xfrm>
              <a:off x="8567737" y="1276350"/>
              <a:ext cx="1195387" cy="370332"/>
              <a:chOff x="8567737" y="1276350"/>
              <a:chExt cx="1195387" cy="370332"/>
            </a:xfrm>
          </p:grpSpPr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7961C0F6-5B52-7724-9C08-9228F11A430E}"/>
                  </a:ext>
                </a:extLst>
              </p:cNvPr>
              <p:cNvSpPr/>
              <p:nvPr/>
            </p:nvSpPr>
            <p:spPr>
              <a:xfrm>
                <a:off x="8567737" y="1276350"/>
                <a:ext cx="1162050" cy="320325"/>
              </a:xfrm>
              <a:custGeom>
                <a:avLst/>
                <a:gdLst>
                  <a:gd name="connsiteX0" fmla="*/ 0 w 1162050"/>
                  <a:gd name="connsiteY0" fmla="*/ 0 h 320325"/>
                  <a:gd name="connsiteX1" fmla="*/ 1162050 w 1162050"/>
                  <a:gd name="connsiteY1" fmla="*/ 0 h 320325"/>
                  <a:gd name="connsiteX2" fmla="*/ 1162050 w 1162050"/>
                  <a:gd name="connsiteY2" fmla="*/ 320326 h 320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62050" h="320325">
                    <a:moveTo>
                      <a:pt x="0" y="0"/>
                    </a:moveTo>
                    <a:lnTo>
                      <a:pt x="1162050" y="0"/>
                    </a:lnTo>
                    <a:lnTo>
                      <a:pt x="1162050" y="320326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D80DE183-AEF4-4ED7-12B4-6CB7C230CE1A}"/>
                  </a:ext>
                </a:extLst>
              </p:cNvPr>
              <p:cNvSpPr/>
              <p:nvPr/>
            </p:nvSpPr>
            <p:spPr>
              <a:xfrm>
                <a:off x="9696449" y="1580007"/>
                <a:ext cx="66675" cy="66675"/>
              </a:xfrm>
              <a:custGeom>
                <a:avLst/>
                <a:gdLst>
                  <a:gd name="connsiteX0" fmla="*/ 33338 w 66675"/>
                  <a:gd name="connsiteY0" fmla="*/ 66675 h 66675"/>
                  <a:gd name="connsiteX1" fmla="*/ 0 w 66675"/>
                  <a:gd name="connsiteY1" fmla="*/ 0 h 66675"/>
                  <a:gd name="connsiteX2" fmla="*/ 33338 w 66675"/>
                  <a:gd name="connsiteY2" fmla="*/ 16669 h 66675"/>
                  <a:gd name="connsiteX3" fmla="*/ 66675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66675"/>
                    </a:moveTo>
                    <a:lnTo>
                      <a:pt x="0" y="0"/>
                    </a:lnTo>
                    <a:lnTo>
                      <a:pt x="33338" y="16669"/>
                    </a:lnTo>
                    <a:lnTo>
                      <a:pt x="6667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69" name="任意多边形: 形状 168">
              <a:extLst>
                <a:ext uri="{FF2B5EF4-FFF2-40B4-BE49-F238E27FC236}">
                  <a16:creationId xmlns:a16="http://schemas.microsoft.com/office/drawing/2014/main" id="{FF2A7C8B-A384-476D-E67D-FEAC607B83CF}"/>
                </a:ext>
              </a:extLst>
            </p:cNvPr>
            <p:cNvSpPr/>
            <p:nvPr/>
          </p:nvSpPr>
          <p:spPr>
            <a:xfrm>
              <a:off x="9796462" y="1847850"/>
              <a:ext cx="571500" cy="190500"/>
            </a:xfrm>
            <a:custGeom>
              <a:avLst/>
              <a:gdLst>
                <a:gd name="connsiteX0" fmla="*/ 0 w 571500"/>
                <a:gd name="connsiteY0" fmla="*/ 0 h 190500"/>
                <a:gd name="connsiteX1" fmla="*/ 0 w 571500"/>
                <a:gd name="connsiteY1" fmla="*/ 190500 h 190500"/>
                <a:gd name="connsiteX2" fmla="*/ 571500 w 571500"/>
                <a:gd name="connsiteY2" fmla="*/ 0 h 190500"/>
                <a:gd name="connsiteX3" fmla="*/ 571500 w 571500"/>
                <a:gd name="connsiteY3" fmla="*/ 190500 h 190500"/>
                <a:gd name="connsiteX4" fmla="*/ 0 w 571500"/>
                <a:gd name="connsiteY4" fmla="*/ 95250 h 190500"/>
                <a:gd name="connsiteX5" fmla="*/ 571500 w 571500"/>
                <a:gd name="connsiteY5" fmla="*/ 9525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1500" h="190500">
                  <a:moveTo>
                    <a:pt x="0" y="0"/>
                  </a:moveTo>
                  <a:lnTo>
                    <a:pt x="0" y="190500"/>
                  </a:lnTo>
                  <a:moveTo>
                    <a:pt x="571500" y="0"/>
                  </a:moveTo>
                  <a:lnTo>
                    <a:pt x="571500" y="190500"/>
                  </a:lnTo>
                  <a:moveTo>
                    <a:pt x="0" y="95250"/>
                  </a:moveTo>
                  <a:lnTo>
                    <a:pt x="571500" y="95250"/>
                  </a:lnTo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70" name="图形 4">
              <a:extLst>
                <a:ext uri="{FF2B5EF4-FFF2-40B4-BE49-F238E27FC236}">
                  <a16:creationId xmlns:a16="http://schemas.microsoft.com/office/drawing/2014/main" id="{C2370582-4648-E03E-44E7-EB5EFBA96E6B}"/>
                </a:ext>
              </a:extLst>
            </p:cNvPr>
            <p:cNvGrpSpPr/>
            <p:nvPr/>
          </p:nvGrpSpPr>
          <p:grpSpPr>
            <a:xfrm>
              <a:off x="6662737" y="1371600"/>
              <a:ext cx="675132" cy="416813"/>
              <a:chOff x="6662737" y="1371600"/>
              <a:chExt cx="675132" cy="416813"/>
            </a:xfrm>
          </p:grpSpPr>
          <p:sp>
            <p:nvSpPr>
              <p:cNvPr id="171" name="任意多边形: 形状 170">
                <a:extLst>
                  <a:ext uri="{FF2B5EF4-FFF2-40B4-BE49-F238E27FC236}">
                    <a16:creationId xmlns:a16="http://schemas.microsoft.com/office/drawing/2014/main" id="{F7DE88BE-0CA1-8F24-9E7E-238FD827AD96}"/>
                  </a:ext>
                </a:extLst>
              </p:cNvPr>
              <p:cNvSpPr/>
              <p:nvPr/>
            </p:nvSpPr>
            <p:spPr>
              <a:xfrm>
                <a:off x="6662737" y="1371600"/>
                <a:ext cx="625125" cy="383572"/>
              </a:xfrm>
              <a:custGeom>
                <a:avLst/>
                <a:gdLst>
                  <a:gd name="connsiteX0" fmla="*/ 0 w 625125"/>
                  <a:gd name="connsiteY0" fmla="*/ 0 h 383572"/>
                  <a:gd name="connsiteX1" fmla="*/ 285750 w 625125"/>
                  <a:gd name="connsiteY1" fmla="*/ 0 h 383572"/>
                  <a:gd name="connsiteX2" fmla="*/ 381000 w 625125"/>
                  <a:gd name="connsiteY2" fmla="*/ 95250 h 383572"/>
                  <a:gd name="connsiteX3" fmla="*/ 381000 w 625125"/>
                  <a:gd name="connsiteY3" fmla="*/ 288512 h 383572"/>
                  <a:gd name="connsiteX4" fmla="*/ 476250 w 625125"/>
                  <a:gd name="connsiteY4" fmla="*/ 383572 h 383572"/>
                  <a:gd name="connsiteX5" fmla="*/ 625126 w 625125"/>
                  <a:gd name="connsiteY5" fmla="*/ 383476 h 38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25125" h="383572">
                    <a:moveTo>
                      <a:pt x="0" y="0"/>
                    </a:moveTo>
                    <a:lnTo>
                      <a:pt x="285750" y="0"/>
                    </a:lnTo>
                    <a:cubicBezTo>
                      <a:pt x="349250" y="0"/>
                      <a:pt x="381000" y="31750"/>
                      <a:pt x="381000" y="95250"/>
                    </a:cubicBezTo>
                    <a:lnTo>
                      <a:pt x="381000" y="288512"/>
                    </a:lnTo>
                    <a:cubicBezTo>
                      <a:pt x="381000" y="352012"/>
                      <a:pt x="412750" y="383699"/>
                      <a:pt x="476250" y="383572"/>
                    </a:cubicBezTo>
                    <a:lnTo>
                      <a:pt x="625126" y="383476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2" name="任意多边形: 形状 171">
                <a:extLst>
                  <a:ext uri="{FF2B5EF4-FFF2-40B4-BE49-F238E27FC236}">
                    <a16:creationId xmlns:a16="http://schemas.microsoft.com/office/drawing/2014/main" id="{273EF7D4-5F00-CD4D-4727-78EC0B6998D3}"/>
                  </a:ext>
                </a:extLst>
              </p:cNvPr>
              <p:cNvSpPr/>
              <p:nvPr/>
            </p:nvSpPr>
            <p:spPr>
              <a:xfrm>
                <a:off x="7271194" y="1721738"/>
                <a:ext cx="66675" cy="66675"/>
              </a:xfrm>
              <a:custGeom>
                <a:avLst/>
                <a:gdLst>
                  <a:gd name="connsiteX0" fmla="*/ 66675 w 66675"/>
                  <a:gd name="connsiteY0" fmla="*/ 33242 h 66675"/>
                  <a:gd name="connsiteX1" fmla="*/ 95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242"/>
                    </a:moveTo>
                    <a:lnTo>
                      <a:pt x="95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73" name="任意多边形: 形状 172">
              <a:extLst>
                <a:ext uri="{FF2B5EF4-FFF2-40B4-BE49-F238E27FC236}">
                  <a16:creationId xmlns:a16="http://schemas.microsoft.com/office/drawing/2014/main" id="{95564DF4-EB81-A3BE-E82D-04B05A80A7C0}"/>
                </a:ext>
              </a:extLst>
            </p:cNvPr>
            <p:cNvSpPr/>
            <p:nvPr/>
          </p:nvSpPr>
          <p:spPr>
            <a:xfrm>
              <a:off x="2805112" y="1752600"/>
              <a:ext cx="523875" cy="4762"/>
            </a:xfrm>
            <a:custGeom>
              <a:avLst/>
              <a:gdLst>
                <a:gd name="connsiteX0" fmla="*/ 0 w 523875"/>
                <a:gd name="connsiteY0" fmla="*/ 0 h 4762"/>
                <a:gd name="connsiteX1" fmla="*/ 523875 w 523875"/>
                <a:gd name="connsiteY1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 h="4762">
                  <a:moveTo>
                    <a:pt x="0" y="0"/>
                  </a:moveTo>
                  <a:lnTo>
                    <a:pt x="523875" y="476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74" name="图形 4">
              <a:extLst>
                <a:ext uri="{FF2B5EF4-FFF2-40B4-BE49-F238E27FC236}">
                  <a16:creationId xmlns:a16="http://schemas.microsoft.com/office/drawing/2014/main" id="{42FA678E-C8D0-7651-EE3A-F6353A39A950}"/>
                </a:ext>
              </a:extLst>
            </p:cNvPr>
            <p:cNvGrpSpPr/>
            <p:nvPr/>
          </p:nvGrpSpPr>
          <p:grpSpPr>
            <a:xfrm>
              <a:off x="3328987" y="947737"/>
              <a:ext cx="476250" cy="1619250"/>
              <a:chOff x="3328987" y="947737"/>
              <a:chExt cx="476250" cy="1619250"/>
            </a:xfrm>
            <a:solidFill>
              <a:srgbClr val="DAE8FC"/>
            </a:solidFill>
          </p:grpSpPr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F74A5EE7-5042-C904-A974-F2EA96D92EA5}"/>
                  </a:ext>
                </a:extLst>
              </p:cNvPr>
              <p:cNvSpPr/>
              <p:nvPr/>
            </p:nvSpPr>
            <p:spPr>
              <a:xfrm rot="10800000" flipV="1">
                <a:off x="3328987" y="947737"/>
                <a:ext cx="476250" cy="1619250"/>
              </a:xfrm>
              <a:custGeom>
                <a:avLst/>
                <a:gdLst>
                  <a:gd name="connsiteX0" fmla="*/ 404813 w 476250"/>
                  <a:gd name="connsiteY0" fmla="*/ 0 h 1619250"/>
                  <a:gd name="connsiteX1" fmla="*/ 476250 w 476250"/>
                  <a:gd name="connsiteY1" fmla="*/ 71438 h 1619250"/>
                  <a:gd name="connsiteX2" fmla="*/ 476250 w 476250"/>
                  <a:gd name="connsiteY2" fmla="*/ 1547813 h 1619250"/>
                  <a:gd name="connsiteX3" fmla="*/ 404813 w 476250"/>
                  <a:gd name="connsiteY3" fmla="*/ 1619250 h 1619250"/>
                  <a:gd name="connsiteX4" fmla="*/ 71438 w 476250"/>
                  <a:gd name="connsiteY4" fmla="*/ 1619250 h 1619250"/>
                  <a:gd name="connsiteX5" fmla="*/ 0 w 476250"/>
                  <a:gd name="connsiteY5" fmla="*/ 1547813 h 1619250"/>
                  <a:gd name="connsiteX6" fmla="*/ 0 w 476250"/>
                  <a:gd name="connsiteY6" fmla="*/ 71438 h 1619250"/>
                  <a:gd name="connsiteX7" fmla="*/ 71438 w 476250"/>
                  <a:gd name="connsiteY7" fmla="*/ 0 h 1619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0" h="1619250">
                    <a:moveTo>
                      <a:pt x="404813" y="0"/>
                    </a:moveTo>
                    <a:cubicBezTo>
                      <a:pt x="444266" y="0"/>
                      <a:pt x="476250" y="31984"/>
                      <a:pt x="476250" y="71438"/>
                    </a:cubicBezTo>
                    <a:lnTo>
                      <a:pt x="476250" y="1547813"/>
                    </a:lnTo>
                    <a:cubicBezTo>
                      <a:pt x="476250" y="1587266"/>
                      <a:pt x="444266" y="1619250"/>
                      <a:pt x="404813" y="1619250"/>
                    </a:cubicBezTo>
                    <a:lnTo>
                      <a:pt x="71438" y="1619250"/>
                    </a:lnTo>
                    <a:cubicBezTo>
                      <a:pt x="31984" y="1619250"/>
                      <a:pt x="0" y="1587266"/>
                      <a:pt x="0" y="1547813"/>
                    </a:cubicBezTo>
                    <a:lnTo>
                      <a:pt x="0" y="71438"/>
                    </a:lnTo>
                    <a:cubicBezTo>
                      <a:pt x="0" y="31984"/>
                      <a:pt x="31984" y="0"/>
                      <a:pt x="71438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952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76" name="图片 175">
                <a:extLst>
                  <a:ext uri="{FF2B5EF4-FFF2-40B4-BE49-F238E27FC236}">
                    <a16:creationId xmlns:a16="http://schemas.microsoft.com/office/drawing/2014/main" id="{1C609F99-6E18-0068-851A-3F910677A0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33749" y="1419225"/>
                <a:ext cx="457200" cy="733425"/>
              </a:xfrm>
              <a:custGeom>
                <a:avLst/>
                <a:gdLst>
                  <a:gd name="connsiteX0" fmla="*/ -1 w 457200"/>
                  <a:gd name="connsiteY0" fmla="*/ -1 h 733425"/>
                  <a:gd name="connsiteX1" fmla="*/ 457200 w 457200"/>
                  <a:gd name="connsiteY1" fmla="*/ -1 h 733425"/>
                  <a:gd name="connsiteX2" fmla="*/ 457200 w 457200"/>
                  <a:gd name="connsiteY2" fmla="*/ 733425 h 733425"/>
                  <a:gd name="connsiteX3" fmla="*/ -1 w 457200"/>
                  <a:gd name="connsiteY3" fmla="*/ 733425 h 733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7200" h="733425">
                    <a:moveTo>
                      <a:pt x="-1" y="-1"/>
                    </a:moveTo>
                    <a:lnTo>
                      <a:pt x="457200" y="-1"/>
                    </a:lnTo>
                    <a:lnTo>
                      <a:pt x="457200" y="733425"/>
                    </a:lnTo>
                    <a:lnTo>
                      <a:pt x="-1" y="733425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77" name="图形 4">
            <a:extLst>
              <a:ext uri="{FF2B5EF4-FFF2-40B4-BE49-F238E27FC236}">
                <a16:creationId xmlns:a16="http://schemas.microsoft.com/office/drawing/2014/main" id="{7A2AD8C4-AE93-04CC-07BC-0E731E691A46}"/>
              </a:ext>
            </a:extLst>
          </p:cNvPr>
          <p:cNvGrpSpPr/>
          <p:nvPr/>
        </p:nvGrpSpPr>
        <p:grpSpPr>
          <a:xfrm>
            <a:off x="2133578" y="3990975"/>
            <a:ext cx="8482033" cy="2571750"/>
            <a:chOff x="2133578" y="3990975"/>
            <a:chExt cx="8482033" cy="2571750"/>
          </a:xfrm>
        </p:grpSpPr>
        <p:sp>
          <p:nvSpPr>
            <p:cNvPr id="178" name="任意多边形: 形状 177">
              <a:extLst>
                <a:ext uri="{FF2B5EF4-FFF2-40B4-BE49-F238E27FC236}">
                  <a16:creationId xmlns:a16="http://schemas.microsoft.com/office/drawing/2014/main" id="{77E48B9F-4273-B895-E488-C8CFA867C16C}"/>
                </a:ext>
              </a:extLst>
            </p:cNvPr>
            <p:cNvSpPr/>
            <p:nvPr/>
          </p:nvSpPr>
          <p:spPr>
            <a:xfrm>
              <a:off x="3090862" y="3990975"/>
              <a:ext cx="7524750" cy="2571750"/>
            </a:xfrm>
            <a:custGeom>
              <a:avLst/>
              <a:gdLst>
                <a:gd name="connsiteX0" fmla="*/ 7138988 w 7524750"/>
                <a:gd name="connsiteY0" fmla="*/ 0 h 2571750"/>
                <a:gd name="connsiteX1" fmla="*/ 7524750 w 7524750"/>
                <a:gd name="connsiteY1" fmla="*/ 385763 h 2571750"/>
                <a:gd name="connsiteX2" fmla="*/ 7524750 w 7524750"/>
                <a:gd name="connsiteY2" fmla="*/ 2185988 h 2571750"/>
                <a:gd name="connsiteX3" fmla="*/ 7138988 w 7524750"/>
                <a:gd name="connsiteY3" fmla="*/ 2571750 h 2571750"/>
                <a:gd name="connsiteX4" fmla="*/ 385763 w 7524750"/>
                <a:gd name="connsiteY4" fmla="*/ 2571750 h 2571750"/>
                <a:gd name="connsiteX5" fmla="*/ 0 w 7524750"/>
                <a:gd name="connsiteY5" fmla="*/ 2185988 h 2571750"/>
                <a:gd name="connsiteX6" fmla="*/ 0 w 7524750"/>
                <a:gd name="connsiteY6" fmla="*/ 385763 h 2571750"/>
                <a:gd name="connsiteX7" fmla="*/ 385763 w 7524750"/>
                <a:gd name="connsiteY7" fmla="*/ 0 h 257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24750" h="2571750">
                  <a:moveTo>
                    <a:pt x="7138988" y="0"/>
                  </a:moveTo>
                  <a:cubicBezTo>
                    <a:pt x="7352039" y="0"/>
                    <a:pt x="7524750" y="172712"/>
                    <a:pt x="7524750" y="385763"/>
                  </a:cubicBezTo>
                  <a:lnTo>
                    <a:pt x="7524750" y="2185988"/>
                  </a:lnTo>
                  <a:cubicBezTo>
                    <a:pt x="7524750" y="2399039"/>
                    <a:pt x="7352039" y="2571750"/>
                    <a:pt x="7138988" y="2571750"/>
                  </a:cubicBezTo>
                  <a:lnTo>
                    <a:pt x="385763" y="2571750"/>
                  </a:lnTo>
                  <a:cubicBezTo>
                    <a:pt x="172712" y="2571750"/>
                    <a:pt x="0" y="2399039"/>
                    <a:pt x="0" y="2185988"/>
                  </a:cubicBezTo>
                  <a:lnTo>
                    <a:pt x="0" y="385763"/>
                  </a:lnTo>
                  <a:cubicBezTo>
                    <a:pt x="0" y="172712"/>
                    <a:pt x="172712" y="0"/>
                    <a:pt x="385763" y="0"/>
                  </a:cubicBezTo>
                  <a:close/>
                </a:path>
              </a:pathLst>
            </a:custGeom>
            <a:solidFill>
              <a:srgbClr val="FFF2CC"/>
            </a:solidFill>
            <a:ln w="9525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79" name="图形 4">
              <a:extLst>
                <a:ext uri="{FF2B5EF4-FFF2-40B4-BE49-F238E27FC236}">
                  <a16:creationId xmlns:a16="http://schemas.microsoft.com/office/drawing/2014/main" id="{1DBC9A36-7CA7-8D10-89DC-DBC6E4D53414}"/>
                </a:ext>
              </a:extLst>
            </p:cNvPr>
            <p:cNvGrpSpPr/>
            <p:nvPr/>
          </p:nvGrpSpPr>
          <p:grpSpPr>
            <a:xfrm>
              <a:off x="2805112" y="5533644"/>
              <a:ext cx="760857" cy="66675"/>
              <a:chOff x="2805112" y="5533644"/>
              <a:chExt cx="760857" cy="66675"/>
            </a:xfrm>
          </p:grpSpPr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0AFA2EC7-0D97-8EC2-B62F-4A999A444575}"/>
                  </a:ext>
                </a:extLst>
              </p:cNvPr>
              <p:cNvSpPr/>
              <p:nvPr/>
            </p:nvSpPr>
            <p:spPr>
              <a:xfrm>
                <a:off x="2805112" y="5562600"/>
                <a:ext cx="710850" cy="4571"/>
              </a:xfrm>
              <a:custGeom>
                <a:avLst/>
                <a:gdLst>
                  <a:gd name="connsiteX0" fmla="*/ 0 w 710850"/>
                  <a:gd name="connsiteY0" fmla="*/ 0 h 4571"/>
                  <a:gd name="connsiteX1" fmla="*/ 385096 w 710850"/>
                  <a:gd name="connsiteY1" fmla="*/ 0 h 4571"/>
                  <a:gd name="connsiteX2" fmla="*/ 710851 w 710850"/>
                  <a:gd name="connsiteY2" fmla="*/ 4572 h 4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0850" h="4571">
                    <a:moveTo>
                      <a:pt x="0" y="0"/>
                    </a:moveTo>
                    <a:lnTo>
                      <a:pt x="385096" y="0"/>
                    </a:lnTo>
                    <a:lnTo>
                      <a:pt x="710851" y="4572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CAC9B163-AA37-A121-599C-2D32C7C6DA4D}"/>
                  </a:ext>
                </a:extLst>
              </p:cNvPr>
              <p:cNvSpPr/>
              <p:nvPr/>
            </p:nvSpPr>
            <p:spPr>
              <a:xfrm>
                <a:off x="3498817" y="5533644"/>
                <a:ext cx="67151" cy="66675"/>
              </a:xfrm>
              <a:custGeom>
                <a:avLst/>
                <a:gdLst>
                  <a:gd name="connsiteX0" fmla="*/ 67151 w 67151"/>
                  <a:gd name="connsiteY0" fmla="*/ 34290 h 66675"/>
                  <a:gd name="connsiteX1" fmla="*/ 0 w 67151"/>
                  <a:gd name="connsiteY1" fmla="*/ 66675 h 66675"/>
                  <a:gd name="connsiteX2" fmla="*/ 17145 w 67151"/>
                  <a:gd name="connsiteY2" fmla="*/ 33528 h 66675"/>
                  <a:gd name="connsiteX3" fmla="*/ 952 w 67151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151" h="66675">
                    <a:moveTo>
                      <a:pt x="67151" y="34290"/>
                    </a:moveTo>
                    <a:lnTo>
                      <a:pt x="0" y="66675"/>
                    </a:lnTo>
                    <a:lnTo>
                      <a:pt x="17145" y="33528"/>
                    </a:lnTo>
                    <a:lnTo>
                      <a:pt x="95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82" name="任意多边形: 形状 181">
              <a:extLst>
                <a:ext uri="{FF2B5EF4-FFF2-40B4-BE49-F238E27FC236}">
                  <a16:creationId xmlns:a16="http://schemas.microsoft.com/office/drawing/2014/main" id="{DCF5E231-C527-3329-C3F7-C692EE559DE0}"/>
                </a:ext>
              </a:extLst>
            </p:cNvPr>
            <p:cNvSpPr/>
            <p:nvPr/>
          </p:nvSpPr>
          <p:spPr>
            <a:xfrm rot="-5400000">
              <a:off x="2216376" y="5234499"/>
              <a:ext cx="500323" cy="665918"/>
            </a:xfrm>
            <a:custGeom>
              <a:avLst/>
              <a:gdLst>
                <a:gd name="connsiteX0" fmla="*/ 499920 w 500323"/>
                <a:gd name="connsiteY0" fmla="*/ 83617 h 665918"/>
                <a:gd name="connsiteX1" fmla="*/ 416606 w 500323"/>
                <a:gd name="connsiteY1" fmla="*/ 303 h 665918"/>
                <a:gd name="connsiteX2" fmla="*/ 333293 w 500323"/>
                <a:gd name="connsiteY2" fmla="*/ 83617 h 665918"/>
                <a:gd name="connsiteX3" fmla="*/ 393278 w 500323"/>
                <a:gd name="connsiteY3" fmla="*/ 163598 h 665918"/>
                <a:gd name="connsiteX4" fmla="*/ 393278 w 500323"/>
                <a:gd name="connsiteY4" fmla="*/ 246912 h 665918"/>
                <a:gd name="connsiteX5" fmla="*/ 249979 w 500323"/>
                <a:gd name="connsiteY5" fmla="*/ 389102 h 665918"/>
                <a:gd name="connsiteX6" fmla="*/ 106400 w 500323"/>
                <a:gd name="connsiteY6" fmla="*/ 246635 h 665918"/>
                <a:gd name="connsiteX7" fmla="*/ 106400 w 500323"/>
                <a:gd name="connsiteY7" fmla="*/ 163320 h 665918"/>
                <a:gd name="connsiteX8" fmla="*/ 162874 w 500323"/>
                <a:gd name="connsiteY8" fmla="*/ 59913 h 665918"/>
                <a:gd name="connsiteX9" fmla="*/ 59466 w 500323"/>
                <a:gd name="connsiteY9" fmla="*/ 3439 h 665918"/>
                <a:gd name="connsiteX10" fmla="*/ 2993 w 500323"/>
                <a:gd name="connsiteY10" fmla="*/ 106846 h 665918"/>
                <a:gd name="connsiteX11" fmla="*/ 59466 w 500323"/>
                <a:gd name="connsiteY11" fmla="*/ 163320 h 665918"/>
                <a:gd name="connsiteX12" fmla="*/ 59466 w 500323"/>
                <a:gd name="connsiteY12" fmla="*/ 265519 h 665918"/>
                <a:gd name="connsiteX13" fmla="*/ 226094 w 500323"/>
                <a:gd name="connsiteY13" fmla="*/ 432147 h 665918"/>
                <a:gd name="connsiteX14" fmla="*/ 226094 w 500323"/>
                <a:gd name="connsiteY14" fmla="*/ 502687 h 665918"/>
                <a:gd name="connsiteX15" fmla="*/ 169620 w 500323"/>
                <a:gd name="connsiteY15" fmla="*/ 606094 h 665918"/>
                <a:gd name="connsiteX16" fmla="*/ 273027 w 500323"/>
                <a:gd name="connsiteY16" fmla="*/ 662568 h 665918"/>
                <a:gd name="connsiteX17" fmla="*/ 329501 w 500323"/>
                <a:gd name="connsiteY17" fmla="*/ 559160 h 665918"/>
                <a:gd name="connsiteX18" fmla="*/ 273027 w 500323"/>
                <a:gd name="connsiteY18" fmla="*/ 502687 h 665918"/>
                <a:gd name="connsiteX19" fmla="*/ 273027 w 500323"/>
                <a:gd name="connsiteY19" fmla="*/ 432703 h 665918"/>
                <a:gd name="connsiteX20" fmla="*/ 439657 w 500323"/>
                <a:gd name="connsiteY20" fmla="*/ 266075 h 665918"/>
                <a:gd name="connsiteX21" fmla="*/ 439657 w 500323"/>
                <a:gd name="connsiteY21" fmla="*/ 163598 h 665918"/>
                <a:gd name="connsiteX22" fmla="*/ 499921 w 500323"/>
                <a:gd name="connsiteY22" fmla="*/ 83617 h 665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0323" h="665918">
                  <a:moveTo>
                    <a:pt x="499920" y="83617"/>
                  </a:moveTo>
                  <a:cubicBezTo>
                    <a:pt x="499920" y="37604"/>
                    <a:pt x="462619" y="303"/>
                    <a:pt x="416606" y="303"/>
                  </a:cubicBezTo>
                  <a:cubicBezTo>
                    <a:pt x="370593" y="304"/>
                    <a:pt x="333293" y="37605"/>
                    <a:pt x="333293" y="83617"/>
                  </a:cubicBezTo>
                  <a:cubicBezTo>
                    <a:pt x="333293" y="120646"/>
                    <a:pt x="357731" y="153230"/>
                    <a:pt x="393278" y="163598"/>
                  </a:cubicBezTo>
                  <a:lnTo>
                    <a:pt x="393278" y="246912"/>
                  </a:lnTo>
                  <a:lnTo>
                    <a:pt x="249979" y="389102"/>
                  </a:lnTo>
                  <a:lnTo>
                    <a:pt x="106400" y="246635"/>
                  </a:lnTo>
                  <a:lnTo>
                    <a:pt x="106400" y="163320"/>
                  </a:lnTo>
                  <a:cubicBezTo>
                    <a:pt x="150550" y="150360"/>
                    <a:pt x="175834" y="104063"/>
                    <a:pt x="162874" y="59913"/>
                  </a:cubicBezTo>
                  <a:cubicBezTo>
                    <a:pt x="149913" y="15763"/>
                    <a:pt x="103616" y="-9521"/>
                    <a:pt x="59466" y="3439"/>
                  </a:cubicBezTo>
                  <a:cubicBezTo>
                    <a:pt x="15316" y="16399"/>
                    <a:pt x="-9968" y="62697"/>
                    <a:pt x="2993" y="106846"/>
                  </a:cubicBezTo>
                  <a:cubicBezTo>
                    <a:pt x="10980" y="134055"/>
                    <a:pt x="32258" y="155333"/>
                    <a:pt x="59466" y="163320"/>
                  </a:cubicBezTo>
                  <a:lnTo>
                    <a:pt x="59466" y="265519"/>
                  </a:lnTo>
                  <a:lnTo>
                    <a:pt x="226094" y="432147"/>
                  </a:lnTo>
                  <a:lnTo>
                    <a:pt x="226094" y="502687"/>
                  </a:lnTo>
                  <a:cubicBezTo>
                    <a:pt x="181944" y="515647"/>
                    <a:pt x="156660" y="561944"/>
                    <a:pt x="169620" y="606094"/>
                  </a:cubicBezTo>
                  <a:cubicBezTo>
                    <a:pt x="182580" y="650244"/>
                    <a:pt x="228877" y="675528"/>
                    <a:pt x="273027" y="662568"/>
                  </a:cubicBezTo>
                  <a:cubicBezTo>
                    <a:pt x="317177" y="649607"/>
                    <a:pt x="342462" y="603310"/>
                    <a:pt x="329501" y="559160"/>
                  </a:cubicBezTo>
                  <a:cubicBezTo>
                    <a:pt x="321514" y="531952"/>
                    <a:pt x="300236" y="510674"/>
                    <a:pt x="273027" y="502687"/>
                  </a:cubicBezTo>
                  <a:lnTo>
                    <a:pt x="273027" y="432703"/>
                  </a:lnTo>
                  <a:lnTo>
                    <a:pt x="439657" y="266075"/>
                  </a:lnTo>
                  <a:lnTo>
                    <a:pt x="439657" y="163598"/>
                  </a:lnTo>
                  <a:cubicBezTo>
                    <a:pt x="475315" y="153332"/>
                    <a:pt x="499885" y="120723"/>
                    <a:pt x="499921" y="83617"/>
                  </a:cubicBezTo>
                  <a:close/>
                </a:path>
              </a:pathLst>
            </a:custGeom>
            <a:solidFill>
              <a:srgbClr val="2C2C2C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83" name="图形 4">
              <a:extLst>
                <a:ext uri="{FF2B5EF4-FFF2-40B4-BE49-F238E27FC236}">
                  <a16:creationId xmlns:a16="http://schemas.microsoft.com/office/drawing/2014/main" id="{4F9289B2-BF2F-F3A0-532E-2AED93DBFEB6}"/>
                </a:ext>
              </a:extLst>
            </p:cNvPr>
            <p:cNvGrpSpPr/>
            <p:nvPr/>
          </p:nvGrpSpPr>
          <p:grpSpPr>
            <a:xfrm>
              <a:off x="5853112" y="4133850"/>
              <a:ext cx="1790700" cy="304800"/>
              <a:chOff x="5853112" y="4133850"/>
              <a:chExt cx="1790700" cy="304800"/>
            </a:xfrm>
            <a:noFill/>
          </p:grpSpPr>
          <p:sp>
            <p:nvSpPr>
              <p:cNvPr id="184" name="任意多边形: 形状 183">
                <a:extLst>
                  <a:ext uri="{FF2B5EF4-FFF2-40B4-BE49-F238E27FC236}">
                    <a16:creationId xmlns:a16="http://schemas.microsoft.com/office/drawing/2014/main" id="{47DD1EE0-F004-32E1-370F-AB63A71BD6E3}"/>
                  </a:ext>
                </a:extLst>
              </p:cNvPr>
              <p:cNvSpPr/>
              <p:nvPr/>
            </p:nvSpPr>
            <p:spPr>
              <a:xfrm>
                <a:off x="5853112" y="4133850"/>
                <a:ext cx="1790700" cy="285750"/>
              </a:xfrm>
              <a:custGeom>
                <a:avLst/>
                <a:gdLst>
                  <a:gd name="connsiteX0" fmla="*/ 0 w 1790700"/>
                  <a:gd name="connsiteY0" fmla="*/ 0 h 285750"/>
                  <a:gd name="connsiteX1" fmla="*/ 1790700 w 1790700"/>
                  <a:gd name="connsiteY1" fmla="*/ 0 h 285750"/>
                  <a:gd name="connsiteX2" fmla="*/ 1790700 w 1790700"/>
                  <a:gd name="connsiteY2" fmla="*/ 285750 h 285750"/>
                  <a:gd name="connsiteX3" fmla="*/ 0 w 179070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0700" h="285750">
                    <a:moveTo>
                      <a:pt x="0" y="0"/>
                    </a:moveTo>
                    <a:lnTo>
                      <a:pt x="1790700" y="0"/>
                    </a:lnTo>
                    <a:lnTo>
                      <a:pt x="179070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85" name="图片 184">
                <a:extLst>
                  <a:ext uri="{FF2B5EF4-FFF2-40B4-BE49-F238E27FC236}">
                    <a16:creationId xmlns:a16="http://schemas.microsoft.com/office/drawing/2014/main" id="{81E9458E-15F8-0F63-6EEE-7BE831BDA7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57874" y="4162425"/>
                <a:ext cx="1771650" cy="276225"/>
              </a:xfrm>
              <a:custGeom>
                <a:avLst/>
                <a:gdLst>
                  <a:gd name="connsiteX0" fmla="*/ -1 w 1771650"/>
                  <a:gd name="connsiteY0" fmla="*/ -1 h 276225"/>
                  <a:gd name="connsiteX1" fmla="*/ 1771650 w 1771650"/>
                  <a:gd name="connsiteY1" fmla="*/ -1 h 276225"/>
                  <a:gd name="connsiteX2" fmla="*/ 1771650 w 1771650"/>
                  <a:gd name="connsiteY2" fmla="*/ 276225 h 276225"/>
                  <a:gd name="connsiteX3" fmla="*/ -1 w 17716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71650" h="276225">
                    <a:moveTo>
                      <a:pt x="-1" y="-1"/>
                    </a:moveTo>
                    <a:lnTo>
                      <a:pt x="1771650" y="-1"/>
                    </a:lnTo>
                    <a:lnTo>
                      <a:pt x="17716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186" name="图形 4">
              <a:extLst>
                <a:ext uri="{FF2B5EF4-FFF2-40B4-BE49-F238E27FC236}">
                  <a16:creationId xmlns:a16="http://schemas.microsoft.com/office/drawing/2014/main" id="{0628433F-2041-E684-956A-B90020AA8DC2}"/>
                </a:ext>
              </a:extLst>
            </p:cNvPr>
            <p:cNvGrpSpPr/>
            <p:nvPr/>
          </p:nvGrpSpPr>
          <p:grpSpPr>
            <a:xfrm>
              <a:off x="4052887" y="5567362"/>
              <a:ext cx="706564" cy="400050"/>
              <a:chOff x="4052887" y="5567362"/>
              <a:chExt cx="706564" cy="400050"/>
            </a:xfrm>
          </p:grpSpPr>
          <p:sp>
            <p:nvSpPr>
              <p:cNvPr id="187" name="任意多边形: 形状 186">
                <a:extLst>
                  <a:ext uri="{FF2B5EF4-FFF2-40B4-BE49-F238E27FC236}">
                    <a16:creationId xmlns:a16="http://schemas.microsoft.com/office/drawing/2014/main" id="{C0D3B027-3DF9-30E6-CF59-F3C7191C996F}"/>
                  </a:ext>
                </a:extLst>
              </p:cNvPr>
              <p:cNvSpPr/>
              <p:nvPr/>
            </p:nvSpPr>
            <p:spPr>
              <a:xfrm>
                <a:off x="4052887" y="5567362"/>
                <a:ext cx="656558" cy="366712"/>
              </a:xfrm>
              <a:custGeom>
                <a:avLst/>
                <a:gdLst>
                  <a:gd name="connsiteX0" fmla="*/ 0 w 656558"/>
                  <a:gd name="connsiteY0" fmla="*/ 0 h 366712"/>
                  <a:gd name="connsiteX1" fmla="*/ 276225 w 656558"/>
                  <a:gd name="connsiteY1" fmla="*/ 476 h 366712"/>
                  <a:gd name="connsiteX2" fmla="*/ 371475 w 656558"/>
                  <a:gd name="connsiteY2" fmla="*/ 95917 h 366712"/>
                  <a:gd name="connsiteX3" fmla="*/ 371475 w 656558"/>
                  <a:gd name="connsiteY3" fmla="*/ 271463 h 366712"/>
                  <a:gd name="connsiteX4" fmla="*/ 466725 w 656558"/>
                  <a:gd name="connsiteY4" fmla="*/ 366713 h 366712"/>
                  <a:gd name="connsiteX5" fmla="*/ 656558 w 656558"/>
                  <a:gd name="connsiteY5" fmla="*/ 366713 h 366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6558" h="366712">
                    <a:moveTo>
                      <a:pt x="0" y="0"/>
                    </a:moveTo>
                    <a:lnTo>
                      <a:pt x="276225" y="476"/>
                    </a:lnTo>
                    <a:cubicBezTo>
                      <a:pt x="339725" y="603"/>
                      <a:pt x="371475" y="32417"/>
                      <a:pt x="371475" y="95917"/>
                    </a:cubicBezTo>
                    <a:lnTo>
                      <a:pt x="371475" y="271463"/>
                    </a:lnTo>
                    <a:cubicBezTo>
                      <a:pt x="371475" y="334963"/>
                      <a:pt x="403225" y="366713"/>
                      <a:pt x="466725" y="366713"/>
                    </a:cubicBezTo>
                    <a:lnTo>
                      <a:pt x="656558" y="366713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" name="任意多边形: 形状 187">
                <a:extLst>
                  <a:ext uri="{FF2B5EF4-FFF2-40B4-BE49-F238E27FC236}">
                    <a16:creationId xmlns:a16="http://schemas.microsoft.com/office/drawing/2014/main" id="{7D1D3C5B-69FF-160C-6C0E-4F4C42408CA6}"/>
                  </a:ext>
                </a:extLst>
              </p:cNvPr>
              <p:cNvSpPr/>
              <p:nvPr/>
            </p:nvSpPr>
            <p:spPr>
              <a:xfrm>
                <a:off x="4692776" y="5900737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9" name="图形 4">
              <a:extLst>
                <a:ext uri="{FF2B5EF4-FFF2-40B4-BE49-F238E27FC236}">
                  <a16:creationId xmlns:a16="http://schemas.microsoft.com/office/drawing/2014/main" id="{374F0DF4-006E-EB79-34DC-9AEDDE9FA3A1}"/>
                </a:ext>
              </a:extLst>
            </p:cNvPr>
            <p:cNvGrpSpPr/>
            <p:nvPr/>
          </p:nvGrpSpPr>
          <p:grpSpPr>
            <a:xfrm>
              <a:off x="4052887" y="5148262"/>
              <a:ext cx="1524000" cy="419576"/>
              <a:chOff x="4052887" y="5148262"/>
              <a:chExt cx="1524000" cy="419576"/>
            </a:xfrm>
          </p:grpSpPr>
          <p:sp>
            <p:nvSpPr>
              <p:cNvPr id="190" name="任意多边形: 形状 189">
                <a:extLst>
                  <a:ext uri="{FF2B5EF4-FFF2-40B4-BE49-F238E27FC236}">
                    <a16:creationId xmlns:a16="http://schemas.microsoft.com/office/drawing/2014/main" id="{B1BFB250-66AF-D0F7-F0E8-11703EBA2BC8}"/>
                  </a:ext>
                </a:extLst>
              </p:cNvPr>
              <p:cNvSpPr/>
              <p:nvPr/>
            </p:nvSpPr>
            <p:spPr>
              <a:xfrm>
                <a:off x="4052887" y="5181600"/>
                <a:ext cx="1524000" cy="386239"/>
              </a:xfrm>
              <a:custGeom>
                <a:avLst/>
                <a:gdLst>
                  <a:gd name="connsiteX0" fmla="*/ 0 w 1524000"/>
                  <a:gd name="connsiteY0" fmla="*/ 385763 h 386239"/>
                  <a:gd name="connsiteX1" fmla="*/ 276225 w 1524000"/>
                  <a:gd name="connsiteY1" fmla="*/ 386239 h 386239"/>
                  <a:gd name="connsiteX2" fmla="*/ 371475 w 1524000"/>
                  <a:gd name="connsiteY2" fmla="*/ 291179 h 386239"/>
                  <a:gd name="connsiteX3" fmla="*/ 371475 w 1524000"/>
                  <a:gd name="connsiteY3" fmla="*/ 142875 h 386239"/>
                  <a:gd name="connsiteX4" fmla="*/ 466725 w 1524000"/>
                  <a:gd name="connsiteY4" fmla="*/ 47625 h 386239"/>
                  <a:gd name="connsiteX5" fmla="*/ 1428750 w 1524000"/>
                  <a:gd name="connsiteY5" fmla="*/ 47625 h 386239"/>
                  <a:gd name="connsiteX6" fmla="*/ 1524000 w 1524000"/>
                  <a:gd name="connsiteY6" fmla="*/ 23813 h 386239"/>
                  <a:gd name="connsiteX7" fmla="*/ 1524000 w 1524000"/>
                  <a:gd name="connsiteY7" fmla="*/ 11906 h 386239"/>
                  <a:gd name="connsiteX8" fmla="*/ 1428750 w 1524000"/>
                  <a:gd name="connsiteY8" fmla="*/ 0 h 386239"/>
                  <a:gd name="connsiteX9" fmla="*/ 794099 w 1524000"/>
                  <a:gd name="connsiteY9" fmla="*/ 0 h 38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24000" h="386239">
                    <a:moveTo>
                      <a:pt x="0" y="385763"/>
                    </a:moveTo>
                    <a:lnTo>
                      <a:pt x="276225" y="386239"/>
                    </a:lnTo>
                    <a:cubicBezTo>
                      <a:pt x="339725" y="386366"/>
                      <a:pt x="371475" y="354680"/>
                      <a:pt x="371475" y="291179"/>
                    </a:cubicBezTo>
                    <a:lnTo>
                      <a:pt x="371475" y="142875"/>
                    </a:lnTo>
                    <a:cubicBezTo>
                      <a:pt x="371475" y="79375"/>
                      <a:pt x="403225" y="47625"/>
                      <a:pt x="466725" y="47625"/>
                    </a:cubicBezTo>
                    <a:lnTo>
                      <a:pt x="1428750" y="47625"/>
                    </a:lnTo>
                    <a:cubicBezTo>
                      <a:pt x="1492250" y="47625"/>
                      <a:pt x="1524000" y="39688"/>
                      <a:pt x="1524000" y="23813"/>
                    </a:cubicBezTo>
                    <a:lnTo>
                      <a:pt x="1524000" y="11906"/>
                    </a:lnTo>
                    <a:cubicBezTo>
                      <a:pt x="1524000" y="3969"/>
                      <a:pt x="1492250" y="0"/>
                      <a:pt x="1428750" y="0"/>
                    </a:cubicBezTo>
                    <a:lnTo>
                      <a:pt x="794099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" name="任意多边形: 形状 190">
                <a:extLst>
                  <a:ext uri="{FF2B5EF4-FFF2-40B4-BE49-F238E27FC236}">
                    <a16:creationId xmlns:a16="http://schemas.microsoft.com/office/drawing/2014/main" id="{FAF6D8A2-5055-637F-922D-102A9520C947}"/>
                  </a:ext>
                </a:extLst>
              </p:cNvPr>
              <p:cNvSpPr/>
              <p:nvPr/>
            </p:nvSpPr>
            <p:spPr>
              <a:xfrm>
                <a:off x="4796979" y="5148262"/>
                <a:ext cx="66675" cy="66675"/>
              </a:xfrm>
              <a:custGeom>
                <a:avLst/>
                <a:gdLst>
                  <a:gd name="connsiteX0" fmla="*/ 0 w 66675"/>
                  <a:gd name="connsiteY0" fmla="*/ 33338 h 66675"/>
                  <a:gd name="connsiteX1" fmla="*/ 66675 w 66675"/>
                  <a:gd name="connsiteY1" fmla="*/ 0 h 66675"/>
                  <a:gd name="connsiteX2" fmla="*/ 50006 w 66675"/>
                  <a:gd name="connsiteY2" fmla="*/ 33338 h 66675"/>
                  <a:gd name="connsiteX3" fmla="*/ 66675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0" y="33338"/>
                    </a:moveTo>
                    <a:lnTo>
                      <a:pt x="66675" y="0"/>
                    </a:lnTo>
                    <a:lnTo>
                      <a:pt x="50006" y="33338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92" name="图形 4">
              <a:extLst>
                <a:ext uri="{FF2B5EF4-FFF2-40B4-BE49-F238E27FC236}">
                  <a16:creationId xmlns:a16="http://schemas.microsoft.com/office/drawing/2014/main" id="{619E5F27-10D2-8DED-FF70-235E89F8AAB4}"/>
                </a:ext>
              </a:extLst>
            </p:cNvPr>
            <p:cNvGrpSpPr/>
            <p:nvPr/>
          </p:nvGrpSpPr>
          <p:grpSpPr>
            <a:xfrm>
              <a:off x="4691062" y="4943475"/>
              <a:ext cx="1676400" cy="476250"/>
              <a:chOff x="4691062" y="4943475"/>
              <a:chExt cx="1676400" cy="476250"/>
            </a:xfrm>
            <a:solidFill>
              <a:srgbClr val="FFFFDC"/>
            </a:solidFill>
          </p:grpSpPr>
          <p:sp>
            <p:nvSpPr>
              <p:cNvPr id="193" name="任意多边形: 形状 192">
                <a:extLst>
                  <a:ext uri="{FF2B5EF4-FFF2-40B4-BE49-F238E27FC236}">
                    <a16:creationId xmlns:a16="http://schemas.microsoft.com/office/drawing/2014/main" id="{081600C7-65B6-342A-6B14-9EA7936C3216}"/>
                  </a:ext>
                </a:extLst>
              </p:cNvPr>
              <p:cNvSpPr/>
              <p:nvPr/>
            </p:nvSpPr>
            <p:spPr>
              <a:xfrm>
                <a:off x="4691062" y="4943475"/>
                <a:ext cx="1676400" cy="476250"/>
              </a:xfrm>
              <a:custGeom>
                <a:avLst/>
                <a:gdLst>
                  <a:gd name="connsiteX0" fmla="*/ 0 w 1676400"/>
                  <a:gd name="connsiteY0" fmla="*/ 476250 h 476250"/>
                  <a:gd name="connsiteX1" fmla="*/ 190500 w 1676400"/>
                  <a:gd name="connsiteY1" fmla="*/ 0 h 476250"/>
                  <a:gd name="connsiteX2" fmla="*/ 1676400 w 1676400"/>
                  <a:gd name="connsiteY2" fmla="*/ 0 h 476250"/>
                  <a:gd name="connsiteX3" fmla="*/ 1485900 w 1676400"/>
                  <a:gd name="connsiteY3" fmla="*/ 47625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6400" h="476250">
                    <a:moveTo>
                      <a:pt x="0" y="476250"/>
                    </a:moveTo>
                    <a:lnTo>
                      <a:pt x="190500" y="0"/>
                    </a:lnTo>
                    <a:lnTo>
                      <a:pt x="1676400" y="0"/>
                    </a:lnTo>
                    <a:lnTo>
                      <a:pt x="1485900" y="476250"/>
                    </a:lnTo>
                    <a:close/>
                  </a:path>
                </a:pathLst>
              </a:custGeom>
              <a:solidFill>
                <a:srgbClr val="FFFFDC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94" name="图片 193">
                <a:extLst>
                  <a:ext uri="{FF2B5EF4-FFF2-40B4-BE49-F238E27FC236}">
                    <a16:creationId xmlns:a16="http://schemas.microsoft.com/office/drawing/2014/main" id="{A373B62D-D03F-397C-9A30-74D7BA4B2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95824" y="5067300"/>
                <a:ext cx="1657350" cy="276225"/>
              </a:xfrm>
              <a:custGeom>
                <a:avLst/>
                <a:gdLst>
                  <a:gd name="connsiteX0" fmla="*/ -1 w 1657350"/>
                  <a:gd name="connsiteY0" fmla="*/ -1 h 276225"/>
                  <a:gd name="connsiteX1" fmla="*/ 1657350 w 1657350"/>
                  <a:gd name="connsiteY1" fmla="*/ -1 h 276225"/>
                  <a:gd name="connsiteX2" fmla="*/ 1657350 w 1657350"/>
                  <a:gd name="connsiteY2" fmla="*/ 276225 h 276225"/>
                  <a:gd name="connsiteX3" fmla="*/ -1 w 16573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7350" h="276225">
                    <a:moveTo>
                      <a:pt x="-1" y="-1"/>
                    </a:moveTo>
                    <a:lnTo>
                      <a:pt x="1657350" y="-1"/>
                    </a:lnTo>
                    <a:lnTo>
                      <a:pt x="16573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195" name="图形 4">
              <a:extLst>
                <a:ext uri="{FF2B5EF4-FFF2-40B4-BE49-F238E27FC236}">
                  <a16:creationId xmlns:a16="http://schemas.microsoft.com/office/drawing/2014/main" id="{5B0BCB62-4992-FFCC-D89D-443D4889A937}"/>
                </a:ext>
              </a:extLst>
            </p:cNvPr>
            <p:cNvGrpSpPr/>
            <p:nvPr/>
          </p:nvGrpSpPr>
          <p:grpSpPr>
            <a:xfrm>
              <a:off x="6296024" y="5529262"/>
              <a:ext cx="679894" cy="423862"/>
              <a:chOff x="6296024" y="5529262"/>
              <a:chExt cx="679894" cy="423862"/>
            </a:xfrm>
          </p:grpSpPr>
          <p:sp>
            <p:nvSpPr>
              <p:cNvPr id="196" name="任意多边形: 形状 195">
                <a:extLst>
                  <a:ext uri="{FF2B5EF4-FFF2-40B4-BE49-F238E27FC236}">
                    <a16:creationId xmlns:a16="http://schemas.microsoft.com/office/drawing/2014/main" id="{1D934F9B-D30D-0E2E-E5F4-F35F8D8C7080}"/>
                  </a:ext>
                </a:extLst>
              </p:cNvPr>
              <p:cNvSpPr/>
              <p:nvPr/>
            </p:nvSpPr>
            <p:spPr>
              <a:xfrm>
                <a:off x="6296024" y="5562600"/>
                <a:ext cx="629888" cy="390525"/>
              </a:xfrm>
              <a:custGeom>
                <a:avLst/>
                <a:gdLst>
                  <a:gd name="connsiteX0" fmla="*/ 0 w 629888"/>
                  <a:gd name="connsiteY0" fmla="*/ 390525 h 390525"/>
                  <a:gd name="connsiteX1" fmla="*/ 287750 w 629888"/>
                  <a:gd name="connsiteY1" fmla="*/ 390525 h 390525"/>
                  <a:gd name="connsiteX2" fmla="*/ 383000 w 629888"/>
                  <a:gd name="connsiteY2" fmla="*/ 295275 h 390525"/>
                  <a:gd name="connsiteX3" fmla="*/ 383000 w 629888"/>
                  <a:gd name="connsiteY3" fmla="*/ 95250 h 390525"/>
                  <a:gd name="connsiteX4" fmla="*/ 478250 w 629888"/>
                  <a:gd name="connsiteY4" fmla="*/ 0 h 390525"/>
                  <a:gd name="connsiteX5" fmla="*/ 629888 w 629888"/>
                  <a:gd name="connsiteY5" fmla="*/ 0 h 390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29888" h="390525">
                    <a:moveTo>
                      <a:pt x="0" y="390525"/>
                    </a:moveTo>
                    <a:lnTo>
                      <a:pt x="287750" y="390525"/>
                    </a:lnTo>
                    <a:cubicBezTo>
                      <a:pt x="351250" y="390525"/>
                      <a:pt x="383000" y="358775"/>
                      <a:pt x="383000" y="295275"/>
                    </a:cubicBezTo>
                    <a:lnTo>
                      <a:pt x="383000" y="95250"/>
                    </a:lnTo>
                    <a:cubicBezTo>
                      <a:pt x="383000" y="31750"/>
                      <a:pt x="414750" y="0"/>
                      <a:pt x="478250" y="0"/>
                    </a:cubicBezTo>
                    <a:lnTo>
                      <a:pt x="629888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" name="任意多边形: 形状 196">
                <a:extLst>
                  <a:ext uri="{FF2B5EF4-FFF2-40B4-BE49-F238E27FC236}">
                    <a16:creationId xmlns:a16="http://schemas.microsoft.com/office/drawing/2014/main" id="{B92733F5-A305-03D6-ADE2-E129A946DD85}"/>
                  </a:ext>
                </a:extLst>
              </p:cNvPr>
              <p:cNvSpPr/>
              <p:nvPr/>
            </p:nvSpPr>
            <p:spPr>
              <a:xfrm>
                <a:off x="6909244" y="5529262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98" name="图形 4">
              <a:extLst>
                <a:ext uri="{FF2B5EF4-FFF2-40B4-BE49-F238E27FC236}">
                  <a16:creationId xmlns:a16="http://schemas.microsoft.com/office/drawing/2014/main" id="{F9DCC75E-570B-045C-3DDC-960114953774}"/>
                </a:ext>
              </a:extLst>
            </p:cNvPr>
            <p:cNvGrpSpPr/>
            <p:nvPr/>
          </p:nvGrpSpPr>
          <p:grpSpPr>
            <a:xfrm>
              <a:off x="4667249" y="5715000"/>
              <a:ext cx="1724025" cy="476250"/>
              <a:chOff x="4667249" y="5715000"/>
              <a:chExt cx="1724025" cy="476250"/>
            </a:xfrm>
            <a:solidFill>
              <a:srgbClr val="FFFFDE"/>
            </a:solidFill>
          </p:grpSpPr>
          <p:sp>
            <p:nvSpPr>
              <p:cNvPr id="199" name="任意多边形: 形状 198">
                <a:extLst>
                  <a:ext uri="{FF2B5EF4-FFF2-40B4-BE49-F238E27FC236}">
                    <a16:creationId xmlns:a16="http://schemas.microsoft.com/office/drawing/2014/main" id="{9B44FFF0-810C-5043-567B-97610883A469}"/>
                  </a:ext>
                </a:extLst>
              </p:cNvPr>
              <p:cNvSpPr/>
              <p:nvPr/>
            </p:nvSpPr>
            <p:spPr>
              <a:xfrm>
                <a:off x="4667249" y="5715000"/>
                <a:ext cx="1724025" cy="476250"/>
              </a:xfrm>
              <a:custGeom>
                <a:avLst/>
                <a:gdLst>
                  <a:gd name="connsiteX0" fmla="*/ 0 w 1724025"/>
                  <a:gd name="connsiteY0" fmla="*/ 476250 h 476250"/>
                  <a:gd name="connsiteX1" fmla="*/ 190500 w 1724025"/>
                  <a:gd name="connsiteY1" fmla="*/ 0 h 476250"/>
                  <a:gd name="connsiteX2" fmla="*/ 1724025 w 1724025"/>
                  <a:gd name="connsiteY2" fmla="*/ 0 h 476250"/>
                  <a:gd name="connsiteX3" fmla="*/ 1533525 w 1724025"/>
                  <a:gd name="connsiteY3" fmla="*/ 47625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4025" h="476250">
                    <a:moveTo>
                      <a:pt x="0" y="476250"/>
                    </a:moveTo>
                    <a:lnTo>
                      <a:pt x="190500" y="0"/>
                    </a:lnTo>
                    <a:lnTo>
                      <a:pt x="1724025" y="0"/>
                    </a:lnTo>
                    <a:lnTo>
                      <a:pt x="1533525" y="476250"/>
                    </a:lnTo>
                    <a:close/>
                  </a:path>
                </a:pathLst>
              </a:custGeom>
              <a:solidFill>
                <a:srgbClr val="FFFFDE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00" name="图片 199">
                <a:extLst>
                  <a:ext uri="{FF2B5EF4-FFF2-40B4-BE49-F238E27FC236}">
                    <a16:creationId xmlns:a16="http://schemas.microsoft.com/office/drawing/2014/main" id="{E5E5DDF1-0AB5-A130-9E11-B9509AC2F7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67249" y="5838825"/>
                <a:ext cx="1704975" cy="276225"/>
              </a:xfrm>
              <a:custGeom>
                <a:avLst/>
                <a:gdLst>
                  <a:gd name="connsiteX0" fmla="*/ -1 w 1704975"/>
                  <a:gd name="connsiteY0" fmla="*/ -1 h 276225"/>
                  <a:gd name="connsiteX1" fmla="*/ 1704975 w 1704975"/>
                  <a:gd name="connsiteY1" fmla="*/ -1 h 276225"/>
                  <a:gd name="connsiteX2" fmla="*/ 1704975 w 1704975"/>
                  <a:gd name="connsiteY2" fmla="*/ 276225 h 276225"/>
                  <a:gd name="connsiteX3" fmla="*/ -1 w 1704975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4975" h="276225">
                    <a:moveTo>
                      <a:pt x="-1" y="-1"/>
                    </a:moveTo>
                    <a:lnTo>
                      <a:pt x="1704975" y="-1"/>
                    </a:lnTo>
                    <a:lnTo>
                      <a:pt x="1704975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sp>
          <p:nvSpPr>
            <p:cNvPr id="201" name="任意多边形: 形状 200">
              <a:extLst>
                <a:ext uri="{FF2B5EF4-FFF2-40B4-BE49-F238E27FC236}">
                  <a16:creationId xmlns:a16="http://schemas.microsoft.com/office/drawing/2014/main" id="{EB23591F-238F-F6FF-107D-027D8D3F6A71}"/>
                </a:ext>
              </a:extLst>
            </p:cNvPr>
            <p:cNvSpPr/>
            <p:nvPr/>
          </p:nvSpPr>
          <p:spPr>
            <a:xfrm>
              <a:off x="6983411" y="4752975"/>
              <a:ext cx="174625" cy="1619250"/>
            </a:xfrm>
            <a:custGeom>
              <a:avLst/>
              <a:gdLst>
                <a:gd name="connsiteX0" fmla="*/ 174625 w 174625"/>
                <a:gd name="connsiteY0" fmla="*/ 0 h 1619250"/>
                <a:gd name="connsiteX1" fmla="*/ 127000 w 174625"/>
                <a:gd name="connsiteY1" fmla="*/ 0 h 1619250"/>
                <a:gd name="connsiteX2" fmla="*/ 79375 w 174625"/>
                <a:gd name="connsiteY2" fmla="*/ 95250 h 1619250"/>
                <a:gd name="connsiteX3" fmla="*/ 79375 w 174625"/>
                <a:gd name="connsiteY3" fmla="*/ 714375 h 1619250"/>
                <a:gd name="connsiteX4" fmla="*/ 31750 w 174625"/>
                <a:gd name="connsiteY4" fmla="*/ 809625 h 1619250"/>
                <a:gd name="connsiteX5" fmla="*/ 7938 w 174625"/>
                <a:gd name="connsiteY5" fmla="*/ 809625 h 1619250"/>
                <a:gd name="connsiteX6" fmla="*/ 31750 w 174625"/>
                <a:gd name="connsiteY6" fmla="*/ 809625 h 1619250"/>
                <a:gd name="connsiteX7" fmla="*/ 55563 w 174625"/>
                <a:gd name="connsiteY7" fmla="*/ 809625 h 1619250"/>
                <a:gd name="connsiteX8" fmla="*/ 79375 w 174625"/>
                <a:gd name="connsiteY8" fmla="*/ 904875 h 1619250"/>
                <a:gd name="connsiteX9" fmla="*/ 79375 w 174625"/>
                <a:gd name="connsiteY9" fmla="*/ 1524000 h 1619250"/>
                <a:gd name="connsiteX10" fmla="*/ 127000 w 174625"/>
                <a:gd name="connsiteY10" fmla="*/ 1619250 h 1619250"/>
                <a:gd name="connsiteX11" fmla="*/ 174625 w 174625"/>
                <a:gd name="connsiteY11" fmla="*/ 1619250 h 161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4625" h="1619250">
                  <a:moveTo>
                    <a:pt x="174625" y="0"/>
                  </a:moveTo>
                  <a:lnTo>
                    <a:pt x="127000" y="0"/>
                  </a:lnTo>
                  <a:cubicBezTo>
                    <a:pt x="95250" y="0"/>
                    <a:pt x="79375" y="31750"/>
                    <a:pt x="79375" y="95250"/>
                  </a:cubicBezTo>
                  <a:lnTo>
                    <a:pt x="79375" y="714375"/>
                  </a:lnTo>
                  <a:cubicBezTo>
                    <a:pt x="79375" y="777875"/>
                    <a:pt x="63500" y="809625"/>
                    <a:pt x="31750" y="809625"/>
                  </a:cubicBezTo>
                  <a:lnTo>
                    <a:pt x="7938" y="809625"/>
                  </a:lnTo>
                  <a:cubicBezTo>
                    <a:pt x="-7938" y="809625"/>
                    <a:pt x="0" y="809625"/>
                    <a:pt x="31750" y="809625"/>
                  </a:cubicBezTo>
                  <a:lnTo>
                    <a:pt x="55563" y="809625"/>
                  </a:lnTo>
                  <a:cubicBezTo>
                    <a:pt x="71438" y="809625"/>
                    <a:pt x="79375" y="841375"/>
                    <a:pt x="79375" y="904875"/>
                  </a:cubicBezTo>
                  <a:lnTo>
                    <a:pt x="79375" y="1524000"/>
                  </a:lnTo>
                  <a:cubicBezTo>
                    <a:pt x="79375" y="1587500"/>
                    <a:pt x="95250" y="1619250"/>
                    <a:pt x="127000" y="1619250"/>
                  </a:cubicBezTo>
                  <a:lnTo>
                    <a:pt x="174625" y="161925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02" name="图形 4">
              <a:extLst>
                <a:ext uri="{FF2B5EF4-FFF2-40B4-BE49-F238E27FC236}">
                  <a16:creationId xmlns:a16="http://schemas.microsoft.com/office/drawing/2014/main" id="{141324B1-FEB6-8656-290B-269368C73810}"/>
                </a:ext>
              </a:extLst>
            </p:cNvPr>
            <p:cNvGrpSpPr/>
            <p:nvPr/>
          </p:nvGrpSpPr>
          <p:grpSpPr>
            <a:xfrm>
              <a:off x="7243762" y="4705350"/>
              <a:ext cx="1323975" cy="304800"/>
              <a:chOff x="7243762" y="4705350"/>
              <a:chExt cx="1323975" cy="304800"/>
            </a:xfrm>
            <a:noFill/>
          </p:grpSpPr>
          <p:sp>
            <p:nvSpPr>
              <p:cNvPr id="203" name="任意多边形: 形状 202">
                <a:extLst>
                  <a:ext uri="{FF2B5EF4-FFF2-40B4-BE49-F238E27FC236}">
                    <a16:creationId xmlns:a16="http://schemas.microsoft.com/office/drawing/2014/main" id="{36977CBE-7F6A-85CF-450B-91B82EC3B6C1}"/>
                  </a:ext>
                </a:extLst>
              </p:cNvPr>
              <p:cNvSpPr/>
              <p:nvPr/>
            </p:nvSpPr>
            <p:spPr>
              <a:xfrm>
                <a:off x="7243762" y="4705350"/>
                <a:ext cx="1323975" cy="285750"/>
              </a:xfrm>
              <a:custGeom>
                <a:avLst/>
                <a:gdLst>
                  <a:gd name="connsiteX0" fmla="*/ 0 w 1323975"/>
                  <a:gd name="connsiteY0" fmla="*/ 0 h 285750"/>
                  <a:gd name="connsiteX1" fmla="*/ 1323975 w 1323975"/>
                  <a:gd name="connsiteY1" fmla="*/ 0 h 285750"/>
                  <a:gd name="connsiteX2" fmla="*/ 1323975 w 1323975"/>
                  <a:gd name="connsiteY2" fmla="*/ 285750 h 285750"/>
                  <a:gd name="connsiteX3" fmla="*/ 0 w 1323975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3975" h="285750">
                    <a:moveTo>
                      <a:pt x="0" y="0"/>
                    </a:moveTo>
                    <a:lnTo>
                      <a:pt x="1323975" y="0"/>
                    </a:lnTo>
                    <a:lnTo>
                      <a:pt x="1323975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04" name="图片 203">
                <a:extLst>
                  <a:ext uri="{FF2B5EF4-FFF2-40B4-BE49-F238E27FC236}">
                    <a16:creationId xmlns:a16="http://schemas.microsoft.com/office/drawing/2014/main" id="{55AFF024-DFB1-3C16-97E1-352761EB60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48524" y="4733925"/>
                <a:ext cx="1304925" cy="276225"/>
              </a:xfrm>
              <a:custGeom>
                <a:avLst/>
                <a:gdLst>
                  <a:gd name="connsiteX0" fmla="*/ -1 w 1304925"/>
                  <a:gd name="connsiteY0" fmla="*/ -1 h 276225"/>
                  <a:gd name="connsiteX1" fmla="*/ 1304925 w 1304925"/>
                  <a:gd name="connsiteY1" fmla="*/ -1 h 276225"/>
                  <a:gd name="connsiteX2" fmla="*/ 1304925 w 1304925"/>
                  <a:gd name="connsiteY2" fmla="*/ 276225 h 276225"/>
                  <a:gd name="connsiteX3" fmla="*/ -1 w 1304925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4925" h="276225">
                    <a:moveTo>
                      <a:pt x="-1" y="-1"/>
                    </a:moveTo>
                    <a:lnTo>
                      <a:pt x="1304925" y="-1"/>
                    </a:lnTo>
                    <a:lnTo>
                      <a:pt x="1304925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5" name="图形 4">
              <a:extLst>
                <a:ext uri="{FF2B5EF4-FFF2-40B4-BE49-F238E27FC236}">
                  <a16:creationId xmlns:a16="http://schemas.microsoft.com/office/drawing/2014/main" id="{BB714F02-14F6-B1AE-C441-13CA43222CBB}"/>
                </a:ext>
              </a:extLst>
            </p:cNvPr>
            <p:cNvGrpSpPr/>
            <p:nvPr/>
          </p:nvGrpSpPr>
          <p:grpSpPr>
            <a:xfrm>
              <a:off x="7243762" y="6138862"/>
              <a:ext cx="1362075" cy="309562"/>
              <a:chOff x="7243762" y="6138862"/>
              <a:chExt cx="1362075" cy="309562"/>
            </a:xfrm>
            <a:noFill/>
          </p:grpSpPr>
          <p:sp>
            <p:nvSpPr>
              <p:cNvPr id="206" name="任意多边形: 形状 205">
                <a:extLst>
                  <a:ext uri="{FF2B5EF4-FFF2-40B4-BE49-F238E27FC236}">
                    <a16:creationId xmlns:a16="http://schemas.microsoft.com/office/drawing/2014/main" id="{DE977B37-4F42-3419-3033-9C1D6DB89C22}"/>
                  </a:ext>
                </a:extLst>
              </p:cNvPr>
              <p:cNvSpPr/>
              <p:nvPr/>
            </p:nvSpPr>
            <p:spPr>
              <a:xfrm>
                <a:off x="7243762" y="6138862"/>
                <a:ext cx="1362075" cy="285750"/>
              </a:xfrm>
              <a:custGeom>
                <a:avLst/>
                <a:gdLst>
                  <a:gd name="connsiteX0" fmla="*/ 0 w 1362075"/>
                  <a:gd name="connsiteY0" fmla="*/ 0 h 285750"/>
                  <a:gd name="connsiteX1" fmla="*/ 1362075 w 1362075"/>
                  <a:gd name="connsiteY1" fmla="*/ 0 h 285750"/>
                  <a:gd name="connsiteX2" fmla="*/ 1362075 w 1362075"/>
                  <a:gd name="connsiteY2" fmla="*/ 285750 h 285750"/>
                  <a:gd name="connsiteX3" fmla="*/ 0 w 1362075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2075" h="285750">
                    <a:moveTo>
                      <a:pt x="0" y="0"/>
                    </a:moveTo>
                    <a:lnTo>
                      <a:pt x="1362075" y="0"/>
                    </a:lnTo>
                    <a:lnTo>
                      <a:pt x="1362075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07" name="图片 206">
                <a:extLst>
                  <a:ext uri="{FF2B5EF4-FFF2-40B4-BE49-F238E27FC236}">
                    <a16:creationId xmlns:a16="http://schemas.microsoft.com/office/drawing/2014/main" id="{2F0C3537-BCAE-060B-A2C9-B778E6DA8E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248524" y="6172200"/>
                <a:ext cx="1343025" cy="276225"/>
              </a:xfrm>
              <a:custGeom>
                <a:avLst/>
                <a:gdLst>
                  <a:gd name="connsiteX0" fmla="*/ -1 w 1343025"/>
                  <a:gd name="connsiteY0" fmla="*/ -1 h 276225"/>
                  <a:gd name="connsiteX1" fmla="*/ 1343025 w 1343025"/>
                  <a:gd name="connsiteY1" fmla="*/ -1 h 276225"/>
                  <a:gd name="connsiteX2" fmla="*/ 1343025 w 1343025"/>
                  <a:gd name="connsiteY2" fmla="*/ 276225 h 276225"/>
                  <a:gd name="connsiteX3" fmla="*/ -1 w 1343025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3025" h="276225">
                    <a:moveTo>
                      <a:pt x="-1" y="-1"/>
                    </a:moveTo>
                    <a:lnTo>
                      <a:pt x="1343025" y="-1"/>
                    </a:lnTo>
                    <a:lnTo>
                      <a:pt x="1343025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8" name="图形 4">
              <a:extLst>
                <a:ext uri="{FF2B5EF4-FFF2-40B4-BE49-F238E27FC236}">
                  <a16:creationId xmlns:a16="http://schemas.microsoft.com/office/drawing/2014/main" id="{68C1BF81-E164-B589-2AE7-327ADE04D4C2}"/>
                </a:ext>
              </a:extLst>
            </p:cNvPr>
            <p:cNvGrpSpPr/>
            <p:nvPr/>
          </p:nvGrpSpPr>
          <p:grpSpPr>
            <a:xfrm>
              <a:off x="6272212" y="5181600"/>
              <a:ext cx="703707" cy="414337"/>
              <a:chOff x="6272212" y="5181600"/>
              <a:chExt cx="703707" cy="414337"/>
            </a:xfrm>
          </p:grpSpPr>
          <p:sp>
            <p:nvSpPr>
              <p:cNvPr id="209" name="任意多边形: 形状 208">
                <a:extLst>
                  <a:ext uri="{FF2B5EF4-FFF2-40B4-BE49-F238E27FC236}">
                    <a16:creationId xmlns:a16="http://schemas.microsoft.com/office/drawing/2014/main" id="{02ED9DC5-8CA0-D70F-8527-7F88088B6E15}"/>
                  </a:ext>
                </a:extLst>
              </p:cNvPr>
              <p:cNvSpPr/>
              <p:nvPr/>
            </p:nvSpPr>
            <p:spPr>
              <a:xfrm>
                <a:off x="6272212" y="5181600"/>
                <a:ext cx="653700" cy="381000"/>
              </a:xfrm>
              <a:custGeom>
                <a:avLst/>
                <a:gdLst>
                  <a:gd name="connsiteX0" fmla="*/ 0 w 653700"/>
                  <a:gd name="connsiteY0" fmla="*/ 0 h 381000"/>
                  <a:gd name="connsiteX1" fmla="*/ 300704 w 653700"/>
                  <a:gd name="connsiteY1" fmla="*/ 0 h 381000"/>
                  <a:gd name="connsiteX2" fmla="*/ 395954 w 653700"/>
                  <a:gd name="connsiteY2" fmla="*/ 95250 h 381000"/>
                  <a:gd name="connsiteX3" fmla="*/ 395954 w 653700"/>
                  <a:gd name="connsiteY3" fmla="*/ 285750 h 381000"/>
                  <a:gd name="connsiteX4" fmla="*/ 491204 w 653700"/>
                  <a:gd name="connsiteY4" fmla="*/ 381000 h 381000"/>
                  <a:gd name="connsiteX5" fmla="*/ 653701 w 653700"/>
                  <a:gd name="connsiteY5" fmla="*/ 381000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3700" h="381000">
                    <a:moveTo>
                      <a:pt x="0" y="0"/>
                    </a:moveTo>
                    <a:lnTo>
                      <a:pt x="300704" y="0"/>
                    </a:lnTo>
                    <a:cubicBezTo>
                      <a:pt x="364205" y="0"/>
                      <a:pt x="395954" y="31750"/>
                      <a:pt x="395954" y="95250"/>
                    </a:cubicBezTo>
                    <a:lnTo>
                      <a:pt x="395954" y="285750"/>
                    </a:lnTo>
                    <a:cubicBezTo>
                      <a:pt x="395954" y="349250"/>
                      <a:pt x="427704" y="381000"/>
                      <a:pt x="491204" y="381000"/>
                    </a:cubicBezTo>
                    <a:lnTo>
                      <a:pt x="653701" y="38100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" name="任意多边形: 形状 209">
                <a:extLst>
                  <a:ext uri="{FF2B5EF4-FFF2-40B4-BE49-F238E27FC236}">
                    <a16:creationId xmlns:a16="http://schemas.microsoft.com/office/drawing/2014/main" id="{A0F935A2-784C-7E68-5838-56EF61899528}"/>
                  </a:ext>
                </a:extLst>
              </p:cNvPr>
              <p:cNvSpPr/>
              <p:nvPr/>
            </p:nvSpPr>
            <p:spPr>
              <a:xfrm>
                <a:off x="6909244" y="5529262"/>
                <a:ext cx="66675" cy="66675"/>
              </a:xfrm>
              <a:custGeom>
                <a:avLst/>
                <a:gdLst>
                  <a:gd name="connsiteX0" fmla="*/ 66675 w 66675"/>
                  <a:gd name="connsiteY0" fmla="*/ 33338 h 66675"/>
                  <a:gd name="connsiteX1" fmla="*/ 0 w 66675"/>
                  <a:gd name="connsiteY1" fmla="*/ 66675 h 66675"/>
                  <a:gd name="connsiteX2" fmla="*/ 16669 w 66675"/>
                  <a:gd name="connsiteY2" fmla="*/ 33338 h 66675"/>
                  <a:gd name="connsiteX3" fmla="*/ 0 w 66675"/>
                  <a:gd name="connsiteY3" fmla="*/ 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66675" y="33338"/>
                    </a:moveTo>
                    <a:lnTo>
                      <a:pt x="0" y="66675"/>
                    </a:lnTo>
                    <a:lnTo>
                      <a:pt x="16669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11" name="图形 4">
              <a:extLst>
                <a:ext uri="{FF2B5EF4-FFF2-40B4-BE49-F238E27FC236}">
                  <a16:creationId xmlns:a16="http://schemas.microsoft.com/office/drawing/2014/main" id="{7BA4F511-BABF-8618-E0A5-08B8D39B3D17}"/>
                </a:ext>
              </a:extLst>
            </p:cNvPr>
            <p:cNvGrpSpPr/>
            <p:nvPr/>
          </p:nvGrpSpPr>
          <p:grpSpPr>
            <a:xfrm>
              <a:off x="3576637" y="4757737"/>
              <a:ext cx="476250" cy="1619250"/>
              <a:chOff x="3576637" y="4757737"/>
              <a:chExt cx="476250" cy="1619250"/>
            </a:xfrm>
            <a:solidFill>
              <a:srgbClr val="DAE8FC"/>
            </a:solidFill>
          </p:grpSpPr>
          <p:sp>
            <p:nvSpPr>
              <p:cNvPr id="212" name="任意多边形: 形状 211">
                <a:extLst>
                  <a:ext uri="{FF2B5EF4-FFF2-40B4-BE49-F238E27FC236}">
                    <a16:creationId xmlns:a16="http://schemas.microsoft.com/office/drawing/2014/main" id="{875613DB-B87B-9322-556F-5EDD1583A7BF}"/>
                  </a:ext>
                </a:extLst>
              </p:cNvPr>
              <p:cNvSpPr/>
              <p:nvPr/>
            </p:nvSpPr>
            <p:spPr>
              <a:xfrm rot="10800000" flipV="1">
                <a:off x="3576637" y="4757737"/>
                <a:ext cx="476250" cy="1619250"/>
              </a:xfrm>
              <a:custGeom>
                <a:avLst/>
                <a:gdLst>
                  <a:gd name="connsiteX0" fmla="*/ 404813 w 476250"/>
                  <a:gd name="connsiteY0" fmla="*/ 0 h 1619250"/>
                  <a:gd name="connsiteX1" fmla="*/ 476250 w 476250"/>
                  <a:gd name="connsiteY1" fmla="*/ 71438 h 1619250"/>
                  <a:gd name="connsiteX2" fmla="*/ 476250 w 476250"/>
                  <a:gd name="connsiteY2" fmla="*/ 1547813 h 1619250"/>
                  <a:gd name="connsiteX3" fmla="*/ 404813 w 476250"/>
                  <a:gd name="connsiteY3" fmla="*/ 1619250 h 1619250"/>
                  <a:gd name="connsiteX4" fmla="*/ 71438 w 476250"/>
                  <a:gd name="connsiteY4" fmla="*/ 1619250 h 1619250"/>
                  <a:gd name="connsiteX5" fmla="*/ 0 w 476250"/>
                  <a:gd name="connsiteY5" fmla="*/ 1547813 h 1619250"/>
                  <a:gd name="connsiteX6" fmla="*/ 0 w 476250"/>
                  <a:gd name="connsiteY6" fmla="*/ 71438 h 1619250"/>
                  <a:gd name="connsiteX7" fmla="*/ 71438 w 476250"/>
                  <a:gd name="connsiteY7" fmla="*/ 0 h 1619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0" h="1619250">
                    <a:moveTo>
                      <a:pt x="404813" y="0"/>
                    </a:moveTo>
                    <a:cubicBezTo>
                      <a:pt x="444267" y="0"/>
                      <a:pt x="476250" y="31984"/>
                      <a:pt x="476250" y="71438"/>
                    </a:cubicBezTo>
                    <a:lnTo>
                      <a:pt x="476250" y="1547813"/>
                    </a:lnTo>
                    <a:cubicBezTo>
                      <a:pt x="476250" y="1587267"/>
                      <a:pt x="444267" y="1619250"/>
                      <a:pt x="404813" y="1619250"/>
                    </a:cubicBezTo>
                    <a:lnTo>
                      <a:pt x="71438" y="1619250"/>
                    </a:lnTo>
                    <a:cubicBezTo>
                      <a:pt x="31984" y="1619250"/>
                      <a:pt x="0" y="1587267"/>
                      <a:pt x="0" y="1547813"/>
                    </a:cubicBezTo>
                    <a:lnTo>
                      <a:pt x="0" y="71438"/>
                    </a:lnTo>
                    <a:cubicBezTo>
                      <a:pt x="0" y="31984"/>
                      <a:pt x="31984" y="0"/>
                      <a:pt x="71438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952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13" name="图片 212">
                <a:extLst>
                  <a:ext uri="{FF2B5EF4-FFF2-40B4-BE49-F238E27FC236}">
                    <a16:creationId xmlns:a16="http://schemas.microsoft.com/office/drawing/2014/main" id="{5715AA43-650E-C0DA-11B5-D5555395CB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81399" y="5229225"/>
                <a:ext cx="457200" cy="733425"/>
              </a:xfrm>
              <a:custGeom>
                <a:avLst/>
                <a:gdLst>
                  <a:gd name="connsiteX0" fmla="*/ -1 w 457200"/>
                  <a:gd name="connsiteY0" fmla="*/ -1 h 733425"/>
                  <a:gd name="connsiteX1" fmla="*/ 457200 w 457200"/>
                  <a:gd name="connsiteY1" fmla="*/ -1 h 733425"/>
                  <a:gd name="connsiteX2" fmla="*/ 457200 w 457200"/>
                  <a:gd name="connsiteY2" fmla="*/ 733425 h 733425"/>
                  <a:gd name="connsiteX3" fmla="*/ -1 w 457200"/>
                  <a:gd name="connsiteY3" fmla="*/ 733425 h 733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7200" h="733425">
                    <a:moveTo>
                      <a:pt x="-1" y="-1"/>
                    </a:moveTo>
                    <a:lnTo>
                      <a:pt x="457200" y="-1"/>
                    </a:lnTo>
                    <a:lnTo>
                      <a:pt x="457200" y="733425"/>
                    </a:lnTo>
                    <a:lnTo>
                      <a:pt x="-1" y="733425"/>
                    </a:lnTo>
                    <a:close/>
                  </a:path>
                </a:pathLst>
              </a:custGeom>
            </p:spPr>
          </p:pic>
        </p:grpSp>
        <p:grpSp>
          <p:nvGrpSpPr>
            <p:cNvPr id="214" name="图形 4">
              <a:extLst>
                <a:ext uri="{FF2B5EF4-FFF2-40B4-BE49-F238E27FC236}">
                  <a16:creationId xmlns:a16="http://schemas.microsoft.com/office/drawing/2014/main" id="{FE85B539-BE1A-8796-DEAB-0FFFFE788C1D}"/>
                </a:ext>
              </a:extLst>
            </p:cNvPr>
            <p:cNvGrpSpPr/>
            <p:nvPr/>
          </p:nvGrpSpPr>
          <p:grpSpPr>
            <a:xfrm>
              <a:off x="7243762" y="5181600"/>
              <a:ext cx="1614487" cy="304800"/>
              <a:chOff x="7243762" y="5181600"/>
              <a:chExt cx="1614487" cy="304800"/>
            </a:xfrm>
            <a:noFill/>
          </p:grpSpPr>
          <p:sp>
            <p:nvSpPr>
              <p:cNvPr id="215" name="任意多边形: 形状 214">
                <a:extLst>
                  <a:ext uri="{FF2B5EF4-FFF2-40B4-BE49-F238E27FC236}">
                    <a16:creationId xmlns:a16="http://schemas.microsoft.com/office/drawing/2014/main" id="{DDB23CD8-4061-8409-E919-419877F905C6}"/>
                  </a:ext>
                </a:extLst>
              </p:cNvPr>
              <p:cNvSpPr/>
              <p:nvPr/>
            </p:nvSpPr>
            <p:spPr>
              <a:xfrm>
                <a:off x="7243762" y="5181600"/>
                <a:ext cx="1614487" cy="285750"/>
              </a:xfrm>
              <a:custGeom>
                <a:avLst/>
                <a:gdLst>
                  <a:gd name="connsiteX0" fmla="*/ 0 w 1614487"/>
                  <a:gd name="connsiteY0" fmla="*/ 0 h 285750"/>
                  <a:gd name="connsiteX1" fmla="*/ 1614488 w 1614487"/>
                  <a:gd name="connsiteY1" fmla="*/ 0 h 285750"/>
                  <a:gd name="connsiteX2" fmla="*/ 1614488 w 1614487"/>
                  <a:gd name="connsiteY2" fmla="*/ 285750 h 285750"/>
                  <a:gd name="connsiteX3" fmla="*/ 0 w 1614487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14487" h="285750">
                    <a:moveTo>
                      <a:pt x="0" y="0"/>
                    </a:moveTo>
                    <a:lnTo>
                      <a:pt x="1614488" y="0"/>
                    </a:lnTo>
                    <a:lnTo>
                      <a:pt x="1614488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16" name="图片 215">
                <a:extLst>
                  <a:ext uri="{FF2B5EF4-FFF2-40B4-BE49-F238E27FC236}">
                    <a16:creationId xmlns:a16="http://schemas.microsoft.com/office/drawing/2014/main" id="{50741EC4-8120-249C-04E3-6AF0285798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48524" y="5210175"/>
                <a:ext cx="1600200" cy="276225"/>
              </a:xfrm>
              <a:custGeom>
                <a:avLst/>
                <a:gdLst>
                  <a:gd name="connsiteX0" fmla="*/ -1 w 1600200"/>
                  <a:gd name="connsiteY0" fmla="*/ -1 h 276225"/>
                  <a:gd name="connsiteX1" fmla="*/ 1600200 w 1600200"/>
                  <a:gd name="connsiteY1" fmla="*/ -1 h 276225"/>
                  <a:gd name="connsiteX2" fmla="*/ 1600200 w 1600200"/>
                  <a:gd name="connsiteY2" fmla="*/ 276225 h 276225"/>
                  <a:gd name="connsiteX3" fmla="*/ -1 w 160020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00200" h="276225">
                    <a:moveTo>
                      <a:pt x="-1" y="-1"/>
                    </a:moveTo>
                    <a:lnTo>
                      <a:pt x="1600200" y="-1"/>
                    </a:lnTo>
                    <a:lnTo>
                      <a:pt x="160020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217" name="图形 4">
              <a:extLst>
                <a:ext uri="{FF2B5EF4-FFF2-40B4-BE49-F238E27FC236}">
                  <a16:creationId xmlns:a16="http://schemas.microsoft.com/office/drawing/2014/main" id="{7D59A10C-0DBC-E810-EEFA-63C90792FECC}"/>
                </a:ext>
              </a:extLst>
            </p:cNvPr>
            <p:cNvGrpSpPr/>
            <p:nvPr/>
          </p:nvGrpSpPr>
          <p:grpSpPr>
            <a:xfrm>
              <a:off x="7243762" y="5657850"/>
              <a:ext cx="1362075" cy="304800"/>
              <a:chOff x="7243762" y="5657850"/>
              <a:chExt cx="1362075" cy="304800"/>
            </a:xfrm>
            <a:noFill/>
          </p:grpSpPr>
          <p:sp>
            <p:nvSpPr>
              <p:cNvPr id="218" name="任意多边形: 形状 217">
                <a:extLst>
                  <a:ext uri="{FF2B5EF4-FFF2-40B4-BE49-F238E27FC236}">
                    <a16:creationId xmlns:a16="http://schemas.microsoft.com/office/drawing/2014/main" id="{FE9C6B32-74AB-9302-4A2C-4A687DA34537}"/>
                  </a:ext>
                </a:extLst>
              </p:cNvPr>
              <p:cNvSpPr/>
              <p:nvPr/>
            </p:nvSpPr>
            <p:spPr>
              <a:xfrm>
                <a:off x="7243762" y="5657850"/>
                <a:ext cx="1362075" cy="285750"/>
              </a:xfrm>
              <a:custGeom>
                <a:avLst/>
                <a:gdLst>
                  <a:gd name="connsiteX0" fmla="*/ 0 w 1362075"/>
                  <a:gd name="connsiteY0" fmla="*/ 0 h 285750"/>
                  <a:gd name="connsiteX1" fmla="*/ 1362075 w 1362075"/>
                  <a:gd name="connsiteY1" fmla="*/ 0 h 285750"/>
                  <a:gd name="connsiteX2" fmla="*/ 1362075 w 1362075"/>
                  <a:gd name="connsiteY2" fmla="*/ 285750 h 285750"/>
                  <a:gd name="connsiteX3" fmla="*/ 0 w 1362075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2075" h="285750">
                    <a:moveTo>
                      <a:pt x="0" y="0"/>
                    </a:moveTo>
                    <a:lnTo>
                      <a:pt x="1362075" y="0"/>
                    </a:lnTo>
                    <a:lnTo>
                      <a:pt x="1362075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19" name="图片 218">
                <a:extLst>
                  <a:ext uri="{FF2B5EF4-FFF2-40B4-BE49-F238E27FC236}">
                    <a16:creationId xmlns:a16="http://schemas.microsoft.com/office/drawing/2014/main" id="{F7B015D5-003D-B04B-E4C6-E21E718064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48524" y="5686425"/>
                <a:ext cx="1343025" cy="276225"/>
              </a:xfrm>
              <a:custGeom>
                <a:avLst/>
                <a:gdLst>
                  <a:gd name="connsiteX0" fmla="*/ -1 w 1343025"/>
                  <a:gd name="connsiteY0" fmla="*/ -1 h 276225"/>
                  <a:gd name="connsiteX1" fmla="*/ 1343025 w 1343025"/>
                  <a:gd name="connsiteY1" fmla="*/ -1 h 276225"/>
                  <a:gd name="connsiteX2" fmla="*/ 1343025 w 1343025"/>
                  <a:gd name="connsiteY2" fmla="*/ 276225 h 276225"/>
                  <a:gd name="connsiteX3" fmla="*/ -1 w 1343025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3025" h="276225">
                    <a:moveTo>
                      <a:pt x="-1" y="-1"/>
                    </a:moveTo>
                    <a:lnTo>
                      <a:pt x="1343025" y="-1"/>
                    </a:lnTo>
                    <a:lnTo>
                      <a:pt x="1343025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0" name="图形 4">
              <a:extLst>
                <a:ext uri="{FF2B5EF4-FFF2-40B4-BE49-F238E27FC236}">
                  <a16:creationId xmlns:a16="http://schemas.microsoft.com/office/drawing/2014/main" id="{33D2E81B-6112-EF45-462A-847966A8EC8E}"/>
                </a:ext>
              </a:extLst>
            </p:cNvPr>
            <p:cNvGrpSpPr/>
            <p:nvPr/>
          </p:nvGrpSpPr>
          <p:grpSpPr>
            <a:xfrm>
              <a:off x="8605837" y="5798724"/>
              <a:ext cx="1599057" cy="483679"/>
              <a:chOff x="8605837" y="5798724"/>
              <a:chExt cx="1599057" cy="483679"/>
            </a:xfrm>
          </p:grpSpPr>
          <p:sp>
            <p:nvSpPr>
              <p:cNvPr id="221" name="任意多边形: 形状 220">
                <a:extLst>
                  <a:ext uri="{FF2B5EF4-FFF2-40B4-BE49-F238E27FC236}">
                    <a16:creationId xmlns:a16="http://schemas.microsoft.com/office/drawing/2014/main" id="{CA6B8DF4-81DA-150D-AE6E-AB9CD2931B66}"/>
                  </a:ext>
                </a:extLst>
              </p:cNvPr>
              <p:cNvSpPr/>
              <p:nvPr/>
            </p:nvSpPr>
            <p:spPr>
              <a:xfrm>
                <a:off x="8605837" y="5848730"/>
                <a:ext cx="1566195" cy="433673"/>
              </a:xfrm>
              <a:custGeom>
                <a:avLst/>
                <a:gdLst>
                  <a:gd name="connsiteX0" fmla="*/ 0 w 1566195"/>
                  <a:gd name="connsiteY0" fmla="*/ 433007 h 433673"/>
                  <a:gd name="connsiteX1" fmla="*/ 1566196 w 1566195"/>
                  <a:gd name="connsiteY1" fmla="*/ 433674 h 433673"/>
                  <a:gd name="connsiteX2" fmla="*/ 1565720 w 1566195"/>
                  <a:gd name="connsiteY2" fmla="*/ 0 h 433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66195" h="433673">
                    <a:moveTo>
                      <a:pt x="0" y="433007"/>
                    </a:moveTo>
                    <a:lnTo>
                      <a:pt x="1566196" y="433674"/>
                    </a:lnTo>
                    <a:lnTo>
                      <a:pt x="1565720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" name="任意多边形: 形状 221">
                <a:extLst>
                  <a:ext uri="{FF2B5EF4-FFF2-40B4-BE49-F238E27FC236}">
                    <a16:creationId xmlns:a16="http://schemas.microsoft.com/office/drawing/2014/main" id="{FB1F63AB-6D2F-4A33-DD1D-AFC1998FE044}"/>
                  </a:ext>
                </a:extLst>
              </p:cNvPr>
              <p:cNvSpPr/>
              <p:nvPr/>
            </p:nvSpPr>
            <p:spPr>
              <a:xfrm>
                <a:off x="10138219" y="5798724"/>
                <a:ext cx="66675" cy="66675"/>
              </a:xfrm>
              <a:custGeom>
                <a:avLst/>
                <a:gdLst>
                  <a:gd name="connsiteX0" fmla="*/ 33338 w 66675"/>
                  <a:gd name="connsiteY0" fmla="*/ 0 h 66675"/>
                  <a:gd name="connsiteX1" fmla="*/ 66675 w 66675"/>
                  <a:gd name="connsiteY1" fmla="*/ 66580 h 66675"/>
                  <a:gd name="connsiteX2" fmla="*/ 33338 w 66675"/>
                  <a:gd name="connsiteY2" fmla="*/ 50006 h 66675"/>
                  <a:gd name="connsiteX3" fmla="*/ 0 w 66675"/>
                  <a:gd name="connsiteY3" fmla="*/ 666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0"/>
                    </a:moveTo>
                    <a:lnTo>
                      <a:pt x="66675" y="66580"/>
                    </a:lnTo>
                    <a:lnTo>
                      <a:pt x="33338" y="50006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23" name="图形 4">
              <a:extLst>
                <a:ext uri="{FF2B5EF4-FFF2-40B4-BE49-F238E27FC236}">
                  <a16:creationId xmlns:a16="http://schemas.microsoft.com/office/drawing/2014/main" id="{CB196682-2956-ACAB-CF8C-85775A9BFB55}"/>
                </a:ext>
              </a:extLst>
            </p:cNvPr>
            <p:cNvGrpSpPr/>
            <p:nvPr/>
          </p:nvGrpSpPr>
          <p:grpSpPr>
            <a:xfrm>
              <a:off x="8567737" y="4848225"/>
              <a:ext cx="1637157" cy="544925"/>
              <a:chOff x="8567737" y="4848225"/>
              <a:chExt cx="1637157" cy="544925"/>
            </a:xfrm>
          </p:grpSpPr>
          <p:sp>
            <p:nvSpPr>
              <p:cNvPr id="224" name="任意多边形: 形状 223">
                <a:extLst>
                  <a:ext uri="{FF2B5EF4-FFF2-40B4-BE49-F238E27FC236}">
                    <a16:creationId xmlns:a16="http://schemas.microsoft.com/office/drawing/2014/main" id="{40719672-1AF3-B624-01B5-D49447040269}"/>
                  </a:ext>
                </a:extLst>
              </p:cNvPr>
              <p:cNvSpPr/>
              <p:nvPr/>
            </p:nvSpPr>
            <p:spPr>
              <a:xfrm>
                <a:off x="8567737" y="4848225"/>
                <a:ext cx="1604295" cy="494919"/>
              </a:xfrm>
              <a:custGeom>
                <a:avLst/>
                <a:gdLst>
                  <a:gd name="connsiteX0" fmla="*/ 0 w 1604295"/>
                  <a:gd name="connsiteY0" fmla="*/ 0 h 494919"/>
                  <a:gd name="connsiteX1" fmla="*/ 1604296 w 1604295"/>
                  <a:gd name="connsiteY1" fmla="*/ 0 h 494919"/>
                  <a:gd name="connsiteX2" fmla="*/ 1603820 w 1604295"/>
                  <a:gd name="connsiteY2" fmla="*/ 494919 h 494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04295" h="494919">
                    <a:moveTo>
                      <a:pt x="0" y="0"/>
                    </a:moveTo>
                    <a:lnTo>
                      <a:pt x="1604296" y="0"/>
                    </a:lnTo>
                    <a:lnTo>
                      <a:pt x="1603820" y="494919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" name="任意多边形: 形状 224">
                <a:extLst>
                  <a:ext uri="{FF2B5EF4-FFF2-40B4-BE49-F238E27FC236}">
                    <a16:creationId xmlns:a16="http://schemas.microsoft.com/office/drawing/2014/main" id="{726530E0-D44D-76B0-A382-6913E786D7D2}"/>
                  </a:ext>
                </a:extLst>
              </p:cNvPr>
              <p:cNvSpPr/>
              <p:nvPr/>
            </p:nvSpPr>
            <p:spPr>
              <a:xfrm>
                <a:off x="10138219" y="5326475"/>
                <a:ext cx="66675" cy="66675"/>
              </a:xfrm>
              <a:custGeom>
                <a:avLst/>
                <a:gdLst>
                  <a:gd name="connsiteX0" fmla="*/ 33338 w 66675"/>
                  <a:gd name="connsiteY0" fmla="*/ 66675 h 66675"/>
                  <a:gd name="connsiteX1" fmla="*/ 0 w 66675"/>
                  <a:gd name="connsiteY1" fmla="*/ 0 h 66675"/>
                  <a:gd name="connsiteX2" fmla="*/ 33338 w 66675"/>
                  <a:gd name="connsiteY2" fmla="*/ 16669 h 66675"/>
                  <a:gd name="connsiteX3" fmla="*/ 66675 w 66675"/>
                  <a:gd name="connsiteY3" fmla="*/ 9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675" h="66675">
                    <a:moveTo>
                      <a:pt x="33338" y="66675"/>
                    </a:moveTo>
                    <a:lnTo>
                      <a:pt x="0" y="0"/>
                    </a:lnTo>
                    <a:lnTo>
                      <a:pt x="33338" y="16669"/>
                    </a:lnTo>
                    <a:lnTo>
                      <a:pt x="66675" y="9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226" name="任意多边形: 形状 225">
              <a:extLst>
                <a:ext uri="{FF2B5EF4-FFF2-40B4-BE49-F238E27FC236}">
                  <a16:creationId xmlns:a16="http://schemas.microsoft.com/office/drawing/2014/main" id="{6D2706D0-DD53-AC85-1F78-BC4859734BE2}"/>
                </a:ext>
              </a:extLst>
            </p:cNvPr>
            <p:cNvSpPr/>
            <p:nvPr/>
          </p:nvSpPr>
          <p:spPr>
            <a:xfrm rot="5400000">
              <a:off x="9585769" y="5079206"/>
              <a:ext cx="188976" cy="838200"/>
            </a:xfrm>
            <a:custGeom>
              <a:avLst/>
              <a:gdLst>
                <a:gd name="connsiteX0" fmla="*/ 0 w 188976"/>
                <a:gd name="connsiteY0" fmla="*/ 0 h 838200"/>
                <a:gd name="connsiteX1" fmla="*/ 188976 w 188976"/>
                <a:gd name="connsiteY1" fmla="*/ 0 h 838200"/>
                <a:gd name="connsiteX2" fmla="*/ 188976 w 188976"/>
                <a:gd name="connsiteY2" fmla="*/ 838200 h 838200"/>
                <a:gd name="connsiteX3" fmla="*/ 0 w 188976"/>
                <a:gd name="connsiteY3" fmla="*/ 838200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976" h="838200">
                  <a:moveTo>
                    <a:pt x="0" y="0"/>
                  </a:moveTo>
                  <a:lnTo>
                    <a:pt x="188976" y="0"/>
                  </a:lnTo>
                  <a:lnTo>
                    <a:pt x="188976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" name="任意多边形: 形状 226">
              <a:extLst>
                <a:ext uri="{FF2B5EF4-FFF2-40B4-BE49-F238E27FC236}">
                  <a16:creationId xmlns:a16="http://schemas.microsoft.com/office/drawing/2014/main" id="{6BC17D2F-56FA-FDC5-A1C0-B72C13119AFB}"/>
                </a:ext>
              </a:extLst>
            </p:cNvPr>
            <p:cNvSpPr/>
            <p:nvPr/>
          </p:nvSpPr>
          <p:spPr>
            <a:xfrm rot="5400000">
              <a:off x="9585769" y="5274468"/>
              <a:ext cx="188976" cy="838200"/>
            </a:xfrm>
            <a:custGeom>
              <a:avLst/>
              <a:gdLst>
                <a:gd name="connsiteX0" fmla="*/ 0 w 188976"/>
                <a:gd name="connsiteY0" fmla="*/ 0 h 838200"/>
                <a:gd name="connsiteX1" fmla="*/ 188976 w 188976"/>
                <a:gd name="connsiteY1" fmla="*/ 0 h 838200"/>
                <a:gd name="connsiteX2" fmla="*/ 188976 w 188976"/>
                <a:gd name="connsiteY2" fmla="*/ 838200 h 838200"/>
                <a:gd name="connsiteX3" fmla="*/ 0 w 188976"/>
                <a:gd name="connsiteY3" fmla="*/ 838200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976" h="838200">
                  <a:moveTo>
                    <a:pt x="0" y="0"/>
                  </a:moveTo>
                  <a:lnTo>
                    <a:pt x="188976" y="0"/>
                  </a:lnTo>
                  <a:lnTo>
                    <a:pt x="188976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28" name="图形 4">
              <a:extLst>
                <a:ext uri="{FF2B5EF4-FFF2-40B4-BE49-F238E27FC236}">
                  <a16:creationId xmlns:a16="http://schemas.microsoft.com/office/drawing/2014/main" id="{A2D3EFE9-20FF-8724-62B8-DC54A0C0318A}"/>
                </a:ext>
              </a:extLst>
            </p:cNvPr>
            <p:cNvGrpSpPr/>
            <p:nvPr/>
          </p:nvGrpSpPr>
          <p:grpSpPr>
            <a:xfrm>
              <a:off x="8858249" y="5324475"/>
              <a:ext cx="387096" cy="169449"/>
              <a:chOff x="8858249" y="5324475"/>
              <a:chExt cx="387096" cy="169449"/>
            </a:xfrm>
          </p:grpSpPr>
          <p:sp>
            <p:nvSpPr>
              <p:cNvPr id="229" name="任意多边形: 形状 228">
                <a:extLst>
                  <a:ext uri="{FF2B5EF4-FFF2-40B4-BE49-F238E27FC236}">
                    <a16:creationId xmlns:a16="http://schemas.microsoft.com/office/drawing/2014/main" id="{927463AC-EBA0-6EBA-5410-6B3E9D9C9F3C}"/>
                  </a:ext>
                </a:extLst>
              </p:cNvPr>
              <p:cNvSpPr/>
              <p:nvPr/>
            </p:nvSpPr>
            <p:spPr>
              <a:xfrm>
                <a:off x="8858249" y="5324475"/>
                <a:ext cx="341090" cy="145256"/>
              </a:xfrm>
              <a:custGeom>
                <a:avLst/>
                <a:gdLst>
                  <a:gd name="connsiteX0" fmla="*/ 0 w 341090"/>
                  <a:gd name="connsiteY0" fmla="*/ 0 h 145256"/>
                  <a:gd name="connsiteX1" fmla="*/ 341090 w 341090"/>
                  <a:gd name="connsiteY1" fmla="*/ 145256 h 145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41090" h="145256">
                    <a:moveTo>
                      <a:pt x="0" y="0"/>
                    </a:moveTo>
                    <a:lnTo>
                      <a:pt x="341090" y="145256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0" name="任意多边形: 形状 229">
                <a:extLst>
                  <a:ext uri="{FF2B5EF4-FFF2-40B4-BE49-F238E27FC236}">
                    <a16:creationId xmlns:a16="http://schemas.microsoft.com/office/drawing/2014/main" id="{C9527252-D44C-DD65-2712-0E6FD8CFE830}"/>
                  </a:ext>
                </a:extLst>
              </p:cNvPr>
              <p:cNvSpPr/>
              <p:nvPr/>
            </p:nvSpPr>
            <p:spPr>
              <a:xfrm>
                <a:off x="9170955" y="5432583"/>
                <a:ext cx="74390" cy="61341"/>
              </a:xfrm>
              <a:custGeom>
                <a:avLst/>
                <a:gdLst>
                  <a:gd name="connsiteX0" fmla="*/ 74390 w 74390"/>
                  <a:gd name="connsiteY0" fmla="*/ 56769 h 61341"/>
                  <a:gd name="connsiteX1" fmla="*/ 0 w 74390"/>
                  <a:gd name="connsiteY1" fmla="*/ 61341 h 61341"/>
                  <a:gd name="connsiteX2" fmla="*/ 28384 w 74390"/>
                  <a:gd name="connsiteY2" fmla="*/ 37148 h 61341"/>
                  <a:gd name="connsiteX3" fmla="*/ 26098 w 74390"/>
                  <a:gd name="connsiteY3" fmla="*/ 0 h 61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390" h="61341">
                    <a:moveTo>
                      <a:pt x="74390" y="56769"/>
                    </a:moveTo>
                    <a:lnTo>
                      <a:pt x="0" y="61341"/>
                    </a:lnTo>
                    <a:lnTo>
                      <a:pt x="28384" y="37148"/>
                    </a:lnTo>
                    <a:lnTo>
                      <a:pt x="2609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31" name="图形 4">
              <a:extLst>
                <a:ext uri="{FF2B5EF4-FFF2-40B4-BE49-F238E27FC236}">
                  <a16:creationId xmlns:a16="http://schemas.microsoft.com/office/drawing/2014/main" id="{01CD59A9-E996-52CE-0288-2B80F6FAFFF6}"/>
                </a:ext>
              </a:extLst>
            </p:cNvPr>
            <p:cNvGrpSpPr/>
            <p:nvPr/>
          </p:nvGrpSpPr>
          <p:grpSpPr>
            <a:xfrm>
              <a:off x="8605837" y="5673185"/>
              <a:ext cx="644842" cy="127539"/>
              <a:chOff x="8605837" y="5673185"/>
              <a:chExt cx="644842" cy="127539"/>
            </a:xfrm>
          </p:grpSpPr>
          <p:sp>
            <p:nvSpPr>
              <p:cNvPr id="232" name="任意多边形: 形状 231">
                <a:extLst>
                  <a:ext uri="{FF2B5EF4-FFF2-40B4-BE49-F238E27FC236}">
                    <a16:creationId xmlns:a16="http://schemas.microsoft.com/office/drawing/2014/main" id="{07E987E1-A85E-47EF-6BF5-CFA0970A5C75}"/>
                  </a:ext>
                </a:extLst>
              </p:cNvPr>
              <p:cNvSpPr/>
              <p:nvPr/>
            </p:nvSpPr>
            <p:spPr>
              <a:xfrm>
                <a:off x="8605837" y="5703379"/>
                <a:ext cx="595503" cy="97345"/>
              </a:xfrm>
              <a:custGeom>
                <a:avLst/>
                <a:gdLst>
                  <a:gd name="connsiteX0" fmla="*/ 0 w 595503"/>
                  <a:gd name="connsiteY0" fmla="*/ 97345 h 97345"/>
                  <a:gd name="connsiteX1" fmla="*/ 595503 w 595503"/>
                  <a:gd name="connsiteY1" fmla="*/ 0 h 97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95503" h="97345">
                    <a:moveTo>
                      <a:pt x="0" y="97345"/>
                    </a:moveTo>
                    <a:lnTo>
                      <a:pt x="595503" y="0"/>
                    </a:lnTo>
                  </a:path>
                </a:pathLst>
              </a:custGeom>
              <a:noFill/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3" name="任意多边形: 形状 232">
                <a:extLst>
                  <a:ext uri="{FF2B5EF4-FFF2-40B4-BE49-F238E27FC236}">
                    <a16:creationId xmlns:a16="http://schemas.microsoft.com/office/drawing/2014/main" id="{AA44FA85-D914-18AC-DC4F-E65D85C6D0F5}"/>
                  </a:ext>
                </a:extLst>
              </p:cNvPr>
              <p:cNvSpPr/>
              <p:nvPr/>
            </p:nvSpPr>
            <p:spPr>
              <a:xfrm>
                <a:off x="9179527" y="5673185"/>
                <a:ext cx="71152" cy="65722"/>
              </a:xfrm>
              <a:custGeom>
                <a:avLst/>
                <a:gdLst>
                  <a:gd name="connsiteX0" fmla="*/ 71152 w 71152"/>
                  <a:gd name="connsiteY0" fmla="*/ 22098 h 65722"/>
                  <a:gd name="connsiteX1" fmla="*/ 10763 w 71152"/>
                  <a:gd name="connsiteY1" fmla="*/ 65723 h 65722"/>
                  <a:gd name="connsiteX2" fmla="*/ 21813 w 71152"/>
                  <a:gd name="connsiteY2" fmla="*/ 30195 h 65722"/>
                  <a:gd name="connsiteX3" fmla="*/ 0 w 71152"/>
                  <a:gd name="connsiteY3" fmla="*/ 0 h 65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152" h="65722">
                    <a:moveTo>
                      <a:pt x="71152" y="22098"/>
                    </a:moveTo>
                    <a:lnTo>
                      <a:pt x="10763" y="65723"/>
                    </a:lnTo>
                    <a:lnTo>
                      <a:pt x="21813" y="301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234" name="任意多边形: 形状 233">
              <a:extLst>
                <a:ext uri="{FF2B5EF4-FFF2-40B4-BE49-F238E27FC236}">
                  <a16:creationId xmlns:a16="http://schemas.microsoft.com/office/drawing/2014/main" id="{9BF63576-6A44-EC09-57FE-348751D96AF6}"/>
                </a:ext>
              </a:extLst>
            </p:cNvPr>
            <p:cNvSpPr/>
            <p:nvPr/>
          </p:nvSpPr>
          <p:spPr>
            <a:xfrm rot="5400000">
              <a:off x="10077068" y="5422106"/>
              <a:ext cx="188976" cy="152400"/>
            </a:xfrm>
            <a:custGeom>
              <a:avLst/>
              <a:gdLst>
                <a:gd name="connsiteX0" fmla="*/ 0 w 188976"/>
                <a:gd name="connsiteY0" fmla="*/ 0 h 152400"/>
                <a:gd name="connsiteX1" fmla="*/ 188976 w 188976"/>
                <a:gd name="connsiteY1" fmla="*/ 0 h 152400"/>
                <a:gd name="connsiteX2" fmla="*/ 188976 w 188976"/>
                <a:gd name="connsiteY2" fmla="*/ 152400 h 152400"/>
                <a:gd name="connsiteX3" fmla="*/ 0 w 188976"/>
                <a:gd name="connsiteY3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976" h="152400">
                  <a:moveTo>
                    <a:pt x="0" y="0"/>
                  </a:moveTo>
                  <a:lnTo>
                    <a:pt x="188976" y="0"/>
                  </a:lnTo>
                  <a:lnTo>
                    <a:pt x="18897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" name="任意多边形: 形状 234">
              <a:extLst>
                <a:ext uri="{FF2B5EF4-FFF2-40B4-BE49-F238E27FC236}">
                  <a16:creationId xmlns:a16="http://schemas.microsoft.com/office/drawing/2014/main" id="{5ADD2E01-661C-09AE-02A4-FBAE3ADE87A6}"/>
                </a:ext>
              </a:extLst>
            </p:cNvPr>
            <p:cNvSpPr/>
            <p:nvPr/>
          </p:nvSpPr>
          <p:spPr>
            <a:xfrm rot="5400000">
              <a:off x="10077068" y="5617368"/>
              <a:ext cx="188976" cy="152400"/>
            </a:xfrm>
            <a:custGeom>
              <a:avLst/>
              <a:gdLst>
                <a:gd name="connsiteX0" fmla="*/ 0 w 188976"/>
                <a:gd name="connsiteY0" fmla="*/ 0 h 152400"/>
                <a:gd name="connsiteX1" fmla="*/ 188976 w 188976"/>
                <a:gd name="connsiteY1" fmla="*/ 0 h 152400"/>
                <a:gd name="connsiteX2" fmla="*/ 188976 w 188976"/>
                <a:gd name="connsiteY2" fmla="*/ 152400 h 152400"/>
                <a:gd name="connsiteX3" fmla="*/ 0 w 188976"/>
                <a:gd name="connsiteY3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976" h="152400">
                  <a:moveTo>
                    <a:pt x="0" y="0"/>
                  </a:moveTo>
                  <a:lnTo>
                    <a:pt x="188976" y="0"/>
                  </a:lnTo>
                  <a:lnTo>
                    <a:pt x="18897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2867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63913-1CEA-30A2-CE38-421794756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图形 326">
            <a:extLst>
              <a:ext uri="{FF2B5EF4-FFF2-40B4-BE49-F238E27FC236}">
                <a16:creationId xmlns:a16="http://schemas.microsoft.com/office/drawing/2014/main" id="{A0DEB6DA-961C-7971-1AAD-CC13CA2FBA5A}"/>
              </a:ext>
            </a:extLst>
          </p:cNvPr>
          <p:cNvGrpSpPr/>
          <p:nvPr/>
        </p:nvGrpSpPr>
        <p:grpSpPr>
          <a:xfrm>
            <a:off x="189981" y="444019"/>
            <a:ext cx="6354103" cy="1481730"/>
            <a:chOff x="189981" y="444019"/>
            <a:chExt cx="6354103" cy="1481730"/>
          </a:xfrm>
        </p:grpSpPr>
        <p:sp>
          <p:nvSpPr>
            <p:cNvPr id="332" name="任意多边形: 形状 331">
              <a:extLst>
                <a:ext uri="{FF2B5EF4-FFF2-40B4-BE49-F238E27FC236}">
                  <a16:creationId xmlns:a16="http://schemas.microsoft.com/office/drawing/2014/main" id="{87014594-0119-4DC7-4E5E-D37D89207BB8}"/>
                </a:ext>
              </a:extLst>
            </p:cNvPr>
            <p:cNvSpPr/>
            <p:nvPr/>
          </p:nvSpPr>
          <p:spPr>
            <a:xfrm>
              <a:off x="2277930" y="444019"/>
              <a:ext cx="4107037" cy="1481730"/>
            </a:xfrm>
            <a:custGeom>
              <a:avLst/>
              <a:gdLst>
                <a:gd name="connsiteX0" fmla="*/ 4032951 w 4107037"/>
                <a:gd name="connsiteY0" fmla="*/ 0 h 1481730"/>
                <a:gd name="connsiteX1" fmla="*/ 4107038 w 4107037"/>
                <a:gd name="connsiteY1" fmla="*/ 74087 h 1481730"/>
                <a:gd name="connsiteX2" fmla="*/ 4107038 w 4107037"/>
                <a:gd name="connsiteY2" fmla="*/ 1407644 h 1481730"/>
                <a:gd name="connsiteX3" fmla="*/ 4032951 w 4107037"/>
                <a:gd name="connsiteY3" fmla="*/ 1481731 h 1481730"/>
                <a:gd name="connsiteX4" fmla="*/ 74086 w 4107037"/>
                <a:gd name="connsiteY4" fmla="*/ 1481731 h 1481730"/>
                <a:gd name="connsiteX5" fmla="*/ 0 w 4107037"/>
                <a:gd name="connsiteY5" fmla="*/ 1407644 h 1481730"/>
                <a:gd name="connsiteX6" fmla="*/ 0 w 4107037"/>
                <a:gd name="connsiteY6" fmla="*/ 74087 h 1481730"/>
                <a:gd name="connsiteX7" fmla="*/ 74086 w 4107037"/>
                <a:gd name="connsiteY7" fmla="*/ 0 h 148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07037" h="1481730">
                  <a:moveTo>
                    <a:pt x="4032951" y="0"/>
                  </a:moveTo>
                  <a:cubicBezTo>
                    <a:pt x="4073868" y="0"/>
                    <a:pt x="4107038" y="33170"/>
                    <a:pt x="4107038" y="74087"/>
                  </a:cubicBezTo>
                  <a:lnTo>
                    <a:pt x="4107038" y="1407644"/>
                  </a:lnTo>
                  <a:cubicBezTo>
                    <a:pt x="4107038" y="1448561"/>
                    <a:pt x="4073868" y="1481731"/>
                    <a:pt x="4032951" y="1481731"/>
                  </a:cubicBezTo>
                  <a:lnTo>
                    <a:pt x="74086" y="1481731"/>
                  </a:lnTo>
                  <a:cubicBezTo>
                    <a:pt x="33169" y="1481731"/>
                    <a:pt x="0" y="1448561"/>
                    <a:pt x="0" y="1407644"/>
                  </a:cubicBezTo>
                  <a:lnTo>
                    <a:pt x="0" y="74087"/>
                  </a:lnTo>
                  <a:cubicBezTo>
                    <a:pt x="0" y="33170"/>
                    <a:pt x="33169" y="0"/>
                    <a:pt x="74086" y="0"/>
                  </a:cubicBezTo>
                  <a:close/>
                </a:path>
              </a:pathLst>
            </a:custGeom>
            <a:solidFill>
              <a:srgbClr val="FFF2CC"/>
            </a:solidFill>
            <a:ln w="6148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33" name="图形 326">
              <a:extLst>
                <a:ext uri="{FF2B5EF4-FFF2-40B4-BE49-F238E27FC236}">
                  <a16:creationId xmlns:a16="http://schemas.microsoft.com/office/drawing/2014/main" id="{C65FC777-0421-4706-F9B1-825A4763EEC6}"/>
                </a:ext>
              </a:extLst>
            </p:cNvPr>
            <p:cNvGrpSpPr/>
            <p:nvPr/>
          </p:nvGrpSpPr>
          <p:grpSpPr>
            <a:xfrm>
              <a:off x="2142668" y="1313997"/>
              <a:ext cx="231359" cy="43037"/>
              <a:chOff x="2142668" y="1313997"/>
              <a:chExt cx="231359" cy="43037"/>
            </a:xfrm>
          </p:grpSpPr>
          <p:sp>
            <p:nvSpPr>
              <p:cNvPr id="334" name="任意多边形: 形状 333">
                <a:extLst>
                  <a:ext uri="{FF2B5EF4-FFF2-40B4-BE49-F238E27FC236}">
                    <a16:creationId xmlns:a16="http://schemas.microsoft.com/office/drawing/2014/main" id="{C2A952AE-F4FF-9CBE-37BD-08BEFF564A49}"/>
                  </a:ext>
                </a:extLst>
              </p:cNvPr>
              <p:cNvSpPr/>
              <p:nvPr/>
            </p:nvSpPr>
            <p:spPr>
              <a:xfrm>
                <a:off x="2142668" y="1335516"/>
                <a:ext cx="199080" cy="6148"/>
              </a:xfrm>
              <a:custGeom>
                <a:avLst/>
                <a:gdLst>
                  <a:gd name="connsiteX0" fmla="*/ 0 w 199080"/>
                  <a:gd name="connsiteY0" fmla="*/ 0 h 6148"/>
                  <a:gd name="connsiteX1" fmla="*/ 122965 w 199080"/>
                  <a:gd name="connsiteY1" fmla="*/ 0 h 6148"/>
                  <a:gd name="connsiteX2" fmla="*/ 199081 w 199080"/>
                  <a:gd name="connsiteY2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9080" h="6148">
                    <a:moveTo>
                      <a:pt x="0" y="0"/>
                    </a:moveTo>
                    <a:lnTo>
                      <a:pt x="122965" y="0"/>
                    </a:lnTo>
                    <a:lnTo>
                      <a:pt x="199081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5" name="任意多边形: 形状 334">
                <a:extLst>
                  <a:ext uri="{FF2B5EF4-FFF2-40B4-BE49-F238E27FC236}">
                    <a16:creationId xmlns:a16="http://schemas.microsoft.com/office/drawing/2014/main" id="{4127901B-9AC1-CEFB-C952-E1BF6F6F6CDA}"/>
                  </a:ext>
                </a:extLst>
              </p:cNvPr>
              <p:cNvSpPr/>
              <p:nvPr/>
            </p:nvSpPr>
            <p:spPr>
              <a:xfrm>
                <a:off x="2330989" y="1313997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36" name="图形 326">
              <a:extLst>
                <a:ext uri="{FF2B5EF4-FFF2-40B4-BE49-F238E27FC236}">
                  <a16:creationId xmlns:a16="http://schemas.microsoft.com/office/drawing/2014/main" id="{0AF9470F-22EF-C65A-5991-CB592F53EA31}"/>
                </a:ext>
              </a:extLst>
            </p:cNvPr>
            <p:cNvGrpSpPr/>
            <p:nvPr/>
          </p:nvGrpSpPr>
          <p:grpSpPr>
            <a:xfrm>
              <a:off x="913016" y="1120327"/>
              <a:ext cx="1229652" cy="430378"/>
              <a:chOff x="913016" y="1120327"/>
              <a:chExt cx="1229652" cy="430378"/>
            </a:xfrm>
            <a:solidFill>
              <a:srgbClr val="FFF2CC"/>
            </a:solidFill>
          </p:grpSpPr>
          <p:sp>
            <p:nvSpPr>
              <p:cNvPr id="337" name="任意多边形: 形状 336">
                <a:extLst>
                  <a:ext uri="{FF2B5EF4-FFF2-40B4-BE49-F238E27FC236}">
                    <a16:creationId xmlns:a16="http://schemas.microsoft.com/office/drawing/2014/main" id="{0A451D39-6E17-B354-1DA6-6688E2DB5928}"/>
                  </a:ext>
                </a:extLst>
              </p:cNvPr>
              <p:cNvSpPr/>
              <p:nvPr/>
            </p:nvSpPr>
            <p:spPr>
              <a:xfrm>
                <a:off x="913016" y="1120327"/>
                <a:ext cx="1229652" cy="430378"/>
              </a:xfrm>
              <a:custGeom>
                <a:avLst/>
                <a:gdLst>
                  <a:gd name="connsiteX0" fmla="*/ 1165095 w 1229652"/>
                  <a:gd name="connsiteY0" fmla="*/ 0 h 430378"/>
                  <a:gd name="connsiteX1" fmla="*/ 1229652 w 1229652"/>
                  <a:gd name="connsiteY1" fmla="*/ 64557 h 430378"/>
                  <a:gd name="connsiteX2" fmla="*/ 1229652 w 1229652"/>
                  <a:gd name="connsiteY2" fmla="*/ 365822 h 430378"/>
                  <a:gd name="connsiteX3" fmla="*/ 1165095 w 1229652"/>
                  <a:gd name="connsiteY3" fmla="*/ 430378 h 430378"/>
                  <a:gd name="connsiteX4" fmla="*/ 64557 w 1229652"/>
                  <a:gd name="connsiteY4" fmla="*/ 430378 h 430378"/>
                  <a:gd name="connsiteX5" fmla="*/ 0 w 1229652"/>
                  <a:gd name="connsiteY5" fmla="*/ 365822 h 430378"/>
                  <a:gd name="connsiteX6" fmla="*/ 0 w 1229652"/>
                  <a:gd name="connsiteY6" fmla="*/ 64557 h 430378"/>
                  <a:gd name="connsiteX7" fmla="*/ 64557 w 1229652"/>
                  <a:gd name="connsiteY7" fmla="*/ 0 h 430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29652" h="430378">
                    <a:moveTo>
                      <a:pt x="1165095" y="0"/>
                    </a:moveTo>
                    <a:cubicBezTo>
                      <a:pt x="1200749" y="0"/>
                      <a:pt x="1229652" y="28903"/>
                      <a:pt x="1229652" y="64557"/>
                    </a:cubicBezTo>
                    <a:lnTo>
                      <a:pt x="1229652" y="365822"/>
                    </a:lnTo>
                    <a:cubicBezTo>
                      <a:pt x="1229652" y="401475"/>
                      <a:pt x="1200749" y="430378"/>
                      <a:pt x="1165095" y="430378"/>
                    </a:cubicBezTo>
                    <a:lnTo>
                      <a:pt x="64557" y="430378"/>
                    </a:lnTo>
                    <a:cubicBezTo>
                      <a:pt x="28903" y="430378"/>
                      <a:pt x="0" y="401475"/>
                      <a:pt x="0" y="365822"/>
                    </a:cubicBezTo>
                    <a:lnTo>
                      <a:pt x="0" y="64557"/>
                    </a:lnTo>
                    <a:cubicBezTo>
                      <a:pt x="0" y="28903"/>
                      <a:pt x="28903" y="0"/>
                      <a:pt x="64557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6148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38" name="图片 337">
                <a:extLst>
                  <a:ext uri="{FF2B5EF4-FFF2-40B4-BE49-F238E27FC236}">
                    <a16:creationId xmlns:a16="http://schemas.microsoft.com/office/drawing/2014/main" id="{6028F091-E976-3B66-25D3-8A625C129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19164" y="1261737"/>
                <a:ext cx="1217355" cy="166003"/>
              </a:xfrm>
              <a:custGeom>
                <a:avLst/>
                <a:gdLst>
                  <a:gd name="connsiteX0" fmla="*/ -1 w 1217355"/>
                  <a:gd name="connsiteY0" fmla="*/ -1 h 166003"/>
                  <a:gd name="connsiteX1" fmla="*/ 1217355 w 1217355"/>
                  <a:gd name="connsiteY1" fmla="*/ -1 h 166003"/>
                  <a:gd name="connsiteX2" fmla="*/ 1217355 w 1217355"/>
                  <a:gd name="connsiteY2" fmla="*/ 166003 h 166003"/>
                  <a:gd name="connsiteX3" fmla="*/ -1 w 1217355"/>
                  <a:gd name="connsiteY3" fmla="*/ 166003 h 166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7355" h="166003">
                    <a:moveTo>
                      <a:pt x="-1" y="-1"/>
                    </a:moveTo>
                    <a:lnTo>
                      <a:pt x="1217355" y="-1"/>
                    </a:lnTo>
                    <a:lnTo>
                      <a:pt x="1217355" y="166003"/>
                    </a:lnTo>
                    <a:lnTo>
                      <a:pt x="-1" y="166003"/>
                    </a:lnTo>
                    <a:close/>
                  </a:path>
                </a:pathLst>
              </a:custGeom>
            </p:spPr>
          </p:pic>
        </p:grpSp>
        <p:grpSp>
          <p:nvGrpSpPr>
            <p:cNvPr id="339" name="图形 326">
              <a:extLst>
                <a:ext uri="{FF2B5EF4-FFF2-40B4-BE49-F238E27FC236}">
                  <a16:creationId xmlns:a16="http://schemas.microsoft.com/office/drawing/2014/main" id="{E9B48A52-FA67-EEED-F7EF-5122B799313F}"/>
                </a:ext>
              </a:extLst>
            </p:cNvPr>
            <p:cNvGrpSpPr/>
            <p:nvPr/>
          </p:nvGrpSpPr>
          <p:grpSpPr>
            <a:xfrm>
              <a:off x="614826" y="1313997"/>
              <a:ext cx="291304" cy="43037"/>
              <a:chOff x="614826" y="1313997"/>
              <a:chExt cx="291304" cy="43037"/>
            </a:xfrm>
          </p:grpSpPr>
          <p:sp>
            <p:nvSpPr>
              <p:cNvPr id="340" name="任意多边形: 形状 339">
                <a:extLst>
                  <a:ext uri="{FF2B5EF4-FFF2-40B4-BE49-F238E27FC236}">
                    <a16:creationId xmlns:a16="http://schemas.microsoft.com/office/drawing/2014/main" id="{6D4D3E7E-F52F-40EB-E21C-F81EFCEE279A}"/>
                  </a:ext>
                </a:extLst>
              </p:cNvPr>
              <p:cNvSpPr/>
              <p:nvPr/>
            </p:nvSpPr>
            <p:spPr>
              <a:xfrm>
                <a:off x="614826" y="1335516"/>
                <a:ext cx="259026" cy="6148"/>
              </a:xfrm>
              <a:custGeom>
                <a:avLst/>
                <a:gdLst>
                  <a:gd name="connsiteX0" fmla="*/ 0 w 259026"/>
                  <a:gd name="connsiteY0" fmla="*/ 0 h 6148"/>
                  <a:gd name="connsiteX1" fmla="*/ 259026 w 259026"/>
                  <a:gd name="connsiteY1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9026" h="6148">
                    <a:moveTo>
                      <a:pt x="0" y="0"/>
                    </a:moveTo>
                    <a:lnTo>
                      <a:pt x="259026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1" name="任意多边形: 形状 340">
                <a:extLst>
                  <a:ext uri="{FF2B5EF4-FFF2-40B4-BE49-F238E27FC236}">
                    <a16:creationId xmlns:a16="http://schemas.microsoft.com/office/drawing/2014/main" id="{4F786175-5F07-A3EC-898C-100A171E09D0}"/>
                  </a:ext>
                </a:extLst>
              </p:cNvPr>
              <p:cNvSpPr/>
              <p:nvPr/>
            </p:nvSpPr>
            <p:spPr>
              <a:xfrm>
                <a:off x="863092" y="1313997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42" name="任意多边形: 形状 341">
              <a:extLst>
                <a:ext uri="{FF2B5EF4-FFF2-40B4-BE49-F238E27FC236}">
                  <a16:creationId xmlns:a16="http://schemas.microsoft.com/office/drawing/2014/main" id="{E113BF41-EF1F-DAC4-3C78-373000BF1E33}"/>
                </a:ext>
              </a:extLst>
            </p:cNvPr>
            <p:cNvSpPr/>
            <p:nvPr/>
          </p:nvSpPr>
          <p:spPr>
            <a:xfrm>
              <a:off x="189981" y="1117253"/>
              <a:ext cx="417466" cy="430373"/>
            </a:xfrm>
            <a:custGeom>
              <a:avLst/>
              <a:gdLst>
                <a:gd name="connsiteX0" fmla="*/ 265762 w 417466"/>
                <a:gd name="connsiteY0" fmla="*/ -367 h 430373"/>
                <a:gd name="connsiteX1" fmla="*/ 293122 w 417466"/>
                <a:gd name="connsiteY1" fmla="*/ 10951 h 430373"/>
                <a:gd name="connsiteX2" fmla="*/ 371976 w 417466"/>
                <a:gd name="connsiteY2" fmla="*/ 89638 h 430373"/>
                <a:gd name="connsiteX3" fmla="*/ 383346 w 417466"/>
                <a:gd name="connsiteY3" fmla="*/ 117053 h 430373"/>
                <a:gd name="connsiteX4" fmla="*/ 383346 w 417466"/>
                <a:gd name="connsiteY4" fmla="*/ 167751 h 430373"/>
                <a:gd name="connsiteX5" fmla="*/ 417015 w 417466"/>
                <a:gd name="connsiteY5" fmla="*/ 201411 h 430373"/>
                <a:gd name="connsiteX6" fmla="*/ 417015 w 417466"/>
                <a:gd name="connsiteY6" fmla="*/ 335818 h 430373"/>
                <a:gd name="connsiteX7" fmla="*/ 384418 w 417466"/>
                <a:gd name="connsiteY7" fmla="*/ 369469 h 430373"/>
                <a:gd name="connsiteX8" fmla="*/ 383346 w 417466"/>
                <a:gd name="connsiteY8" fmla="*/ 369482 h 430373"/>
                <a:gd name="connsiteX9" fmla="*/ 383346 w 417466"/>
                <a:gd name="connsiteY9" fmla="*/ 389658 h 430373"/>
                <a:gd name="connsiteX10" fmla="*/ 342947 w 417466"/>
                <a:gd name="connsiteY10" fmla="*/ 430006 h 430373"/>
                <a:gd name="connsiteX11" fmla="*/ 73616 w 417466"/>
                <a:gd name="connsiteY11" fmla="*/ 430006 h 430373"/>
                <a:gd name="connsiteX12" fmla="*/ 33216 w 417466"/>
                <a:gd name="connsiteY12" fmla="*/ 389658 h 430373"/>
                <a:gd name="connsiteX13" fmla="*/ 33216 w 417466"/>
                <a:gd name="connsiteY13" fmla="*/ 369482 h 430373"/>
                <a:gd name="connsiteX14" fmla="*/ -452 w 417466"/>
                <a:gd name="connsiteY14" fmla="*/ 335822 h 430373"/>
                <a:gd name="connsiteX15" fmla="*/ -452 w 417466"/>
                <a:gd name="connsiteY15" fmla="*/ 201415 h 430373"/>
                <a:gd name="connsiteX16" fmla="*/ 32145 w 417466"/>
                <a:gd name="connsiteY16" fmla="*/ 167764 h 430373"/>
                <a:gd name="connsiteX17" fmla="*/ 33216 w 417466"/>
                <a:gd name="connsiteY17" fmla="*/ 167747 h 430373"/>
                <a:gd name="connsiteX18" fmla="*/ 33216 w 417466"/>
                <a:gd name="connsiteY18" fmla="*/ 39980 h 430373"/>
                <a:gd name="connsiteX19" fmla="*/ 73616 w 417466"/>
                <a:gd name="connsiteY19" fmla="*/ -367 h 430373"/>
                <a:gd name="connsiteX20" fmla="*/ 265762 w 417466"/>
                <a:gd name="connsiteY20" fmla="*/ -367 h 430373"/>
                <a:gd name="connsiteX21" fmla="*/ 342947 w 417466"/>
                <a:gd name="connsiteY21" fmla="*/ 369487 h 430373"/>
                <a:gd name="connsiteX22" fmla="*/ 73616 w 417466"/>
                <a:gd name="connsiteY22" fmla="*/ 369487 h 430373"/>
                <a:gd name="connsiteX23" fmla="*/ 73616 w 417466"/>
                <a:gd name="connsiteY23" fmla="*/ 376751 h 430373"/>
                <a:gd name="connsiteX24" fmla="*/ 86527 w 417466"/>
                <a:gd name="connsiteY24" fmla="*/ 389663 h 430373"/>
                <a:gd name="connsiteX25" fmla="*/ 330035 w 417466"/>
                <a:gd name="connsiteY25" fmla="*/ 389663 h 430373"/>
                <a:gd name="connsiteX26" fmla="*/ 342946 w 417466"/>
                <a:gd name="connsiteY26" fmla="*/ 376751 h 430373"/>
                <a:gd name="connsiteX27" fmla="*/ 342947 w 417466"/>
                <a:gd name="connsiteY27" fmla="*/ 369487 h 430373"/>
                <a:gd name="connsiteX28" fmla="*/ 203117 w 417466"/>
                <a:gd name="connsiteY28" fmla="*/ 233225 h 430373"/>
                <a:gd name="connsiteX29" fmla="*/ 185290 w 417466"/>
                <a:gd name="connsiteY29" fmla="*/ 237150 h 430373"/>
                <a:gd name="connsiteX30" fmla="*/ 171721 w 417466"/>
                <a:gd name="connsiteY30" fmla="*/ 249015 h 430373"/>
                <a:gd name="connsiteX31" fmla="*/ 166169 w 417466"/>
                <a:gd name="connsiteY31" fmla="*/ 260601 h 430373"/>
                <a:gd name="connsiteX32" fmla="*/ 164206 w 417466"/>
                <a:gd name="connsiteY32" fmla="*/ 274455 h 430373"/>
                <a:gd name="connsiteX33" fmla="*/ 172078 w 417466"/>
                <a:gd name="connsiteY33" fmla="*/ 295896 h 430373"/>
                <a:gd name="connsiteX34" fmla="*/ 193993 w 417466"/>
                <a:gd name="connsiteY34" fmla="*/ 303630 h 430373"/>
                <a:gd name="connsiteX35" fmla="*/ 211178 w 417466"/>
                <a:gd name="connsiteY35" fmla="*/ 299774 h 430373"/>
                <a:gd name="connsiteX36" fmla="*/ 224442 w 417466"/>
                <a:gd name="connsiteY36" fmla="*/ 288593 h 430373"/>
                <a:gd name="connsiteX37" fmla="*/ 230540 w 417466"/>
                <a:gd name="connsiteY37" fmla="*/ 276323 h 430373"/>
                <a:gd name="connsiteX38" fmla="*/ 232765 w 417466"/>
                <a:gd name="connsiteY38" fmla="*/ 262069 h 430373"/>
                <a:gd name="connsiteX39" fmla="*/ 224915 w 417466"/>
                <a:gd name="connsiteY39" fmla="*/ 240860 h 430373"/>
                <a:gd name="connsiteX40" fmla="*/ 203117 w 417466"/>
                <a:gd name="connsiteY40" fmla="*/ 233225 h 430373"/>
                <a:gd name="connsiteX41" fmla="*/ 284351 w 417466"/>
                <a:gd name="connsiteY41" fmla="*/ 233130 h 430373"/>
                <a:gd name="connsiteX42" fmla="*/ 264209 w 417466"/>
                <a:gd name="connsiteY42" fmla="*/ 236108 h 430373"/>
                <a:gd name="connsiteX43" fmla="*/ 249787 w 417466"/>
                <a:gd name="connsiteY43" fmla="*/ 245516 h 430373"/>
                <a:gd name="connsiteX44" fmla="*/ 242341 w 417466"/>
                <a:gd name="connsiteY44" fmla="*/ 257171 h 430373"/>
                <a:gd name="connsiteX45" fmla="*/ 239811 w 417466"/>
                <a:gd name="connsiteY45" fmla="*/ 271477 h 430373"/>
                <a:gd name="connsiteX46" fmla="*/ 248793 w 417466"/>
                <a:gd name="connsiteY46" fmla="*/ 294975 h 430373"/>
                <a:gd name="connsiteX47" fmla="*/ 274090 w 417466"/>
                <a:gd name="connsiteY47" fmla="*/ 303346 h 430373"/>
                <a:gd name="connsiteX48" fmla="*/ 286528 w 417466"/>
                <a:gd name="connsiteY48" fmla="*/ 302516 h 430373"/>
                <a:gd name="connsiteX49" fmla="*/ 297210 w 417466"/>
                <a:gd name="connsiteY49" fmla="*/ 300037 h 430373"/>
                <a:gd name="connsiteX50" fmla="*/ 305155 w 417466"/>
                <a:gd name="connsiteY50" fmla="*/ 262869 h 430373"/>
                <a:gd name="connsiteX51" fmla="*/ 277163 w 417466"/>
                <a:gd name="connsiteY51" fmla="*/ 262869 h 430373"/>
                <a:gd name="connsiteX52" fmla="*/ 274559 w 417466"/>
                <a:gd name="connsiteY52" fmla="*/ 275075 h 430373"/>
                <a:gd name="connsiteX53" fmla="*/ 285620 w 417466"/>
                <a:gd name="connsiteY53" fmla="*/ 275075 h 430373"/>
                <a:gd name="connsiteX54" fmla="*/ 282595 w 417466"/>
                <a:gd name="connsiteY54" fmla="*/ 289118 h 430373"/>
                <a:gd name="connsiteX55" fmla="*/ 278812 w 417466"/>
                <a:gd name="connsiteY55" fmla="*/ 289897 h 430373"/>
                <a:gd name="connsiteX56" fmla="*/ 275412 w 417466"/>
                <a:gd name="connsiteY56" fmla="*/ 290155 h 430373"/>
                <a:gd name="connsiteX57" fmla="*/ 262642 w 417466"/>
                <a:gd name="connsiteY57" fmla="*/ 285240 h 430373"/>
                <a:gd name="connsiteX58" fmla="*/ 258007 w 417466"/>
                <a:gd name="connsiteY58" fmla="*/ 271670 h 430373"/>
                <a:gd name="connsiteX59" fmla="*/ 265573 w 417466"/>
                <a:gd name="connsiteY59" fmla="*/ 252992 h 430373"/>
                <a:gd name="connsiteX60" fmla="*/ 286472 w 417466"/>
                <a:gd name="connsiteY60" fmla="*/ 246183 h 430373"/>
                <a:gd name="connsiteX61" fmla="*/ 294912 w 417466"/>
                <a:gd name="connsiteY61" fmla="*/ 247199 h 430373"/>
                <a:gd name="connsiteX62" fmla="*/ 302741 w 417466"/>
                <a:gd name="connsiteY62" fmla="*/ 250250 h 430373"/>
                <a:gd name="connsiteX63" fmla="*/ 306614 w 417466"/>
                <a:gd name="connsiteY63" fmla="*/ 236444 h 430373"/>
                <a:gd name="connsiteX64" fmla="*/ 295975 w 417466"/>
                <a:gd name="connsiteY64" fmla="*/ 233939 h 430373"/>
                <a:gd name="connsiteX65" fmla="*/ 284346 w 417466"/>
                <a:gd name="connsiteY65" fmla="*/ 233134 h 430373"/>
                <a:gd name="connsiteX66" fmla="*/ 139614 w 417466"/>
                <a:gd name="connsiteY66" fmla="*/ 234783 h 430373"/>
                <a:gd name="connsiteX67" fmla="*/ 121508 w 417466"/>
                <a:gd name="connsiteY67" fmla="*/ 234783 h 430373"/>
                <a:gd name="connsiteX68" fmla="*/ 107181 w 417466"/>
                <a:gd name="connsiteY68" fmla="*/ 301973 h 430373"/>
                <a:gd name="connsiteX69" fmla="*/ 152952 w 417466"/>
                <a:gd name="connsiteY69" fmla="*/ 301973 h 430373"/>
                <a:gd name="connsiteX70" fmla="*/ 155878 w 417466"/>
                <a:gd name="connsiteY70" fmla="*/ 288588 h 430373"/>
                <a:gd name="connsiteX71" fmla="*/ 128080 w 417466"/>
                <a:gd name="connsiteY71" fmla="*/ 288588 h 430373"/>
                <a:gd name="connsiteX72" fmla="*/ 139614 w 417466"/>
                <a:gd name="connsiteY72" fmla="*/ 234783 h 430373"/>
                <a:gd name="connsiteX73" fmla="*/ 201933 w 417466"/>
                <a:gd name="connsiteY73" fmla="*/ 245706 h 430373"/>
                <a:gd name="connsiteX74" fmla="*/ 211014 w 417466"/>
                <a:gd name="connsiteY74" fmla="*/ 249725 h 430373"/>
                <a:gd name="connsiteX75" fmla="*/ 214229 w 417466"/>
                <a:gd name="connsiteY75" fmla="*/ 261122 h 430373"/>
                <a:gd name="connsiteX76" fmla="*/ 212766 w 417466"/>
                <a:gd name="connsiteY76" fmla="*/ 271709 h 430373"/>
                <a:gd name="connsiteX77" fmla="*/ 208935 w 417466"/>
                <a:gd name="connsiteY77" fmla="*/ 280885 h 430373"/>
                <a:gd name="connsiteX78" fmla="*/ 202221 w 417466"/>
                <a:gd name="connsiteY78" fmla="*/ 288098 h 430373"/>
                <a:gd name="connsiteX79" fmla="*/ 194604 w 417466"/>
                <a:gd name="connsiteY79" fmla="*/ 290435 h 430373"/>
                <a:gd name="connsiteX80" fmla="*/ 185669 w 417466"/>
                <a:gd name="connsiteY80" fmla="*/ 286346 h 430373"/>
                <a:gd name="connsiteX81" fmla="*/ 182407 w 417466"/>
                <a:gd name="connsiteY81" fmla="*/ 275165 h 430373"/>
                <a:gd name="connsiteX82" fmla="*/ 183870 w 417466"/>
                <a:gd name="connsiteY82" fmla="*/ 264500 h 430373"/>
                <a:gd name="connsiteX83" fmla="*/ 187700 w 417466"/>
                <a:gd name="connsiteY83" fmla="*/ 255213 h 430373"/>
                <a:gd name="connsiteX84" fmla="*/ 194204 w 417466"/>
                <a:gd name="connsiteY84" fmla="*/ 248120 h 430373"/>
                <a:gd name="connsiteX85" fmla="*/ 201937 w 417466"/>
                <a:gd name="connsiteY85" fmla="*/ 245710 h 430373"/>
                <a:gd name="connsiteX86" fmla="*/ 246624 w 417466"/>
                <a:gd name="connsiteY86" fmla="*/ 36753 h 430373"/>
                <a:gd name="connsiteX87" fmla="*/ 86527 w 417466"/>
                <a:gd name="connsiteY87" fmla="*/ 36753 h 430373"/>
                <a:gd name="connsiteX88" fmla="*/ 73616 w 417466"/>
                <a:gd name="connsiteY88" fmla="*/ 49664 h 430373"/>
                <a:gd name="connsiteX89" fmla="*/ 73616 w 417466"/>
                <a:gd name="connsiteY89" fmla="*/ 167747 h 430373"/>
                <a:gd name="connsiteX90" fmla="*/ 342947 w 417466"/>
                <a:gd name="connsiteY90" fmla="*/ 167747 h 430373"/>
                <a:gd name="connsiteX91" fmla="*/ 342947 w 417466"/>
                <a:gd name="connsiteY91" fmla="*/ 133467 h 430373"/>
                <a:gd name="connsiteX92" fmla="*/ 285366 w 417466"/>
                <a:gd name="connsiteY92" fmla="*/ 133467 h 430373"/>
                <a:gd name="connsiteX93" fmla="*/ 246632 w 417466"/>
                <a:gd name="connsiteY93" fmla="*/ 94733 h 430373"/>
                <a:gd name="connsiteX94" fmla="*/ 246619 w 417466"/>
                <a:gd name="connsiteY94" fmla="*/ 36753 h 430373"/>
                <a:gd name="connsiteX95" fmla="*/ 287023 w 417466"/>
                <a:gd name="connsiteY95" fmla="*/ 61904 h 430373"/>
                <a:gd name="connsiteX96" fmla="*/ 287023 w 417466"/>
                <a:gd name="connsiteY96" fmla="*/ 86664 h 430373"/>
                <a:gd name="connsiteX97" fmla="*/ 293479 w 417466"/>
                <a:gd name="connsiteY97" fmla="*/ 93119 h 430373"/>
                <a:gd name="connsiteX98" fmla="*/ 318312 w 417466"/>
                <a:gd name="connsiteY98" fmla="*/ 93119 h 430373"/>
                <a:gd name="connsiteX99" fmla="*/ 287023 w 417466"/>
                <a:gd name="connsiteY99" fmla="*/ 61904 h 43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417466" h="430373">
                  <a:moveTo>
                    <a:pt x="265762" y="-367"/>
                  </a:moveTo>
                  <a:cubicBezTo>
                    <a:pt x="276021" y="-366"/>
                    <a:pt x="285861" y="3704"/>
                    <a:pt x="293122" y="10951"/>
                  </a:cubicBezTo>
                  <a:lnTo>
                    <a:pt x="371976" y="89638"/>
                  </a:lnTo>
                  <a:cubicBezTo>
                    <a:pt x="379255" y="96904"/>
                    <a:pt x="383346" y="106767"/>
                    <a:pt x="383346" y="117053"/>
                  </a:cubicBezTo>
                  <a:lnTo>
                    <a:pt x="383346" y="167751"/>
                  </a:lnTo>
                  <a:cubicBezTo>
                    <a:pt x="401937" y="167751"/>
                    <a:pt x="417010" y="182820"/>
                    <a:pt x="417015" y="201411"/>
                  </a:cubicBezTo>
                  <a:lnTo>
                    <a:pt x="417015" y="335818"/>
                  </a:lnTo>
                  <a:cubicBezTo>
                    <a:pt x="417015" y="353996"/>
                    <a:pt x="402586" y="368891"/>
                    <a:pt x="384418" y="369469"/>
                  </a:cubicBezTo>
                  <a:lnTo>
                    <a:pt x="383346" y="369482"/>
                  </a:lnTo>
                  <a:lnTo>
                    <a:pt x="383346" y="389658"/>
                  </a:lnTo>
                  <a:cubicBezTo>
                    <a:pt x="383346" y="411943"/>
                    <a:pt x="365262" y="430006"/>
                    <a:pt x="342947" y="430006"/>
                  </a:cubicBezTo>
                  <a:lnTo>
                    <a:pt x="73616" y="430006"/>
                  </a:lnTo>
                  <a:cubicBezTo>
                    <a:pt x="51301" y="430006"/>
                    <a:pt x="33216" y="411943"/>
                    <a:pt x="33216" y="389658"/>
                  </a:cubicBezTo>
                  <a:lnTo>
                    <a:pt x="33216" y="369482"/>
                  </a:lnTo>
                  <a:cubicBezTo>
                    <a:pt x="14625" y="369482"/>
                    <a:pt x="-448" y="354414"/>
                    <a:pt x="-452" y="335822"/>
                  </a:cubicBezTo>
                  <a:lnTo>
                    <a:pt x="-452" y="201415"/>
                  </a:lnTo>
                  <a:cubicBezTo>
                    <a:pt x="-452" y="183238"/>
                    <a:pt x="13976" y="168343"/>
                    <a:pt x="32145" y="167764"/>
                  </a:cubicBezTo>
                  <a:lnTo>
                    <a:pt x="33216" y="167747"/>
                  </a:lnTo>
                  <a:lnTo>
                    <a:pt x="33216" y="39980"/>
                  </a:lnTo>
                  <a:cubicBezTo>
                    <a:pt x="33216" y="17695"/>
                    <a:pt x="51301" y="-367"/>
                    <a:pt x="73616" y="-367"/>
                  </a:cubicBezTo>
                  <a:lnTo>
                    <a:pt x="265762" y="-367"/>
                  </a:lnTo>
                  <a:close/>
                  <a:moveTo>
                    <a:pt x="342947" y="369487"/>
                  </a:moveTo>
                  <a:lnTo>
                    <a:pt x="73616" y="369487"/>
                  </a:lnTo>
                  <a:lnTo>
                    <a:pt x="73616" y="376751"/>
                  </a:lnTo>
                  <a:cubicBezTo>
                    <a:pt x="73616" y="383882"/>
                    <a:pt x="79396" y="389663"/>
                    <a:pt x="86527" y="389663"/>
                  </a:cubicBezTo>
                  <a:lnTo>
                    <a:pt x="330035" y="389663"/>
                  </a:lnTo>
                  <a:cubicBezTo>
                    <a:pt x="337166" y="389663"/>
                    <a:pt x="342946" y="383882"/>
                    <a:pt x="342946" y="376751"/>
                  </a:cubicBezTo>
                  <a:lnTo>
                    <a:pt x="342947" y="369487"/>
                  </a:lnTo>
                  <a:close/>
                  <a:moveTo>
                    <a:pt x="203117" y="233225"/>
                  </a:moveTo>
                  <a:cubicBezTo>
                    <a:pt x="196437" y="233225"/>
                    <a:pt x="190494" y="234533"/>
                    <a:pt x="185290" y="237150"/>
                  </a:cubicBezTo>
                  <a:cubicBezTo>
                    <a:pt x="180091" y="239766"/>
                    <a:pt x="175564" y="243722"/>
                    <a:pt x="171721" y="249015"/>
                  </a:cubicBezTo>
                  <a:cubicBezTo>
                    <a:pt x="169328" y="252295"/>
                    <a:pt x="167473" y="256159"/>
                    <a:pt x="166169" y="260601"/>
                  </a:cubicBezTo>
                  <a:cubicBezTo>
                    <a:pt x="164853" y="265101"/>
                    <a:pt x="164192" y="269767"/>
                    <a:pt x="164206" y="274455"/>
                  </a:cubicBezTo>
                  <a:cubicBezTo>
                    <a:pt x="164206" y="283596"/>
                    <a:pt x="166831" y="290745"/>
                    <a:pt x="172078" y="295896"/>
                  </a:cubicBezTo>
                  <a:cubicBezTo>
                    <a:pt x="177328" y="301052"/>
                    <a:pt x="184632" y="303630"/>
                    <a:pt x="193993" y="303630"/>
                  </a:cubicBezTo>
                  <a:cubicBezTo>
                    <a:pt x="200263" y="303630"/>
                    <a:pt x="205996" y="302343"/>
                    <a:pt x="211178" y="299774"/>
                  </a:cubicBezTo>
                  <a:cubicBezTo>
                    <a:pt x="216364" y="297205"/>
                    <a:pt x="220788" y="293478"/>
                    <a:pt x="224442" y="288593"/>
                  </a:cubicBezTo>
                  <a:cubicBezTo>
                    <a:pt x="227024" y="285094"/>
                    <a:pt x="229060" y="281005"/>
                    <a:pt x="230540" y="276323"/>
                  </a:cubicBezTo>
                  <a:cubicBezTo>
                    <a:pt x="232025" y="271640"/>
                    <a:pt x="232765" y="266889"/>
                    <a:pt x="232765" y="262069"/>
                  </a:cubicBezTo>
                  <a:cubicBezTo>
                    <a:pt x="232765" y="253022"/>
                    <a:pt x="230149" y="245951"/>
                    <a:pt x="224915" y="240860"/>
                  </a:cubicBezTo>
                  <a:cubicBezTo>
                    <a:pt x="219682" y="235768"/>
                    <a:pt x="212417" y="233225"/>
                    <a:pt x="203117" y="233225"/>
                  </a:cubicBezTo>
                  <a:close/>
                  <a:moveTo>
                    <a:pt x="284351" y="233130"/>
                  </a:moveTo>
                  <a:cubicBezTo>
                    <a:pt x="276436" y="233130"/>
                    <a:pt x="269722" y="234120"/>
                    <a:pt x="264209" y="236108"/>
                  </a:cubicBezTo>
                  <a:cubicBezTo>
                    <a:pt x="258730" y="238069"/>
                    <a:pt x="253789" y="241292"/>
                    <a:pt x="249787" y="245516"/>
                  </a:cubicBezTo>
                  <a:cubicBezTo>
                    <a:pt x="246520" y="248840"/>
                    <a:pt x="243984" y="252810"/>
                    <a:pt x="242341" y="257171"/>
                  </a:cubicBezTo>
                  <a:cubicBezTo>
                    <a:pt x="240628" y="261744"/>
                    <a:pt x="239771" y="266593"/>
                    <a:pt x="239811" y="271477"/>
                  </a:cubicBezTo>
                  <a:cubicBezTo>
                    <a:pt x="239811" y="281565"/>
                    <a:pt x="242802" y="289398"/>
                    <a:pt x="248793" y="294975"/>
                  </a:cubicBezTo>
                  <a:cubicBezTo>
                    <a:pt x="254784" y="300553"/>
                    <a:pt x="263210" y="303346"/>
                    <a:pt x="274090" y="303346"/>
                  </a:cubicBezTo>
                  <a:cubicBezTo>
                    <a:pt x="278596" y="303346"/>
                    <a:pt x="282741" y="303071"/>
                    <a:pt x="286528" y="302516"/>
                  </a:cubicBezTo>
                  <a:cubicBezTo>
                    <a:pt x="290154" y="302001"/>
                    <a:pt x="293728" y="301172"/>
                    <a:pt x="297210" y="300037"/>
                  </a:cubicBezTo>
                  <a:lnTo>
                    <a:pt x="305155" y="262869"/>
                  </a:lnTo>
                  <a:lnTo>
                    <a:pt x="277163" y="262869"/>
                  </a:lnTo>
                  <a:lnTo>
                    <a:pt x="274559" y="275075"/>
                  </a:lnTo>
                  <a:lnTo>
                    <a:pt x="285620" y="275075"/>
                  </a:lnTo>
                  <a:lnTo>
                    <a:pt x="282595" y="289118"/>
                  </a:lnTo>
                  <a:cubicBezTo>
                    <a:pt x="281348" y="289442"/>
                    <a:pt x="280085" y="289702"/>
                    <a:pt x="278812" y="289897"/>
                  </a:cubicBezTo>
                  <a:cubicBezTo>
                    <a:pt x="277650" y="290069"/>
                    <a:pt x="276513" y="290155"/>
                    <a:pt x="275412" y="290155"/>
                  </a:cubicBezTo>
                  <a:cubicBezTo>
                    <a:pt x="269989" y="290155"/>
                    <a:pt x="265728" y="288520"/>
                    <a:pt x="262642" y="285240"/>
                  </a:cubicBezTo>
                  <a:cubicBezTo>
                    <a:pt x="259552" y="281961"/>
                    <a:pt x="258007" y="277437"/>
                    <a:pt x="258007" y="271670"/>
                  </a:cubicBezTo>
                  <a:cubicBezTo>
                    <a:pt x="258007" y="263756"/>
                    <a:pt x="260529" y="257532"/>
                    <a:pt x="265573" y="252992"/>
                  </a:cubicBezTo>
                  <a:cubicBezTo>
                    <a:pt x="270617" y="248456"/>
                    <a:pt x="277581" y="246183"/>
                    <a:pt x="286472" y="246183"/>
                  </a:cubicBezTo>
                  <a:cubicBezTo>
                    <a:pt x="289403" y="246183"/>
                    <a:pt x="292218" y="246523"/>
                    <a:pt x="294912" y="247199"/>
                  </a:cubicBezTo>
                  <a:cubicBezTo>
                    <a:pt x="297638" y="247888"/>
                    <a:pt x="300267" y="248913"/>
                    <a:pt x="302741" y="250250"/>
                  </a:cubicBezTo>
                  <a:lnTo>
                    <a:pt x="306614" y="236444"/>
                  </a:lnTo>
                  <a:cubicBezTo>
                    <a:pt x="303149" y="235295"/>
                    <a:pt x="299589" y="234457"/>
                    <a:pt x="295975" y="233939"/>
                  </a:cubicBezTo>
                  <a:cubicBezTo>
                    <a:pt x="292123" y="233391"/>
                    <a:pt x="288237" y="233122"/>
                    <a:pt x="284346" y="233134"/>
                  </a:cubicBezTo>
                  <a:close/>
                  <a:moveTo>
                    <a:pt x="139614" y="234783"/>
                  </a:moveTo>
                  <a:lnTo>
                    <a:pt x="121508" y="234783"/>
                  </a:lnTo>
                  <a:lnTo>
                    <a:pt x="107181" y="301973"/>
                  </a:lnTo>
                  <a:lnTo>
                    <a:pt x="152952" y="301973"/>
                  </a:lnTo>
                  <a:lnTo>
                    <a:pt x="155878" y="288588"/>
                  </a:lnTo>
                  <a:lnTo>
                    <a:pt x="128080" y="288588"/>
                  </a:lnTo>
                  <a:lnTo>
                    <a:pt x="139614" y="234783"/>
                  </a:lnTo>
                  <a:close/>
                  <a:moveTo>
                    <a:pt x="201933" y="245706"/>
                  </a:moveTo>
                  <a:cubicBezTo>
                    <a:pt x="205845" y="245706"/>
                    <a:pt x="208871" y="247048"/>
                    <a:pt x="211014" y="249725"/>
                  </a:cubicBezTo>
                  <a:cubicBezTo>
                    <a:pt x="213157" y="252407"/>
                    <a:pt x="214229" y="256202"/>
                    <a:pt x="214229" y="261122"/>
                  </a:cubicBezTo>
                  <a:cubicBezTo>
                    <a:pt x="214229" y="264556"/>
                    <a:pt x="213743" y="268090"/>
                    <a:pt x="212766" y="271709"/>
                  </a:cubicBezTo>
                  <a:cubicBezTo>
                    <a:pt x="211784" y="275337"/>
                    <a:pt x="210511" y="278397"/>
                    <a:pt x="208935" y="280885"/>
                  </a:cubicBezTo>
                  <a:cubicBezTo>
                    <a:pt x="206792" y="284134"/>
                    <a:pt x="204554" y="286536"/>
                    <a:pt x="202221" y="288098"/>
                  </a:cubicBezTo>
                  <a:cubicBezTo>
                    <a:pt x="199977" y="289630"/>
                    <a:pt x="197321" y="290445"/>
                    <a:pt x="194604" y="290435"/>
                  </a:cubicBezTo>
                  <a:cubicBezTo>
                    <a:pt x="190825" y="290435"/>
                    <a:pt x="187847" y="289075"/>
                    <a:pt x="185669" y="286346"/>
                  </a:cubicBezTo>
                  <a:cubicBezTo>
                    <a:pt x="183496" y="283622"/>
                    <a:pt x="182407" y="279891"/>
                    <a:pt x="182407" y="275165"/>
                  </a:cubicBezTo>
                  <a:cubicBezTo>
                    <a:pt x="182407" y="271696"/>
                    <a:pt x="182897" y="268141"/>
                    <a:pt x="183870" y="264500"/>
                  </a:cubicBezTo>
                  <a:cubicBezTo>
                    <a:pt x="184851" y="260859"/>
                    <a:pt x="186130" y="257765"/>
                    <a:pt x="187700" y="255213"/>
                  </a:cubicBezTo>
                  <a:cubicBezTo>
                    <a:pt x="189629" y="252088"/>
                    <a:pt x="191793" y="249725"/>
                    <a:pt x="194204" y="248120"/>
                  </a:cubicBezTo>
                  <a:cubicBezTo>
                    <a:pt x="196479" y="246555"/>
                    <a:pt x="199175" y="245714"/>
                    <a:pt x="201937" y="245710"/>
                  </a:cubicBezTo>
                  <a:close/>
                  <a:moveTo>
                    <a:pt x="246624" y="36753"/>
                  </a:moveTo>
                  <a:lnTo>
                    <a:pt x="86527" y="36753"/>
                  </a:lnTo>
                  <a:cubicBezTo>
                    <a:pt x="79396" y="36753"/>
                    <a:pt x="73616" y="42533"/>
                    <a:pt x="73616" y="49664"/>
                  </a:cubicBezTo>
                  <a:lnTo>
                    <a:pt x="73616" y="167747"/>
                  </a:lnTo>
                  <a:lnTo>
                    <a:pt x="342947" y="167747"/>
                  </a:lnTo>
                  <a:lnTo>
                    <a:pt x="342947" y="133467"/>
                  </a:lnTo>
                  <a:lnTo>
                    <a:pt x="285366" y="133467"/>
                  </a:lnTo>
                  <a:cubicBezTo>
                    <a:pt x="263976" y="133463"/>
                    <a:pt x="246636" y="116123"/>
                    <a:pt x="246632" y="94733"/>
                  </a:cubicBezTo>
                  <a:lnTo>
                    <a:pt x="246619" y="36753"/>
                  </a:lnTo>
                  <a:close/>
                  <a:moveTo>
                    <a:pt x="287023" y="61904"/>
                  </a:moveTo>
                  <a:lnTo>
                    <a:pt x="287023" y="86664"/>
                  </a:lnTo>
                  <a:cubicBezTo>
                    <a:pt x="287023" y="90229"/>
                    <a:pt x="289913" y="93119"/>
                    <a:pt x="293479" y="93119"/>
                  </a:cubicBezTo>
                  <a:lnTo>
                    <a:pt x="318312" y="93119"/>
                  </a:lnTo>
                  <a:lnTo>
                    <a:pt x="287023" y="61904"/>
                  </a:lnTo>
                  <a:close/>
                </a:path>
              </a:pathLst>
            </a:custGeom>
            <a:solidFill>
              <a:srgbClr val="2C2C2C"/>
            </a:solidFill>
            <a:ln w="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43" name="图形 326">
              <a:extLst>
                <a:ext uri="{FF2B5EF4-FFF2-40B4-BE49-F238E27FC236}">
                  <a16:creationId xmlns:a16="http://schemas.microsoft.com/office/drawing/2014/main" id="{4B8B929A-872B-7E58-97E7-8B038825DA12}"/>
                </a:ext>
              </a:extLst>
            </p:cNvPr>
            <p:cNvGrpSpPr/>
            <p:nvPr/>
          </p:nvGrpSpPr>
          <p:grpSpPr>
            <a:xfrm>
              <a:off x="6205131" y="1313997"/>
              <a:ext cx="338953" cy="43037"/>
              <a:chOff x="6205131" y="1313997"/>
              <a:chExt cx="338953" cy="43037"/>
            </a:xfrm>
          </p:grpSpPr>
          <p:sp>
            <p:nvSpPr>
              <p:cNvPr id="344" name="任意多边形: 形状 343">
                <a:extLst>
                  <a:ext uri="{FF2B5EF4-FFF2-40B4-BE49-F238E27FC236}">
                    <a16:creationId xmlns:a16="http://schemas.microsoft.com/office/drawing/2014/main" id="{8FBEEA80-92E3-02F4-9B8F-B76AA0DE00FE}"/>
                  </a:ext>
                </a:extLst>
              </p:cNvPr>
              <p:cNvSpPr/>
              <p:nvPr/>
            </p:nvSpPr>
            <p:spPr>
              <a:xfrm>
                <a:off x="6205131" y="1335516"/>
                <a:ext cx="306675" cy="61"/>
              </a:xfrm>
              <a:custGeom>
                <a:avLst/>
                <a:gdLst>
                  <a:gd name="connsiteX0" fmla="*/ 0 w 306675"/>
                  <a:gd name="connsiteY0" fmla="*/ 61 h 61"/>
                  <a:gd name="connsiteX1" fmla="*/ 172643 w 306675"/>
                  <a:gd name="connsiteY1" fmla="*/ 0 h 61"/>
                  <a:gd name="connsiteX2" fmla="*/ 306675 w 306675"/>
                  <a:gd name="connsiteY2" fmla="*/ 0 h 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6675" h="61">
                    <a:moveTo>
                      <a:pt x="0" y="61"/>
                    </a:moveTo>
                    <a:lnTo>
                      <a:pt x="172643" y="0"/>
                    </a:lnTo>
                    <a:lnTo>
                      <a:pt x="306675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5" name="任意多边形: 形状 344">
                <a:extLst>
                  <a:ext uri="{FF2B5EF4-FFF2-40B4-BE49-F238E27FC236}">
                    <a16:creationId xmlns:a16="http://schemas.microsoft.com/office/drawing/2014/main" id="{925DFE10-7A5B-43B1-5D8B-2CF400B29AD2}"/>
                  </a:ext>
                </a:extLst>
              </p:cNvPr>
              <p:cNvSpPr/>
              <p:nvPr/>
            </p:nvSpPr>
            <p:spPr>
              <a:xfrm>
                <a:off x="6501047" y="1313997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46" name="图形 326">
              <a:extLst>
                <a:ext uri="{FF2B5EF4-FFF2-40B4-BE49-F238E27FC236}">
                  <a16:creationId xmlns:a16="http://schemas.microsoft.com/office/drawing/2014/main" id="{5C7CE6C1-84FD-B724-6D72-672F4943EB64}"/>
                </a:ext>
              </a:extLst>
            </p:cNvPr>
            <p:cNvGrpSpPr/>
            <p:nvPr/>
          </p:nvGrpSpPr>
          <p:grpSpPr>
            <a:xfrm>
              <a:off x="3118704" y="1313997"/>
              <a:ext cx="172950" cy="43037"/>
              <a:chOff x="3118704" y="1313997"/>
              <a:chExt cx="172950" cy="43037"/>
            </a:xfrm>
          </p:grpSpPr>
          <p:sp>
            <p:nvSpPr>
              <p:cNvPr id="347" name="任意多边形: 形状 346">
                <a:extLst>
                  <a:ext uri="{FF2B5EF4-FFF2-40B4-BE49-F238E27FC236}">
                    <a16:creationId xmlns:a16="http://schemas.microsoft.com/office/drawing/2014/main" id="{97533733-78AE-2ED8-CE7E-4B617A030620}"/>
                  </a:ext>
                </a:extLst>
              </p:cNvPr>
              <p:cNvSpPr/>
              <p:nvPr/>
            </p:nvSpPr>
            <p:spPr>
              <a:xfrm>
                <a:off x="3118704" y="1335516"/>
                <a:ext cx="140672" cy="6148"/>
              </a:xfrm>
              <a:custGeom>
                <a:avLst/>
                <a:gdLst>
                  <a:gd name="connsiteX0" fmla="*/ 0 w 140672"/>
                  <a:gd name="connsiteY0" fmla="*/ 0 h 6148"/>
                  <a:gd name="connsiteX1" fmla="*/ 123457 w 140672"/>
                  <a:gd name="connsiteY1" fmla="*/ 0 h 6148"/>
                  <a:gd name="connsiteX2" fmla="*/ 56871 w 140672"/>
                  <a:gd name="connsiteY2" fmla="*/ 0 h 6148"/>
                  <a:gd name="connsiteX3" fmla="*/ 140672 w 140672"/>
                  <a:gd name="connsiteY3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672" h="6148">
                    <a:moveTo>
                      <a:pt x="0" y="0"/>
                    </a:moveTo>
                    <a:lnTo>
                      <a:pt x="123457" y="0"/>
                    </a:lnTo>
                    <a:lnTo>
                      <a:pt x="56871" y="0"/>
                    </a:lnTo>
                    <a:lnTo>
                      <a:pt x="140672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8" name="任意多边形: 形状 347">
                <a:extLst>
                  <a:ext uri="{FF2B5EF4-FFF2-40B4-BE49-F238E27FC236}">
                    <a16:creationId xmlns:a16="http://schemas.microsoft.com/office/drawing/2014/main" id="{63678893-5756-C6DD-070B-87B3E51FA46C}"/>
                  </a:ext>
                </a:extLst>
              </p:cNvPr>
              <p:cNvSpPr/>
              <p:nvPr/>
            </p:nvSpPr>
            <p:spPr>
              <a:xfrm>
                <a:off x="3248617" y="1313997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49" name="图形 326">
              <a:extLst>
                <a:ext uri="{FF2B5EF4-FFF2-40B4-BE49-F238E27FC236}">
                  <a16:creationId xmlns:a16="http://schemas.microsoft.com/office/drawing/2014/main" id="{759515AD-D679-A75D-EA7B-C30FAA469327}"/>
                </a:ext>
              </a:extLst>
            </p:cNvPr>
            <p:cNvGrpSpPr/>
            <p:nvPr/>
          </p:nvGrpSpPr>
          <p:grpSpPr>
            <a:xfrm>
              <a:off x="2380913" y="1181810"/>
              <a:ext cx="737791" cy="332006"/>
              <a:chOff x="2380913" y="1181810"/>
              <a:chExt cx="737791" cy="332006"/>
            </a:xfrm>
            <a:solidFill>
              <a:srgbClr val="6EA0BF"/>
            </a:solidFill>
          </p:grpSpPr>
          <p:sp>
            <p:nvSpPr>
              <p:cNvPr id="350" name="任意多边形: 形状 349">
                <a:extLst>
                  <a:ext uri="{FF2B5EF4-FFF2-40B4-BE49-F238E27FC236}">
                    <a16:creationId xmlns:a16="http://schemas.microsoft.com/office/drawing/2014/main" id="{526FA8FC-4B35-1C3F-3977-BF17720B358D}"/>
                  </a:ext>
                </a:extLst>
              </p:cNvPr>
              <p:cNvSpPr/>
              <p:nvPr/>
            </p:nvSpPr>
            <p:spPr>
              <a:xfrm>
                <a:off x="2380913" y="1181810"/>
                <a:ext cx="737791" cy="307413"/>
              </a:xfrm>
              <a:custGeom>
                <a:avLst/>
                <a:gdLst>
                  <a:gd name="connsiteX0" fmla="*/ 691679 w 737791"/>
                  <a:gd name="connsiteY0" fmla="*/ 0 h 307413"/>
                  <a:gd name="connsiteX1" fmla="*/ 737791 w 737791"/>
                  <a:gd name="connsiteY1" fmla="*/ 46112 h 307413"/>
                  <a:gd name="connsiteX2" fmla="*/ 737791 w 737791"/>
                  <a:gd name="connsiteY2" fmla="*/ 261301 h 307413"/>
                  <a:gd name="connsiteX3" fmla="*/ 691679 w 737791"/>
                  <a:gd name="connsiteY3" fmla="*/ 307413 h 307413"/>
                  <a:gd name="connsiteX4" fmla="*/ 46112 w 737791"/>
                  <a:gd name="connsiteY4" fmla="*/ 307413 h 307413"/>
                  <a:gd name="connsiteX5" fmla="*/ 0 w 737791"/>
                  <a:gd name="connsiteY5" fmla="*/ 261301 h 307413"/>
                  <a:gd name="connsiteX6" fmla="*/ 0 w 737791"/>
                  <a:gd name="connsiteY6" fmla="*/ 46112 h 307413"/>
                  <a:gd name="connsiteX7" fmla="*/ 46112 w 737791"/>
                  <a:gd name="connsiteY7" fmla="*/ 0 h 307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37791" h="307413">
                    <a:moveTo>
                      <a:pt x="691679" y="0"/>
                    </a:moveTo>
                    <a:cubicBezTo>
                      <a:pt x="717146" y="0"/>
                      <a:pt x="737791" y="20645"/>
                      <a:pt x="737791" y="46112"/>
                    </a:cubicBezTo>
                    <a:lnTo>
                      <a:pt x="737791" y="261301"/>
                    </a:lnTo>
                    <a:cubicBezTo>
                      <a:pt x="737791" y="286768"/>
                      <a:pt x="717146" y="307413"/>
                      <a:pt x="691679" y="307413"/>
                    </a:cubicBezTo>
                    <a:lnTo>
                      <a:pt x="46112" y="307413"/>
                    </a:lnTo>
                    <a:cubicBezTo>
                      <a:pt x="20645" y="307413"/>
                      <a:pt x="0" y="286768"/>
                      <a:pt x="0" y="261301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148" cap="flat">
                <a:solidFill>
                  <a:srgbClr val="6080A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51" name="图片 350">
                <a:extLst>
                  <a:ext uri="{FF2B5EF4-FFF2-40B4-BE49-F238E27FC236}">
                    <a16:creationId xmlns:a16="http://schemas.microsoft.com/office/drawing/2014/main" id="{32E9ED13-BD8D-3269-A185-4E1D49598E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82450" y="1187958"/>
                <a:ext cx="725494" cy="325857"/>
              </a:xfrm>
              <a:custGeom>
                <a:avLst/>
                <a:gdLst>
                  <a:gd name="connsiteX0" fmla="*/ -1 w 725494"/>
                  <a:gd name="connsiteY0" fmla="*/ -1 h 325857"/>
                  <a:gd name="connsiteX1" fmla="*/ 725494 w 725494"/>
                  <a:gd name="connsiteY1" fmla="*/ -1 h 325857"/>
                  <a:gd name="connsiteX2" fmla="*/ 725494 w 725494"/>
                  <a:gd name="connsiteY2" fmla="*/ 325857 h 325857"/>
                  <a:gd name="connsiteX3" fmla="*/ -1 w 725494"/>
                  <a:gd name="connsiteY3" fmla="*/ 325857 h 32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5494" h="325857">
                    <a:moveTo>
                      <a:pt x="-1" y="-1"/>
                    </a:moveTo>
                    <a:lnTo>
                      <a:pt x="725494" y="-1"/>
                    </a:lnTo>
                    <a:lnTo>
                      <a:pt x="725494" y="325857"/>
                    </a:lnTo>
                    <a:lnTo>
                      <a:pt x="-1" y="325857"/>
                    </a:lnTo>
                    <a:close/>
                  </a:path>
                </a:pathLst>
              </a:custGeom>
            </p:spPr>
          </p:pic>
        </p:grpSp>
        <p:grpSp>
          <p:nvGrpSpPr>
            <p:cNvPr id="352" name="图形 326">
              <a:extLst>
                <a:ext uri="{FF2B5EF4-FFF2-40B4-BE49-F238E27FC236}">
                  <a16:creationId xmlns:a16="http://schemas.microsoft.com/office/drawing/2014/main" id="{0FD0BBD6-253D-0EDB-35DD-5A72F15952D0}"/>
                </a:ext>
              </a:extLst>
            </p:cNvPr>
            <p:cNvGrpSpPr/>
            <p:nvPr/>
          </p:nvGrpSpPr>
          <p:grpSpPr>
            <a:xfrm>
              <a:off x="4638862" y="978118"/>
              <a:ext cx="257550" cy="357459"/>
              <a:chOff x="4638862" y="978118"/>
              <a:chExt cx="257550" cy="357459"/>
            </a:xfrm>
          </p:grpSpPr>
          <p:sp>
            <p:nvSpPr>
              <p:cNvPr id="353" name="任意多边形: 形状 352">
                <a:extLst>
                  <a:ext uri="{FF2B5EF4-FFF2-40B4-BE49-F238E27FC236}">
                    <a16:creationId xmlns:a16="http://schemas.microsoft.com/office/drawing/2014/main" id="{D5D6B8E9-FD95-37D8-8972-2C0B21758B7D}"/>
                  </a:ext>
                </a:extLst>
              </p:cNvPr>
              <p:cNvSpPr/>
              <p:nvPr/>
            </p:nvSpPr>
            <p:spPr>
              <a:xfrm>
                <a:off x="4638862" y="999575"/>
                <a:ext cx="225272" cy="336002"/>
              </a:xfrm>
              <a:custGeom>
                <a:avLst/>
                <a:gdLst>
                  <a:gd name="connsiteX0" fmla="*/ 0 w 225272"/>
                  <a:gd name="connsiteY0" fmla="*/ 336003 h 336002"/>
                  <a:gd name="connsiteX1" fmla="*/ 70705 w 225272"/>
                  <a:gd name="connsiteY1" fmla="*/ 335942 h 336002"/>
                  <a:gd name="connsiteX2" fmla="*/ 132188 w 225272"/>
                  <a:gd name="connsiteY2" fmla="*/ 274459 h 336002"/>
                  <a:gd name="connsiteX3" fmla="*/ 132188 w 225272"/>
                  <a:gd name="connsiteY3" fmla="*/ 61299 h 336002"/>
                  <a:gd name="connsiteX4" fmla="*/ 178730 w 225272"/>
                  <a:gd name="connsiteY4" fmla="*/ 1 h 336002"/>
                  <a:gd name="connsiteX5" fmla="*/ 225272 w 225272"/>
                  <a:gd name="connsiteY5" fmla="*/ 123 h 336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5272" h="336002">
                    <a:moveTo>
                      <a:pt x="0" y="336003"/>
                    </a:moveTo>
                    <a:lnTo>
                      <a:pt x="70705" y="335942"/>
                    </a:lnTo>
                    <a:cubicBezTo>
                      <a:pt x="111694" y="335942"/>
                      <a:pt x="132188" y="315447"/>
                      <a:pt x="132188" y="274459"/>
                    </a:cubicBezTo>
                    <a:lnTo>
                      <a:pt x="132188" y="61299"/>
                    </a:lnTo>
                    <a:cubicBezTo>
                      <a:pt x="132188" y="20310"/>
                      <a:pt x="147702" y="-122"/>
                      <a:pt x="178730" y="1"/>
                    </a:cubicBezTo>
                    <a:lnTo>
                      <a:pt x="225272" y="123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4" name="任意多边形: 形状 353">
                <a:extLst>
                  <a:ext uri="{FF2B5EF4-FFF2-40B4-BE49-F238E27FC236}">
                    <a16:creationId xmlns:a16="http://schemas.microsoft.com/office/drawing/2014/main" id="{BD955424-38DF-932F-EC82-24539B1B466E}"/>
                  </a:ext>
                </a:extLst>
              </p:cNvPr>
              <p:cNvSpPr/>
              <p:nvPr/>
            </p:nvSpPr>
            <p:spPr>
              <a:xfrm>
                <a:off x="4853313" y="978118"/>
                <a:ext cx="43099" cy="43037"/>
              </a:xfrm>
              <a:custGeom>
                <a:avLst/>
                <a:gdLst>
                  <a:gd name="connsiteX0" fmla="*/ 43099 w 43099"/>
                  <a:gd name="connsiteY0" fmla="*/ 21642 h 43037"/>
                  <a:gd name="connsiteX1" fmla="*/ 0 w 43099"/>
                  <a:gd name="connsiteY1" fmla="*/ 43038 h 43037"/>
                  <a:gd name="connsiteX2" fmla="*/ 10821 w 43099"/>
                  <a:gd name="connsiteY2" fmla="*/ 21580 h 43037"/>
                  <a:gd name="connsiteX3" fmla="*/ 123 w 43099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99" h="43037">
                    <a:moveTo>
                      <a:pt x="43099" y="21642"/>
                    </a:moveTo>
                    <a:lnTo>
                      <a:pt x="0" y="43038"/>
                    </a:lnTo>
                    <a:lnTo>
                      <a:pt x="10821" y="2158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55" name="图形 326">
              <a:extLst>
                <a:ext uri="{FF2B5EF4-FFF2-40B4-BE49-F238E27FC236}">
                  <a16:creationId xmlns:a16="http://schemas.microsoft.com/office/drawing/2014/main" id="{F2C3B35E-5D85-7B93-3C34-E75004A2DDB0}"/>
                </a:ext>
              </a:extLst>
            </p:cNvPr>
            <p:cNvGrpSpPr/>
            <p:nvPr/>
          </p:nvGrpSpPr>
          <p:grpSpPr>
            <a:xfrm>
              <a:off x="4638862" y="1335516"/>
              <a:ext cx="263698" cy="357398"/>
              <a:chOff x="4638862" y="1335516"/>
              <a:chExt cx="263698" cy="357398"/>
            </a:xfrm>
          </p:grpSpPr>
          <p:sp>
            <p:nvSpPr>
              <p:cNvPr id="356" name="任意多边形: 形状 355">
                <a:extLst>
                  <a:ext uri="{FF2B5EF4-FFF2-40B4-BE49-F238E27FC236}">
                    <a16:creationId xmlns:a16="http://schemas.microsoft.com/office/drawing/2014/main" id="{98FD2143-784A-D1A3-634E-8D65DF2D8874}"/>
                  </a:ext>
                </a:extLst>
              </p:cNvPr>
              <p:cNvSpPr/>
              <p:nvPr/>
            </p:nvSpPr>
            <p:spPr>
              <a:xfrm>
                <a:off x="4638862" y="1335516"/>
                <a:ext cx="231420" cy="336002"/>
              </a:xfrm>
              <a:custGeom>
                <a:avLst/>
                <a:gdLst>
                  <a:gd name="connsiteX0" fmla="*/ 0 w 231420"/>
                  <a:gd name="connsiteY0" fmla="*/ 61 h 336002"/>
                  <a:gd name="connsiteX1" fmla="*/ 73779 w 231420"/>
                  <a:gd name="connsiteY1" fmla="*/ 0 h 336002"/>
                  <a:gd name="connsiteX2" fmla="*/ 135262 w 231420"/>
                  <a:gd name="connsiteY2" fmla="*/ 61483 h 336002"/>
                  <a:gd name="connsiteX3" fmla="*/ 135262 w 231420"/>
                  <a:gd name="connsiteY3" fmla="*/ 274643 h 336002"/>
                  <a:gd name="connsiteX4" fmla="*/ 183341 w 231420"/>
                  <a:gd name="connsiteY4" fmla="*/ 336002 h 336002"/>
                  <a:gd name="connsiteX5" fmla="*/ 231421 w 231420"/>
                  <a:gd name="connsiteY5" fmla="*/ 335818 h 336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1420" h="336002">
                    <a:moveTo>
                      <a:pt x="0" y="61"/>
                    </a:moveTo>
                    <a:lnTo>
                      <a:pt x="73779" y="0"/>
                    </a:lnTo>
                    <a:cubicBezTo>
                      <a:pt x="114768" y="0"/>
                      <a:pt x="135262" y="20494"/>
                      <a:pt x="135262" y="61483"/>
                    </a:cubicBezTo>
                    <a:lnTo>
                      <a:pt x="135262" y="274643"/>
                    </a:lnTo>
                    <a:cubicBezTo>
                      <a:pt x="135262" y="315631"/>
                      <a:pt x="151288" y="336084"/>
                      <a:pt x="183341" y="336002"/>
                    </a:cubicBezTo>
                    <a:lnTo>
                      <a:pt x="231421" y="335818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7" name="任意多边形: 形状 356">
                <a:extLst>
                  <a:ext uri="{FF2B5EF4-FFF2-40B4-BE49-F238E27FC236}">
                    <a16:creationId xmlns:a16="http://schemas.microsoft.com/office/drawing/2014/main" id="{7C9F69DC-6169-C0C3-362C-60CA40D86766}"/>
                  </a:ext>
                </a:extLst>
              </p:cNvPr>
              <p:cNvSpPr/>
              <p:nvPr/>
            </p:nvSpPr>
            <p:spPr>
              <a:xfrm>
                <a:off x="4859461" y="1649877"/>
                <a:ext cx="43099" cy="43037"/>
              </a:xfrm>
              <a:custGeom>
                <a:avLst/>
                <a:gdLst>
                  <a:gd name="connsiteX0" fmla="*/ 43099 w 43099"/>
                  <a:gd name="connsiteY0" fmla="*/ 21396 h 43037"/>
                  <a:gd name="connsiteX1" fmla="*/ 123 w 43099"/>
                  <a:gd name="connsiteY1" fmla="*/ 43038 h 43037"/>
                  <a:gd name="connsiteX2" fmla="*/ 10821 w 43099"/>
                  <a:gd name="connsiteY2" fmla="*/ 21457 h 43037"/>
                  <a:gd name="connsiteX3" fmla="*/ 0 w 43099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99" h="43037">
                    <a:moveTo>
                      <a:pt x="43099" y="21396"/>
                    </a:moveTo>
                    <a:lnTo>
                      <a:pt x="123" y="43038"/>
                    </a:lnTo>
                    <a:lnTo>
                      <a:pt x="10821" y="214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58" name="图形 326">
              <a:extLst>
                <a:ext uri="{FF2B5EF4-FFF2-40B4-BE49-F238E27FC236}">
                  <a16:creationId xmlns:a16="http://schemas.microsoft.com/office/drawing/2014/main" id="{AD2AD488-B847-2F3F-3AC1-BC98D7D84507}"/>
                </a:ext>
              </a:extLst>
            </p:cNvPr>
            <p:cNvGrpSpPr/>
            <p:nvPr/>
          </p:nvGrpSpPr>
          <p:grpSpPr>
            <a:xfrm>
              <a:off x="4331449" y="843717"/>
              <a:ext cx="307413" cy="983721"/>
              <a:chOff x="4331449" y="843717"/>
              <a:chExt cx="307413" cy="983721"/>
            </a:xfrm>
            <a:solidFill>
              <a:srgbClr val="DAE8FC"/>
            </a:solidFill>
          </p:grpSpPr>
          <p:sp>
            <p:nvSpPr>
              <p:cNvPr id="359" name="任意多边形: 形状 358">
                <a:extLst>
                  <a:ext uri="{FF2B5EF4-FFF2-40B4-BE49-F238E27FC236}">
                    <a16:creationId xmlns:a16="http://schemas.microsoft.com/office/drawing/2014/main" id="{6B9BD999-D80C-0D66-85BF-B16E597E72F9}"/>
                  </a:ext>
                </a:extLst>
              </p:cNvPr>
              <p:cNvSpPr/>
              <p:nvPr/>
            </p:nvSpPr>
            <p:spPr>
              <a:xfrm>
                <a:off x="4331449" y="843717"/>
                <a:ext cx="307413" cy="983721"/>
              </a:xfrm>
              <a:custGeom>
                <a:avLst/>
                <a:gdLst>
                  <a:gd name="connsiteX0" fmla="*/ 261301 w 307413"/>
                  <a:gd name="connsiteY0" fmla="*/ 0 h 983721"/>
                  <a:gd name="connsiteX1" fmla="*/ 307413 w 307413"/>
                  <a:gd name="connsiteY1" fmla="*/ 46112 h 983721"/>
                  <a:gd name="connsiteX2" fmla="*/ 307413 w 307413"/>
                  <a:gd name="connsiteY2" fmla="*/ 937610 h 983721"/>
                  <a:gd name="connsiteX3" fmla="*/ 261301 w 307413"/>
                  <a:gd name="connsiteY3" fmla="*/ 983722 h 983721"/>
                  <a:gd name="connsiteX4" fmla="*/ 46112 w 307413"/>
                  <a:gd name="connsiteY4" fmla="*/ 983722 h 983721"/>
                  <a:gd name="connsiteX5" fmla="*/ 0 w 307413"/>
                  <a:gd name="connsiteY5" fmla="*/ 937610 h 983721"/>
                  <a:gd name="connsiteX6" fmla="*/ 0 w 307413"/>
                  <a:gd name="connsiteY6" fmla="*/ 46112 h 983721"/>
                  <a:gd name="connsiteX7" fmla="*/ 46112 w 307413"/>
                  <a:gd name="connsiteY7" fmla="*/ 0 h 983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13" h="983721">
                    <a:moveTo>
                      <a:pt x="261301" y="0"/>
                    </a:moveTo>
                    <a:cubicBezTo>
                      <a:pt x="286768" y="0"/>
                      <a:pt x="307413" y="20645"/>
                      <a:pt x="307413" y="46112"/>
                    </a:cubicBezTo>
                    <a:lnTo>
                      <a:pt x="307413" y="937610"/>
                    </a:lnTo>
                    <a:cubicBezTo>
                      <a:pt x="307413" y="963077"/>
                      <a:pt x="286768" y="983722"/>
                      <a:pt x="261301" y="983722"/>
                    </a:cubicBezTo>
                    <a:lnTo>
                      <a:pt x="46112" y="983722"/>
                    </a:lnTo>
                    <a:cubicBezTo>
                      <a:pt x="20645" y="983722"/>
                      <a:pt x="0" y="963077"/>
                      <a:pt x="0" y="937610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60" name="图片 359">
                <a:extLst>
                  <a:ext uri="{FF2B5EF4-FFF2-40B4-BE49-F238E27FC236}">
                    <a16:creationId xmlns:a16="http://schemas.microsoft.com/office/drawing/2014/main" id="{10CD48B2-0A9E-095A-EA68-91C44352EA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37597" y="892842"/>
                <a:ext cx="295116" cy="916090"/>
              </a:xfrm>
              <a:custGeom>
                <a:avLst/>
                <a:gdLst>
                  <a:gd name="connsiteX0" fmla="*/ -1 w 295116"/>
                  <a:gd name="connsiteY0" fmla="*/ -1 h 916090"/>
                  <a:gd name="connsiteX1" fmla="*/ 295116 w 295116"/>
                  <a:gd name="connsiteY1" fmla="*/ -1 h 916090"/>
                  <a:gd name="connsiteX2" fmla="*/ 295116 w 295116"/>
                  <a:gd name="connsiteY2" fmla="*/ 916090 h 916090"/>
                  <a:gd name="connsiteX3" fmla="*/ -1 w 295116"/>
                  <a:gd name="connsiteY3" fmla="*/ 916090 h 916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116" h="916090">
                    <a:moveTo>
                      <a:pt x="-1" y="-1"/>
                    </a:moveTo>
                    <a:lnTo>
                      <a:pt x="295116" y="-1"/>
                    </a:lnTo>
                    <a:lnTo>
                      <a:pt x="295116" y="916090"/>
                    </a:lnTo>
                    <a:lnTo>
                      <a:pt x="-1" y="916090"/>
                    </a:lnTo>
                    <a:close/>
                  </a:path>
                </a:pathLst>
              </a:custGeom>
            </p:spPr>
          </p:pic>
        </p:grpSp>
        <p:grpSp>
          <p:nvGrpSpPr>
            <p:cNvPr id="361" name="图形 326">
              <a:extLst>
                <a:ext uri="{FF2B5EF4-FFF2-40B4-BE49-F238E27FC236}">
                  <a16:creationId xmlns:a16="http://schemas.microsoft.com/office/drawing/2014/main" id="{2554A0A7-39F6-5F58-EF50-23408A0ED7B8}"/>
                </a:ext>
              </a:extLst>
            </p:cNvPr>
            <p:cNvGrpSpPr/>
            <p:nvPr/>
          </p:nvGrpSpPr>
          <p:grpSpPr>
            <a:xfrm>
              <a:off x="4909447" y="1550705"/>
              <a:ext cx="645567" cy="241134"/>
              <a:chOff x="4909447" y="1550705"/>
              <a:chExt cx="645567" cy="241134"/>
            </a:xfrm>
            <a:solidFill>
              <a:srgbClr val="DAE8FC"/>
            </a:solidFill>
          </p:grpSpPr>
          <p:sp>
            <p:nvSpPr>
              <p:cNvPr id="362" name="任意多边形: 形状 361">
                <a:extLst>
                  <a:ext uri="{FF2B5EF4-FFF2-40B4-BE49-F238E27FC236}">
                    <a16:creationId xmlns:a16="http://schemas.microsoft.com/office/drawing/2014/main" id="{96CE2148-32E5-2372-415C-77F2136EDDDE}"/>
                  </a:ext>
                </a:extLst>
              </p:cNvPr>
              <p:cNvSpPr/>
              <p:nvPr/>
            </p:nvSpPr>
            <p:spPr>
              <a:xfrm>
                <a:off x="4909447" y="1550705"/>
                <a:ext cx="645567" cy="241134"/>
              </a:xfrm>
              <a:custGeom>
                <a:avLst/>
                <a:gdLst>
                  <a:gd name="connsiteX0" fmla="*/ 609416 w 645567"/>
                  <a:gd name="connsiteY0" fmla="*/ 0 h 241134"/>
                  <a:gd name="connsiteX1" fmla="*/ 645567 w 645567"/>
                  <a:gd name="connsiteY1" fmla="*/ 36152 h 241134"/>
                  <a:gd name="connsiteX2" fmla="*/ 645567 w 645567"/>
                  <a:gd name="connsiteY2" fmla="*/ 204983 h 241134"/>
                  <a:gd name="connsiteX3" fmla="*/ 609416 w 645567"/>
                  <a:gd name="connsiteY3" fmla="*/ 241135 h 241134"/>
                  <a:gd name="connsiteX4" fmla="*/ 36152 w 645567"/>
                  <a:gd name="connsiteY4" fmla="*/ 241135 h 241134"/>
                  <a:gd name="connsiteX5" fmla="*/ 0 w 645567"/>
                  <a:gd name="connsiteY5" fmla="*/ 204983 h 241134"/>
                  <a:gd name="connsiteX6" fmla="*/ 0 w 645567"/>
                  <a:gd name="connsiteY6" fmla="*/ 36152 h 241134"/>
                  <a:gd name="connsiteX7" fmla="*/ 36152 w 645567"/>
                  <a:gd name="connsiteY7" fmla="*/ 0 h 241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5567" h="241134">
                    <a:moveTo>
                      <a:pt x="609416" y="0"/>
                    </a:moveTo>
                    <a:cubicBezTo>
                      <a:pt x="629382" y="0"/>
                      <a:pt x="645567" y="16186"/>
                      <a:pt x="645567" y="36152"/>
                    </a:cubicBezTo>
                    <a:lnTo>
                      <a:pt x="645567" y="204983"/>
                    </a:lnTo>
                    <a:cubicBezTo>
                      <a:pt x="645567" y="224949"/>
                      <a:pt x="629382" y="241135"/>
                      <a:pt x="609416" y="241135"/>
                    </a:cubicBezTo>
                    <a:lnTo>
                      <a:pt x="36152" y="241135"/>
                    </a:lnTo>
                    <a:cubicBezTo>
                      <a:pt x="16186" y="241135"/>
                      <a:pt x="0" y="224949"/>
                      <a:pt x="0" y="204983"/>
                    </a:cubicBezTo>
                    <a:lnTo>
                      <a:pt x="0" y="36152"/>
                    </a:lnTo>
                    <a:cubicBezTo>
                      <a:pt x="0" y="16186"/>
                      <a:pt x="16186" y="0"/>
                      <a:pt x="3615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63" name="图片 362">
                <a:extLst>
                  <a:ext uri="{FF2B5EF4-FFF2-40B4-BE49-F238E27FC236}">
                    <a16:creationId xmlns:a16="http://schemas.microsoft.com/office/drawing/2014/main" id="{6A1AC5E2-0ACF-CE6A-7471-22AFBA27CC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15534" y="1599891"/>
                <a:ext cx="633270" cy="178299"/>
              </a:xfrm>
              <a:custGeom>
                <a:avLst/>
                <a:gdLst>
                  <a:gd name="connsiteX0" fmla="*/ -1 w 633270"/>
                  <a:gd name="connsiteY0" fmla="*/ -1 h 178299"/>
                  <a:gd name="connsiteX1" fmla="*/ 633270 w 633270"/>
                  <a:gd name="connsiteY1" fmla="*/ -1 h 178299"/>
                  <a:gd name="connsiteX2" fmla="*/ 633270 w 633270"/>
                  <a:gd name="connsiteY2" fmla="*/ 178299 h 178299"/>
                  <a:gd name="connsiteX3" fmla="*/ -1 w 633270"/>
                  <a:gd name="connsiteY3" fmla="*/ 178299 h 17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3270" h="178299">
                    <a:moveTo>
                      <a:pt x="-1" y="-1"/>
                    </a:moveTo>
                    <a:lnTo>
                      <a:pt x="633270" y="-1"/>
                    </a:lnTo>
                    <a:lnTo>
                      <a:pt x="633270" y="178299"/>
                    </a:lnTo>
                    <a:lnTo>
                      <a:pt x="-1" y="178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364" name="图形 326">
              <a:extLst>
                <a:ext uri="{FF2B5EF4-FFF2-40B4-BE49-F238E27FC236}">
                  <a16:creationId xmlns:a16="http://schemas.microsoft.com/office/drawing/2014/main" id="{F75CCA2B-7F66-0692-31A6-BC1A45A8A8A1}"/>
                </a:ext>
              </a:extLst>
            </p:cNvPr>
            <p:cNvGrpSpPr/>
            <p:nvPr/>
          </p:nvGrpSpPr>
          <p:grpSpPr>
            <a:xfrm>
              <a:off x="4903299" y="879254"/>
              <a:ext cx="645567" cy="241134"/>
              <a:chOff x="4903299" y="879254"/>
              <a:chExt cx="645567" cy="241134"/>
            </a:xfrm>
            <a:solidFill>
              <a:srgbClr val="DAE8FC"/>
            </a:solidFill>
          </p:grpSpPr>
          <p:sp>
            <p:nvSpPr>
              <p:cNvPr id="365" name="任意多边形: 形状 364">
                <a:extLst>
                  <a:ext uri="{FF2B5EF4-FFF2-40B4-BE49-F238E27FC236}">
                    <a16:creationId xmlns:a16="http://schemas.microsoft.com/office/drawing/2014/main" id="{D3962000-C3F4-878E-10D4-AAA2FCCBB827}"/>
                  </a:ext>
                </a:extLst>
              </p:cNvPr>
              <p:cNvSpPr/>
              <p:nvPr/>
            </p:nvSpPr>
            <p:spPr>
              <a:xfrm>
                <a:off x="4903299" y="879254"/>
                <a:ext cx="645567" cy="241134"/>
              </a:xfrm>
              <a:custGeom>
                <a:avLst/>
                <a:gdLst>
                  <a:gd name="connsiteX0" fmla="*/ 609416 w 645567"/>
                  <a:gd name="connsiteY0" fmla="*/ 0 h 241134"/>
                  <a:gd name="connsiteX1" fmla="*/ 645567 w 645567"/>
                  <a:gd name="connsiteY1" fmla="*/ 36152 h 241134"/>
                  <a:gd name="connsiteX2" fmla="*/ 645567 w 645567"/>
                  <a:gd name="connsiteY2" fmla="*/ 204983 h 241134"/>
                  <a:gd name="connsiteX3" fmla="*/ 609416 w 645567"/>
                  <a:gd name="connsiteY3" fmla="*/ 241135 h 241134"/>
                  <a:gd name="connsiteX4" fmla="*/ 36152 w 645567"/>
                  <a:gd name="connsiteY4" fmla="*/ 241135 h 241134"/>
                  <a:gd name="connsiteX5" fmla="*/ 0 w 645567"/>
                  <a:gd name="connsiteY5" fmla="*/ 204983 h 241134"/>
                  <a:gd name="connsiteX6" fmla="*/ 0 w 645567"/>
                  <a:gd name="connsiteY6" fmla="*/ 36152 h 241134"/>
                  <a:gd name="connsiteX7" fmla="*/ 36152 w 645567"/>
                  <a:gd name="connsiteY7" fmla="*/ 0 h 241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5567" h="241134">
                    <a:moveTo>
                      <a:pt x="609416" y="0"/>
                    </a:moveTo>
                    <a:cubicBezTo>
                      <a:pt x="629382" y="0"/>
                      <a:pt x="645567" y="16186"/>
                      <a:pt x="645567" y="36152"/>
                    </a:cubicBezTo>
                    <a:lnTo>
                      <a:pt x="645567" y="204983"/>
                    </a:lnTo>
                    <a:cubicBezTo>
                      <a:pt x="645567" y="224949"/>
                      <a:pt x="629382" y="241135"/>
                      <a:pt x="609416" y="241135"/>
                    </a:cubicBezTo>
                    <a:lnTo>
                      <a:pt x="36152" y="241135"/>
                    </a:lnTo>
                    <a:cubicBezTo>
                      <a:pt x="16186" y="241135"/>
                      <a:pt x="0" y="224949"/>
                      <a:pt x="0" y="204983"/>
                    </a:cubicBezTo>
                    <a:lnTo>
                      <a:pt x="0" y="36152"/>
                    </a:lnTo>
                    <a:cubicBezTo>
                      <a:pt x="0" y="16186"/>
                      <a:pt x="16186" y="0"/>
                      <a:pt x="3615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66" name="图片 365">
                <a:extLst>
                  <a:ext uri="{FF2B5EF4-FFF2-40B4-BE49-F238E27FC236}">
                    <a16:creationId xmlns:a16="http://schemas.microsoft.com/office/drawing/2014/main" id="{FEC7421D-EC13-74BC-5292-4A67DDAC23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09385" y="923583"/>
                <a:ext cx="633270" cy="178299"/>
              </a:xfrm>
              <a:custGeom>
                <a:avLst/>
                <a:gdLst>
                  <a:gd name="connsiteX0" fmla="*/ -1 w 633270"/>
                  <a:gd name="connsiteY0" fmla="*/ -1 h 178299"/>
                  <a:gd name="connsiteX1" fmla="*/ 633270 w 633270"/>
                  <a:gd name="connsiteY1" fmla="*/ -1 h 178299"/>
                  <a:gd name="connsiteX2" fmla="*/ 633270 w 633270"/>
                  <a:gd name="connsiteY2" fmla="*/ 178299 h 178299"/>
                  <a:gd name="connsiteX3" fmla="*/ -1 w 633270"/>
                  <a:gd name="connsiteY3" fmla="*/ 178299 h 17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3270" h="178299">
                    <a:moveTo>
                      <a:pt x="-1" y="-1"/>
                    </a:moveTo>
                    <a:lnTo>
                      <a:pt x="633270" y="-1"/>
                    </a:lnTo>
                    <a:lnTo>
                      <a:pt x="633270" y="178299"/>
                    </a:lnTo>
                    <a:lnTo>
                      <a:pt x="-1" y="178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367" name="图形 326">
              <a:extLst>
                <a:ext uri="{FF2B5EF4-FFF2-40B4-BE49-F238E27FC236}">
                  <a16:creationId xmlns:a16="http://schemas.microsoft.com/office/drawing/2014/main" id="{D0E301DA-F101-EB52-1E9B-FA77C4E4697C}"/>
                </a:ext>
              </a:extLst>
            </p:cNvPr>
            <p:cNvGrpSpPr/>
            <p:nvPr/>
          </p:nvGrpSpPr>
          <p:grpSpPr>
            <a:xfrm>
              <a:off x="5548866" y="999575"/>
              <a:ext cx="341966" cy="357521"/>
              <a:chOff x="5548866" y="999575"/>
              <a:chExt cx="341966" cy="357521"/>
            </a:xfrm>
          </p:grpSpPr>
          <p:sp>
            <p:nvSpPr>
              <p:cNvPr id="368" name="任意多边形: 形状 367">
                <a:extLst>
                  <a:ext uri="{FF2B5EF4-FFF2-40B4-BE49-F238E27FC236}">
                    <a16:creationId xmlns:a16="http://schemas.microsoft.com/office/drawing/2014/main" id="{7160872A-D7F5-6426-BE1C-23A902885BD2}"/>
                  </a:ext>
                </a:extLst>
              </p:cNvPr>
              <p:cNvSpPr/>
              <p:nvPr/>
            </p:nvSpPr>
            <p:spPr>
              <a:xfrm>
                <a:off x="5548866" y="999575"/>
                <a:ext cx="309687" cy="336002"/>
              </a:xfrm>
              <a:custGeom>
                <a:avLst/>
                <a:gdLst>
                  <a:gd name="connsiteX0" fmla="*/ 0 w 309687"/>
                  <a:gd name="connsiteY0" fmla="*/ 246 h 336002"/>
                  <a:gd name="connsiteX1" fmla="*/ 112636 w 309687"/>
                  <a:gd name="connsiteY1" fmla="*/ 1 h 336002"/>
                  <a:gd name="connsiteX2" fmla="*/ 174119 w 309687"/>
                  <a:gd name="connsiteY2" fmla="*/ 61299 h 336002"/>
                  <a:gd name="connsiteX3" fmla="*/ 174119 w 309687"/>
                  <a:gd name="connsiteY3" fmla="*/ 274459 h 336002"/>
                  <a:gd name="connsiteX4" fmla="*/ 235601 w 309687"/>
                  <a:gd name="connsiteY4" fmla="*/ 335942 h 336002"/>
                  <a:gd name="connsiteX5" fmla="*/ 309688 w 309687"/>
                  <a:gd name="connsiteY5" fmla="*/ 336003 h 336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9687" h="336002">
                    <a:moveTo>
                      <a:pt x="0" y="246"/>
                    </a:moveTo>
                    <a:lnTo>
                      <a:pt x="112636" y="1"/>
                    </a:lnTo>
                    <a:cubicBezTo>
                      <a:pt x="153624" y="-122"/>
                      <a:pt x="174119" y="20310"/>
                      <a:pt x="174119" y="61299"/>
                    </a:cubicBezTo>
                    <a:lnTo>
                      <a:pt x="174119" y="274459"/>
                    </a:lnTo>
                    <a:cubicBezTo>
                      <a:pt x="174119" y="315447"/>
                      <a:pt x="194613" y="335942"/>
                      <a:pt x="235601" y="335942"/>
                    </a:cubicBezTo>
                    <a:lnTo>
                      <a:pt x="309688" y="336003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9" name="任意多边形: 形状 368">
                <a:extLst>
                  <a:ext uri="{FF2B5EF4-FFF2-40B4-BE49-F238E27FC236}">
                    <a16:creationId xmlns:a16="http://schemas.microsoft.com/office/drawing/2014/main" id="{C559BE69-4F9E-C018-E0FE-04128F302CCA}"/>
                  </a:ext>
                </a:extLst>
              </p:cNvPr>
              <p:cNvSpPr/>
              <p:nvPr/>
            </p:nvSpPr>
            <p:spPr>
              <a:xfrm>
                <a:off x="5847794" y="1314059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70" name="图形 326">
              <a:extLst>
                <a:ext uri="{FF2B5EF4-FFF2-40B4-BE49-F238E27FC236}">
                  <a16:creationId xmlns:a16="http://schemas.microsoft.com/office/drawing/2014/main" id="{558EC69E-11D6-EE9A-26D8-4C929B7F1CFC}"/>
                </a:ext>
              </a:extLst>
            </p:cNvPr>
            <p:cNvGrpSpPr/>
            <p:nvPr/>
          </p:nvGrpSpPr>
          <p:grpSpPr>
            <a:xfrm>
              <a:off x="5555014" y="1314059"/>
              <a:ext cx="335817" cy="357460"/>
              <a:chOff x="5555014" y="1314059"/>
              <a:chExt cx="335817" cy="357460"/>
            </a:xfrm>
          </p:grpSpPr>
          <p:sp>
            <p:nvSpPr>
              <p:cNvPr id="371" name="任意多边形: 形状 370">
                <a:extLst>
                  <a:ext uri="{FF2B5EF4-FFF2-40B4-BE49-F238E27FC236}">
                    <a16:creationId xmlns:a16="http://schemas.microsoft.com/office/drawing/2014/main" id="{518BAFAB-FA90-1FE7-B2C3-1BA16EEBEE31}"/>
                  </a:ext>
                </a:extLst>
              </p:cNvPr>
              <p:cNvSpPr/>
              <p:nvPr/>
            </p:nvSpPr>
            <p:spPr>
              <a:xfrm>
                <a:off x="5555014" y="1335516"/>
                <a:ext cx="303539" cy="336002"/>
              </a:xfrm>
              <a:custGeom>
                <a:avLst/>
                <a:gdLst>
                  <a:gd name="connsiteX0" fmla="*/ 0 w 303539"/>
                  <a:gd name="connsiteY0" fmla="*/ 335757 h 336002"/>
                  <a:gd name="connsiteX1" fmla="*/ 109562 w 303539"/>
                  <a:gd name="connsiteY1" fmla="*/ 336002 h 336002"/>
                  <a:gd name="connsiteX2" fmla="*/ 171045 w 303539"/>
                  <a:gd name="connsiteY2" fmla="*/ 274643 h 336002"/>
                  <a:gd name="connsiteX3" fmla="*/ 171045 w 303539"/>
                  <a:gd name="connsiteY3" fmla="*/ 61483 h 336002"/>
                  <a:gd name="connsiteX4" fmla="*/ 232527 w 303539"/>
                  <a:gd name="connsiteY4" fmla="*/ 0 h 336002"/>
                  <a:gd name="connsiteX5" fmla="*/ 303540 w 303539"/>
                  <a:gd name="connsiteY5" fmla="*/ 61 h 336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3539" h="336002">
                    <a:moveTo>
                      <a:pt x="0" y="335757"/>
                    </a:moveTo>
                    <a:lnTo>
                      <a:pt x="109562" y="336002"/>
                    </a:lnTo>
                    <a:cubicBezTo>
                      <a:pt x="150550" y="336084"/>
                      <a:pt x="171045" y="315631"/>
                      <a:pt x="171045" y="274643"/>
                    </a:cubicBezTo>
                    <a:lnTo>
                      <a:pt x="171045" y="61483"/>
                    </a:lnTo>
                    <a:cubicBezTo>
                      <a:pt x="171045" y="20494"/>
                      <a:pt x="191539" y="0"/>
                      <a:pt x="232527" y="0"/>
                    </a:cubicBezTo>
                    <a:lnTo>
                      <a:pt x="303540" y="61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2" name="任意多边形: 形状 371">
                <a:extLst>
                  <a:ext uri="{FF2B5EF4-FFF2-40B4-BE49-F238E27FC236}">
                    <a16:creationId xmlns:a16="http://schemas.microsoft.com/office/drawing/2014/main" id="{697A8C47-8B60-4627-E11C-044B5DD697DE}"/>
                  </a:ext>
                </a:extLst>
              </p:cNvPr>
              <p:cNvSpPr/>
              <p:nvPr/>
            </p:nvSpPr>
            <p:spPr>
              <a:xfrm>
                <a:off x="5847794" y="1314059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73" name="图形 326">
              <a:extLst>
                <a:ext uri="{FF2B5EF4-FFF2-40B4-BE49-F238E27FC236}">
                  <a16:creationId xmlns:a16="http://schemas.microsoft.com/office/drawing/2014/main" id="{B13A5700-895E-6628-1867-AF1611C819AF}"/>
                </a:ext>
              </a:extLst>
            </p:cNvPr>
            <p:cNvGrpSpPr/>
            <p:nvPr/>
          </p:nvGrpSpPr>
          <p:grpSpPr>
            <a:xfrm>
              <a:off x="5653325" y="1255589"/>
              <a:ext cx="129113" cy="178299"/>
              <a:chOff x="5653325" y="1255589"/>
              <a:chExt cx="129113" cy="178299"/>
            </a:xfrm>
            <a:solidFill>
              <a:srgbClr val="FFFFFF"/>
            </a:solidFill>
          </p:grpSpPr>
          <p:sp>
            <p:nvSpPr>
              <p:cNvPr id="374" name="任意多边形: 形状 373">
                <a:extLst>
                  <a:ext uri="{FF2B5EF4-FFF2-40B4-BE49-F238E27FC236}">
                    <a16:creationId xmlns:a16="http://schemas.microsoft.com/office/drawing/2014/main" id="{E30ECBD2-737E-8F64-8C09-858D1EF24949}"/>
                  </a:ext>
                </a:extLst>
              </p:cNvPr>
              <p:cNvSpPr/>
              <p:nvPr/>
            </p:nvSpPr>
            <p:spPr>
              <a:xfrm>
                <a:off x="5653325" y="1261737"/>
                <a:ext cx="129113" cy="129113"/>
              </a:xfrm>
              <a:custGeom>
                <a:avLst/>
                <a:gdLst>
                  <a:gd name="connsiteX0" fmla="*/ 129113 w 129113"/>
                  <a:gd name="connsiteY0" fmla="*/ 64557 h 129113"/>
                  <a:gd name="connsiteX1" fmla="*/ 64557 w 129113"/>
                  <a:gd name="connsiteY1" fmla="*/ 129113 h 129113"/>
                  <a:gd name="connsiteX2" fmla="*/ 0 w 129113"/>
                  <a:gd name="connsiteY2" fmla="*/ 64557 h 129113"/>
                  <a:gd name="connsiteX3" fmla="*/ 64557 w 129113"/>
                  <a:gd name="connsiteY3" fmla="*/ 0 h 129113"/>
                  <a:gd name="connsiteX4" fmla="*/ 129113 w 129113"/>
                  <a:gd name="connsiteY4" fmla="*/ 64557 h 129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9113" h="129113">
                    <a:moveTo>
                      <a:pt x="129113" y="64557"/>
                    </a:moveTo>
                    <a:cubicBezTo>
                      <a:pt x="129113" y="100210"/>
                      <a:pt x="100211" y="129113"/>
                      <a:pt x="64557" y="129113"/>
                    </a:cubicBezTo>
                    <a:cubicBezTo>
                      <a:pt x="28903" y="129113"/>
                      <a:pt x="0" y="100210"/>
                      <a:pt x="0" y="64557"/>
                    </a:cubicBezTo>
                    <a:cubicBezTo>
                      <a:pt x="0" y="28903"/>
                      <a:pt x="28903" y="0"/>
                      <a:pt x="64557" y="0"/>
                    </a:cubicBezTo>
                    <a:cubicBezTo>
                      <a:pt x="100211" y="0"/>
                      <a:pt x="129113" y="28903"/>
                      <a:pt x="129113" y="645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75" name="图片 374">
                <a:extLst>
                  <a:ext uri="{FF2B5EF4-FFF2-40B4-BE49-F238E27FC236}">
                    <a16:creationId xmlns:a16="http://schemas.microsoft.com/office/drawing/2014/main" id="{E872802E-8777-D8C3-C962-BF63B536D4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59473" y="1255589"/>
                <a:ext cx="116816" cy="178299"/>
              </a:xfrm>
              <a:custGeom>
                <a:avLst/>
                <a:gdLst>
                  <a:gd name="connsiteX0" fmla="*/ -1 w 116816"/>
                  <a:gd name="connsiteY0" fmla="*/ -1 h 178299"/>
                  <a:gd name="connsiteX1" fmla="*/ 116816 w 116816"/>
                  <a:gd name="connsiteY1" fmla="*/ -1 h 178299"/>
                  <a:gd name="connsiteX2" fmla="*/ 116816 w 116816"/>
                  <a:gd name="connsiteY2" fmla="*/ 178299 h 178299"/>
                  <a:gd name="connsiteX3" fmla="*/ -1 w 116816"/>
                  <a:gd name="connsiteY3" fmla="*/ 178299 h 17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816" h="178299">
                    <a:moveTo>
                      <a:pt x="-1" y="-1"/>
                    </a:moveTo>
                    <a:lnTo>
                      <a:pt x="116816" y="-1"/>
                    </a:lnTo>
                    <a:lnTo>
                      <a:pt x="116816" y="178299"/>
                    </a:lnTo>
                    <a:lnTo>
                      <a:pt x="-1" y="178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376" name="图形 326">
              <a:extLst>
                <a:ext uri="{FF2B5EF4-FFF2-40B4-BE49-F238E27FC236}">
                  <a16:creationId xmlns:a16="http://schemas.microsoft.com/office/drawing/2014/main" id="{1C37EEAE-9B74-BA7A-85F7-864E2D8676BB}"/>
                </a:ext>
              </a:extLst>
            </p:cNvPr>
            <p:cNvGrpSpPr/>
            <p:nvPr/>
          </p:nvGrpSpPr>
          <p:grpSpPr>
            <a:xfrm>
              <a:off x="3605954" y="1313997"/>
              <a:ext cx="189858" cy="43037"/>
              <a:chOff x="3605954" y="1313997"/>
              <a:chExt cx="189858" cy="43037"/>
            </a:xfrm>
          </p:grpSpPr>
          <p:sp>
            <p:nvSpPr>
              <p:cNvPr id="377" name="任意多边形: 形状 376">
                <a:extLst>
                  <a:ext uri="{FF2B5EF4-FFF2-40B4-BE49-F238E27FC236}">
                    <a16:creationId xmlns:a16="http://schemas.microsoft.com/office/drawing/2014/main" id="{4C77496F-742E-138A-82B6-5CC7CED5F373}"/>
                  </a:ext>
                </a:extLst>
              </p:cNvPr>
              <p:cNvSpPr/>
              <p:nvPr/>
            </p:nvSpPr>
            <p:spPr>
              <a:xfrm>
                <a:off x="3605954" y="1335516"/>
                <a:ext cx="157579" cy="6148"/>
              </a:xfrm>
              <a:custGeom>
                <a:avLst/>
                <a:gdLst>
                  <a:gd name="connsiteX0" fmla="*/ 0 w 157579"/>
                  <a:gd name="connsiteY0" fmla="*/ 0 h 6148"/>
                  <a:gd name="connsiteX1" fmla="*/ 122965 w 157579"/>
                  <a:gd name="connsiteY1" fmla="*/ 0 h 6148"/>
                  <a:gd name="connsiteX2" fmla="*/ 73779 w 157579"/>
                  <a:gd name="connsiteY2" fmla="*/ 0 h 6148"/>
                  <a:gd name="connsiteX3" fmla="*/ 157580 w 157579"/>
                  <a:gd name="connsiteY3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579" h="6148">
                    <a:moveTo>
                      <a:pt x="0" y="0"/>
                    </a:moveTo>
                    <a:lnTo>
                      <a:pt x="122965" y="0"/>
                    </a:lnTo>
                    <a:lnTo>
                      <a:pt x="73779" y="0"/>
                    </a:lnTo>
                    <a:lnTo>
                      <a:pt x="157580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8" name="任意多边形: 形状 377">
                <a:extLst>
                  <a:ext uri="{FF2B5EF4-FFF2-40B4-BE49-F238E27FC236}">
                    <a16:creationId xmlns:a16="http://schemas.microsoft.com/office/drawing/2014/main" id="{E69FF9D5-DF77-9D98-87F2-9BAD2656750F}"/>
                  </a:ext>
                </a:extLst>
              </p:cNvPr>
              <p:cNvSpPr/>
              <p:nvPr/>
            </p:nvSpPr>
            <p:spPr>
              <a:xfrm>
                <a:off x="3752775" y="1313997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79" name="图形 326">
              <a:extLst>
                <a:ext uri="{FF2B5EF4-FFF2-40B4-BE49-F238E27FC236}">
                  <a16:creationId xmlns:a16="http://schemas.microsoft.com/office/drawing/2014/main" id="{E29B40DE-40C7-1E9E-9C0E-F39FFF1322C4}"/>
                </a:ext>
              </a:extLst>
            </p:cNvPr>
            <p:cNvGrpSpPr/>
            <p:nvPr/>
          </p:nvGrpSpPr>
          <p:grpSpPr>
            <a:xfrm>
              <a:off x="3298541" y="935941"/>
              <a:ext cx="307413" cy="799273"/>
              <a:chOff x="3298541" y="935941"/>
              <a:chExt cx="307413" cy="799273"/>
            </a:xfrm>
            <a:solidFill>
              <a:srgbClr val="DAE8FC"/>
            </a:solidFill>
          </p:grpSpPr>
          <p:sp>
            <p:nvSpPr>
              <p:cNvPr id="380" name="任意多边形: 形状 379">
                <a:extLst>
                  <a:ext uri="{FF2B5EF4-FFF2-40B4-BE49-F238E27FC236}">
                    <a16:creationId xmlns:a16="http://schemas.microsoft.com/office/drawing/2014/main" id="{7149ACA7-A6B9-C44D-32C2-83F0E04BEFAD}"/>
                  </a:ext>
                </a:extLst>
              </p:cNvPr>
              <p:cNvSpPr/>
              <p:nvPr/>
            </p:nvSpPr>
            <p:spPr>
              <a:xfrm rot="10800000" flipV="1">
                <a:off x="3298541" y="935941"/>
                <a:ext cx="307413" cy="799273"/>
              </a:xfrm>
              <a:custGeom>
                <a:avLst/>
                <a:gdLst>
                  <a:gd name="connsiteX0" fmla="*/ 261301 w 307413"/>
                  <a:gd name="connsiteY0" fmla="*/ 0 h 799273"/>
                  <a:gd name="connsiteX1" fmla="*/ 307413 w 307413"/>
                  <a:gd name="connsiteY1" fmla="*/ 46112 h 799273"/>
                  <a:gd name="connsiteX2" fmla="*/ 307413 w 307413"/>
                  <a:gd name="connsiteY2" fmla="*/ 753162 h 799273"/>
                  <a:gd name="connsiteX3" fmla="*/ 261301 w 307413"/>
                  <a:gd name="connsiteY3" fmla="*/ 799274 h 799273"/>
                  <a:gd name="connsiteX4" fmla="*/ 46112 w 307413"/>
                  <a:gd name="connsiteY4" fmla="*/ 799274 h 799273"/>
                  <a:gd name="connsiteX5" fmla="*/ 0 w 307413"/>
                  <a:gd name="connsiteY5" fmla="*/ 753162 h 799273"/>
                  <a:gd name="connsiteX6" fmla="*/ 0 w 307413"/>
                  <a:gd name="connsiteY6" fmla="*/ 46112 h 799273"/>
                  <a:gd name="connsiteX7" fmla="*/ 46112 w 307413"/>
                  <a:gd name="connsiteY7" fmla="*/ 0 h 799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13" h="799273">
                    <a:moveTo>
                      <a:pt x="261301" y="0"/>
                    </a:moveTo>
                    <a:cubicBezTo>
                      <a:pt x="286768" y="0"/>
                      <a:pt x="307413" y="20645"/>
                      <a:pt x="307413" y="46112"/>
                    </a:cubicBezTo>
                    <a:lnTo>
                      <a:pt x="307413" y="753162"/>
                    </a:lnTo>
                    <a:cubicBezTo>
                      <a:pt x="307413" y="778629"/>
                      <a:pt x="286768" y="799274"/>
                      <a:pt x="261301" y="799274"/>
                    </a:cubicBezTo>
                    <a:lnTo>
                      <a:pt x="46112" y="799274"/>
                    </a:lnTo>
                    <a:cubicBezTo>
                      <a:pt x="20645" y="799274"/>
                      <a:pt x="0" y="778629"/>
                      <a:pt x="0" y="753162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81" name="图片 380">
                <a:extLst>
                  <a:ext uri="{FF2B5EF4-FFF2-40B4-BE49-F238E27FC236}">
                    <a16:creationId xmlns:a16="http://schemas.microsoft.com/office/drawing/2014/main" id="{9E5BB63C-C054-BFE6-5382-EE5774D4BE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04689" y="1040400"/>
                <a:ext cx="295116" cy="620974"/>
              </a:xfrm>
              <a:custGeom>
                <a:avLst/>
                <a:gdLst>
                  <a:gd name="connsiteX0" fmla="*/ -1 w 295116"/>
                  <a:gd name="connsiteY0" fmla="*/ -1 h 620974"/>
                  <a:gd name="connsiteX1" fmla="*/ 295116 w 295116"/>
                  <a:gd name="connsiteY1" fmla="*/ -1 h 620974"/>
                  <a:gd name="connsiteX2" fmla="*/ 295116 w 295116"/>
                  <a:gd name="connsiteY2" fmla="*/ 620974 h 620974"/>
                  <a:gd name="connsiteX3" fmla="*/ -1 w 295116"/>
                  <a:gd name="connsiteY3" fmla="*/ 620974 h 620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116" h="620974">
                    <a:moveTo>
                      <a:pt x="-1" y="-1"/>
                    </a:moveTo>
                    <a:lnTo>
                      <a:pt x="295116" y="-1"/>
                    </a:lnTo>
                    <a:lnTo>
                      <a:pt x="295116" y="620974"/>
                    </a:lnTo>
                    <a:lnTo>
                      <a:pt x="-1" y="620974"/>
                    </a:lnTo>
                    <a:close/>
                  </a:path>
                </a:pathLst>
              </a:custGeom>
            </p:spPr>
          </p:pic>
        </p:grpSp>
        <p:grpSp>
          <p:nvGrpSpPr>
            <p:cNvPr id="382" name="图形 326">
              <a:extLst>
                <a:ext uri="{FF2B5EF4-FFF2-40B4-BE49-F238E27FC236}">
                  <a16:creationId xmlns:a16="http://schemas.microsoft.com/office/drawing/2014/main" id="{809A3433-D913-7022-029D-7F69704E5F87}"/>
                </a:ext>
              </a:extLst>
            </p:cNvPr>
            <p:cNvGrpSpPr/>
            <p:nvPr/>
          </p:nvGrpSpPr>
          <p:grpSpPr>
            <a:xfrm>
              <a:off x="4110111" y="1313997"/>
              <a:ext cx="214451" cy="43037"/>
              <a:chOff x="4110111" y="1313997"/>
              <a:chExt cx="214451" cy="43037"/>
            </a:xfrm>
          </p:grpSpPr>
          <p:sp>
            <p:nvSpPr>
              <p:cNvPr id="383" name="任意多边形: 形状 382">
                <a:extLst>
                  <a:ext uri="{FF2B5EF4-FFF2-40B4-BE49-F238E27FC236}">
                    <a16:creationId xmlns:a16="http://schemas.microsoft.com/office/drawing/2014/main" id="{C91BEC0C-52F8-BD30-59F8-1902CCE57893}"/>
                  </a:ext>
                </a:extLst>
              </p:cNvPr>
              <p:cNvSpPr/>
              <p:nvPr/>
            </p:nvSpPr>
            <p:spPr>
              <a:xfrm>
                <a:off x="4110111" y="1335516"/>
                <a:ext cx="182172" cy="6148"/>
              </a:xfrm>
              <a:custGeom>
                <a:avLst/>
                <a:gdLst>
                  <a:gd name="connsiteX0" fmla="*/ 0 w 182172"/>
                  <a:gd name="connsiteY0" fmla="*/ 0 h 6148"/>
                  <a:gd name="connsiteX1" fmla="*/ 122965 w 182172"/>
                  <a:gd name="connsiteY1" fmla="*/ 0 h 6148"/>
                  <a:gd name="connsiteX2" fmla="*/ 98372 w 182172"/>
                  <a:gd name="connsiteY2" fmla="*/ 0 h 6148"/>
                  <a:gd name="connsiteX3" fmla="*/ 182173 w 182172"/>
                  <a:gd name="connsiteY3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172" h="6148">
                    <a:moveTo>
                      <a:pt x="0" y="0"/>
                    </a:moveTo>
                    <a:lnTo>
                      <a:pt x="122965" y="0"/>
                    </a:lnTo>
                    <a:lnTo>
                      <a:pt x="98372" y="0"/>
                    </a:lnTo>
                    <a:lnTo>
                      <a:pt x="182173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4" name="任意多边形: 形状 383">
                <a:extLst>
                  <a:ext uri="{FF2B5EF4-FFF2-40B4-BE49-F238E27FC236}">
                    <a16:creationId xmlns:a16="http://schemas.microsoft.com/office/drawing/2014/main" id="{6B8F7C24-0A52-71AD-891B-E276CF3D676C}"/>
                  </a:ext>
                </a:extLst>
              </p:cNvPr>
              <p:cNvSpPr/>
              <p:nvPr/>
            </p:nvSpPr>
            <p:spPr>
              <a:xfrm>
                <a:off x="4281525" y="1313997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85" name="图形 326">
              <a:extLst>
                <a:ext uri="{FF2B5EF4-FFF2-40B4-BE49-F238E27FC236}">
                  <a16:creationId xmlns:a16="http://schemas.microsoft.com/office/drawing/2014/main" id="{DF2EC819-CA65-FE28-17C9-75E3C3078678}"/>
                </a:ext>
              </a:extLst>
            </p:cNvPr>
            <p:cNvGrpSpPr/>
            <p:nvPr/>
          </p:nvGrpSpPr>
          <p:grpSpPr>
            <a:xfrm>
              <a:off x="3802698" y="935941"/>
              <a:ext cx="307413" cy="799273"/>
              <a:chOff x="3802698" y="935941"/>
              <a:chExt cx="307413" cy="799273"/>
            </a:xfrm>
            <a:solidFill>
              <a:srgbClr val="DAE8FC"/>
            </a:solidFill>
          </p:grpSpPr>
          <p:sp>
            <p:nvSpPr>
              <p:cNvPr id="386" name="任意多边形: 形状 385">
                <a:extLst>
                  <a:ext uri="{FF2B5EF4-FFF2-40B4-BE49-F238E27FC236}">
                    <a16:creationId xmlns:a16="http://schemas.microsoft.com/office/drawing/2014/main" id="{904B58C9-1D6A-8DC0-E243-890F115AED48}"/>
                  </a:ext>
                </a:extLst>
              </p:cNvPr>
              <p:cNvSpPr/>
              <p:nvPr/>
            </p:nvSpPr>
            <p:spPr>
              <a:xfrm rot="10800000" flipV="1">
                <a:off x="3802698" y="935941"/>
                <a:ext cx="307413" cy="799273"/>
              </a:xfrm>
              <a:custGeom>
                <a:avLst/>
                <a:gdLst>
                  <a:gd name="connsiteX0" fmla="*/ 261301 w 307413"/>
                  <a:gd name="connsiteY0" fmla="*/ 0 h 799273"/>
                  <a:gd name="connsiteX1" fmla="*/ 307413 w 307413"/>
                  <a:gd name="connsiteY1" fmla="*/ 46112 h 799273"/>
                  <a:gd name="connsiteX2" fmla="*/ 307413 w 307413"/>
                  <a:gd name="connsiteY2" fmla="*/ 753162 h 799273"/>
                  <a:gd name="connsiteX3" fmla="*/ 261301 w 307413"/>
                  <a:gd name="connsiteY3" fmla="*/ 799274 h 799273"/>
                  <a:gd name="connsiteX4" fmla="*/ 46112 w 307413"/>
                  <a:gd name="connsiteY4" fmla="*/ 799274 h 799273"/>
                  <a:gd name="connsiteX5" fmla="*/ 0 w 307413"/>
                  <a:gd name="connsiteY5" fmla="*/ 753162 h 799273"/>
                  <a:gd name="connsiteX6" fmla="*/ 0 w 307413"/>
                  <a:gd name="connsiteY6" fmla="*/ 46112 h 799273"/>
                  <a:gd name="connsiteX7" fmla="*/ 46112 w 307413"/>
                  <a:gd name="connsiteY7" fmla="*/ 0 h 799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13" h="799273">
                    <a:moveTo>
                      <a:pt x="261301" y="0"/>
                    </a:moveTo>
                    <a:cubicBezTo>
                      <a:pt x="286768" y="0"/>
                      <a:pt x="307413" y="20645"/>
                      <a:pt x="307413" y="46112"/>
                    </a:cubicBezTo>
                    <a:lnTo>
                      <a:pt x="307413" y="753162"/>
                    </a:lnTo>
                    <a:cubicBezTo>
                      <a:pt x="307413" y="778629"/>
                      <a:pt x="286768" y="799274"/>
                      <a:pt x="261301" y="799274"/>
                    </a:cubicBezTo>
                    <a:lnTo>
                      <a:pt x="46112" y="799274"/>
                    </a:lnTo>
                    <a:cubicBezTo>
                      <a:pt x="20645" y="799274"/>
                      <a:pt x="0" y="778629"/>
                      <a:pt x="0" y="753162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87" name="图片 386">
                <a:extLst>
                  <a:ext uri="{FF2B5EF4-FFF2-40B4-BE49-F238E27FC236}">
                    <a16:creationId xmlns:a16="http://schemas.microsoft.com/office/drawing/2014/main" id="{ED7472AE-515B-5183-904F-B207DB58C8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08847" y="966621"/>
                <a:ext cx="295116" cy="768532"/>
              </a:xfrm>
              <a:custGeom>
                <a:avLst/>
                <a:gdLst>
                  <a:gd name="connsiteX0" fmla="*/ -1 w 295116"/>
                  <a:gd name="connsiteY0" fmla="*/ -1 h 768532"/>
                  <a:gd name="connsiteX1" fmla="*/ 295116 w 295116"/>
                  <a:gd name="connsiteY1" fmla="*/ -1 h 768532"/>
                  <a:gd name="connsiteX2" fmla="*/ 295116 w 295116"/>
                  <a:gd name="connsiteY2" fmla="*/ 768532 h 768532"/>
                  <a:gd name="connsiteX3" fmla="*/ -1 w 295116"/>
                  <a:gd name="connsiteY3" fmla="*/ 768532 h 768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116" h="768532">
                    <a:moveTo>
                      <a:pt x="-1" y="-1"/>
                    </a:moveTo>
                    <a:lnTo>
                      <a:pt x="295116" y="-1"/>
                    </a:lnTo>
                    <a:lnTo>
                      <a:pt x="295116" y="768532"/>
                    </a:lnTo>
                    <a:lnTo>
                      <a:pt x="-1" y="768532"/>
                    </a:lnTo>
                    <a:close/>
                  </a:path>
                </a:pathLst>
              </a:custGeom>
            </p:spPr>
          </p:pic>
        </p:grpSp>
        <p:grpSp>
          <p:nvGrpSpPr>
            <p:cNvPr id="388" name="图形 326">
              <a:extLst>
                <a:ext uri="{FF2B5EF4-FFF2-40B4-BE49-F238E27FC236}">
                  <a16:creationId xmlns:a16="http://schemas.microsoft.com/office/drawing/2014/main" id="{BDF2A117-91A4-24C1-1884-6057848F5321}"/>
                </a:ext>
              </a:extLst>
            </p:cNvPr>
            <p:cNvGrpSpPr/>
            <p:nvPr/>
          </p:nvGrpSpPr>
          <p:grpSpPr>
            <a:xfrm>
              <a:off x="5897718" y="812976"/>
              <a:ext cx="307413" cy="1045204"/>
              <a:chOff x="5897718" y="812976"/>
              <a:chExt cx="307413" cy="1045204"/>
            </a:xfrm>
            <a:solidFill>
              <a:srgbClr val="6EA0BF"/>
            </a:solidFill>
          </p:grpSpPr>
          <p:sp>
            <p:nvSpPr>
              <p:cNvPr id="389" name="任意多边形: 形状 388">
                <a:extLst>
                  <a:ext uri="{FF2B5EF4-FFF2-40B4-BE49-F238E27FC236}">
                    <a16:creationId xmlns:a16="http://schemas.microsoft.com/office/drawing/2014/main" id="{846AC0BE-7451-F082-7563-46AF2D9F5F7B}"/>
                  </a:ext>
                </a:extLst>
              </p:cNvPr>
              <p:cNvSpPr/>
              <p:nvPr/>
            </p:nvSpPr>
            <p:spPr>
              <a:xfrm rot="10800000" flipV="1">
                <a:off x="5897718" y="812976"/>
                <a:ext cx="307413" cy="1045204"/>
              </a:xfrm>
              <a:custGeom>
                <a:avLst/>
                <a:gdLst>
                  <a:gd name="connsiteX0" fmla="*/ 261301 w 307413"/>
                  <a:gd name="connsiteY0" fmla="*/ 0 h 1045204"/>
                  <a:gd name="connsiteX1" fmla="*/ 307413 w 307413"/>
                  <a:gd name="connsiteY1" fmla="*/ 46112 h 1045204"/>
                  <a:gd name="connsiteX2" fmla="*/ 307413 w 307413"/>
                  <a:gd name="connsiteY2" fmla="*/ 999092 h 1045204"/>
                  <a:gd name="connsiteX3" fmla="*/ 261301 w 307413"/>
                  <a:gd name="connsiteY3" fmla="*/ 1045204 h 1045204"/>
                  <a:gd name="connsiteX4" fmla="*/ 46112 w 307413"/>
                  <a:gd name="connsiteY4" fmla="*/ 1045204 h 1045204"/>
                  <a:gd name="connsiteX5" fmla="*/ 0 w 307413"/>
                  <a:gd name="connsiteY5" fmla="*/ 999092 h 1045204"/>
                  <a:gd name="connsiteX6" fmla="*/ 0 w 307413"/>
                  <a:gd name="connsiteY6" fmla="*/ 46112 h 1045204"/>
                  <a:gd name="connsiteX7" fmla="*/ 46112 w 307413"/>
                  <a:gd name="connsiteY7" fmla="*/ 0 h 104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13" h="1045204">
                    <a:moveTo>
                      <a:pt x="261301" y="0"/>
                    </a:moveTo>
                    <a:cubicBezTo>
                      <a:pt x="286768" y="0"/>
                      <a:pt x="307413" y="20645"/>
                      <a:pt x="307413" y="46112"/>
                    </a:cubicBezTo>
                    <a:lnTo>
                      <a:pt x="307413" y="999092"/>
                    </a:lnTo>
                    <a:cubicBezTo>
                      <a:pt x="307413" y="1024559"/>
                      <a:pt x="286768" y="1045204"/>
                      <a:pt x="261301" y="1045204"/>
                    </a:cubicBezTo>
                    <a:lnTo>
                      <a:pt x="46112" y="1045204"/>
                    </a:lnTo>
                    <a:cubicBezTo>
                      <a:pt x="20645" y="1045204"/>
                      <a:pt x="0" y="1024559"/>
                      <a:pt x="0" y="999092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148" cap="flat">
                <a:solidFill>
                  <a:srgbClr val="6080A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90" name="图片 389">
                <a:extLst>
                  <a:ext uri="{FF2B5EF4-FFF2-40B4-BE49-F238E27FC236}">
                    <a16:creationId xmlns:a16="http://schemas.microsoft.com/office/drawing/2014/main" id="{8CEE5B39-6AC2-DC61-80C0-EFC0610CDF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99255" y="1114179"/>
                <a:ext cx="295116" cy="473416"/>
              </a:xfrm>
              <a:custGeom>
                <a:avLst/>
                <a:gdLst>
                  <a:gd name="connsiteX0" fmla="*/ -1 w 295116"/>
                  <a:gd name="connsiteY0" fmla="*/ -1 h 473416"/>
                  <a:gd name="connsiteX1" fmla="*/ 295116 w 295116"/>
                  <a:gd name="connsiteY1" fmla="*/ -1 h 473416"/>
                  <a:gd name="connsiteX2" fmla="*/ 295116 w 295116"/>
                  <a:gd name="connsiteY2" fmla="*/ 473416 h 473416"/>
                  <a:gd name="connsiteX3" fmla="*/ -1 w 295116"/>
                  <a:gd name="connsiteY3" fmla="*/ 473416 h 473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116" h="473416">
                    <a:moveTo>
                      <a:pt x="-1" y="-1"/>
                    </a:moveTo>
                    <a:lnTo>
                      <a:pt x="295116" y="-1"/>
                    </a:lnTo>
                    <a:lnTo>
                      <a:pt x="295116" y="473416"/>
                    </a:lnTo>
                    <a:lnTo>
                      <a:pt x="-1" y="473416"/>
                    </a:lnTo>
                    <a:close/>
                  </a:path>
                </a:pathLst>
              </a:custGeom>
            </p:spPr>
          </p:pic>
        </p:grpSp>
        <p:grpSp>
          <p:nvGrpSpPr>
            <p:cNvPr id="391" name="图形 326">
              <a:extLst>
                <a:ext uri="{FF2B5EF4-FFF2-40B4-BE49-F238E27FC236}">
                  <a16:creationId xmlns:a16="http://schemas.microsoft.com/office/drawing/2014/main" id="{A48A090C-79EC-1DAF-AEBF-D04069A5BE18}"/>
                </a:ext>
              </a:extLst>
            </p:cNvPr>
            <p:cNvGrpSpPr/>
            <p:nvPr/>
          </p:nvGrpSpPr>
          <p:grpSpPr>
            <a:xfrm>
              <a:off x="3605954" y="689949"/>
              <a:ext cx="900720" cy="645628"/>
              <a:chOff x="3605954" y="689949"/>
              <a:chExt cx="900720" cy="645628"/>
            </a:xfrm>
          </p:grpSpPr>
          <p:sp>
            <p:nvSpPr>
              <p:cNvPr id="392" name="任意多边形: 形状 391">
                <a:extLst>
                  <a:ext uri="{FF2B5EF4-FFF2-40B4-BE49-F238E27FC236}">
                    <a16:creationId xmlns:a16="http://schemas.microsoft.com/office/drawing/2014/main" id="{6E5F525E-7F52-B8CD-EF87-FD02EDD62475}"/>
                  </a:ext>
                </a:extLst>
              </p:cNvPr>
              <p:cNvSpPr/>
              <p:nvPr/>
            </p:nvSpPr>
            <p:spPr>
              <a:xfrm>
                <a:off x="3605954" y="689949"/>
                <a:ext cx="879201" cy="645628"/>
              </a:xfrm>
              <a:custGeom>
                <a:avLst/>
                <a:gdLst>
                  <a:gd name="connsiteX0" fmla="*/ 0 w 879201"/>
                  <a:gd name="connsiteY0" fmla="*/ 645629 h 645628"/>
                  <a:gd name="connsiteX1" fmla="*/ 73779 w 879201"/>
                  <a:gd name="connsiteY1" fmla="*/ 645567 h 645628"/>
                  <a:gd name="connsiteX2" fmla="*/ 73779 w 879201"/>
                  <a:gd name="connsiteY2" fmla="*/ 0 h 645628"/>
                  <a:gd name="connsiteX3" fmla="*/ 879201 w 879201"/>
                  <a:gd name="connsiteY3" fmla="*/ 0 h 645628"/>
                  <a:gd name="connsiteX4" fmla="*/ 879201 w 879201"/>
                  <a:gd name="connsiteY4" fmla="*/ 114604 h 645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9201" h="645628">
                    <a:moveTo>
                      <a:pt x="0" y="645629"/>
                    </a:moveTo>
                    <a:lnTo>
                      <a:pt x="73779" y="645567"/>
                    </a:lnTo>
                    <a:lnTo>
                      <a:pt x="73779" y="0"/>
                    </a:lnTo>
                    <a:lnTo>
                      <a:pt x="879201" y="0"/>
                    </a:lnTo>
                    <a:lnTo>
                      <a:pt x="879201" y="114604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3" name="任意多边形: 形状 392">
                <a:extLst>
                  <a:ext uri="{FF2B5EF4-FFF2-40B4-BE49-F238E27FC236}">
                    <a16:creationId xmlns:a16="http://schemas.microsoft.com/office/drawing/2014/main" id="{75BA58AA-40CC-0476-DB19-85D7A668BB4A}"/>
                  </a:ext>
                </a:extLst>
              </p:cNvPr>
              <p:cNvSpPr/>
              <p:nvPr/>
            </p:nvSpPr>
            <p:spPr>
              <a:xfrm>
                <a:off x="4463636" y="793793"/>
                <a:ext cx="43037" cy="43037"/>
              </a:xfrm>
              <a:custGeom>
                <a:avLst/>
                <a:gdLst>
                  <a:gd name="connsiteX0" fmla="*/ 21519 w 43037"/>
                  <a:gd name="connsiteY0" fmla="*/ 43038 h 43037"/>
                  <a:gd name="connsiteX1" fmla="*/ 0 w 43037"/>
                  <a:gd name="connsiteY1" fmla="*/ 0 h 43037"/>
                  <a:gd name="connsiteX2" fmla="*/ 21519 w 43037"/>
                  <a:gd name="connsiteY2" fmla="*/ 10759 h 43037"/>
                  <a:gd name="connsiteX3" fmla="*/ 43038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21519" y="43038"/>
                    </a:moveTo>
                    <a:lnTo>
                      <a:pt x="0" y="0"/>
                    </a:lnTo>
                    <a:lnTo>
                      <a:pt x="21519" y="10759"/>
                    </a:lnTo>
                    <a:lnTo>
                      <a:pt x="430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94" name="图形 326">
              <a:extLst>
                <a:ext uri="{FF2B5EF4-FFF2-40B4-BE49-F238E27FC236}">
                  <a16:creationId xmlns:a16="http://schemas.microsoft.com/office/drawing/2014/main" id="{26FE47BE-A638-2B67-D46D-2279D69D4139}"/>
                </a:ext>
              </a:extLst>
            </p:cNvPr>
            <p:cNvGrpSpPr/>
            <p:nvPr/>
          </p:nvGrpSpPr>
          <p:grpSpPr>
            <a:xfrm>
              <a:off x="5536508" y="505501"/>
              <a:ext cx="786977" cy="184447"/>
              <a:chOff x="5536508" y="505501"/>
              <a:chExt cx="786977" cy="184447"/>
            </a:xfrm>
            <a:noFill/>
          </p:grpSpPr>
          <p:sp>
            <p:nvSpPr>
              <p:cNvPr id="395" name="任意多边形: 形状 394">
                <a:extLst>
                  <a:ext uri="{FF2B5EF4-FFF2-40B4-BE49-F238E27FC236}">
                    <a16:creationId xmlns:a16="http://schemas.microsoft.com/office/drawing/2014/main" id="{9E6194F2-B1D2-5500-1673-D8004F722412}"/>
                  </a:ext>
                </a:extLst>
              </p:cNvPr>
              <p:cNvSpPr/>
              <p:nvPr/>
            </p:nvSpPr>
            <p:spPr>
              <a:xfrm>
                <a:off x="5536508" y="505501"/>
                <a:ext cx="786977" cy="184447"/>
              </a:xfrm>
              <a:custGeom>
                <a:avLst/>
                <a:gdLst>
                  <a:gd name="connsiteX0" fmla="*/ 0 w 786977"/>
                  <a:gd name="connsiteY0" fmla="*/ 0 h 184447"/>
                  <a:gd name="connsiteX1" fmla="*/ 786977 w 786977"/>
                  <a:gd name="connsiteY1" fmla="*/ 0 h 184447"/>
                  <a:gd name="connsiteX2" fmla="*/ 786977 w 786977"/>
                  <a:gd name="connsiteY2" fmla="*/ 184448 h 184447"/>
                  <a:gd name="connsiteX3" fmla="*/ 0 w 786977"/>
                  <a:gd name="connsiteY3" fmla="*/ 184448 h 184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6977" h="184447">
                    <a:moveTo>
                      <a:pt x="0" y="0"/>
                    </a:moveTo>
                    <a:lnTo>
                      <a:pt x="786977" y="0"/>
                    </a:lnTo>
                    <a:lnTo>
                      <a:pt x="786977" y="184448"/>
                    </a:lnTo>
                    <a:lnTo>
                      <a:pt x="0" y="184448"/>
                    </a:lnTo>
                    <a:close/>
                  </a:path>
                </a:pathLst>
              </a:custGeom>
              <a:noFill/>
              <a:ln w="6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96" name="图片 395">
                <a:extLst>
                  <a:ext uri="{FF2B5EF4-FFF2-40B4-BE49-F238E27FC236}">
                    <a16:creationId xmlns:a16="http://schemas.microsoft.com/office/drawing/2014/main" id="{DD90D56D-8AAE-7E9D-D8BD-BB93B2972C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42656" y="523946"/>
                <a:ext cx="774680" cy="166003"/>
              </a:xfrm>
              <a:custGeom>
                <a:avLst/>
                <a:gdLst>
                  <a:gd name="connsiteX0" fmla="*/ -1 w 774680"/>
                  <a:gd name="connsiteY0" fmla="*/ -1 h 166003"/>
                  <a:gd name="connsiteX1" fmla="*/ 774680 w 774680"/>
                  <a:gd name="connsiteY1" fmla="*/ -1 h 166003"/>
                  <a:gd name="connsiteX2" fmla="*/ 774680 w 774680"/>
                  <a:gd name="connsiteY2" fmla="*/ 166003 h 166003"/>
                  <a:gd name="connsiteX3" fmla="*/ -1 w 774680"/>
                  <a:gd name="connsiteY3" fmla="*/ 166003 h 166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4680" h="166003">
                    <a:moveTo>
                      <a:pt x="-1" y="-1"/>
                    </a:moveTo>
                    <a:lnTo>
                      <a:pt x="774680" y="-1"/>
                    </a:lnTo>
                    <a:lnTo>
                      <a:pt x="774680" y="166003"/>
                    </a:lnTo>
                    <a:lnTo>
                      <a:pt x="-1" y="166003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397" name="图形 326">
            <a:extLst>
              <a:ext uri="{FF2B5EF4-FFF2-40B4-BE49-F238E27FC236}">
                <a16:creationId xmlns:a16="http://schemas.microsoft.com/office/drawing/2014/main" id="{78CFF19F-70E2-48B6-1517-11CD16A15F25}"/>
              </a:ext>
            </a:extLst>
          </p:cNvPr>
          <p:cNvGrpSpPr/>
          <p:nvPr/>
        </p:nvGrpSpPr>
        <p:grpSpPr>
          <a:xfrm>
            <a:off x="51747" y="2534427"/>
            <a:ext cx="6344779" cy="1660030"/>
            <a:chOff x="51747" y="2534427"/>
            <a:chExt cx="6344779" cy="1660030"/>
          </a:xfrm>
        </p:grpSpPr>
        <p:sp>
          <p:nvSpPr>
            <p:cNvPr id="398" name="任意多边形: 形状 397">
              <a:extLst>
                <a:ext uri="{FF2B5EF4-FFF2-40B4-BE49-F238E27FC236}">
                  <a16:creationId xmlns:a16="http://schemas.microsoft.com/office/drawing/2014/main" id="{CFB50D08-DB9B-2387-EC4B-5A1DA6CE890D}"/>
                </a:ext>
              </a:extLst>
            </p:cNvPr>
            <p:cNvSpPr/>
            <p:nvPr/>
          </p:nvSpPr>
          <p:spPr>
            <a:xfrm>
              <a:off x="734717" y="2534427"/>
              <a:ext cx="5502692" cy="1660030"/>
            </a:xfrm>
            <a:custGeom>
              <a:avLst/>
              <a:gdLst>
                <a:gd name="connsiteX0" fmla="*/ 5419692 w 5502692"/>
                <a:gd name="connsiteY0" fmla="*/ 0 h 1660030"/>
                <a:gd name="connsiteX1" fmla="*/ 5502693 w 5502692"/>
                <a:gd name="connsiteY1" fmla="*/ 83002 h 1660030"/>
                <a:gd name="connsiteX2" fmla="*/ 5502693 w 5502692"/>
                <a:gd name="connsiteY2" fmla="*/ 1577029 h 1660030"/>
                <a:gd name="connsiteX3" fmla="*/ 5419692 w 5502692"/>
                <a:gd name="connsiteY3" fmla="*/ 1660030 h 1660030"/>
                <a:gd name="connsiteX4" fmla="*/ 83002 w 5502692"/>
                <a:gd name="connsiteY4" fmla="*/ 1660030 h 1660030"/>
                <a:gd name="connsiteX5" fmla="*/ 0 w 5502692"/>
                <a:gd name="connsiteY5" fmla="*/ 1577029 h 1660030"/>
                <a:gd name="connsiteX6" fmla="*/ 0 w 5502692"/>
                <a:gd name="connsiteY6" fmla="*/ 83002 h 1660030"/>
                <a:gd name="connsiteX7" fmla="*/ 83002 w 5502692"/>
                <a:gd name="connsiteY7" fmla="*/ 0 h 1660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02692" h="1660030">
                  <a:moveTo>
                    <a:pt x="5419692" y="0"/>
                  </a:moveTo>
                  <a:cubicBezTo>
                    <a:pt x="5465532" y="0"/>
                    <a:pt x="5502693" y="37161"/>
                    <a:pt x="5502693" y="83002"/>
                  </a:cubicBezTo>
                  <a:lnTo>
                    <a:pt x="5502693" y="1577029"/>
                  </a:lnTo>
                  <a:cubicBezTo>
                    <a:pt x="5502693" y="1622870"/>
                    <a:pt x="5465532" y="1660030"/>
                    <a:pt x="5419692" y="1660030"/>
                  </a:cubicBezTo>
                  <a:lnTo>
                    <a:pt x="83002" y="1660030"/>
                  </a:lnTo>
                  <a:cubicBezTo>
                    <a:pt x="37161" y="1660030"/>
                    <a:pt x="0" y="1622870"/>
                    <a:pt x="0" y="1577029"/>
                  </a:cubicBezTo>
                  <a:lnTo>
                    <a:pt x="0" y="83002"/>
                  </a:lnTo>
                  <a:cubicBezTo>
                    <a:pt x="0" y="37161"/>
                    <a:pt x="37161" y="0"/>
                    <a:pt x="83002" y="0"/>
                  </a:cubicBezTo>
                  <a:close/>
                </a:path>
              </a:pathLst>
            </a:custGeom>
            <a:solidFill>
              <a:srgbClr val="FFF2CC"/>
            </a:solidFill>
            <a:ln w="6148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99" name="图形 326">
              <a:extLst>
                <a:ext uri="{FF2B5EF4-FFF2-40B4-BE49-F238E27FC236}">
                  <a16:creationId xmlns:a16="http://schemas.microsoft.com/office/drawing/2014/main" id="{9F935039-FB3C-70A3-6701-CA396EB88B60}"/>
                </a:ext>
              </a:extLst>
            </p:cNvPr>
            <p:cNvGrpSpPr/>
            <p:nvPr/>
          </p:nvGrpSpPr>
          <p:grpSpPr>
            <a:xfrm>
              <a:off x="800011" y="2740394"/>
              <a:ext cx="1844478" cy="1189688"/>
              <a:chOff x="800011" y="2740394"/>
              <a:chExt cx="1844478" cy="1189688"/>
            </a:xfrm>
          </p:grpSpPr>
          <p:sp>
            <p:nvSpPr>
              <p:cNvPr id="400" name="任意多边形: 形状 399">
                <a:extLst>
                  <a:ext uri="{FF2B5EF4-FFF2-40B4-BE49-F238E27FC236}">
                    <a16:creationId xmlns:a16="http://schemas.microsoft.com/office/drawing/2014/main" id="{48E8F5EF-1A5C-61B5-FB7E-78B47EE9D7A2}"/>
                  </a:ext>
                </a:extLst>
              </p:cNvPr>
              <p:cNvSpPr/>
              <p:nvPr/>
            </p:nvSpPr>
            <p:spPr>
              <a:xfrm>
                <a:off x="800011" y="2740394"/>
                <a:ext cx="1844478" cy="1189688"/>
              </a:xfrm>
              <a:custGeom>
                <a:avLst/>
                <a:gdLst>
                  <a:gd name="connsiteX0" fmla="*/ 1784963 w 1844478"/>
                  <a:gd name="connsiteY0" fmla="*/ 0 h 1189688"/>
                  <a:gd name="connsiteX1" fmla="*/ 1844478 w 1844478"/>
                  <a:gd name="connsiteY1" fmla="*/ 59515 h 1189688"/>
                  <a:gd name="connsiteX2" fmla="*/ 1844478 w 1844478"/>
                  <a:gd name="connsiteY2" fmla="*/ 1130173 h 1189688"/>
                  <a:gd name="connsiteX3" fmla="*/ 1784963 w 1844478"/>
                  <a:gd name="connsiteY3" fmla="*/ 1189688 h 1189688"/>
                  <a:gd name="connsiteX4" fmla="*/ 59515 w 1844478"/>
                  <a:gd name="connsiteY4" fmla="*/ 1189688 h 1189688"/>
                  <a:gd name="connsiteX5" fmla="*/ 0 w 1844478"/>
                  <a:gd name="connsiteY5" fmla="*/ 1130173 h 1189688"/>
                  <a:gd name="connsiteX6" fmla="*/ 0 w 1844478"/>
                  <a:gd name="connsiteY6" fmla="*/ 59515 h 1189688"/>
                  <a:gd name="connsiteX7" fmla="*/ 59515 w 1844478"/>
                  <a:gd name="connsiteY7" fmla="*/ 0 h 1189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44478" h="1189688">
                    <a:moveTo>
                      <a:pt x="1784963" y="0"/>
                    </a:moveTo>
                    <a:cubicBezTo>
                      <a:pt x="1817832" y="0"/>
                      <a:pt x="1844478" y="26646"/>
                      <a:pt x="1844478" y="59515"/>
                    </a:cubicBezTo>
                    <a:lnTo>
                      <a:pt x="1844478" y="1130173"/>
                    </a:lnTo>
                    <a:cubicBezTo>
                      <a:pt x="1844478" y="1163043"/>
                      <a:pt x="1817832" y="1189688"/>
                      <a:pt x="1784963" y="1189688"/>
                    </a:cubicBezTo>
                    <a:lnTo>
                      <a:pt x="59515" y="1189688"/>
                    </a:lnTo>
                    <a:cubicBezTo>
                      <a:pt x="26646" y="1189688"/>
                      <a:pt x="0" y="1163043"/>
                      <a:pt x="0" y="1130173"/>
                    </a:cubicBezTo>
                    <a:lnTo>
                      <a:pt x="0" y="59515"/>
                    </a:lnTo>
                    <a:cubicBezTo>
                      <a:pt x="0" y="26646"/>
                      <a:pt x="26646" y="0"/>
                      <a:pt x="59515" y="0"/>
                    </a:cubicBezTo>
                    <a:close/>
                  </a:path>
                </a:pathLst>
              </a:custGeom>
              <a:solidFill>
                <a:srgbClr val="FFFFDE"/>
              </a:solidFill>
              <a:ln w="6148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01" name="图形 326">
                <a:extLst>
                  <a:ext uri="{FF2B5EF4-FFF2-40B4-BE49-F238E27FC236}">
                    <a16:creationId xmlns:a16="http://schemas.microsoft.com/office/drawing/2014/main" id="{E09E65E7-CCC9-173D-6100-C838A0FAF10E}"/>
                  </a:ext>
                </a:extLst>
              </p:cNvPr>
              <p:cNvGrpSpPr/>
              <p:nvPr/>
            </p:nvGrpSpPr>
            <p:grpSpPr>
              <a:xfrm>
                <a:off x="1943588" y="2801876"/>
                <a:ext cx="639419" cy="199818"/>
                <a:chOff x="1943588" y="2801876"/>
                <a:chExt cx="639419" cy="199818"/>
              </a:xfrm>
              <a:noFill/>
            </p:grpSpPr>
            <p:sp>
              <p:nvSpPr>
                <p:cNvPr id="402" name="任意多边形: 形状 401">
                  <a:extLst>
                    <a:ext uri="{FF2B5EF4-FFF2-40B4-BE49-F238E27FC236}">
                      <a16:creationId xmlns:a16="http://schemas.microsoft.com/office/drawing/2014/main" id="{E71D6094-326E-2F47-4747-7B29C3195220}"/>
                    </a:ext>
                  </a:extLst>
                </p:cNvPr>
                <p:cNvSpPr/>
                <p:nvPr/>
              </p:nvSpPr>
              <p:spPr>
                <a:xfrm>
                  <a:off x="1943588" y="2801876"/>
                  <a:ext cx="639419" cy="184447"/>
                </a:xfrm>
                <a:custGeom>
                  <a:avLst/>
                  <a:gdLst>
                    <a:gd name="connsiteX0" fmla="*/ 0 w 639419"/>
                    <a:gd name="connsiteY0" fmla="*/ 0 h 184447"/>
                    <a:gd name="connsiteX1" fmla="*/ 639419 w 639419"/>
                    <a:gd name="connsiteY1" fmla="*/ 0 h 184447"/>
                    <a:gd name="connsiteX2" fmla="*/ 639419 w 639419"/>
                    <a:gd name="connsiteY2" fmla="*/ 184448 h 184447"/>
                    <a:gd name="connsiteX3" fmla="*/ 0 w 639419"/>
                    <a:gd name="connsiteY3" fmla="*/ 184448 h 184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9419" h="184447">
                      <a:moveTo>
                        <a:pt x="0" y="0"/>
                      </a:moveTo>
                      <a:lnTo>
                        <a:pt x="639419" y="0"/>
                      </a:lnTo>
                      <a:lnTo>
                        <a:pt x="639419" y="184448"/>
                      </a:lnTo>
                      <a:lnTo>
                        <a:pt x="0" y="184448"/>
                      </a:lnTo>
                      <a:close/>
                    </a:path>
                  </a:pathLst>
                </a:custGeom>
                <a:noFill/>
                <a:ln w="61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403" name="图片 402">
                  <a:extLst>
                    <a:ext uri="{FF2B5EF4-FFF2-40B4-BE49-F238E27FC236}">
                      <a16:creationId xmlns:a16="http://schemas.microsoft.com/office/drawing/2014/main" id="{304BE033-AF72-6B9B-8693-B3AC936975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45924" y="2823395"/>
                  <a:ext cx="627122" cy="178299"/>
                </a:xfrm>
                <a:custGeom>
                  <a:avLst/>
                  <a:gdLst>
                    <a:gd name="connsiteX0" fmla="*/ -1 w 627122"/>
                    <a:gd name="connsiteY0" fmla="*/ -1 h 178299"/>
                    <a:gd name="connsiteX1" fmla="*/ 627122 w 627122"/>
                    <a:gd name="connsiteY1" fmla="*/ -1 h 178299"/>
                    <a:gd name="connsiteX2" fmla="*/ 627122 w 627122"/>
                    <a:gd name="connsiteY2" fmla="*/ 178299 h 178299"/>
                    <a:gd name="connsiteX3" fmla="*/ -1 w 627122"/>
                    <a:gd name="connsiteY3" fmla="*/ 178299 h 178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7122" h="178299">
                      <a:moveTo>
                        <a:pt x="-1" y="-1"/>
                      </a:moveTo>
                      <a:lnTo>
                        <a:pt x="627122" y="-1"/>
                      </a:lnTo>
                      <a:lnTo>
                        <a:pt x="627122" y="178299"/>
                      </a:lnTo>
                      <a:lnTo>
                        <a:pt x="-1" y="17829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404" name="图形 326">
                <a:extLst>
                  <a:ext uri="{FF2B5EF4-FFF2-40B4-BE49-F238E27FC236}">
                    <a16:creationId xmlns:a16="http://schemas.microsoft.com/office/drawing/2014/main" id="{7B987314-3F03-50F5-15A6-94FA047DEE95}"/>
                  </a:ext>
                </a:extLst>
              </p:cNvPr>
              <p:cNvGrpSpPr/>
              <p:nvPr/>
            </p:nvGrpSpPr>
            <p:grpSpPr>
              <a:xfrm>
                <a:off x="1451727" y="3038584"/>
                <a:ext cx="448085" cy="328931"/>
                <a:chOff x="1451727" y="3038584"/>
                <a:chExt cx="448085" cy="328931"/>
              </a:xfrm>
            </p:grpSpPr>
            <p:sp>
              <p:nvSpPr>
                <p:cNvPr id="405" name="任意多边形: 形状 404">
                  <a:extLst>
                    <a:ext uri="{FF2B5EF4-FFF2-40B4-BE49-F238E27FC236}">
                      <a16:creationId xmlns:a16="http://schemas.microsoft.com/office/drawing/2014/main" id="{9F3D5FC8-B868-1F2D-3ED4-DC6B8385DE7E}"/>
                    </a:ext>
                  </a:extLst>
                </p:cNvPr>
                <p:cNvSpPr/>
                <p:nvPr/>
              </p:nvSpPr>
              <p:spPr>
                <a:xfrm>
                  <a:off x="1451727" y="3038584"/>
                  <a:ext cx="415806" cy="307413"/>
                </a:xfrm>
                <a:custGeom>
                  <a:avLst/>
                  <a:gdLst>
                    <a:gd name="connsiteX0" fmla="*/ 0 w 415806"/>
                    <a:gd name="connsiteY0" fmla="*/ 0 h 307413"/>
                    <a:gd name="connsiteX1" fmla="*/ 55457 w 415806"/>
                    <a:gd name="connsiteY1" fmla="*/ 0 h 307413"/>
                    <a:gd name="connsiteX2" fmla="*/ 110976 w 415806"/>
                    <a:gd name="connsiteY2" fmla="*/ 61483 h 307413"/>
                    <a:gd name="connsiteX3" fmla="*/ 110976 w 415806"/>
                    <a:gd name="connsiteY3" fmla="*/ 245930 h 307413"/>
                    <a:gd name="connsiteX4" fmla="*/ 172459 w 415806"/>
                    <a:gd name="connsiteY4" fmla="*/ 307413 h 307413"/>
                    <a:gd name="connsiteX5" fmla="*/ 415807 w 415806"/>
                    <a:gd name="connsiteY5" fmla="*/ 307413 h 3074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5806" h="307413">
                      <a:moveTo>
                        <a:pt x="0" y="0"/>
                      </a:moveTo>
                      <a:lnTo>
                        <a:pt x="55457" y="0"/>
                      </a:lnTo>
                      <a:cubicBezTo>
                        <a:pt x="92470" y="0"/>
                        <a:pt x="110976" y="20494"/>
                        <a:pt x="110976" y="61483"/>
                      </a:cubicBezTo>
                      <a:lnTo>
                        <a:pt x="110976" y="245930"/>
                      </a:lnTo>
                      <a:cubicBezTo>
                        <a:pt x="110976" y="286919"/>
                        <a:pt x="131470" y="307413"/>
                        <a:pt x="172459" y="307413"/>
                      </a:cubicBezTo>
                      <a:lnTo>
                        <a:pt x="415807" y="307413"/>
                      </a:lnTo>
                    </a:path>
                  </a:pathLst>
                </a:custGeom>
                <a:noFill/>
                <a:ln w="614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06" name="任意多边形: 形状 405">
                  <a:extLst>
                    <a:ext uri="{FF2B5EF4-FFF2-40B4-BE49-F238E27FC236}">
                      <a16:creationId xmlns:a16="http://schemas.microsoft.com/office/drawing/2014/main" id="{3AC84F2D-ADD6-16CD-D953-1521078721C9}"/>
                    </a:ext>
                  </a:extLst>
                </p:cNvPr>
                <p:cNvSpPr/>
                <p:nvPr/>
              </p:nvSpPr>
              <p:spPr>
                <a:xfrm>
                  <a:off x="1856774" y="3324479"/>
                  <a:ext cx="43037" cy="43037"/>
                </a:xfrm>
                <a:custGeom>
                  <a:avLst/>
                  <a:gdLst>
                    <a:gd name="connsiteX0" fmla="*/ 43038 w 43037"/>
                    <a:gd name="connsiteY0" fmla="*/ 21519 h 43037"/>
                    <a:gd name="connsiteX1" fmla="*/ 0 w 43037"/>
                    <a:gd name="connsiteY1" fmla="*/ 43038 h 43037"/>
                    <a:gd name="connsiteX2" fmla="*/ 10759 w 43037"/>
                    <a:gd name="connsiteY2" fmla="*/ 21519 h 43037"/>
                    <a:gd name="connsiteX3" fmla="*/ 0 w 43037"/>
                    <a:gd name="connsiteY3" fmla="*/ 0 h 430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037" h="43037">
                      <a:moveTo>
                        <a:pt x="43038" y="21519"/>
                      </a:moveTo>
                      <a:lnTo>
                        <a:pt x="0" y="43038"/>
                      </a:lnTo>
                      <a:lnTo>
                        <a:pt x="10759" y="215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14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7" name="图形 326">
                <a:extLst>
                  <a:ext uri="{FF2B5EF4-FFF2-40B4-BE49-F238E27FC236}">
                    <a16:creationId xmlns:a16="http://schemas.microsoft.com/office/drawing/2014/main" id="{7E62560E-28A3-ED58-07C4-B6D9C5A3DB78}"/>
                  </a:ext>
                </a:extLst>
              </p:cNvPr>
              <p:cNvGrpSpPr/>
              <p:nvPr/>
            </p:nvGrpSpPr>
            <p:grpSpPr>
              <a:xfrm>
                <a:off x="898383" y="2946361"/>
                <a:ext cx="553343" cy="196744"/>
                <a:chOff x="898383" y="2946361"/>
                <a:chExt cx="553343" cy="196744"/>
              </a:xfrm>
              <a:solidFill>
                <a:srgbClr val="DAE8FC"/>
              </a:solidFill>
            </p:grpSpPr>
            <p:sp>
              <p:nvSpPr>
                <p:cNvPr id="408" name="任意多边形: 形状 407">
                  <a:extLst>
                    <a:ext uri="{FF2B5EF4-FFF2-40B4-BE49-F238E27FC236}">
                      <a16:creationId xmlns:a16="http://schemas.microsoft.com/office/drawing/2014/main" id="{5CE14CA0-F4B3-E744-D009-6706CB0B647B}"/>
                    </a:ext>
                  </a:extLst>
                </p:cNvPr>
                <p:cNvSpPr/>
                <p:nvPr/>
              </p:nvSpPr>
              <p:spPr>
                <a:xfrm>
                  <a:off x="898383" y="2946361"/>
                  <a:ext cx="553343" cy="184447"/>
                </a:xfrm>
                <a:custGeom>
                  <a:avLst/>
                  <a:gdLst>
                    <a:gd name="connsiteX0" fmla="*/ 525676 w 553343"/>
                    <a:gd name="connsiteY0" fmla="*/ 0 h 184447"/>
                    <a:gd name="connsiteX1" fmla="*/ 553343 w 553343"/>
                    <a:gd name="connsiteY1" fmla="*/ 27667 h 184447"/>
                    <a:gd name="connsiteX2" fmla="*/ 553343 w 553343"/>
                    <a:gd name="connsiteY2" fmla="*/ 156781 h 184447"/>
                    <a:gd name="connsiteX3" fmla="*/ 525676 w 553343"/>
                    <a:gd name="connsiteY3" fmla="*/ 184448 h 184447"/>
                    <a:gd name="connsiteX4" fmla="*/ 27667 w 553343"/>
                    <a:gd name="connsiteY4" fmla="*/ 184448 h 184447"/>
                    <a:gd name="connsiteX5" fmla="*/ 0 w 553343"/>
                    <a:gd name="connsiteY5" fmla="*/ 156781 h 184447"/>
                    <a:gd name="connsiteX6" fmla="*/ 0 w 553343"/>
                    <a:gd name="connsiteY6" fmla="*/ 27667 h 184447"/>
                    <a:gd name="connsiteX7" fmla="*/ 27667 w 553343"/>
                    <a:gd name="connsiteY7" fmla="*/ 0 h 184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53343" h="184447">
                      <a:moveTo>
                        <a:pt x="525676" y="0"/>
                      </a:moveTo>
                      <a:cubicBezTo>
                        <a:pt x="540956" y="0"/>
                        <a:pt x="553343" y="12387"/>
                        <a:pt x="553343" y="27667"/>
                      </a:cubicBezTo>
                      <a:lnTo>
                        <a:pt x="553343" y="156781"/>
                      </a:lnTo>
                      <a:cubicBezTo>
                        <a:pt x="553343" y="172061"/>
                        <a:pt x="540956" y="184448"/>
                        <a:pt x="525676" y="184448"/>
                      </a:cubicBezTo>
                      <a:lnTo>
                        <a:pt x="27667" y="184448"/>
                      </a:lnTo>
                      <a:cubicBezTo>
                        <a:pt x="12387" y="184448"/>
                        <a:pt x="0" y="172061"/>
                        <a:pt x="0" y="156781"/>
                      </a:cubicBezTo>
                      <a:lnTo>
                        <a:pt x="0" y="27667"/>
                      </a:lnTo>
                      <a:cubicBezTo>
                        <a:pt x="0" y="12387"/>
                        <a:pt x="12387" y="0"/>
                        <a:pt x="27667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148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409" name="图片 408">
                  <a:extLst>
                    <a:ext uri="{FF2B5EF4-FFF2-40B4-BE49-F238E27FC236}">
                      <a16:creationId xmlns:a16="http://schemas.microsoft.com/office/drawing/2014/main" id="{FBEE7C08-4C5F-8D54-E44D-8172184BEF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0720" y="2964805"/>
                  <a:ext cx="541046" cy="178299"/>
                </a:xfrm>
                <a:custGeom>
                  <a:avLst/>
                  <a:gdLst>
                    <a:gd name="connsiteX0" fmla="*/ -1 w 541046"/>
                    <a:gd name="connsiteY0" fmla="*/ -1 h 178299"/>
                    <a:gd name="connsiteX1" fmla="*/ 541046 w 541046"/>
                    <a:gd name="connsiteY1" fmla="*/ -1 h 178299"/>
                    <a:gd name="connsiteX2" fmla="*/ 541046 w 541046"/>
                    <a:gd name="connsiteY2" fmla="*/ 178299 h 178299"/>
                    <a:gd name="connsiteX3" fmla="*/ -1 w 541046"/>
                    <a:gd name="connsiteY3" fmla="*/ 178299 h 178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1046" h="178299">
                      <a:moveTo>
                        <a:pt x="-1" y="-1"/>
                      </a:moveTo>
                      <a:lnTo>
                        <a:pt x="541046" y="-1"/>
                      </a:lnTo>
                      <a:lnTo>
                        <a:pt x="541046" y="178299"/>
                      </a:lnTo>
                      <a:lnTo>
                        <a:pt x="-1" y="17829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410" name="图形 326">
                <a:extLst>
                  <a:ext uri="{FF2B5EF4-FFF2-40B4-BE49-F238E27FC236}">
                    <a16:creationId xmlns:a16="http://schemas.microsoft.com/office/drawing/2014/main" id="{ABB1E7D6-FBB0-E9EE-6ADF-6D0E51B4A6DD}"/>
                  </a:ext>
                </a:extLst>
              </p:cNvPr>
              <p:cNvGrpSpPr/>
              <p:nvPr/>
            </p:nvGrpSpPr>
            <p:grpSpPr>
              <a:xfrm>
                <a:off x="1451727" y="3324479"/>
                <a:ext cx="448085" cy="43037"/>
                <a:chOff x="1451727" y="3324479"/>
                <a:chExt cx="448085" cy="43037"/>
              </a:xfrm>
            </p:grpSpPr>
            <p:sp>
              <p:nvSpPr>
                <p:cNvPr id="411" name="任意多边形: 形状 410">
                  <a:extLst>
                    <a:ext uri="{FF2B5EF4-FFF2-40B4-BE49-F238E27FC236}">
                      <a16:creationId xmlns:a16="http://schemas.microsoft.com/office/drawing/2014/main" id="{ECE7108D-5DFE-1D41-F540-1B1E1235E6B9}"/>
                    </a:ext>
                  </a:extLst>
                </p:cNvPr>
                <p:cNvSpPr/>
                <p:nvPr/>
              </p:nvSpPr>
              <p:spPr>
                <a:xfrm>
                  <a:off x="1451727" y="3345997"/>
                  <a:ext cx="415806" cy="6148"/>
                </a:xfrm>
                <a:custGeom>
                  <a:avLst/>
                  <a:gdLst>
                    <a:gd name="connsiteX0" fmla="*/ 0 w 415806"/>
                    <a:gd name="connsiteY0" fmla="*/ 0 h 6148"/>
                    <a:gd name="connsiteX1" fmla="*/ 415807 w 415806"/>
                    <a:gd name="connsiteY1" fmla="*/ 0 h 6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5806" h="6148">
                      <a:moveTo>
                        <a:pt x="0" y="0"/>
                      </a:moveTo>
                      <a:lnTo>
                        <a:pt x="415807" y="0"/>
                      </a:lnTo>
                    </a:path>
                  </a:pathLst>
                </a:custGeom>
                <a:noFill/>
                <a:ln w="614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2" name="任意多边形: 形状 411">
                  <a:extLst>
                    <a:ext uri="{FF2B5EF4-FFF2-40B4-BE49-F238E27FC236}">
                      <a16:creationId xmlns:a16="http://schemas.microsoft.com/office/drawing/2014/main" id="{6AC19CBF-E722-FD09-F599-E33F3F079450}"/>
                    </a:ext>
                  </a:extLst>
                </p:cNvPr>
                <p:cNvSpPr/>
                <p:nvPr/>
              </p:nvSpPr>
              <p:spPr>
                <a:xfrm>
                  <a:off x="1856774" y="3324479"/>
                  <a:ext cx="43037" cy="43037"/>
                </a:xfrm>
                <a:custGeom>
                  <a:avLst/>
                  <a:gdLst>
                    <a:gd name="connsiteX0" fmla="*/ 43038 w 43037"/>
                    <a:gd name="connsiteY0" fmla="*/ 21519 h 43037"/>
                    <a:gd name="connsiteX1" fmla="*/ 0 w 43037"/>
                    <a:gd name="connsiteY1" fmla="*/ 43038 h 43037"/>
                    <a:gd name="connsiteX2" fmla="*/ 10759 w 43037"/>
                    <a:gd name="connsiteY2" fmla="*/ 21519 h 43037"/>
                    <a:gd name="connsiteX3" fmla="*/ 0 w 43037"/>
                    <a:gd name="connsiteY3" fmla="*/ 0 h 430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037" h="43037">
                      <a:moveTo>
                        <a:pt x="43038" y="21519"/>
                      </a:moveTo>
                      <a:lnTo>
                        <a:pt x="0" y="43038"/>
                      </a:lnTo>
                      <a:lnTo>
                        <a:pt x="10759" y="215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14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13" name="图形 326">
                <a:extLst>
                  <a:ext uri="{FF2B5EF4-FFF2-40B4-BE49-F238E27FC236}">
                    <a16:creationId xmlns:a16="http://schemas.microsoft.com/office/drawing/2014/main" id="{46EFC91E-9B05-B183-9A87-8C8AF024F0D3}"/>
                  </a:ext>
                </a:extLst>
              </p:cNvPr>
              <p:cNvGrpSpPr/>
              <p:nvPr/>
            </p:nvGrpSpPr>
            <p:grpSpPr>
              <a:xfrm>
                <a:off x="898383" y="3253774"/>
                <a:ext cx="553343" cy="196744"/>
                <a:chOff x="898383" y="3253774"/>
                <a:chExt cx="553343" cy="196744"/>
              </a:xfrm>
              <a:solidFill>
                <a:srgbClr val="DAE8FC"/>
              </a:solidFill>
            </p:grpSpPr>
            <p:sp>
              <p:nvSpPr>
                <p:cNvPr id="414" name="任意多边形: 形状 413">
                  <a:extLst>
                    <a:ext uri="{FF2B5EF4-FFF2-40B4-BE49-F238E27FC236}">
                      <a16:creationId xmlns:a16="http://schemas.microsoft.com/office/drawing/2014/main" id="{95D781A5-88F4-B27E-A5FC-8D08ED557BD4}"/>
                    </a:ext>
                  </a:extLst>
                </p:cNvPr>
                <p:cNvSpPr/>
                <p:nvPr/>
              </p:nvSpPr>
              <p:spPr>
                <a:xfrm>
                  <a:off x="898383" y="3253774"/>
                  <a:ext cx="553343" cy="184447"/>
                </a:xfrm>
                <a:custGeom>
                  <a:avLst/>
                  <a:gdLst>
                    <a:gd name="connsiteX0" fmla="*/ 525676 w 553343"/>
                    <a:gd name="connsiteY0" fmla="*/ 0 h 184447"/>
                    <a:gd name="connsiteX1" fmla="*/ 553343 w 553343"/>
                    <a:gd name="connsiteY1" fmla="*/ 27667 h 184447"/>
                    <a:gd name="connsiteX2" fmla="*/ 553343 w 553343"/>
                    <a:gd name="connsiteY2" fmla="*/ 156781 h 184447"/>
                    <a:gd name="connsiteX3" fmla="*/ 525676 w 553343"/>
                    <a:gd name="connsiteY3" fmla="*/ 184448 h 184447"/>
                    <a:gd name="connsiteX4" fmla="*/ 27667 w 553343"/>
                    <a:gd name="connsiteY4" fmla="*/ 184448 h 184447"/>
                    <a:gd name="connsiteX5" fmla="*/ 0 w 553343"/>
                    <a:gd name="connsiteY5" fmla="*/ 156781 h 184447"/>
                    <a:gd name="connsiteX6" fmla="*/ 0 w 553343"/>
                    <a:gd name="connsiteY6" fmla="*/ 27667 h 184447"/>
                    <a:gd name="connsiteX7" fmla="*/ 27667 w 553343"/>
                    <a:gd name="connsiteY7" fmla="*/ 0 h 184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53343" h="184447">
                      <a:moveTo>
                        <a:pt x="525676" y="0"/>
                      </a:moveTo>
                      <a:cubicBezTo>
                        <a:pt x="540956" y="0"/>
                        <a:pt x="553343" y="12387"/>
                        <a:pt x="553343" y="27667"/>
                      </a:cubicBezTo>
                      <a:lnTo>
                        <a:pt x="553343" y="156781"/>
                      </a:lnTo>
                      <a:cubicBezTo>
                        <a:pt x="553343" y="172061"/>
                        <a:pt x="540956" y="184448"/>
                        <a:pt x="525676" y="184448"/>
                      </a:cubicBezTo>
                      <a:lnTo>
                        <a:pt x="27667" y="184448"/>
                      </a:lnTo>
                      <a:cubicBezTo>
                        <a:pt x="12387" y="184448"/>
                        <a:pt x="0" y="172061"/>
                        <a:pt x="0" y="156781"/>
                      </a:cubicBezTo>
                      <a:lnTo>
                        <a:pt x="0" y="27667"/>
                      </a:lnTo>
                      <a:cubicBezTo>
                        <a:pt x="0" y="12387"/>
                        <a:pt x="12387" y="0"/>
                        <a:pt x="27667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148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415" name="图片 414">
                  <a:extLst>
                    <a:ext uri="{FF2B5EF4-FFF2-40B4-BE49-F238E27FC236}">
                      <a16:creationId xmlns:a16="http://schemas.microsoft.com/office/drawing/2014/main" id="{EBE6032C-27BB-996F-EA0E-EC369F7A6B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0720" y="3272218"/>
                  <a:ext cx="541046" cy="178299"/>
                </a:xfrm>
                <a:custGeom>
                  <a:avLst/>
                  <a:gdLst>
                    <a:gd name="connsiteX0" fmla="*/ -1 w 541046"/>
                    <a:gd name="connsiteY0" fmla="*/ -1 h 178299"/>
                    <a:gd name="connsiteX1" fmla="*/ 541046 w 541046"/>
                    <a:gd name="connsiteY1" fmla="*/ -1 h 178299"/>
                    <a:gd name="connsiteX2" fmla="*/ 541046 w 541046"/>
                    <a:gd name="connsiteY2" fmla="*/ 178299 h 178299"/>
                    <a:gd name="connsiteX3" fmla="*/ -1 w 541046"/>
                    <a:gd name="connsiteY3" fmla="*/ 178299 h 178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1046" h="178299">
                      <a:moveTo>
                        <a:pt x="-1" y="-1"/>
                      </a:moveTo>
                      <a:lnTo>
                        <a:pt x="541046" y="-1"/>
                      </a:lnTo>
                      <a:lnTo>
                        <a:pt x="541046" y="178299"/>
                      </a:lnTo>
                      <a:lnTo>
                        <a:pt x="-1" y="17829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416" name="图形 326">
                <a:extLst>
                  <a:ext uri="{FF2B5EF4-FFF2-40B4-BE49-F238E27FC236}">
                    <a16:creationId xmlns:a16="http://schemas.microsoft.com/office/drawing/2014/main" id="{485FEF45-7AC0-EF88-E8C1-7C37F6F1DC8A}"/>
                  </a:ext>
                </a:extLst>
              </p:cNvPr>
              <p:cNvGrpSpPr/>
              <p:nvPr/>
            </p:nvGrpSpPr>
            <p:grpSpPr>
              <a:xfrm>
                <a:off x="1451727" y="3324479"/>
                <a:ext cx="448085" cy="328931"/>
                <a:chOff x="1451727" y="3324479"/>
                <a:chExt cx="448085" cy="328931"/>
              </a:xfrm>
            </p:grpSpPr>
            <p:sp>
              <p:nvSpPr>
                <p:cNvPr id="417" name="任意多边形: 形状 416">
                  <a:extLst>
                    <a:ext uri="{FF2B5EF4-FFF2-40B4-BE49-F238E27FC236}">
                      <a16:creationId xmlns:a16="http://schemas.microsoft.com/office/drawing/2014/main" id="{FF86EBF0-C4C4-9B41-F5F2-4878E01BFB82}"/>
                    </a:ext>
                  </a:extLst>
                </p:cNvPr>
                <p:cNvSpPr/>
                <p:nvPr/>
              </p:nvSpPr>
              <p:spPr>
                <a:xfrm>
                  <a:off x="1451727" y="3345997"/>
                  <a:ext cx="415806" cy="307413"/>
                </a:xfrm>
                <a:custGeom>
                  <a:avLst/>
                  <a:gdLst>
                    <a:gd name="connsiteX0" fmla="*/ 0 w 415806"/>
                    <a:gd name="connsiteY0" fmla="*/ 307413 h 307413"/>
                    <a:gd name="connsiteX1" fmla="*/ 55457 w 415806"/>
                    <a:gd name="connsiteY1" fmla="*/ 307413 h 307413"/>
                    <a:gd name="connsiteX2" fmla="*/ 110976 w 415806"/>
                    <a:gd name="connsiteY2" fmla="*/ 245930 h 307413"/>
                    <a:gd name="connsiteX3" fmla="*/ 110976 w 415806"/>
                    <a:gd name="connsiteY3" fmla="*/ 61483 h 307413"/>
                    <a:gd name="connsiteX4" fmla="*/ 172459 w 415806"/>
                    <a:gd name="connsiteY4" fmla="*/ 0 h 307413"/>
                    <a:gd name="connsiteX5" fmla="*/ 415807 w 415806"/>
                    <a:gd name="connsiteY5" fmla="*/ 0 h 3074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5806" h="307413">
                      <a:moveTo>
                        <a:pt x="0" y="307413"/>
                      </a:moveTo>
                      <a:lnTo>
                        <a:pt x="55457" y="307413"/>
                      </a:lnTo>
                      <a:cubicBezTo>
                        <a:pt x="92470" y="307413"/>
                        <a:pt x="110976" y="286919"/>
                        <a:pt x="110976" y="245930"/>
                      </a:cubicBezTo>
                      <a:lnTo>
                        <a:pt x="110976" y="61483"/>
                      </a:lnTo>
                      <a:cubicBezTo>
                        <a:pt x="110976" y="20494"/>
                        <a:pt x="131470" y="0"/>
                        <a:pt x="172459" y="0"/>
                      </a:cubicBezTo>
                      <a:lnTo>
                        <a:pt x="415807" y="0"/>
                      </a:lnTo>
                    </a:path>
                  </a:pathLst>
                </a:custGeom>
                <a:noFill/>
                <a:ln w="614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8" name="任意多边形: 形状 417">
                  <a:extLst>
                    <a:ext uri="{FF2B5EF4-FFF2-40B4-BE49-F238E27FC236}">
                      <a16:creationId xmlns:a16="http://schemas.microsoft.com/office/drawing/2014/main" id="{CA47124B-EBF8-98CA-1B7B-8654DA5C82ED}"/>
                    </a:ext>
                  </a:extLst>
                </p:cNvPr>
                <p:cNvSpPr/>
                <p:nvPr/>
              </p:nvSpPr>
              <p:spPr>
                <a:xfrm>
                  <a:off x="1856774" y="3324479"/>
                  <a:ext cx="43037" cy="43037"/>
                </a:xfrm>
                <a:custGeom>
                  <a:avLst/>
                  <a:gdLst>
                    <a:gd name="connsiteX0" fmla="*/ 43038 w 43037"/>
                    <a:gd name="connsiteY0" fmla="*/ 21519 h 43037"/>
                    <a:gd name="connsiteX1" fmla="*/ 0 w 43037"/>
                    <a:gd name="connsiteY1" fmla="*/ 43038 h 43037"/>
                    <a:gd name="connsiteX2" fmla="*/ 10759 w 43037"/>
                    <a:gd name="connsiteY2" fmla="*/ 21519 h 43037"/>
                    <a:gd name="connsiteX3" fmla="*/ 0 w 43037"/>
                    <a:gd name="connsiteY3" fmla="*/ 0 h 430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037" h="43037">
                      <a:moveTo>
                        <a:pt x="43038" y="21519"/>
                      </a:moveTo>
                      <a:lnTo>
                        <a:pt x="0" y="43038"/>
                      </a:lnTo>
                      <a:lnTo>
                        <a:pt x="10759" y="215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14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19" name="图形 326">
                <a:extLst>
                  <a:ext uri="{FF2B5EF4-FFF2-40B4-BE49-F238E27FC236}">
                    <a16:creationId xmlns:a16="http://schemas.microsoft.com/office/drawing/2014/main" id="{70AF1985-5A92-7C4A-0AFA-0E1FC46A6E9D}"/>
                  </a:ext>
                </a:extLst>
              </p:cNvPr>
              <p:cNvGrpSpPr/>
              <p:nvPr/>
            </p:nvGrpSpPr>
            <p:grpSpPr>
              <a:xfrm>
                <a:off x="898383" y="3561187"/>
                <a:ext cx="553343" cy="196744"/>
                <a:chOff x="898383" y="3561187"/>
                <a:chExt cx="553343" cy="196744"/>
              </a:xfrm>
              <a:solidFill>
                <a:srgbClr val="DAE8FC"/>
              </a:solidFill>
            </p:grpSpPr>
            <p:sp>
              <p:nvSpPr>
                <p:cNvPr id="420" name="任意多边形: 形状 419">
                  <a:extLst>
                    <a:ext uri="{FF2B5EF4-FFF2-40B4-BE49-F238E27FC236}">
                      <a16:creationId xmlns:a16="http://schemas.microsoft.com/office/drawing/2014/main" id="{8D5B5386-B420-EF46-789A-ACFF8C8922EB}"/>
                    </a:ext>
                  </a:extLst>
                </p:cNvPr>
                <p:cNvSpPr/>
                <p:nvPr/>
              </p:nvSpPr>
              <p:spPr>
                <a:xfrm>
                  <a:off x="898383" y="3561187"/>
                  <a:ext cx="553343" cy="184447"/>
                </a:xfrm>
                <a:custGeom>
                  <a:avLst/>
                  <a:gdLst>
                    <a:gd name="connsiteX0" fmla="*/ 525676 w 553343"/>
                    <a:gd name="connsiteY0" fmla="*/ 0 h 184447"/>
                    <a:gd name="connsiteX1" fmla="*/ 553343 w 553343"/>
                    <a:gd name="connsiteY1" fmla="*/ 27667 h 184447"/>
                    <a:gd name="connsiteX2" fmla="*/ 553343 w 553343"/>
                    <a:gd name="connsiteY2" fmla="*/ 156781 h 184447"/>
                    <a:gd name="connsiteX3" fmla="*/ 525676 w 553343"/>
                    <a:gd name="connsiteY3" fmla="*/ 184448 h 184447"/>
                    <a:gd name="connsiteX4" fmla="*/ 27667 w 553343"/>
                    <a:gd name="connsiteY4" fmla="*/ 184448 h 184447"/>
                    <a:gd name="connsiteX5" fmla="*/ 0 w 553343"/>
                    <a:gd name="connsiteY5" fmla="*/ 156781 h 184447"/>
                    <a:gd name="connsiteX6" fmla="*/ 0 w 553343"/>
                    <a:gd name="connsiteY6" fmla="*/ 27667 h 184447"/>
                    <a:gd name="connsiteX7" fmla="*/ 27667 w 553343"/>
                    <a:gd name="connsiteY7" fmla="*/ 0 h 184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53343" h="184447">
                      <a:moveTo>
                        <a:pt x="525676" y="0"/>
                      </a:moveTo>
                      <a:cubicBezTo>
                        <a:pt x="540956" y="0"/>
                        <a:pt x="553343" y="12387"/>
                        <a:pt x="553343" y="27667"/>
                      </a:cubicBezTo>
                      <a:lnTo>
                        <a:pt x="553343" y="156781"/>
                      </a:lnTo>
                      <a:cubicBezTo>
                        <a:pt x="553343" y="172061"/>
                        <a:pt x="540956" y="184448"/>
                        <a:pt x="525676" y="184448"/>
                      </a:cubicBezTo>
                      <a:lnTo>
                        <a:pt x="27667" y="184448"/>
                      </a:lnTo>
                      <a:cubicBezTo>
                        <a:pt x="12387" y="184448"/>
                        <a:pt x="0" y="172061"/>
                        <a:pt x="0" y="156781"/>
                      </a:cubicBezTo>
                      <a:lnTo>
                        <a:pt x="0" y="27667"/>
                      </a:lnTo>
                      <a:cubicBezTo>
                        <a:pt x="0" y="12387"/>
                        <a:pt x="12387" y="0"/>
                        <a:pt x="27667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148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421" name="图片 420">
                  <a:extLst>
                    <a:ext uri="{FF2B5EF4-FFF2-40B4-BE49-F238E27FC236}">
                      <a16:creationId xmlns:a16="http://schemas.microsoft.com/office/drawing/2014/main" id="{FB4AC406-AA88-282C-5454-230B96E828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0720" y="3579631"/>
                  <a:ext cx="541046" cy="178299"/>
                </a:xfrm>
                <a:custGeom>
                  <a:avLst/>
                  <a:gdLst>
                    <a:gd name="connsiteX0" fmla="*/ -1 w 541046"/>
                    <a:gd name="connsiteY0" fmla="*/ -1 h 178299"/>
                    <a:gd name="connsiteX1" fmla="*/ 541046 w 541046"/>
                    <a:gd name="connsiteY1" fmla="*/ -1 h 178299"/>
                    <a:gd name="connsiteX2" fmla="*/ 541046 w 541046"/>
                    <a:gd name="connsiteY2" fmla="*/ 178299 h 178299"/>
                    <a:gd name="connsiteX3" fmla="*/ -1 w 541046"/>
                    <a:gd name="connsiteY3" fmla="*/ 178299 h 178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1046" h="178299">
                      <a:moveTo>
                        <a:pt x="-1" y="-1"/>
                      </a:moveTo>
                      <a:lnTo>
                        <a:pt x="541046" y="-1"/>
                      </a:lnTo>
                      <a:lnTo>
                        <a:pt x="541046" y="178299"/>
                      </a:lnTo>
                      <a:lnTo>
                        <a:pt x="-1" y="17829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422" name="图形 326">
                <a:extLst>
                  <a:ext uri="{FF2B5EF4-FFF2-40B4-BE49-F238E27FC236}">
                    <a16:creationId xmlns:a16="http://schemas.microsoft.com/office/drawing/2014/main" id="{42A2E8CE-8734-FD11-4D47-4D2B4BF5074D}"/>
                  </a:ext>
                </a:extLst>
              </p:cNvPr>
              <p:cNvGrpSpPr/>
              <p:nvPr/>
            </p:nvGrpSpPr>
            <p:grpSpPr>
              <a:xfrm>
                <a:off x="1906698" y="3253774"/>
                <a:ext cx="676308" cy="196744"/>
                <a:chOff x="1906698" y="3253774"/>
                <a:chExt cx="676308" cy="196744"/>
              </a:xfrm>
              <a:solidFill>
                <a:srgbClr val="DAE8FC"/>
              </a:solidFill>
            </p:grpSpPr>
            <p:sp>
              <p:nvSpPr>
                <p:cNvPr id="423" name="任意多边形: 形状 422">
                  <a:extLst>
                    <a:ext uri="{FF2B5EF4-FFF2-40B4-BE49-F238E27FC236}">
                      <a16:creationId xmlns:a16="http://schemas.microsoft.com/office/drawing/2014/main" id="{1A5CDA40-7933-FE3D-5CF6-6090BF2033F2}"/>
                    </a:ext>
                  </a:extLst>
                </p:cNvPr>
                <p:cNvSpPr/>
                <p:nvPr/>
              </p:nvSpPr>
              <p:spPr>
                <a:xfrm>
                  <a:off x="1906698" y="3253774"/>
                  <a:ext cx="676308" cy="184447"/>
                </a:xfrm>
                <a:custGeom>
                  <a:avLst/>
                  <a:gdLst>
                    <a:gd name="connsiteX0" fmla="*/ 648641 w 676308"/>
                    <a:gd name="connsiteY0" fmla="*/ 0 h 184447"/>
                    <a:gd name="connsiteX1" fmla="*/ 676309 w 676308"/>
                    <a:gd name="connsiteY1" fmla="*/ 27667 h 184447"/>
                    <a:gd name="connsiteX2" fmla="*/ 676309 w 676308"/>
                    <a:gd name="connsiteY2" fmla="*/ 156781 h 184447"/>
                    <a:gd name="connsiteX3" fmla="*/ 648641 w 676308"/>
                    <a:gd name="connsiteY3" fmla="*/ 184448 h 184447"/>
                    <a:gd name="connsiteX4" fmla="*/ 27667 w 676308"/>
                    <a:gd name="connsiteY4" fmla="*/ 184448 h 184447"/>
                    <a:gd name="connsiteX5" fmla="*/ 0 w 676308"/>
                    <a:gd name="connsiteY5" fmla="*/ 156781 h 184447"/>
                    <a:gd name="connsiteX6" fmla="*/ 0 w 676308"/>
                    <a:gd name="connsiteY6" fmla="*/ 27667 h 184447"/>
                    <a:gd name="connsiteX7" fmla="*/ 27667 w 676308"/>
                    <a:gd name="connsiteY7" fmla="*/ 0 h 184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76308" h="184447">
                      <a:moveTo>
                        <a:pt x="648641" y="0"/>
                      </a:moveTo>
                      <a:cubicBezTo>
                        <a:pt x="663922" y="0"/>
                        <a:pt x="676309" y="12387"/>
                        <a:pt x="676309" y="27667"/>
                      </a:cubicBezTo>
                      <a:lnTo>
                        <a:pt x="676309" y="156781"/>
                      </a:lnTo>
                      <a:cubicBezTo>
                        <a:pt x="676309" y="172061"/>
                        <a:pt x="663922" y="184448"/>
                        <a:pt x="648641" y="184448"/>
                      </a:cubicBezTo>
                      <a:lnTo>
                        <a:pt x="27667" y="184448"/>
                      </a:lnTo>
                      <a:cubicBezTo>
                        <a:pt x="12387" y="184448"/>
                        <a:pt x="0" y="172061"/>
                        <a:pt x="0" y="156781"/>
                      </a:cubicBezTo>
                      <a:lnTo>
                        <a:pt x="0" y="27667"/>
                      </a:lnTo>
                      <a:cubicBezTo>
                        <a:pt x="0" y="12387"/>
                        <a:pt x="12387" y="0"/>
                        <a:pt x="27667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148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424" name="图片 423">
                  <a:extLst>
                    <a:ext uri="{FF2B5EF4-FFF2-40B4-BE49-F238E27FC236}">
                      <a16:creationId xmlns:a16="http://schemas.microsoft.com/office/drawing/2014/main" id="{1AE725A7-FA94-5156-D47C-9EBA95C9A9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09034" y="3272218"/>
                  <a:ext cx="664012" cy="178299"/>
                </a:xfrm>
                <a:custGeom>
                  <a:avLst/>
                  <a:gdLst>
                    <a:gd name="connsiteX0" fmla="*/ -1 w 664012"/>
                    <a:gd name="connsiteY0" fmla="*/ -1 h 178299"/>
                    <a:gd name="connsiteX1" fmla="*/ 664012 w 664012"/>
                    <a:gd name="connsiteY1" fmla="*/ -1 h 178299"/>
                    <a:gd name="connsiteX2" fmla="*/ 664012 w 664012"/>
                    <a:gd name="connsiteY2" fmla="*/ 178299 h 178299"/>
                    <a:gd name="connsiteX3" fmla="*/ -1 w 664012"/>
                    <a:gd name="connsiteY3" fmla="*/ 178299 h 178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4012" h="178299">
                      <a:moveTo>
                        <a:pt x="-1" y="-1"/>
                      </a:moveTo>
                      <a:lnTo>
                        <a:pt x="664012" y="-1"/>
                      </a:lnTo>
                      <a:lnTo>
                        <a:pt x="664012" y="178299"/>
                      </a:lnTo>
                      <a:lnTo>
                        <a:pt x="-1" y="178299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425" name="图形 326">
                <a:extLst>
                  <a:ext uri="{FF2B5EF4-FFF2-40B4-BE49-F238E27FC236}">
                    <a16:creationId xmlns:a16="http://schemas.microsoft.com/office/drawing/2014/main" id="{B0C7A144-0783-C293-9FD6-3D1D323FEB06}"/>
                  </a:ext>
                </a:extLst>
              </p:cNvPr>
              <p:cNvGrpSpPr/>
              <p:nvPr/>
            </p:nvGrpSpPr>
            <p:grpSpPr>
              <a:xfrm>
                <a:off x="1682286" y="3266070"/>
                <a:ext cx="129113" cy="178299"/>
                <a:chOff x="1682286" y="3266070"/>
                <a:chExt cx="129113" cy="178299"/>
              </a:xfrm>
              <a:solidFill>
                <a:srgbClr val="FFFFFF"/>
              </a:solidFill>
            </p:grpSpPr>
            <p:sp>
              <p:nvSpPr>
                <p:cNvPr id="426" name="任意多边形: 形状 425">
                  <a:extLst>
                    <a:ext uri="{FF2B5EF4-FFF2-40B4-BE49-F238E27FC236}">
                      <a16:creationId xmlns:a16="http://schemas.microsoft.com/office/drawing/2014/main" id="{29A53496-AEC1-53DB-9CE7-91B29AE5BA85}"/>
                    </a:ext>
                  </a:extLst>
                </p:cNvPr>
                <p:cNvSpPr/>
                <p:nvPr/>
              </p:nvSpPr>
              <p:spPr>
                <a:xfrm>
                  <a:off x="1682286" y="3278367"/>
                  <a:ext cx="129113" cy="129113"/>
                </a:xfrm>
                <a:custGeom>
                  <a:avLst/>
                  <a:gdLst>
                    <a:gd name="connsiteX0" fmla="*/ 129113 w 129113"/>
                    <a:gd name="connsiteY0" fmla="*/ 64557 h 129113"/>
                    <a:gd name="connsiteX1" fmla="*/ 64557 w 129113"/>
                    <a:gd name="connsiteY1" fmla="*/ 129113 h 129113"/>
                    <a:gd name="connsiteX2" fmla="*/ 0 w 129113"/>
                    <a:gd name="connsiteY2" fmla="*/ 64557 h 129113"/>
                    <a:gd name="connsiteX3" fmla="*/ 64557 w 129113"/>
                    <a:gd name="connsiteY3" fmla="*/ 0 h 129113"/>
                    <a:gd name="connsiteX4" fmla="*/ 129113 w 129113"/>
                    <a:gd name="connsiteY4" fmla="*/ 64557 h 1291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9113" h="129113">
                      <a:moveTo>
                        <a:pt x="129113" y="64557"/>
                      </a:moveTo>
                      <a:cubicBezTo>
                        <a:pt x="129113" y="100210"/>
                        <a:pt x="100210" y="129113"/>
                        <a:pt x="64557" y="129113"/>
                      </a:cubicBezTo>
                      <a:cubicBezTo>
                        <a:pt x="28903" y="129113"/>
                        <a:pt x="0" y="100210"/>
                        <a:pt x="0" y="64557"/>
                      </a:cubicBezTo>
                      <a:cubicBezTo>
                        <a:pt x="0" y="28903"/>
                        <a:pt x="28903" y="0"/>
                        <a:pt x="64557" y="0"/>
                      </a:cubicBezTo>
                      <a:cubicBezTo>
                        <a:pt x="100210" y="0"/>
                        <a:pt x="129113" y="28903"/>
                        <a:pt x="129113" y="6455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6148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427" name="图片 426">
                  <a:extLst>
                    <a:ext uri="{FF2B5EF4-FFF2-40B4-BE49-F238E27FC236}">
                      <a16:creationId xmlns:a16="http://schemas.microsoft.com/office/drawing/2014/main" id="{6B2C7F17-3376-5019-6D97-CAF75686DE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87697" y="3266070"/>
                  <a:ext cx="116816" cy="178299"/>
                </a:xfrm>
                <a:custGeom>
                  <a:avLst/>
                  <a:gdLst>
                    <a:gd name="connsiteX0" fmla="*/ -1 w 116816"/>
                    <a:gd name="connsiteY0" fmla="*/ -1 h 178299"/>
                    <a:gd name="connsiteX1" fmla="*/ 116816 w 116816"/>
                    <a:gd name="connsiteY1" fmla="*/ -1 h 178299"/>
                    <a:gd name="connsiteX2" fmla="*/ 116816 w 116816"/>
                    <a:gd name="connsiteY2" fmla="*/ 178299 h 178299"/>
                    <a:gd name="connsiteX3" fmla="*/ -1 w 116816"/>
                    <a:gd name="connsiteY3" fmla="*/ 178299 h 178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816" h="178299">
                      <a:moveTo>
                        <a:pt x="-1" y="-1"/>
                      </a:moveTo>
                      <a:lnTo>
                        <a:pt x="116816" y="-1"/>
                      </a:lnTo>
                      <a:lnTo>
                        <a:pt x="116816" y="178299"/>
                      </a:lnTo>
                      <a:lnTo>
                        <a:pt x="-1" y="178299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428" name="图形 326">
              <a:extLst>
                <a:ext uri="{FF2B5EF4-FFF2-40B4-BE49-F238E27FC236}">
                  <a16:creationId xmlns:a16="http://schemas.microsoft.com/office/drawing/2014/main" id="{610BC37E-4F01-AD2E-AD15-9A0FFD1C4046}"/>
                </a:ext>
              </a:extLst>
            </p:cNvPr>
            <p:cNvGrpSpPr/>
            <p:nvPr/>
          </p:nvGrpSpPr>
          <p:grpSpPr>
            <a:xfrm>
              <a:off x="467267" y="3325216"/>
              <a:ext cx="424229" cy="43037"/>
              <a:chOff x="467267" y="3325216"/>
              <a:chExt cx="424229" cy="43037"/>
            </a:xfrm>
          </p:grpSpPr>
          <p:sp>
            <p:nvSpPr>
              <p:cNvPr id="429" name="任意多边形: 形状 428">
                <a:extLst>
                  <a:ext uri="{FF2B5EF4-FFF2-40B4-BE49-F238E27FC236}">
                    <a16:creationId xmlns:a16="http://schemas.microsoft.com/office/drawing/2014/main" id="{8ECA569D-3CE1-AA69-9C26-48870D5DBB70}"/>
                  </a:ext>
                </a:extLst>
              </p:cNvPr>
              <p:cNvSpPr/>
              <p:nvPr/>
            </p:nvSpPr>
            <p:spPr>
              <a:xfrm>
                <a:off x="467267" y="3346551"/>
                <a:ext cx="391951" cy="5594"/>
              </a:xfrm>
              <a:custGeom>
                <a:avLst/>
                <a:gdLst>
                  <a:gd name="connsiteX0" fmla="*/ 0 w 391951"/>
                  <a:gd name="connsiteY0" fmla="*/ 5595 h 5594"/>
                  <a:gd name="connsiteX1" fmla="*/ 391952 w 391951"/>
                  <a:gd name="connsiteY1" fmla="*/ 0 h 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1951" h="5594">
                    <a:moveTo>
                      <a:pt x="0" y="5595"/>
                    </a:moveTo>
                    <a:lnTo>
                      <a:pt x="391952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0" name="任意多边形: 形状 429">
                <a:extLst>
                  <a:ext uri="{FF2B5EF4-FFF2-40B4-BE49-F238E27FC236}">
                    <a16:creationId xmlns:a16="http://schemas.microsoft.com/office/drawing/2014/main" id="{C3B321D3-5819-CE46-C3DC-1E2378AA5251}"/>
                  </a:ext>
                </a:extLst>
              </p:cNvPr>
              <p:cNvSpPr/>
              <p:nvPr/>
            </p:nvSpPr>
            <p:spPr>
              <a:xfrm>
                <a:off x="848152" y="3325216"/>
                <a:ext cx="43345" cy="43037"/>
              </a:xfrm>
              <a:custGeom>
                <a:avLst/>
                <a:gdLst>
                  <a:gd name="connsiteX0" fmla="*/ 43345 w 43345"/>
                  <a:gd name="connsiteY0" fmla="*/ 20904 h 43037"/>
                  <a:gd name="connsiteX1" fmla="*/ 615 w 43345"/>
                  <a:gd name="connsiteY1" fmla="*/ 43038 h 43037"/>
                  <a:gd name="connsiteX2" fmla="*/ 11067 w 43345"/>
                  <a:gd name="connsiteY2" fmla="*/ 21334 h 43037"/>
                  <a:gd name="connsiteX3" fmla="*/ 0 w 43345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345" h="43037">
                    <a:moveTo>
                      <a:pt x="43345" y="20904"/>
                    </a:moveTo>
                    <a:lnTo>
                      <a:pt x="615" y="43038"/>
                    </a:lnTo>
                    <a:lnTo>
                      <a:pt x="11067" y="213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31" name="图形 326">
              <a:extLst>
                <a:ext uri="{FF2B5EF4-FFF2-40B4-BE49-F238E27FC236}">
                  <a16:creationId xmlns:a16="http://schemas.microsoft.com/office/drawing/2014/main" id="{57697DFD-7E11-51D8-96B0-B3A0374B5B63}"/>
                </a:ext>
              </a:extLst>
            </p:cNvPr>
            <p:cNvGrpSpPr/>
            <p:nvPr/>
          </p:nvGrpSpPr>
          <p:grpSpPr>
            <a:xfrm>
              <a:off x="467267" y="3017066"/>
              <a:ext cx="424229" cy="335080"/>
              <a:chOff x="467267" y="3017066"/>
              <a:chExt cx="424229" cy="335080"/>
            </a:xfrm>
          </p:grpSpPr>
          <p:sp>
            <p:nvSpPr>
              <p:cNvPr id="432" name="任意多边形: 形状 431">
                <a:extLst>
                  <a:ext uri="{FF2B5EF4-FFF2-40B4-BE49-F238E27FC236}">
                    <a16:creationId xmlns:a16="http://schemas.microsoft.com/office/drawing/2014/main" id="{532B2CF8-DC51-8336-86AE-D45543B40C17}"/>
                  </a:ext>
                </a:extLst>
              </p:cNvPr>
              <p:cNvSpPr/>
              <p:nvPr/>
            </p:nvSpPr>
            <p:spPr>
              <a:xfrm>
                <a:off x="467267" y="3038584"/>
                <a:ext cx="391951" cy="313561"/>
              </a:xfrm>
              <a:custGeom>
                <a:avLst/>
                <a:gdLst>
                  <a:gd name="connsiteX0" fmla="*/ 0 w 391951"/>
                  <a:gd name="connsiteY0" fmla="*/ 313561 h 313561"/>
                  <a:gd name="connsiteX1" fmla="*/ 56871 w 391951"/>
                  <a:gd name="connsiteY1" fmla="*/ 304339 h 313561"/>
                  <a:gd name="connsiteX2" fmla="*/ 113743 w 391951"/>
                  <a:gd name="connsiteY2" fmla="*/ 233634 h 313561"/>
                  <a:gd name="connsiteX3" fmla="*/ 113743 w 391951"/>
                  <a:gd name="connsiteY3" fmla="*/ 61483 h 313561"/>
                  <a:gd name="connsiteX4" fmla="*/ 175225 w 391951"/>
                  <a:gd name="connsiteY4" fmla="*/ 0 h 313561"/>
                  <a:gd name="connsiteX5" fmla="*/ 391952 w 391951"/>
                  <a:gd name="connsiteY5" fmla="*/ 0 h 313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1951" h="313561">
                    <a:moveTo>
                      <a:pt x="0" y="313561"/>
                    </a:moveTo>
                    <a:lnTo>
                      <a:pt x="56871" y="304339"/>
                    </a:lnTo>
                    <a:cubicBezTo>
                      <a:pt x="94786" y="298191"/>
                      <a:pt x="113743" y="274622"/>
                      <a:pt x="113743" y="233634"/>
                    </a:cubicBezTo>
                    <a:lnTo>
                      <a:pt x="113743" y="61483"/>
                    </a:lnTo>
                    <a:cubicBezTo>
                      <a:pt x="113743" y="20494"/>
                      <a:pt x="134237" y="0"/>
                      <a:pt x="175225" y="0"/>
                    </a:cubicBezTo>
                    <a:lnTo>
                      <a:pt x="391952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3" name="任意多边形: 形状 432">
                <a:extLst>
                  <a:ext uri="{FF2B5EF4-FFF2-40B4-BE49-F238E27FC236}">
                    <a16:creationId xmlns:a16="http://schemas.microsoft.com/office/drawing/2014/main" id="{271F09FB-E954-4D5E-9CA9-241118C58BF6}"/>
                  </a:ext>
                </a:extLst>
              </p:cNvPr>
              <p:cNvSpPr/>
              <p:nvPr/>
            </p:nvSpPr>
            <p:spPr>
              <a:xfrm>
                <a:off x="848459" y="3017066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34" name="图形 326">
              <a:extLst>
                <a:ext uri="{FF2B5EF4-FFF2-40B4-BE49-F238E27FC236}">
                  <a16:creationId xmlns:a16="http://schemas.microsoft.com/office/drawing/2014/main" id="{38800C8E-28DF-DF36-05E6-E924137981F2}"/>
                </a:ext>
              </a:extLst>
            </p:cNvPr>
            <p:cNvGrpSpPr/>
            <p:nvPr/>
          </p:nvGrpSpPr>
          <p:grpSpPr>
            <a:xfrm>
              <a:off x="467267" y="3352146"/>
              <a:ext cx="424229" cy="322783"/>
              <a:chOff x="467267" y="3352146"/>
              <a:chExt cx="424229" cy="322783"/>
            </a:xfrm>
          </p:grpSpPr>
          <p:sp>
            <p:nvSpPr>
              <p:cNvPr id="435" name="任意多边形: 形状 434">
                <a:extLst>
                  <a:ext uri="{FF2B5EF4-FFF2-40B4-BE49-F238E27FC236}">
                    <a16:creationId xmlns:a16="http://schemas.microsoft.com/office/drawing/2014/main" id="{E9D5C97B-9B16-EA96-51D7-984F76CC850B}"/>
                  </a:ext>
                </a:extLst>
              </p:cNvPr>
              <p:cNvSpPr/>
              <p:nvPr/>
            </p:nvSpPr>
            <p:spPr>
              <a:xfrm>
                <a:off x="467267" y="3352146"/>
                <a:ext cx="391951" cy="301264"/>
              </a:xfrm>
              <a:custGeom>
                <a:avLst/>
                <a:gdLst>
                  <a:gd name="connsiteX0" fmla="*/ 0 w 391951"/>
                  <a:gd name="connsiteY0" fmla="*/ 0 h 301264"/>
                  <a:gd name="connsiteX1" fmla="*/ 56871 w 391951"/>
                  <a:gd name="connsiteY1" fmla="*/ 21519 h 301264"/>
                  <a:gd name="connsiteX2" fmla="*/ 113743 w 391951"/>
                  <a:gd name="connsiteY2" fmla="*/ 104520 h 301264"/>
                  <a:gd name="connsiteX3" fmla="*/ 113743 w 391951"/>
                  <a:gd name="connsiteY3" fmla="*/ 239782 h 301264"/>
                  <a:gd name="connsiteX4" fmla="*/ 175225 w 391951"/>
                  <a:gd name="connsiteY4" fmla="*/ 301265 h 301264"/>
                  <a:gd name="connsiteX5" fmla="*/ 391952 w 391951"/>
                  <a:gd name="connsiteY5" fmla="*/ 301265 h 301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1951" h="301264">
                    <a:moveTo>
                      <a:pt x="0" y="0"/>
                    </a:moveTo>
                    <a:lnTo>
                      <a:pt x="56871" y="21519"/>
                    </a:lnTo>
                    <a:cubicBezTo>
                      <a:pt x="94786" y="35865"/>
                      <a:pt x="113743" y="63532"/>
                      <a:pt x="113743" y="104520"/>
                    </a:cubicBezTo>
                    <a:lnTo>
                      <a:pt x="113743" y="239782"/>
                    </a:lnTo>
                    <a:cubicBezTo>
                      <a:pt x="113743" y="280771"/>
                      <a:pt x="134237" y="301265"/>
                      <a:pt x="175225" y="301265"/>
                    </a:cubicBezTo>
                    <a:lnTo>
                      <a:pt x="391952" y="301265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6" name="任意多边形: 形状 435">
                <a:extLst>
                  <a:ext uri="{FF2B5EF4-FFF2-40B4-BE49-F238E27FC236}">
                    <a16:creationId xmlns:a16="http://schemas.microsoft.com/office/drawing/2014/main" id="{AD1572CD-9470-0BC3-810D-DA1BC49A3B90}"/>
                  </a:ext>
                </a:extLst>
              </p:cNvPr>
              <p:cNvSpPr/>
              <p:nvPr/>
            </p:nvSpPr>
            <p:spPr>
              <a:xfrm>
                <a:off x="848459" y="3631892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37" name="任意多边形: 形状 436">
              <a:extLst>
                <a:ext uri="{FF2B5EF4-FFF2-40B4-BE49-F238E27FC236}">
                  <a16:creationId xmlns:a16="http://schemas.microsoft.com/office/drawing/2014/main" id="{EFD94A44-EAE4-E4C6-8F35-1862C3C420F1}"/>
                </a:ext>
              </a:extLst>
            </p:cNvPr>
            <p:cNvSpPr/>
            <p:nvPr/>
          </p:nvSpPr>
          <p:spPr>
            <a:xfrm>
              <a:off x="51747" y="3151815"/>
              <a:ext cx="394513" cy="394513"/>
            </a:xfrm>
            <a:custGeom>
              <a:avLst/>
              <a:gdLst>
                <a:gd name="connsiteX0" fmla="*/ 322312 w 394513"/>
                <a:gd name="connsiteY0" fmla="*/ 241152 h 394513"/>
                <a:gd name="connsiteX1" fmla="*/ 358177 w 394513"/>
                <a:gd name="connsiteY1" fmla="*/ 206183 h 394513"/>
                <a:gd name="connsiteX2" fmla="*/ 394042 w 394513"/>
                <a:gd name="connsiteY2" fmla="*/ 242048 h 394513"/>
                <a:gd name="connsiteX3" fmla="*/ 358177 w 394513"/>
                <a:gd name="connsiteY3" fmla="*/ 277913 h 394513"/>
                <a:gd name="connsiteX4" fmla="*/ 326795 w 394513"/>
                <a:gd name="connsiteY4" fmla="*/ 259084 h 394513"/>
                <a:gd name="connsiteX5" fmla="*/ 279274 w 394513"/>
                <a:gd name="connsiteY5" fmla="*/ 259084 h 394513"/>
                <a:gd name="connsiteX6" fmla="*/ 270308 w 394513"/>
                <a:gd name="connsiteY6" fmla="*/ 252808 h 394513"/>
                <a:gd name="connsiteX7" fmla="*/ 229960 w 394513"/>
                <a:gd name="connsiteY7" fmla="*/ 98589 h 394513"/>
                <a:gd name="connsiteX8" fmla="*/ 170783 w 394513"/>
                <a:gd name="connsiteY8" fmla="*/ 325434 h 394513"/>
                <a:gd name="connsiteX9" fmla="*/ 153747 w 394513"/>
                <a:gd name="connsiteY9" fmla="*/ 326331 h 394513"/>
                <a:gd name="connsiteX10" fmla="*/ 110710 w 394513"/>
                <a:gd name="connsiteY10" fmla="*/ 191837 h 394513"/>
                <a:gd name="connsiteX11" fmla="*/ 79328 w 394513"/>
                <a:gd name="connsiteY11" fmla="*/ 255498 h 394513"/>
                <a:gd name="connsiteX12" fmla="*/ 71258 w 394513"/>
                <a:gd name="connsiteY12" fmla="*/ 260877 h 394513"/>
                <a:gd name="connsiteX13" fmla="*/ 35393 w 394513"/>
                <a:gd name="connsiteY13" fmla="*/ 260877 h 394513"/>
                <a:gd name="connsiteX14" fmla="*/ 26427 w 394513"/>
                <a:gd name="connsiteY14" fmla="*/ 251911 h 394513"/>
                <a:gd name="connsiteX15" fmla="*/ 35393 w 394513"/>
                <a:gd name="connsiteY15" fmla="*/ 242945 h 394513"/>
                <a:gd name="connsiteX16" fmla="*/ 64982 w 394513"/>
                <a:gd name="connsiteY16" fmla="*/ 242945 h 394513"/>
                <a:gd name="connsiteX17" fmla="*/ 103537 w 394513"/>
                <a:gd name="connsiteY17" fmla="*/ 164939 h 394513"/>
                <a:gd name="connsiteX18" fmla="*/ 119676 w 394513"/>
                <a:gd name="connsiteY18" fmla="*/ 165835 h 394513"/>
                <a:gd name="connsiteX19" fmla="*/ 160920 w 394513"/>
                <a:gd name="connsiteY19" fmla="*/ 290466 h 394513"/>
                <a:gd name="connsiteX20" fmla="*/ 220994 w 394513"/>
                <a:gd name="connsiteY20" fmla="*/ 60034 h 394513"/>
                <a:gd name="connsiteX21" fmla="*/ 238030 w 394513"/>
                <a:gd name="connsiteY21" fmla="*/ 60034 h 394513"/>
                <a:gd name="connsiteX22" fmla="*/ 285551 w 394513"/>
                <a:gd name="connsiteY22" fmla="*/ 241152 h 394513"/>
                <a:gd name="connsiteX23" fmla="*/ 322312 w 394513"/>
                <a:gd name="connsiteY23" fmla="*/ 241152 h 394513"/>
                <a:gd name="connsiteX24" fmla="*/ 358177 w 394513"/>
                <a:gd name="connsiteY24" fmla="*/ 259981 h 394513"/>
                <a:gd name="connsiteX25" fmla="*/ 376109 w 394513"/>
                <a:gd name="connsiteY25" fmla="*/ 242048 h 394513"/>
                <a:gd name="connsiteX26" fmla="*/ 358177 w 394513"/>
                <a:gd name="connsiteY26" fmla="*/ 224116 h 394513"/>
                <a:gd name="connsiteX27" fmla="*/ 340245 w 394513"/>
                <a:gd name="connsiteY27" fmla="*/ 242048 h 394513"/>
                <a:gd name="connsiteX28" fmla="*/ 358177 w 394513"/>
                <a:gd name="connsiteY28" fmla="*/ 259981 h 394513"/>
                <a:gd name="connsiteX29" fmla="*/ 17461 w 394513"/>
                <a:gd name="connsiteY29" fmla="*/ 376541 h 394513"/>
                <a:gd name="connsiteX30" fmla="*/ 385076 w 394513"/>
                <a:gd name="connsiteY30" fmla="*/ 376541 h 394513"/>
                <a:gd name="connsiteX31" fmla="*/ 394042 w 394513"/>
                <a:gd name="connsiteY31" fmla="*/ 385508 h 394513"/>
                <a:gd name="connsiteX32" fmla="*/ 385076 w 394513"/>
                <a:gd name="connsiteY32" fmla="*/ 394474 h 394513"/>
                <a:gd name="connsiteX33" fmla="*/ 8495 w 394513"/>
                <a:gd name="connsiteY33" fmla="*/ 394474 h 394513"/>
                <a:gd name="connsiteX34" fmla="*/ -472 w 394513"/>
                <a:gd name="connsiteY34" fmla="*/ 385508 h 394513"/>
                <a:gd name="connsiteX35" fmla="*/ -472 w 394513"/>
                <a:gd name="connsiteY35" fmla="*/ 8927 h 394513"/>
                <a:gd name="connsiteX36" fmla="*/ 8495 w 394513"/>
                <a:gd name="connsiteY36" fmla="*/ -39 h 394513"/>
                <a:gd name="connsiteX37" fmla="*/ 17461 w 394513"/>
                <a:gd name="connsiteY37" fmla="*/ 8927 h 394513"/>
                <a:gd name="connsiteX38" fmla="*/ 17461 w 394513"/>
                <a:gd name="connsiteY38" fmla="*/ 376541 h 39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94513" h="394513">
                  <a:moveTo>
                    <a:pt x="322312" y="241152"/>
                  </a:moveTo>
                  <a:cubicBezTo>
                    <a:pt x="322312" y="221426"/>
                    <a:pt x="338451" y="206183"/>
                    <a:pt x="358177" y="206183"/>
                  </a:cubicBezTo>
                  <a:cubicBezTo>
                    <a:pt x="377903" y="206183"/>
                    <a:pt x="394042" y="222323"/>
                    <a:pt x="394042" y="242048"/>
                  </a:cubicBezTo>
                  <a:cubicBezTo>
                    <a:pt x="394042" y="261774"/>
                    <a:pt x="377903" y="277913"/>
                    <a:pt x="358177" y="277913"/>
                  </a:cubicBezTo>
                  <a:cubicBezTo>
                    <a:pt x="344728" y="277913"/>
                    <a:pt x="333072" y="270740"/>
                    <a:pt x="326795" y="259084"/>
                  </a:cubicBezTo>
                  <a:lnTo>
                    <a:pt x="279274" y="259084"/>
                  </a:lnTo>
                  <a:cubicBezTo>
                    <a:pt x="274791" y="259084"/>
                    <a:pt x="271205" y="256394"/>
                    <a:pt x="270308" y="252808"/>
                  </a:cubicBezTo>
                  <a:lnTo>
                    <a:pt x="229960" y="98589"/>
                  </a:lnTo>
                  <a:lnTo>
                    <a:pt x="170783" y="325434"/>
                  </a:lnTo>
                  <a:cubicBezTo>
                    <a:pt x="168093" y="334400"/>
                    <a:pt x="156437" y="334400"/>
                    <a:pt x="153747" y="326331"/>
                  </a:cubicBezTo>
                  <a:lnTo>
                    <a:pt x="110710" y="191837"/>
                  </a:lnTo>
                  <a:lnTo>
                    <a:pt x="79328" y="255498"/>
                  </a:lnTo>
                  <a:cubicBezTo>
                    <a:pt x="77535" y="258187"/>
                    <a:pt x="74845" y="260877"/>
                    <a:pt x="71258" y="260877"/>
                  </a:cubicBezTo>
                  <a:lnTo>
                    <a:pt x="35393" y="260877"/>
                  </a:lnTo>
                  <a:cubicBezTo>
                    <a:pt x="30014" y="260877"/>
                    <a:pt x="26427" y="257291"/>
                    <a:pt x="26427" y="251911"/>
                  </a:cubicBezTo>
                  <a:cubicBezTo>
                    <a:pt x="26427" y="246531"/>
                    <a:pt x="30014" y="242945"/>
                    <a:pt x="35393" y="242945"/>
                  </a:cubicBezTo>
                  <a:lnTo>
                    <a:pt x="64982" y="242945"/>
                  </a:lnTo>
                  <a:lnTo>
                    <a:pt x="103537" y="164939"/>
                  </a:lnTo>
                  <a:cubicBezTo>
                    <a:pt x="107123" y="157766"/>
                    <a:pt x="117883" y="158662"/>
                    <a:pt x="119676" y="165835"/>
                  </a:cubicBezTo>
                  <a:lnTo>
                    <a:pt x="160920" y="290466"/>
                  </a:lnTo>
                  <a:lnTo>
                    <a:pt x="220994" y="60034"/>
                  </a:lnTo>
                  <a:cubicBezTo>
                    <a:pt x="223684" y="51068"/>
                    <a:pt x="236237" y="51068"/>
                    <a:pt x="238030" y="60034"/>
                  </a:cubicBezTo>
                  <a:lnTo>
                    <a:pt x="285551" y="241152"/>
                  </a:lnTo>
                  <a:lnTo>
                    <a:pt x="322312" y="241152"/>
                  </a:lnTo>
                  <a:close/>
                  <a:moveTo>
                    <a:pt x="358177" y="259981"/>
                  </a:moveTo>
                  <a:cubicBezTo>
                    <a:pt x="368040" y="259981"/>
                    <a:pt x="376109" y="251911"/>
                    <a:pt x="376109" y="242048"/>
                  </a:cubicBezTo>
                  <a:cubicBezTo>
                    <a:pt x="376109" y="232185"/>
                    <a:pt x="368040" y="224116"/>
                    <a:pt x="358177" y="224116"/>
                  </a:cubicBezTo>
                  <a:cubicBezTo>
                    <a:pt x="348314" y="224116"/>
                    <a:pt x="340245" y="232185"/>
                    <a:pt x="340245" y="242048"/>
                  </a:cubicBezTo>
                  <a:cubicBezTo>
                    <a:pt x="340245" y="251911"/>
                    <a:pt x="348314" y="259981"/>
                    <a:pt x="358177" y="259981"/>
                  </a:cubicBezTo>
                  <a:close/>
                  <a:moveTo>
                    <a:pt x="17461" y="376541"/>
                  </a:moveTo>
                  <a:lnTo>
                    <a:pt x="385076" y="376541"/>
                  </a:lnTo>
                  <a:cubicBezTo>
                    <a:pt x="390455" y="376541"/>
                    <a:pt x="394042" y="380128"/>
                    <a:pt x="394042" y="385508"/>
                  </a:cubicBezTo>
                  <a:cubicBezTo>
                    <a:pt x="394042" y="390887"/>
                    <a:pt x="390455" y="394474"/>
                    <a:pt x="385076" y="394474"/>
                  </a:cubicBezTo>
                  <a:lnTo>
                    <a:pt x="8495" y="394474"/>
                  </a:lnTo>
                  <a:cubicBezTo>
                    <a:pt x="3115" y="394474"/>
                    <a:pt x="-472" y="390887"/>
                    <a:pt x="-472" y="385508"/>
                  </a:cubicBezTo>
                  <a:lnTo>
                    <a:pt x="-472" y="8927"/>
                  </a:lnTo>
                  <a:cubicBezTo>
                    <a:pt x="-472" y="3547"/>
                    <a:pt x="3115" y="-39"/>
                    <a:pt x="8495" y="-39"/>
                  </a:cubicBezTo>
                  <a:cubicBezTo>
                    <a:pt x="13874" y="-39"/>
                    <a:pt x="17461" y="3547"/>
                    <a:pt x="17461" y="8927"/>
                  </a:cubicBezTo>
                  <a:lnTo>
                    <a:pt x="17461" y="376541"/>
                  </a:lnTo>
                  <a:close/>
                </a:path>
              </a:pathLst>
            </a:custGeom>
            <a:solidFill>
              <a:srgbClr val="2C2C2C"/>
            </a:solidFill>
            <a:ln w="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38" name="图形 326">
              <a:extLst>
                <a:ext uri="{FF2B5EF4-FFF2-40B4-BE49-F238E27FC236}">
                  <a16:creationId xmlns:a16="http://schemas.microsoft.com/office/drawing/2014/main" id="{E0712BAE-8ACA-09FE-EA2F-72A809A65200}"/>
                </a:ext>
              </a:extLst>
            </p:cNvPr>
            <p:cNvGrpSpPr/>
            <p:nvPr/>
          </p:nvGrpSpPr>
          <p:grpSpPr>
            <a:xfrm>
              <a:off x="6071406" y="3317101"/>
              <a:ext cx="325120" cy="43037"/>
              <a:chOff x="6071406" y="3317101"/>
              <a:chExt cx="325120" cy="43037"/>
            </a:xfrm>
          </p:grpSpPr>
          <p:sp>
            <p:nvSpPr>
              <p:cNvPr id="439" name="任意多边形: 形状 438">
                <a:extLst>
                  <a:ext uri="{FF2B5EF4-FFF2-40B4-BE49-F238E27FC236}">
                    <a16:creationId xmlns:a16="http://schemas.microsoft.com/office/drawing/2014/main" id="{B694A4CA-F3FB-8D43-2B86-052F177149B2}"/>
                  </a:ext>
                </a:extLst>
              </p:cNvPr>
              <p:cNvSpPr/>
              <p:nvPr/>
            </p:nvSpPr>
            <p:spPr>
              <a:xfrm>
                <a:off x="6071406" y="3335238"/>
                <a:ext cx="292841" cy="3627"/>
              </a:xfrm>
              <a:custGeom>
                <a:avLst/>
                <a:gdLst>
                  <a:gd name="connsiteX0" fmla="*/ 0 w 292841"/>
                  <a:gd name="connsiteY0" fmla="*/ 0 h 3627"/>
                  <a:gd name="connsiteX1" fmla="*/ 166003 w 292841"/>
                  <a:gd name="connsiteY1" fmla="*/ 492 h 3627"/>
                  <a:gd name="connsiteX2" fmla="*/ 292842 w 292841"/>
                  <a:gd name="connsiteY2" fmla="*/ 3627 h 3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2841" h="3627">
                    <a:moveTo>
                      <a:pt x="0" y="0"/>
                    </a:moveTo>
                    <a:lnTo>
                      <a:pt x="166003" y="492"/>
                    </a:lnTo>
                    <a:lnTo>
                      <a:pt x="292842" y="3627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0" name="任意多边形: 形状 439">
                <a:extLst>
                  <a:ext uri="{FF2B5EF4-FFF2-40B4-BE49-F238E27FC236}">
                    <a16:creationId xmlns:a16="http://schemas.microsoft.com/office/drawing/2014/main" id="{094DA591-3966-0444-5F2D-F240B66D0F23}"/>
                  </a:ext>
                </a:extLst>
              </p:cNvPr>
              <p:cNvSpPr/>
              <p:nvPr/>
            </p:nvSpPr>
            <p:spPr>
              <a:xfrm>
                <a:off x="6352997" y="3317101"/>
                <a:ext cx="43529" cy="43037"/>
              </a:xfrm>
              <a:custGeom>
                <a:avLst/>
                <a:gdLst>
                  <a:gd name="connsiteX0" fmla="*/ 43529 w 43529"/>
                  <a:gd name="connsiteY0" fmla="*/ 22564 h 43037"/>
                  <a:gd name="connsiteX1" fmla="*/ 0 w 43529"/>
                  <a:gd name="connsiteY1" fmla="*/ 43038 h 43037"/>
                  <a:gd name="connsiteX2" fmla="*/ 11251 w 43529"/>
                  <a:gd name="connsiteY2" fmla="*/ 21765 h 43037"/>
                  <a:gd name="connsiteX3" fmla="*/ 1045 w 43529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529" h="43037">
                    <a:moveTo>
                      <a:pt x="43529" y="22564"/>
                    </a:moveTo>
                    <a:lnTo>
                      <a:pt x="0" y="43038"/>
                    </a:lnTo>
                    <a:lnTo>
                      <a:pt x="11251" y="21765"/>
                    </a:lnTo>
                    <a:lnTo>
                      <a:pt x="1045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41" name="图形 326">
              <a:extLst>
                <a:ext uri="{FF2B5EF4-FFF2-40B4-BE49-F238E27FC236}">
                  <a16:creationId xmlns:a16="http://schemas.microsoft.com/office/drawing/2014/main" id="{7A38102D-8926-EFDF-40E0-7DBF9EFC10D8}"/>
                </a:ext>
              </a:extLst>
            </p:cNvPr>
            <p:cNvGrpSpPr/>
            <p:nvPr/>
          </p:nvGrpSpPr>
          <p:grpSpPr>
            <a:xfrm>
              <a:off x="3501434" y="3322696"/>
              <a:ext cx="146882" cy="42792"/>
              <a:chOff x="3501434" y="3322696"/>
              <a:chExt cx="146882" cy="42792"/>
            </a:xfrm>
          </p:grpSpPr>
          <p:sp>
            <p:nvSpPr>
              <p:cNvPr id="442" name="任意多边形: 形状 441">
                <a:extLst>
                  <a:ext uri="{FF2B5EF4-FFF2-40B4-BE49-F238E27FC236}">
                    <a16:creationId xmlns:a16="http://schemas.microsoft.com/office/drawing/2014/main" id="{AC6F4DB6-DC7A-93A1-1B5D-53E10EC084D7}"/>
                  </a:ext>
                </a:extLst>
              </p:cNvPr>
              <p:cNvSpPr/>
              <p:nvPr/>
            </p:nvSpPr>
            <p:spPr>
              <a:xfrm>
                <a:off x="3501434" y="3345198"/>
                <a:ext cx="122965" cy="799"/>
              </a:xfrm>
              <a:custGeom>
                <a:avLst/>
                <a:gdLst>
                  <a:gd name="connsiteX0" fmla="*/ 0 w 122965"/>
                  <a:gd name="connsiteY0" fmla="*/ 799 h 799"/>
                  <a:gd name="connsiteX1" fmla="*/ 122965 w 122965"/>
                  <a:gd name="connsiteY1" fmla="*/ 799 h 799"/>
                  <a:gd name="connsiteX2" fmla="*/ 114726 w 122965"/>
                  <a:gd name="connsiteY2" fmla="*/ 0 h 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2965" h="799">
                    <a:moveTo>
                      <a:pt x="0" y="799"/>
                    </a:moveTo>
                    <a:lnTo>
                      <a:pt x="122965" y="799"/>
                    </a:lnTo>
                    <a:lnTo>
                      <a:pt x="114726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3" name="任意多边形: 形状 442">
                <a:extLst>
                  <a:ext uri="{FF2B5EF4-FFF2-40B4-BE49-F238E27FC236}">
                    <a16:creationId xmlns:a16="http://schemas.microsoft.com/office/drawing/2014/main" id="{90088C86-539B-BA8D-0B3C-47CC557AE5F5}"/>
                  </a:ext>
                </a:extLst>
              </p:cNvPr>
              <p:cNvSpPr/>
              <p:nvPr/>
            </p:nvSpPr>
            <p:spPr>
              <a:xfrm>
                <a:off x="3603310" y="3322696"/>
                <a:ext cx="45005" cy="42792"/>
              </a:xfrm>
              <a:custGeom>
                <a:avLst/>
                <a:gdLst>
                  <a:gd name="connsiteX0" fmla="*/ 45005 w 45005"/>
                  <a:gd name="connsiteY0" fmla="*/ 25700 h 42792"/>
                  <a:gd name="connsiteX1" fmla="*/ 0 w 45005"/>
                  <a:gd name="connsiteY1" fmla="*/ 42792 h 42792"/>
                  <a:gd name="connsiteX2" fmla="*/ 12850 w 45005"/>
                  <a:gd name="connsiteY2" fmla="*/ 22503 h 42792"/>
                  <a:gd name="connsiteX3" fmla="*/ 4304 w 45005"/>
                  <a:gd name="connsiteY3" fmla="*/ 0 h 42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005" h="42792">
                    <a:moveTo>
                      <a:pt x="45005" y="25700"/>
                    </a:moveTo>
                    <a:lnTo>
                      <a:pt x="0" y="42792"/>
                    </a:lnTo>
                    <a:lnTo>
                      <a:pt x="12850" y="22503"/>
                    </a:lnTo>
                    <a:lnTo>
                      <a:pt x="43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44" name="图形 326">
              <a:extLst>
                <a:ext uri="{FF2B5EF4-FFF2-40B4-BE49-F238E27FC236}">
                  <a16:creationId xmlns:a16="http://schemas.microsoft.com/office/drawing/2014/main" id="{6F56D0DA-B319-D07F-1E28-726CBFD23322}"/>
                </a:ext>
              </a:extLst>
            </p:cNvPr>
            <p:cNvGrpSpPr/>
            <p:nvPr/>
          </p:nvGrpSpPr>
          <p:grpSpPr>
            <a:xfrm>
              <a:off x="2825125" y="3192291"/>
              <a:ext cx="676308" cy="319709"/>
              <a:chOff x="2825125" y="3192291"/>
              <a:chExt cx="676308" cy="319709"/>
            </a:xfrm>
            <a:solidFill>
              <a:srgbClr val="6EA0BF"/>
            </a:solidFill>
          </p:grpSpPr>
          <p:sp>
            <p:nvSpPr>
              <p:cNvPr id="445" name="任意多边形: 形状 444">
                <a:extLst>
                  <a:ext uri="{FF2B5EF4-FFF2-40B4-BE49-F238E27FC236}">
                    <a16:creationId xmlns:a16="http://schemas.microsoft.com/office/drawing/2014/main" id="{7DB97265-76F1-13BE-140B-14C8D8DF7313}"/>
                  </a:ext>
                </a:extLst>
              </p:cNvPr>
              <p:cNvSpPr/>
              <p:nvPr/>
            </p:nvSpPr>
            <p:spPr>
              <a:xfrm rot="10800000" flipV="1">
                <a:off x="2825125" y="3192291"/>
                <a:ext cx="676308" cy="307413"/>
              </a:xfrm>
              <a:custGeom>
                <a:avLst/>
                <a:gdLst>
                  <a:gd name="connsiteX0" fmla="*/ 630197 w 676308"/>
                  <a:gd name="connsiteY0" fmla="*/ 0 h 307413"/>
                  <a:gd name="connsiteX1" fmla="*/ 676309 w 676308"/>
                  <a:gd name="connsiteY1" fmla="*/ 46112 h 307413"/>
                  <a:gd name="connsiteX2" fmla="*/ 676309 w 676308"/>
                  <a:gd name="connsiteY2" fmla="*/ 261301 h 307413"/>
                  <a:gd name="connsiteX3" fmla="*/ 630197 w 676308"/>
                  <a:gd name="connsiteY3" fmla="*/ 307413 h 307413"/>
                  <a:gd name="connsiteX4" fmla="*/ 46112 w 676308"/>
                  <a:gd name="connsiteY4" fmla="*/ 307413 h 307413"/>
                  <a:gd name="connsiteX5" fmla="*/ 0 w 676308"/>
                  <a:gd name="connsiteY5" fmla="*/ 261301 h 307413"/>
                  <a:gd name="connsiteX6" fmla="*/ 0 w 676308"/>
                  <a:gd name="connsiteY6" fmla="*/ 46112 h 307413"/>
                  <a:gd name="connsiteX7" fmla="*/ 46112 w 676308"/>
                  <a:gd name="connsiteY7" fmla="*/ 0 h 307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76308" h="307413">
                    <a:moveTo>
                      <a:pt x="630197" y="0"/>
                    </a:moveTo>
                    <a:cubicBezTo>
                      <a:pt x="655664" y="0"/>
                      <a:pt x="676309" y="20645"/>
                      <a:pt x="676309" y="46112"/>
                    </a:cubicBezTo>
                    <a:lnTo>
                      <a:pt x="676309" y="261301"/>
                    </a:lnTo>
                    <a:cubicBezTo>
                      <a:pt x="676309" y="286768"/>
                      <a:pt x="655664" y="307413"/>
                      <a:pt x="630197" y="307413"/>
                    </a:cubicBezTo>
                    <a:lnTo>
                      <a:pt x="46112" y="307413"/>
                    </a:lnTo>
                    <a:cubicBezTo>
                      <a:pt x="20645" y="307413"/>
                      <a:pt x="0" y="286768"/>
                      <a:pt x="0" y="261301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46" name="图片 445">
                <a:extLst>
                  <a:ext uri="{FF2B5EF4-FFF2-40B4-BE49-F238E27FC236}">
                    <a16:creationId xmlns:a16="http://schemas.microsoft.com/office/drawing/2014/main" id="{4510FD2B-5F6C-6F8C-E832-7B7764BD80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31273" y="3198439"/>
                <a:ext cx="664012" cy="313561"/>
              </a:xfrm>
              <a:custGeom>
                <a:avLst/>
                <a:gdLst>
                  <a:gd name="connsiteX0" fmla="*/ -1 w 664012"/>
                  <a:gd name="connsiteY0" fmla="*/ -1 h 313561"/>
                  <a:gd name="connsiteX1" fmla="*/ 664012 w 664012"/>
                  <a:gd name="connsiteY1" fmla="*/ -1 h 313561"/>
                  <a:gd name="connsiteX2" fmla="*/ 664012 w 664012"/>
                  <a:gd name="connsiteY2" fmla="*/ 313561 h 313561"/>
                  <a:gd name="connsiteX3" fmla="*/ -1 w 664012"/>
                  <a:gd name="connsiteY3" fmla="*/ 313561 h 313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012" h="313561">
                    <a:moveTo>
                      <a:pt x="-1" y="-1"/>
                    </a:moveTo>
                    <a:lnTo>
                      <a:pt x="664012" y="-1"/>
                    </a:lnTo>
                    <a:lnTo>
                      <a:pt x="664012" y="313561"/>
                    </a:lnTo>
                    <a:lnTo>
                      <a:pt x="-1" y="313561"/>
                    </a:lnTo>
                    <a:close/>
                  </a:path>
                </a:pathLst>
              </a:custGeom>
            </p:spPr>
          </p:pic>
        </p:grpSp>
        <p:grpSp>
          <p:nvGrpSpPr>
            <p:cNvPr id="447" name="图形 326">
              <a:extLst>
                <a:ext uri="{FF2B5EF4-FFF2-40B4-BE49-F238E27FC236}">
                  <a16:creationId xmlns:a16="http://schemas.microsoft.com/office/drawing/2014/main" id="{029F87C4-41E2-552A-7FE7-D107032DAF63}"/>
                </a:ext>
              </a:extLst>
            </p:cNvPr>
            <p:cNvGrpSpPr/>
            <p:nvPr/>
          </p:nvGrpSpPr>
          <p:grpSpPr>
            <a:xfrm>
              <a:off x="2583007" y="3324479"/>
              <a:ext cx="235232" cy="43037"/>
              <a:chOff x="2583007" y="3324479"/>
              <a:chExt cx="235232" cy="43037"/>
            </a:xfrm>
          </p:grpSpPr>
          <p:sp>
            <p:nvSpPr>
              <p:cNvPr id="448" name="任意多边形: 形状 447">
                <a:extLst>
                  <a:ext uri="{FF2B5EF4-FFF2-40B4-BE49-F238E27FC236}">
                    <a16:creationId xmlns:a16="http://schemas.microsoft.com/office/drawing/2014/main" id="{C3555B96-76F6-1E1F-6CE1-21031FAF8C9F}"/>
                  </a:ext>
                </a:extLst>
              </p:cNvPr>
              <p:cNvSpPr/>
              <p:nvPr/>
            </p:nvSpPr>
            <p:spPr>
              <a:xfrm>
                <a:off x="2583007" y="3345997"/>
                <a:ext cx="202954" cy="6148"/>
              </a:xfrm>
              <a:custGeom>
                <a:avLst/>
                <a:gdLst>
                  <a:gd name="connsiteX0" fmla="*/ 0 w 202954"/>
                  <a:gd name="connsiteY0" fmla="*/ 0 h 6148"/>
                  <a:gd name="connsiteX1" fmla="*/ 123273 w 202954"/>
                  <a:gd name="connsiteY1" fmla="*/ 0 h 6148"/>
                  <a:gd name="connsiteX2" fmla="*/ 202954 w 202954"/>
                  <a:gd name="connsiteY2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954" h="6148">
                    <a:moveTo>
                      <a:pt x="0" y="0"/>
                    </a:moveTo>
                    <a:lnTo>
                      <a:pt x="123273" y="0"/>
                    </a:lnTo>
                    <a:lnTo>
                      <a:pt x="202954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9" name="任意多边形: 形状 448">
                <a:extLst>
                  <a:ext uri="{FF2B5EF4-FFF2-40B4-BE49-F238E27FC236}">
                    <a16:creationId xmlns:a16="http://schemas.microsoft.com/office/drawing/2014/main" id="{EB57B298-3222-EFC2-C496-98367717FCDB}"/>
                  </a:ext>
                </a:extLst>
              </p:cNvPr>
              <p:cNvSpPr/>
              <p:nvPr/>
            </p:nvSpPr>
            <p:spPr>
              <a:xfrm>
                <a:off x="2775201" y="3324479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50" name="图形 326">
              <a:extLst>
                <a:ext uri="{FF2B5EF4-FFF2-40B4-BE49-F238E27FC236}">
                  <a16:creationId xmlns:a16="http://schemas.microsoft.com/office/drawing/2014/main" id="{06DF5F92-D221-47F6-D28F-11A51C9B45F8}"/>
                </a:ext>
              </a:extLst>
            </p:cNvPr>
            <p:cNvGrpSpPr/>
            <p:nvPr/>
          </p:nvGrpSpPr>
          <p:grpSpPr>
            <a:xfrm>
              <a:off x="3962553" y="3327553"/>
              <a:ext cx="152968" cy="43037"/>
              <a:chOff x="3962553" y="3327553"/>
              <a:chExt cx="152968" cy="43037"/>
            </a:xfrm>
          </p:grpSpPr>
          <p:sp>
            <p:nvSpPr>
              <p:cNvPr id="451" name="任意多边形: 形状 450">
                <a:extLst>
                  <a:ext uri="{FF2B5EF4-FFF2-40B4-BE49-F238E27FC236}">
                    <a16:creationId xmlns:a16="http://schemas.microsoft.com/office/drawing/2014/main" id="{B20D1532-78A5-31D3-8164-BF9CCE72102C}"/>
                  </a:ext>
                </a:extLst>
              </p:cNvPr>
              <p:cNvSpPr/>
              <p:nvPr/>
            </p:nvSpPr>
            <p:spPr>
              <a:xfrm>
                <a:off x="3962553" y="3349072"/>
                <a:ext cx="122965" cy="6148"/>
              </a:xfrm>
              <a:custGeom>
                <a:avLst/>
                <a:gdLst>
                  <a:gd name="connsiteX0" fmla="*/ 0 w 122965"/>
                  <a:gd name="connsiteY0" fmla="*/ 0 h 6148"/>
                  <a:gd name="connsiteX1" fmla="*/ 122965 w 122965"/>
                  <a:gd name="connsiteY1" fmla="*/ 0 h 6148"/>
                  <a:gd name="connsiteX2" fmla="*/ 36890 w 122965"/>
                  <a:gd name="connsiteY2" fmla="*/ 0 h 6148"/>
                  <a:gd name="connsiteX3" fmla="*/ 120690 w 122965"/>
                  <a:gd name="connsiteY3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65" h="6148">
                    <a:moveTo>
                      <a:pt x="0" y="0"/>
                    </a:moveTo>
                    <a:lnTo>
                      <a:pt x="122965" y="0"/>
                    </a:lnTo>
                    <a:lnTo>
                      <a:pt x="36890" y="0"/>
                    </a:lnTo>
                    <a:lnTo>
                      <a:pt x="120690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2" name="任意多边形: 形状 451">
                <a:extLst>
                  <a:ext uri="{FF2B5EF4-FFF2-40B4-BE49-F238E27FC236}">
                    <a16:creationId xmlns:a16="http://schemas.microsoft.com/office/drawing/2014/main" id="{78568389-1D25-7C97-A113-8384078BC449}"/>
                  </a:ext>
                </a:extLst>
              </p:cNvPr>
              <p:cNvSpPr/>
              <p:nvPr/>
            </p:nvSpPr>
            <p:spPr>
              <a:xfrm>
                <a:off x="4072484" y="3327553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53" name="图形 326">
              <a:extLst>
                <a:ext uri="{FF2B5EF4-FFF2-40B4-BE49-F238E27FC236}">
                  <a16:creationId xmlns:a16="http://schemas.microsoft.com/office/drawing/2014/main" id="{6D1250E8-85E1-1942-6850-FD4A78FBB794}"/>
                </a:ext>
              </a:extLst>
            </p:cNvPr>
            <p:cNvGrpSpPr/>
            <p:nvPr/>
          </p:nvGrpSpPr>
          <p:grpSpPr>
            <a:xfrm>
              <a:off x="3655140" y="2949435"/>
              <a:ext cx="307413" cy="799273"/>
              <a:chOff x="3655140" y="2949435"/>
              <a:chExt cx="307413" cy="799273"/>
            </a:xfrm>
            <a:solidFill>
              <a:srgbClr val="DAE8FC"/>
            </a:solidFill>
          </p:grpSpPr>
          <p:sp>
            <p:nvSpPr>
              <p:cNvPr id="454" name="任意多边形: 形状 453">
                <a:extLst>
                  <a:ext uri="{FF2B5EF4-FFF2-40B4-BE49-F238E27FC236}">
                    <a16:creationId xmlns:a16="http://schemas.microsoft.com/office/drawing/2014/main" id="{6A555F1E-9D04-3B31-F2BC-7651C041AE0C}"/>
                  </a:ext>
                </a:extLst>
              </p:cNvPr>
              <p:cNvSpPr/>
              <p:nvPr/>
            </p:nvSpPr>
            <p:spPr>
              <a:xfrm rot="10800000" flipV="1">
                <a:off x="3655140" y="2949435"/>
                <a:ext cx="307413" cy="799273"/>
              </a:xfrm>
              <a:custGeom>
                <a:avLst/>
                <a:gdLst>
                  <a:gd name="connsiteX0" fmla="*/ 261301 w 307413"/>
                  <a:gd name="connsiteY0" fmla="*/ 0 h 799273"/>
                  <a:gd name="connsiteX1" fmla="*/ 307413 w 307413"/>
                  <a:gd name="connsiteY1" fmla="*/ 46112 h 799273"/>
                  <a:gd name="connsiteX2" fmla="*/ 307413 w 307413"/>
                  <a:gd name="connsiteY2" fmla="*/ 753162 h 799273"/>
                  <a:gd name="connsiteX3" fmla="*/ 261301 w 307413"/>
                  <a:gd name="connsiteY3" fmla="*/ 799274 h 799273"/>
                  <a:gd name="connsiteX4" fmla="*/ 46112 w 307413"/>
                  <a:gd name="connsiteY4" fmla="*/ 799274 h 799273"/>
                  <a:gd name="connsiteX5" fmla="*/ 0 w 307413"/>
                  <a:gd name="connsiteY5" fmla="*/ 753162 h 799273"/>
                  <a:gd name="connsiteX6" fmla="*/ 0 w 307413"/>
                  <a:gd name="connsiteY6" fmla="*/ 46112 h 799273"/>
                  <a:gd name="connsiteX7" fmla="*/ 46112 w 307413"/>
                  <a:gd name="connsiteY7" fmla="*/ 0 h 799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13" h="799273">
                    <a:moveTo>
                      <a:pt x="261301" y="0"/>
                    </a:moveTo>
                    <a:cubicBezTo>
                      <a:pt x="286768" y="0"/>
                      <a:pt x="307413" y="20645"/>
                      <a:pt x="307413" y="46112"/>
                    </a:cubicBezTo>
                    <a:lnTo>
                      <a:pt x="307413" y="753162"/>
                    </a:lnTo>
                    <a:cubicBezTo>
                      <a:pt x="307413" y="778629"/>
                      <a:pt x="286768" y="799274"/>
                      <a:pt x="261301" y="799274"/>
                    </a:cubicBezTo>
                    <a:lnTo>
                      <a:pt x="46112" y="799274"/>
                    </a:lnTo>
                    <a:cubicBezTo>
                      <a:pt x="20645" y="799274"/>
                      <a:pt x="0" y="778629"/>
                      <a:pt x="0" y="753162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55" name="图片 454">
                <a:extLst>
                  <a:ext uri="{FF2B5EF4-FFF2-40B4-BE49-F238E27FC236}">
                    <a16:creationId xmlns:a16="http://schemas.microsoft.com/office/drawing/2014/main" id="{72A26EE0-084D-19F2-5C21-A147893A7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61288" y="3057029"/>
                <a:ext cx="295116" cy="620974"/>
              </a:xfrm>
              <a:custGeom>
                <a:avLst/>
                <a:gdLst>
                  <a:gd name="connsiteX0" fmla="*/ -1 w 295116"/>
                  <a:gd name="connsiteY0" fmla="*/ -1 h 620974"/>
                  <a:gd name="connsiteX1" fmla="*/ 295116 w 295116"/>
                  <a:gd name="connsiteY1" fmla="*/ -1 h 620974"/>
                  <a:gd name="connsiteX2" fmla="*/ 295116 w 295116"/>
                  <a:gd name="connsiteY2" fmla="*/ 620974 h 620974"/>
                  <a:gd name="connsiteX3" fmla="*/ -1 w 295116"/>
                  <a:gd name="connsiteY3" fmla="*/ 620974 h 620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116" h="620974">
                    <a:moveTo>
                      <a:pt x="-1" y="-1"/>
                    </a:moveTo>
                    <a:lnTo>
                      <a:pt x="295116" y="-1"/>
                    </a:lnTo>
                    <a:lnTo>
                      <a:pt x="295116" y="620974"/>
                    </a:lnTo>
                    <a:lnTo>
                      <a:pt x="-1" y="620974"/>
                    </a:lnTo>
                    <a:close/>
                  </a:path>
                </a:pathLst>
              </a:custGeom>
            </p:spPr>
          </p:pic>
        </p:grpSp>
        <p:grpSp>
          <p:nvGrpSpPr>
            <p:cNvPr id="456" name="图形 326">
              <a:extLst>
                <a:ext uri="{FF2B5EF4-FFF2-40B4-BE49-F238E27FC236}">
                  <a16:creationId xmlns:a16="http://schemas.microsoft.com/office/drawing/2014/main" id="{1A721E16-8C65-B359-B4F3-0D2F7DE97CD1}"/>
                </a:ext>
              </a:extLst>
            </p:cNvPr>
            <p:cNvGrpSpPr/>
            <p:nvPr/>
          </p:nvGrpSpPr>
          <p:grpSpPr>
            <a:xfrm>
              <a:off x="4429821" y="2980176"/>
              <a:ext cx="355861" cy="368895"/>
              <a:chOff x="4429821" y="2980176"/>
              <a:chExt cx="355861" cy="368895"/>
            </a:xfrm>
          </p:grpSpPr>
          <p:sp>
            <p:nvSpPr>
              <p:cNvPr id="457" name="任意多边形: 形状 456">
                <a:extLst>
                  <a:ext uri="{FF2B5EF4-FFF2-40B4-BE49-F238E27FC236}">
                    <a16:creationId xmlns:a16="http://schemas.microsoft.com/office/drawing/2014/main" id="{EAD6D32E-7891-E351-1F21-4D9CCB1DFA0D}"/>
                  </a:ext>
                </a:extLst>
              </p:cNvPr>
              <p:cNvSpPr/>
              <p:nvPr/>
            </p:nvSpPr>
            <p:spPr>
              <a:xfrm>
                <a:off x="4429821" y="3001695"/>
                <a:ext cx="323582" cy="347376"/>
              </a:xfrm>
              <a:custGeom>
                <a:avLst/>
                <a:gdLst>
                  <a:gd name="connsiteX0" fmla="*/ 0 w 323582"/>
                  <a:gd name="connsiteY0" fmla="*/ 347377 h 347376"/>
                  <a:gd name="connsiteX1" fmla="*/ 119891 w 323582"/>
                  <a:gd name="connsiteY1" fmla="*/ 347377 h 347376"/>
                  <a:gd name="connsiteX2" fmla="*/ 181374 w 323582"/>
                  <a:gd name="connsiteY2" fmla="*/ 285894 h 347376"/>
                  <a:gd name="connsiteX3" fmla="*/ 181374 w 323582"/>
                  <a:gd name="connsiteY3" fmla="*/ 61483 h 347376"/>
                  <a:gd name="connsiteX4" fmla="*/ 242856 w 323582"/>
                  <a:gd name="connsiteY4" fmla="*/ 0 h 347376"/>
                  <a:gd name="connsiteX5" fmla="*/ 323583 w 323582"/>
                  <a:gd name="connsiteY5" fmla="*/ 0 h 347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3582" h="347376">
                    <a:moveTo>
                      <a:pt x="0" y="347377"/>
                    </a:moveTo>
                    <a:lnTo>
                      <a:pt x="119891" y="347377"/>
                    </a:lnTo>
                    <a:cubicBezTo>
                      <a:pt x="160880" y="347377"/>
                      <a:pt x="181374" y="326882"/>
                      <a:pt x="181374" y="285894"/>
                    </a:cubicBezTo>
                    <a:lnTo>
                      <a:pt x="181374" y="61483"/>
                    </a:lnTo>
                    <a:cubicBezTo>
                      <a:pt x="181374" y="20494"/>
                      <a:pt x="201868" y="0"/>
                      <a:pt x="242856" y="0"/>
                    </a:cubicBezTo>
                    <a:lnTo>
                      <a:pt x="323583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8" name="任意多边形: 形状 457">
                <a:extLst>
                  <a:ext uri="{FF2B5EF4-FFF2-40B4-BE49-F238E27FC236}">
                    <a16:creationId xmlns:a16="http://schemas.microsoft.com/office/drawing/2014/main" id="{3B535A69-EAA6-AB81-5B64-A248A49A344C}"/>
                  </a:ext>
                </a:extLst>
              </p:cNvPr>
              <p:cNvSpPr/>
              <p:nvPr/>
            </p:nvSpPr>
            <p:spPr>
              <a:xfrm>
                <a:off x="4742644" y="2980176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59" name="图形 326">
              <a:extLst>
                <a:ext uri="{FF2B5EF4-FFF2-40B4-BE49-F238E27FC236}">
                  <a16:creationId xmlns:a16="http://schemas.microsoft.com/office/drawing/2014/main" id="{5E5818E2-E4C5-D433-AFA0-F16E7C0315B6}"/>
                </a:ext>
              </a:extLst>
            </p:cNvPr>
            <p:cNvGrpSpPr/>
            <p:nvPr/>
          </p:nvGrpSpPr>
          <p:grpSpPr>
            <a:xfrm>
              <a:off x="4429821" y="3349072"/>
              <a:ext cx="355861" cy="368895"/>
              <a:chOff x="4429821" y="3349072"/>
              <a:chExt cx="355861" cy="368895"/>
            </a:xfrm>
          </p:grpSpPr>
          <p:sp>
            <p:nvSpPr>
              <p:cNvPr id="460" name="任意多边形: 形状 459">
                <a:extLst>
                  <a:ext uri="{FF2B5EF4-FFF2-40B4-BE49-F238E27FC236}">
                    <a16:creationId xmlns:a16="http://schemas.microsoft.com/office/drawing/2014/main" id="{CCECD557-1961-F39D-8E25-19C3B4AA7425}"/>
                  </a:ext>
                </a:extLst>
              </p:cNvPr>
              <p:cNvSpPr/>
              <p:nvPr/>
            </p:nvSpPr>
            <p:spPr>
              <a:xfrm>
                <a:off x="4429821" y="3349072"/>
                <a:ext cx="323582" cy="347376"/>
              </a:xfrm>
              <a:custGeom>
                <a:avLst/>
                <a:gdLst>
                  <a:gd name="connsiteX0" fmla="*/ 0 w 323582"/>
                  <a:gd name="connsiteY0" fmla="*/ 0 h 347376"/>
                  <a:gd name="connsiteX1" fmla="*/ 119891 w 323582"/>
                  <a:gd name="connsiteY1" fmla="*/ 0 h 347376"/>
                  <a:gd name="connsiteX2" fmla="*/ 181374 w 323582"/>
                  <a:gd name="connsiteY2" fmla="*/ 61483 h 347376"/>
                  <a:gd name="connsiteX3" fmla="*/ 181374 w 323582"/>
                  <a:gd name="connsiteY3" fmla="*/ 285894 h 347376"/>
                  <a:gd name="connsiteX4" fmla="*/ 242856 w 323582"/>
                  <a:gd name="connsiteY4" fmla="*/ 347377 h 347376"/>
                  <a:gd name="connsiteX5" fmla="*/ 323583 w 323582"/>
                  <a:gd name="connsiteY5" fmla="*/ 347377 h 347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3582" h="347376">
                    <a:moveTo>
                      <a:pt x="0" y="0"/>
                    </a:moveTo>
                    <a:lnTo>
                      <a:pt x="119891" y="0"/>
                    </a:lnTo>
                    <a:cubicBezTo>
                      <a:pt x="160880" y="0"/>
                      <a:pt x="181374" y="20494"/>
                      <a:pt x="181374" y="61483"/>
                    </a:cubicBezTo>
                    <a:lnTo>
                      <a:pt x="181374" y="285894"/>
                    </a:lnTo>
                    <a:cubicBezTo>
                      <a:pt x="181374" y="326883"/>
                      <a:pt x="201868" y="347377"/>
                      <a:pt x="242856" y="347377"/>
                    </a:cubicBezTo>
                    <a:lnTo>
                      <a:pt x="323583" y="347377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1" name="任意多边形: 形状 460">
                <a:extLst>
                  <a:ext uri="{FF2B5EF4-FFF2-40B4-BE49-F238E27FC236}">
                    <a16:creationId xmlns:a16="http://schemas.microsoft.com/office/drawing/2014/main" id="{1E1F43BC-242A-E922-BD65-04B172A2FF5A}"/>
                  </a:ext>
                </a:extLst>
              </p:cNvPr>
              <p:cNvSpPr/>
              <p:nvPr/>
            </p:nvSpPr>
            <p:spPr>
              <a:xfrm>
                <a:off x="4742644" y="3674929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2" name="图形 326">
              <a:extLst>
                <a:ext uri="{FF2B5EF4-FFF2-40B4-BE49-F238E27FC236}">
                  <a16:creationId xmlns:a16="http://schemas.microsoft.com/office/drawing/2014/main" id="{9F965F2B-5FB6-9875-4FFA-F2283D0D58B8}"/>
                </a:ext>
              </a:extLst>
            </p:cNvPr>
            <p:cNvGrpSpPr/>
            <p:nvPr/>
          </p:nvGrpSpPr>
          <p:grpSpPr>
            <a:xfrm>
              <a:off x="4122408" y="2949435"/>
              <a:ext cx="307413" cy="802348"/>
              <a:chOff x="4122408" y="2949435"/>
              <a:chExt cx="307413" cy="802348"/>
            </a:xfrm>
            <a:solidFill>
              <a:srgbClr val="DAE8FC"/>
            </a:solidFill>
          </p:grpSpPr>
          <p:sp>
            <p:nvSpPr>
              <p:cNvPr id="463" name="任意多边形: 形状 462">
                <a:extLst>
                  <a:ext uri="{FF2B5EF4-FFF2-40B4-BE49-F238E27FC236}">
                    <a16:creationId xmlns:a16="http://schemas.microsoft.com/office/drawing/2014/main" id="{D3AF9280-0784-C472-3D0A-48EBC5AB243B}"/>
                  </a:ext>
                </a:extLst>
              </p:cNvPr>
              <p:cNvSpPr/>
              <p:nvPr/>
            </p:nvSpPr>
            <p:spPr>
              <a:xfrm rot="10800000" flipV="1">
                <a:off x="4122408" y="2949435"/>
                <a:ext cx="307413" cy="799273"/>
              </a:xfrm>
              <a:custGeom>
                <a:avLst/>
                <a:gdLst>
                  <a:gd name="connsiteX0" fmla="*/ 261301 w 307413"/>
                  <a:gd name="connsiteY0" fmla="*/ 0 h 799273"/>
                  <a:gd name="connsiteX1" fmla="*/ 307413 w 307413"/>
                  <a:gd name="connsiteY1" fmla="*/ 46112 h 799273"/>
                  <a:gd name="connsiteX2" fmla="*/ 307413 w 307413"/>
                  <a:gd name="connsiteY2" fmla="*/ 753162 h 799273"/>
                  <a:gd name="connsiteX3" fmla="*/ 261301 w 307413"/>
                  <a:gd name="connsiteY3" fmla="*/ 799274 h 799273"/>
                  <a:gd name="connsiteX4" fmla="*/ 46112 w 307413"/>
                  <a:gd name="connsiteY4" fmla="*/ 799274 h 799273"/>
                  <a:gd name="connsiteX5" fmla="*/ 0 w 307413"/>
                  <a:gd name="connsiteY5" fmla="*/ 753162 h 799273"/>
                  <a:gd name="connsiteX6" fmla="*/ 0 w 307413"/>
                  <a:gd name="connsiteY6" fmla="*/ 46112 h 799273"/>
                  <a:gd name="connsiteX7" fmla="*/ 46112 w 307413"/>
                  <a:gd name="connsiteY7" fmla="*/ 0 h 799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13" h="799273">
                    <a:moveTo>
                      <a:pt x="261301" y="0"/>
                    </a:moveTo>
                    <a:cubicBezTo>
                      <a:pt x="286768" y="0"/>
                      <a:pt x="307413" y="20645"/>
                      <a:pt x="307413" y="46112"/>
                    </a:cubicBezTo>
                    <a:lnTo>
                      <a:pt x="307413" y="753162"/>
                    </a:lnTo>
                    <a:cubicBezTo>
                      <a:pt x="307413" y="778629"/>
                      <a:pt x="286768" y="799274"/>
                      <a:pt x="261301" y="799274"/>
                    </a:cubicBezTo>
                    <a:lnTo>
                      <a:pt x="46112" y="799274"/>
                    </a:lnTo>
                    <a:cubicBezTo>
                      <a:pt x="20645" y="799274"/>
                      <a:pt x="0" y="778629"/>
                      <a:pt x="0" y="753162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64" name="图片 463">
                <a:extLst>
                  <a:ext uri="{FF2B5EF4-FFF2-40B4-BE49-F238E27FC236}">
                    <a16:creationId xmlns:a16="http://schemas.microsoft.com/office/drawing/2014/main" id="{EFF226A3-2B31-724B-3A5F-1A4F1CF049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128556" y="2983250"/>
                <a:ext cx="295116" cy="768532"/>
              </a:xfrm>
              <a:custGeom>
                <a:avLst/>
                <a:gdLst>
                  <a:gd name="connsiteX0" fmla="*/ -1 w 295116"/>
                  <a:gd name="connsiteY0" fmla="*/ -1 h 768532"/>
                  <a:gd name="connsiteX1" fmla="*/ 295116 w 295116"/>
                  <a:gd name="connsiteY1" fmla="*/ -1 h 768532"/>
                  <a:gd name="connsiteX2" fmla="*/ 295116 w 295116"/>
                  <a:gd name="connsiteY2" fmla="*/ 768532 h 768532"/>
                  <a:gd name="connsiteX3" fmla="*/ -1 w 295116"/>
                  <a:gd name="connsiteY3" fmla="*/ 768532 h 768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116" h="768532">
                    <a:moveTo>
                      <a:pt x="-1" y="-1"/>
                    </a:moveTo>
                    <a:lnTo>
                      <a:pt x="295116" y="-1"/>
                    </a:lnTo>
                    <a:lnTo>
                      <a:pt x="295116" y="768532"/>
                    </a:lnTo>
                    <a:lnTo>
                      <a:pt x="-1" y="768532"/>
                    </a:lnTo>
                    <a:close/>
                  </a:path>
                </a:pathLst>
              </a:custGeom>
            </p:spPr>
          </p:pic>
        </p:grpSp>
        <p:grpSp>
          <p:nvGrpSpPr>
            <p:cNvPr id="465" name="图形 326">
              <a:extLst>
                <a:ext uri="{FF2B5EF4-FFF2-40B4-BE49-F238E27FC236}">
                  <a16:creationId xmlns:a16="http://schemas.microsoft.com/office/drawing/2014/main" id="{FC0CFC41-0569-6561-5225-71E4D17344AA}"/>
                </a:ext>
              </a:extLst>
            </p:cNvPr>
            <p:cNvGrpSpPr/>
            <p:nvPr/>
          </p:nvGrpSpPr>
          <p:grpSpPr>
            <a:xfrm>
              <a:off x="5438136" y="3001695"/>
              <a:ext cx="318971" cy="355246"/>
              <a:chOff x="5438136" y="3001695"/>
              <a:chExt cx="318971" cy="355246"/>
            </a:xfrm>
          </p:grpSpPr>
          <p:sp>
            <p:nvSpPr>
              <p:cNvPr id="466" name="任意多边形: 形状 465">
                <a:extLst>
                  <a:ext uri="{FF2B5EF4-FFF2-40B4-BE49-F238E27FC236}">
                    <a16:creationId xmlns:a16="http://schemas.microsoft.com/office/drawing/2014/main" id="{B40B376B-4CD3-0F3C-1529-E21B25E12B3A}"/>
                  </a:ext>
                </a:extLst>
              </p:cNvPr>
              <p:cNvSpPr/>
              <p:nvPr/>
            </p:nvSpPr>
            <p:spPr>
              <a:xfrm>
                <a:off x="5438136" y="3001695"/>
                <a:ext cx="286693" cy="333851"/>
              </a:xfrm>
              <a:custGeom>
                <a:avLst/>
                <a:gdLst>
                  <a:gd name="connsiteX0" fmla="*/ 0 w 286693"/>
                  <a:gd name="connsiteY0" fmla="*/ 0 h 333851"/>
                  <a:gd name="connsiteX1" fmla="*/ 101446 w 286693"/>
                  <a:gd name="connsiteY1" fmla="*/ 0 h 333851"/>
                  <a:gd name="connsiteX2" fmla="*/ 162929 w 286693"/>
                  <a:gd name="connsiteY2" fmla="*/ 61483 h 333851"/>
                  <a:gd name="connsiteX3" fmla="*/ 162929 w 286693"/>
                  <a:gd name="connsiteY3" fmla="*/ 272552 h 333851"/>
                  <a:gd name="connsiteX4" fmla="*/ 224412 w 286693"/>
                  <a:gd name="connsiteY4" fmla="*/ 333850 h 333851"/>
                  <a:gd name="connsiteX5" fmla="*/ 286693 w 286693"/>
                  <a:gd name="connsiteY5" fmla="*/ 333666 h 333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6693" h="333851">
                    <a:moveTo>
                      <a:pt x="0" y="0"/>
                    </a:moveTo>
                    <a:lnTo>
                      <a:pt x="101446" y="0"/>
                    </a:lnTo>
                    <a:cubicBezTo>
                      <a:pt x="142435" y="0"/>
                      <a:pt x="162929" y="20494"/>
                      <a:pt x="162929" y="61483"/>
                    </a:cubicBezTo>
                    <a:lnTo>
                      <a:pt x="162929" y="272552"/>
                    </a:lnTo>
                    <a:cubicBezTo>
                      <a:pt x="162929" y="313541"/>
                      <a:pt x="183423" y="333974"/>
                      <a:pt x="224412" y="333850"/>
                    </a:cubicBezTo>
                    <a:lnTo>
                      <a:pt x="286693" y="333666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7" name="任意多边形: 形状 466">
                <a:extLst>
                  <a:ext uri="{FF2B5EF4-FFF2-40B4-BE49-F238E27FC236}">
                    <a16:creationId xmlns:a16="http://schemas.microsoft.com/office/drawing/2014/main" id="{7DA44BD7-65BC-A717-270F-332F069B3F97}"/>
                  </a:ext>
                </a:extLst>
              </p:cNvPr>
              <p:cNvSpPr/>
              <p:nvPr/>
            </p:nvSpPr>
            <p:spPr>
              <a:xfrm>
                <a:off x="5714008" y="3313904"/>
                <a:ext cx="43099" cy="43037"/>
              </a:xfrm>
              <a:custGeom>
                <a:avLst/>
                <a:gdLst>
                  <a:gd name="connsiteX0" fmla="*/ 43099 w 43099"/>
                  <a:gd name="connsiteY0" fmla="*/ 21334 h 43037"/>
                  <a:gd name="connsiteX1" fmla="*/ 123 w 43099"/>
                  <a:gd name="connsiteY1" fmla="*/ 43038 h 43037"/>
                  <a:gd name="connsiteX2" fmla="*/ 10821 w 43099"/>
                  <a:gd name="connsiteY2" fmla="*/ 21457 h 43037"/>
                  <a:gd name="connsiteX3" fmla="*/ 0 w 43099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99" h="43037">
                    <a:moveTo>
                      <a:pt x="43099" y="21334"/>
                    </a:moveTo>
                    <a:lnTo>
                      <a:pt x="123" y="43038"/>
                    </a:lnTo>
                    <a:lnTo>
                      <a:pt x="10821" y="214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8" name="图形 326">
              <a:extLst>
                <a:ext uri="{FF2B5EF4-FFF2-40B4-BE49-F238E27FC236}">
                  <a16:creationId xmlns:a16="http://schemas.microsoft.com/office/drawing/2014/main" id="{25BF5555-7C38-DA39-9408-B8B3B455BE6A}"/>
                </a:ext>
              </a:extLst>
            </p:cNvPr>
            <p:cNvGrpSpPr/>
            <p:nvPr/>
          </p:nvGrpSpPr>
          <p:grpSpPr>
            <a:xfrm>
              <a:off x="5438136" y="3313904"/>
              <a:ext cx="318971" cy="382544"/>
              <a:chOff x="5438136" y="3313904"/>
              <a:chExt cx="318971" cy="382544"/>
            </a:xfrm>
          </p:grpSpPr>
          <p:sp>
            <p:nvSpPr>
              <p:cNvPr id="469" name="任意多边形: 形状 468">
                <a:extLst>
                  <a:ext uri="{FF2B5EF4-FFF2-40B4-BE49-F238E27FC236}">
                    <a16:creationId xmlns:a16="http://schemas.microsoft.com/office/drawing/2014/main" id="{836D5705-046E-5EB2-8535-FBC993CBFA17}"/>
                  </a:ext>
                </a:extLst>
              </p:cNvPr>
              <p:cNvSpPr/>
              <p:nvPr/>
            </p:nvSpPr>
            <p:spPr>
              <a:xfrm>
                <a:off x="5438136" y="3335361"/>
                <a:ext cx="286693" cy="361087"/>
              </a:xfrm>
              <a:custGeom>
                <a:avLst/>
                <a:gdLst>
                  <a:gd name="connsiteX0" fmla="*/ 0 w 286693"/>
                  <a:gd name="connsiteY0" fmla="*/ 361087 h 361087"/>
                  <a:gd name="connsiteX1" fmla="*/ 101446 w 286693"/>
                  <a:gd name="connsiteY1" fmla="*/ 361087 h 361087"/>
                  <a:gd name="connsiteX2" fmla="*/ 162929 w 286693"/>
                  <a:gd name="connsiteY2" fmla="*/ 299605 h 361087"/>
                  <a:gd name="connsiteX3" fmla="*/ 162929 w 286693"/>
                  <a:gd name="connsiteY3" fmla="*/ 61851 h 361087"/>
                  <a:gd name="connsiteX4" fmla="*/ 224412 w 286693"/>
                  <a:gd name="connsiteY4" fmla="*/ 184 h 361087"/>
                  <a:gd name="connsiteX5" fmla="*/ 286693 w 286693"/>
                  <a:gd name="connsiteY5" fmla="*/ 0 h 361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6693" h="361087">
                    <a:moveTo>
                      <a:pt x="0" y="361087"/>
                    </a:moveTo>
                    <a:lnTo>
                      <a:pt x="101446" y="361087"/>
                    </a:lnTo>
                    <a:cubicBezTo>
                      <a:pt x="142435" y="361087"/>
                      <a:pt x="162929" y="340593"/>
                      <a:pt x="162929" y="299605"/>
                    </a:cubicBezTo>
                    <a:lnTo>
                      <a:pt x="162929" y="61851"/>
                    </a:lnTo>
                    <a:cubicBezTo>
                      <a:pt x="162929" y="20863"/>
                      <a:pt x="183423" y="308"/>
                      <a:pt x="224412" y="184"/>
                    </a:cubicBezTo>
                    <a:lnTo>
                      <a:pt x="286693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0" name="任意多边形: 形状 469">
                <a:extLst>
                  <a:ext uri="{FF2B5EF4-FFF2-40B4-BE49-F238E27FC236}">
                    <a16:creationId xmlns:a16="http://schemas.microsoft.com/office/drawing/2014/main" id="{2A0F8944-E638-00D0-BEA4-DF341A2236DB}"/>
                  </a:ext>
                </a:extLst>
              </p:cNvPr>
              <p:cNvSpPr/>
              <p:nvPr/>
            </p:nvSpPr>
            <p:spPr>
              <a:xfrm>
                <a:off x="5714008" y="3313904"/>
                <a:ext cx="43099" cy="43037"/>
              </a:xfrm>
              <a:custGeom>
                <a:avLst/>
                <a:gdLst>
                  <a:gd name="connsiteX0" fmla="*/ 43099 w 43099"/>
                  <a:gd name="connsiteY0" fmla="*/ 21334 h 43037"/>
                  <a:gd name="connsiteX1" fmla="*/ 123 w 43099"/>
                  <a:gd name="connsiteY1" fmla="*/ 43038 h 43037"/>
                  <a:gd name="connsiteX2" fmla="*/ 10821 w 43099"/>
                  <a:gd name="connsiteY2" fmla="*/ 21457 h 43037"/>
                  <a:gd name="connsiteX3" fmla="*/ 0 w 43099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99" h="43037">
                    <a:moveTo>
                      <a:pt x="43099" y="21334"/>
                    </a:moveTo>
                    <a:lnTo>
                      <a:pt x="123" y="43038"/>
                    </a:lnTo>
                    <a:lnTo>
                      <a:pt x="10821" y="214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71" name="图形 326">
              <a:extLst>
                <a:ext uri="{FF2B5EF4-FFF2-40B4-BE49-F238E27FC236}">
                  <a16:creationId xmlns:a16="http://schemas.microsoft.com/office/drawing/2014/main" id="{6430929A-93B2-0AAC-6DE5-FE6AEA22F0CC}"/>
                </a:ext>
              </a:extLst>
            </p:cNvPr>
            <p:cNvGrpSpPr/>
            <p:nvPr/>
          </p:nvGrpSpPr>
          <p:grpSpPr>
            <a:xfrm>
              <a:off x="5536508" y="3259922"/>
              <a:ext cx="129113" cy="178299"/>
              <a:chOff x="5536508" y="3259922"/>
              <a:chExt cx="129113" cy="178299"/>
            </a:xfrm>
            <a:solidFill>
              <a:srgbClr val="FFFFFF"/>
            </a:solidFill>
          </p:grpSpPr>
          <p:sp>
            <p:nvSpPr>
              <p:cNvPr id="472" name="任意多边形: 形状 471">
                <a:extLst>
                  <a:ext uri="{FF2B5EF4-FFF2-40B4-BE49-F238E27FC236}">
                    <a16:creationId xmlns:a16="http://schemas.microsoft.com/office/drawing/2014/main" id="{0DA6705A-C7A4-EA17-FF5B-7A9852B7D603}"/>
                  </a:ext>
                </a:extLst>
              </p:cNvPr>
              <p:cNvSpPr/>
              <p:nvPr/>
            </p:nvSpPr>
            <p:spPr>
              <a:xfrm>
                <a:off x="5536508" y="3270681"/>
                <a:ext cx="129113" cy="129113"/>
              </a:xfrm>
              <a:custGeom>
                <a:avLst/>
                <a:gdLst>
                  <a:gd name="connsiteX0" fmla="*/ 129113 w 129113"/>
                  <a:gd name="connsiteY0" fmla="*/ 64557 h 129113"/>
                  <a:gd name="connsiteX1" fmla="*/ 64557 w 129113"/>
                  <a:gd name="connsiteY1" fmla="*/ 129113 h 129113"/>
                  <a:gd name="connsiteX2" fmla="*/ 0 w 129113"/>
                  <a:gd name="connsiteY2" fmla="*/ 64557 h 129113"/>
                  <a:gd name="connsiteX3" fmla="*/ 64557 w 129113"/>
                  <a:gd name="connsiteY3" fmla="*/ 0 h 129113"/>
                  <a:gd name="connsiteX4" fmla="*/ 129113 w 129113"/>
                  <a:gd name="connsiteY4" fmla="*/ 64557 h 129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9113" h="129113">
                    <a:moveTo>
                      <a:pt x="129113" y="64557"/>
                    </a:moveTo>
                    <a:cubicBezTo>
                      <a:pt x="129113" y="100210"/>
                      <a:pt x="100211" y="129113"/>
                      <a:pt x="64557" y="129113"/>
                    </a:cubicBezTo>
                    <a:cubicBezTo>
                      <a:pt x="28903" y="129113"/>
                      <a:pt x="0" y="100210"/>
                      <a:pt x="0" y="64557"/>
                    </a:cubicBezTo>
                    <a:cubicBezTo>
                      <a:pt x="0" y="28903"/>
                      <a:pt x="28903" y="0"/>
                      <a:pt x="64557" y="0"/>
                    </a:cubicBezTo>
                    <a:cubicBezTo>
                      <a:pt x="100211" y="0"/>
                      <a:pt x="129113" y="28903"/>
                      <a:pt x="129113" y="645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73" name="图片 472">
                <a:extLst>
                  <a:ext uri="{FF2B5EF4-FFF2-40B4-BE49-F238E27FC236}">
                    <a16:creationId xmlns:a16="http://schemas.microsoft.com/office/drawing/2014/main" id="{92C0E944-7AEB-D3C0-6CB4-0A2F2B4FBD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36508" y="3259922"/>
                <a:ext cx="116816" cy="178299"/>
              </a:xfrm>
              <a:custGeom>
                <a:avLst/>
                <a:gdLst>
                  <a:gd name="connsiteX0" fmla="*/ -1 w 116816"/>
                  <a:gd name="connsiteY0" fmla="*/ -1 h 178299"/>
                  <a:gd name="connsiteX1" fmla="*/ 116816 w 116816"/>
                  <a:gd name="connsiteY1" fmla="*/ -1 h 178299"/>
                  <a:gd name="connsiteX2" fmla="*/ 116816 w 116816"/>
                  <a:gd name="connsiteY2" fmla="*/ 178299 h 178299"/>
                  <a:gd name="connsiteX3" fmla="*/ -1 w 116816"/>
                  <a:gd name="connsiteY3" fmla="*/ 178299 h 17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816" h="178299">
                    <a:moveTo>
                      <a:pt x="-1" y="-1"/>
                    </a:moveTo>
                    <a:lnTo>
                      <a:pt x="116816" y="-1"/>
                    </a:lnTo>
                    <a:lnTo>
                      <a:pt x="116816" y="178299"/>
                    </a:lnTo>
                    <a:lnTo>
                      <a:pt x="-1" y="178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474" name="图形 326">
              <a:extLst>
                <a:ext uri="{FF2B5EF4-FFF2-40B4-BE49-F238E27FC236}">
                  <a16:creationId xmlns:a16="http://schemas.microsoft.com/office/drawing/2014/main" id="{9FCAB006-1406-01D9-25C1-ABA781792271}"/>
                </a:ext>
              </a:extLst>
            </p:cNvPr>
            <p:cNvGrpSpPr/>
            <p:nvPr/>
          </p:nvGrpSpPr>
          <p:grpSpPr>
            <a:xfrm>
              <a:off x="5763993" y="2812636"/>
              <a:ext cx="307413" cy="1045204"/>
              <a:chOff x="5763993" y="2812636"/>
              <a:chExt cx="307413" cy="1045204"/>
            </a:xfrm>
            <a:solidFill>
              <a:srgbClr val="6EA0BF"/>
            </a:solidFill>
          </p:grpSpPr>
          <p:sp>
            <p:nvSpPr>
              <p:cNvPr id="475" name="任意多边形: 形状 474">
                <a:extLst>
                  <a:ext uri="{FF2B5EF4-FFF2-40B4-BE49-F238E27FC236}">
                    <a16:creationId xmlns:a16="http://schemas.microsoft.com/office/drawing/2014/main" id="{62F7AA58-070F-C9D3-C2A8-F29F0D087BDA}"/>
                  </a:ext>
                </a:extLst>
              </p:cNvPr>
              <p:cNvSpPr/>
              <p:nvPr/>
            </p:nvSpPr>
            <p:spPr>
              <a:xfrm rot="10800000" flipV="1">
                <a:off x="5763993" y="2812636"/>
                <a:ext cx="307413" cy="1045204"/>
              </a:xfrm>
              <a:custGeom>
                <a:avLst/>
                <a:gdLst>
                  <a:gd name="connsiteX0" fmla="*/ 261301 w 307413"/>
                  <a:gd name="connsiteY0" fmla="*/ 0 h 1045204"/>
                  <a:gd name="connsiteX1" fmla="*/ 307413 w 307413"/>
                  <a:gd name="connsiteY1" fmla="*/ 46112 h 1045204"/>
                  <a:gd name="connsiteX2" fmla="*/ 307413 w 307413"/>
                  <a:gd name="connsiteY2" fmla="*/ 999092 h 1045204"/>
                  <a:gd name="connsiteX3" fmla="*/ 261301 w 307413"/>
                  <a:gd name="connsiteY3" fmla="*/ 1045204 h 1045204"/>
                  <a:gd name="connsiteX4" fmla="*/ 46112 w 307413"/>
                  <a:gd name="connsiteY4" fmla="*/ 1045204 h 1045204"/>
                  <a:gd name="connsiteX5" fmla="*/ 0 w 307413"/>
                  <a:gd name="connsiteY5" fmla="*/ 999092 h 1045204"/>
                  <a:gd name="connsiteX6" fmla="*/ 0 w 307413"/>
                  <a:gd name="connsiteY6" fmla="*/ 46112 h 1045204"/>
                  <a:gd name="connsiteX7" fmla="*/ 46112 w 307413"/>
                  <a:gd name="connsiteY7" fmla="*/ 0 h 104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13" h="1045204">
                    <a:moveTo>
                      <a:pt x="261301" y="0"/>
                    </a:moveTo>
                    <a:cubicBezTo>
                      <a:pt x="286768" y="0"/>
                      <a:pt x="307413" y="20645"/>
                      <a:pt x="307413" y="46112"/>
                    </a:cubicBezTo>
                    <a:lnTo>
                      <a:pt x="307413" y="999092"/>
                    </a:lnTo>
                    <a:cubicBezTo>
                      <a:pt x="307413" y="1024559"/>
                      <a:pt x="286768" y="1045204"/>
                      <a:pt x="261301" y="1045204"/>
                    </a:cubicBezTo>
                    <a:lnTo>
                      <a:pt x="46112" y="1045204"/>
                    </a:lnTo>
                    <a:cubicBezTo>
                      <a:pt x="20645" y="1045204"/>
                      <a:pt x="0" y="1024559"/>
                      <a:pt x="0" y="999092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148" cap="flat">
                <a:solidFill>
                  <a:srgbClr val="6080A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76" name="图片 475">
                <a:extLst>
                  <a:ext uri="{FF2B5EF4-FFF2-40B4-BE49-F238E27FC236}">
                    <a16:creationId xmlns:a16="http://schemas.microsoft.com/office/drawing/2014/main" id="{8429EFC2-9A09-F236-E14B-6CCC2754FB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70142" y="3112364"/>
                <a:ext cx="295116" cy="473416"/>
              </a:xfrm>
              <a:custGeom>
                <a:avLst/>
                <a:gdLst>
                  <a:gd name="connsiteX0" fmla="*/ -1 w 295116"/>
                  <a:gd name="connsiteY0" fmla="*/ -1 h 473416"/>
                  <a:gd name="connsiteX1" fmla="*/ 295116 w 295116"/>
                  <a:gd name="connsiteY1" fmla="*/ -1 h 473416"/>
                  <a:gd name="connsiteX2" fmla="*/ 295116 w 295116"/>
                  <a:gd name="connsiteY2" fmla="*/ 473416 h 473416"/>
                  <a:gd name="connsiteX3" fmla="*/ -1 w 295116"/>
                  <a:gd name="connsiteY3" fmla="*/ 473416 h 473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116" h="473416">
                    <a:moveTo>
                      <a:pt x="-1" y="-1"/>
                    </a:moveTo>
                    <a:lnTo>
                      <a:pt x="295116" y="-1"/>
                    </a:lnTo>
                    <a:lnTo>
                      <a:pt x="295116" y="473416"/>
                    </a:lnTo>
                    <a:lnTo>
                      <a:pt x="-1" y="473416"/>
                    </a:lnTo>
                    <a:close/>
                  </a:path>
                </a:pathLst>
              </a:custGeom>
            </p:spPr>
          </p:pic>
        </p:grpSp>
        <p:grpSp>
          <p:nvGrpSpPr>
            <p:cNvPr id="477" name="图形 326">
              <a:extLst>
                <a:ext uri="{FF2B5EF4-FFF2-40B4-BE49-F238E27FC236}">
                  <a16:creationId xmlns:a16="http://schemas.microsoft.com/office/drawing/2014/main" id="{03B2E2E6-8D3F-5590-8C68-BF90D4E4199D}"/>
                </a:ext>
              </a:extLst>
            </p:cNvPr>
            <p:cNvGrpSpPr/>
            <p:nvPr/>
          </p:nvGrpSpPr>
          <p:grpSpPr>
            <a:xfrm>
              <a:off x="4792568" y="3575881"/>
              <a:ext cx="645567" cy="241134"/>
              <a:chOff x="4792568" y="3575881"/>
              <a:chExt cx="645567" cy="241134"/>
            </a:xfrm>
            <a:solidFill>
              <a:srgbClr val="DAE8FC"/>
            </a:solidFill>
          </p:grpSpPr>
          <p:sp>
            <p:nvSpPr>
              <p:cNvPr id="478" name="任意多边形: 形状 477">
                <a:extLst>
                  <a:ext uri="{FF2B5EF4-FFF2-40B4-BE49-F238E27FC236}">
                    <a16:creationId xmlns:a16="http://schemas.microsoft.com/office/drawing/2014/main" id="{413613C9-1703-306A-946D-CA536777CD36}"/>
                  </a:ext>
                </a:extLst>
              </p:cNvPr>
              <p:cNvSpPr/>
              <p:nvPr/>
            </p:nvSpPr>
            <p:spPr>
              <a:xfrm>
                <a:off x="4792568" y="3575881"/>
                <a:ext cx="645567" cy="241134"/>
              </a:xfrm>
              <a:custGeom>
                <a:avLst/>
                <a:gdLst>
                  <a:gd name="connsiteX0" fmla="*/ 609416 w 645567"/>
                  <a:gd name="connsiteY0" fmla="*/ 0 h 241134"/>
                  <a:gd name="connsiteX1" fmla="*/ 645567 w 645567"/>
                  <a:gd name="connsiteY1" fmla="*/ 36152 h 241134"/>
                  <a:gd name="connsiteX2" fmla="*/ 645567 w 645567"/>
                  <a:gd name="connsiteY2" fmla="*/ 204983 h 241134"/>
                  <a:gd name="connsiteX3" fmla="*/ 609416 w 645567"/>
                  <a:gd name="connsiteY3" fmla="*/ 241135 h 241134"/>
                  <a:gd name="connsiteX4" fmla="*/ 36152 w 645567"/>
                  <a:gd name="connsiteY4" fmla="*/ 241135 h 241134"/>
                  <a:gd name="connsiteX5" fmla="*/ 0 w 645567"/>
                  <a:gd name="connsiteY5" fmla="*/ 204983 h 241134"/>
                  <a:gd name="connsiteX6" fmla="*/ 0 w 645567"/>
                  <a:gd name="connsiteY6" fmla="*/ 36152 h 241134"/>
                  <a:gd name="connsiteX7" fmla="*/ 36152 w 645567"/>
                  <a:gd name="connsiteY7" fmla="*/ 0 h 241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5567" h="241134">
                    <a:moveTo>
                      <a:pt x="609416" y="0"/>
                    </a:moveTo>
                    <a:cubicBezTo>
                      <a:pt x="629382" y="0"/>
                      <a:pt x="645567" y="16186"/>
                      <a:pt x="645567" y="36152"/>
                    </a:cubicBezTo>
                    <a:lnTo>
                      <a:pt x="645567" y="204983"/>
                    </a:lnTo>
                    <a:cubicBezTo>
                      <a:pt x="645567" y="224949"/>
                      <a:pt x="629382" y="241135"/>
                      <a:pt x="609416" y="241135"/>
                    </a:cubicBezTo>
                    <a:lnTo>
                      <a:pt x="36152" y="241135"/>
                    </a:lnTo>
                    <a:cubicBezTo>
                      <a:pt x="16186" y="241135"/>
                      <a:pt x="0" y="224949"/>
                      <a:pt x="0" y="204983"/>
                    </a:cubicBezTo>
                    <a:lnTo>
                      <a:pt x="0" y="36152"/>
                    </a:lnTo>
                    <a:cubicBezTo>
                      <a:pt x="0" y="16186"/>
                      <a:pt x="16186" y="0"/>
                      <a:pt x="3615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79" name="图片 478">
                <a:extLst>
                  <a:ext uri="{FF2B5EF4-FFF2-40B4-BE49-F238E27FC236}">
                    <a16:creationId xmlns:a16="http://schemas.microsoft.com/office/drawing/2014/main" id="{62EE8943-93C2-8481-8DB3-848B1B34EC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98717" y="3622669"/>
                <a:ext cx="633270" cy="178299"/>
              </a:xfrm>
              <a:custGeom>
                <a:avLst/>
                <a:gdLst>
                  <a:gd name="connsiteX0" fmla="*/ -1 w 633270"/>
                  <a:gd name="connsiteY0" fmla="*/ -1 h 178299"/>
                  <a:gd name="connsiteX1" fmla="*/ 633270 w 633270"/>
                  <a:gd name="connsiteY1" fmla="*/ -1 h 178299"/>
                  <a:gd name="connsiteX2" fmla="*/ 633270 w 633270"/>
                  <a:gd name="connsiteY2" fmla="*/ 178299 h 178299"/>
                  <a:gd name="connsiteX3" fmla="*/ -1 w 633270"/>
                  <a:gd name="connsiteY3" fmla="*/ 178299 h 17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3270" h="178299">
                    <a:moveTo>
                      <a:pt x="-1" y="-1"/>
                    </a:moveTo>
                    <a:lnTo>
                      <a:pt x="633270" y="-1"/>
                    </a:lnTo>
                    <a:lnTo>
                      <a:pt x="633270" y="178299"/>
                    </a:lnTo>
                    <a:lnTo>
                      <a:pt x="-1" y="178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480" name="图形 326">
              <a:extLst>
                <a:ext uri="{FF2B5EF4-FFF2-40B4-BE49-F238E27FC236}">
                  <a16:creationId xmlns:a16="http://schemas.microsoft.com/office/drawing/2014/main" id="{44AABA5D-F1F7-C307-C3AF-D190289F5C95}"/>
                </a:ext>
              </a:extLst>
            </p:cNvPr>
            <p:cNvGrpSpPr/>
            <p:nvPr/>
          </p:nvGrpSpPr>
          <p:grpSpPr>
            <a:xfrm>
              <a:off x="4792568" y="2881128"/>
              <a:ext cx="645567" cy="241134"/>
              <a:chOff x="4792568" y="2881128"/>
              <a:chExt cx="645567" cy="241134"/>
            </a:xfrm>
            <a:solidFill>
              <a:srgbClr val="DAE8FC"/>
            </a:solidFill>
          </p:grpSpPr>
          <p:sp>
            <p:nvSpPr>
              <p:cNvPr id="481" name="任意多边形: 形状 480">
                <a:extLst>
                  <a:ext uri="{FF2B5EF4-FFF2-40B4-BE49-F238E27FC236}">
                    <a16:creationId xmlns:a16="http://schemas.microsoft.com/office/drawing/2014/main" id="{7530D1B1-2738-261A-0740-C44749B70762}"/>
                  </a:ext>
                </a:extLst>
              </p:cNvPr>
              <p:cNvSpPr/>
              <p:nvPr/>
            </p:nvSpPr>
            <p:spPr>
              <a:xfrm>
                <a:off x="4792568" y="2881128"/>
                <a:ext cx="645567" cy="241134"/>
              </a:xfrm>
              <a:custGeom>
                <a:avLst/>
                <a:gdLst>
                  <a:gd name="connsiteX0" fmla="*/ 609416 w 645567"/>
                  <a:gd name="connsiteY0" fmla="*/ 0 h 241134"/>
                  <a:gd name="connsiteX1" fmla="*/ 645567 w 645567"/>
                  <a:gd name="connsiteY1" fmla="*/ 36152 h 241134"/>
                  <a:gd name="connsiteX2" fmla="*/ 645567 w 645567"/>
                  <a:gd name="connsiteY2" fmla="*/ 204983 h 241134"/>
                  <a:gd name="connsiteX3" fmla="*/ 609416 w 645567"/>
                  <a:gd name="connsiteY3" fmla="*/ 241135 h 241134"/>
                  <a:gd name="connsiteX4" fmla="*/ 36152 w 645567"/>
                  <a:gd name="connsiteY4" fmla="*/ 241135 h 241134"/>
                  <a:gd name="connsiteX5" fmla="*/ 0 w 645567"/>
                  <a:gd name="connsiteY5" fmla="*/ 204983 h 241134"/>
                  <a:gd name="connsiteX6" fmla="*/ 0 w 645567"/>
                  <a:gd name="connsiteY6" fmla="*/ 36152 h 241134"/>
                  <a:gd name="connsiteX7" fmla="*/ 36152 w 645567"/>
                  <a:gd name="connsiteY7" fmla="*/ 0 h 241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5567" h="241134">
                    <a:moveTo>
                      <a:pt x="609416" y="0"/>
                    </a:moveTo>
                    <a:cubicBezTo>
                      <a:pt x="629382" y="0"/>
                      <a:pt x="645567" y="16186"/>
                      <a:pt x="645567" y="36152"/>
                    </a:cubicBezTo>
                    <a:lnTo>
                      <a:pt x="645567" y="204983"/>
                    </a:lnTo>
                    <a:cubicBezTo>
                      <a:pt x="645567" y="224949"/>
                      <a:pt x="629382" y="241135"/>
                      <a:pt x="609416" y="241135"/>
                    </a:cubicBezTo>
                    <a:lnTo>
                      <a:pt x="36152" y="241135"/>
                    </a:lnTo>
                    <a:cubicBezTo>
                      <a:pt x="16186" y="241135"/>
                      <a:pt x="0" y="224949"/>
                      <a:pt x="0" y="204983"/>
                    </a:cubicBezTo>
                    <a:lnTo>
                      <a:pt x="0" y="36152"/>
                    </a:lnTo>
                    <a:cubicBezTo>
                      <a:pt x="0" y="16186"/>
                      <a:pt x="16186" y="0"/>
                      <a:pt x="3615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82" name="图片 481">
                <a:extLst>
                  <a:ext uri="{FF2B5EF4-FFF2-40B4-BE49-F238E27FC236}">
                    <a16:creationId xmlns:a16="http://schemas.microsoft.com/office/drawing/2014/main" id="{54A3E6E2-83C5-9E6C-E206-47AE08053F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98717" y="2927916"/>
                <a:ext cx="633270" cy="178299"/>
              </a:xfrm>
              <a:custGeom>
                <a:avLst/>
                <a:gdLst>
                  <a:gd name="connsiteX0" fmla="*/ -1 w 633270"/>
                  <a:gd name="connsiteY0" fmla="*/ -1 h 178299"/>
                  <a:gd name="connsiteX1" fmla="*/ 633270 w 633270"/>
                  <a:gd name="connsiteY1" fmla="*/ -1 h 178299"/>
                  <a:gd name="connsiteX2" fmla="*/ 633270 w 633270"/>
                  <a:gd name="connsiteY2" fmla="*/ 178299 h 178299"/>
                  <a:gd name="connsiteX3" fmla="*/ -1 w 633270"/>
                  <a:gd name="connsiteY3" fmla="*/ 178299 h 17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3270" h="178299">
                    <a:moveTo>
                      <a:pt x="-1" y="-1"/>
                    </a:moveTo>
                    <a:lnTo>
                      <a:pt x="633270" y="-1"/>
                    </a:lnTo>
                    <a:lnTo>
                      <a:pt x="633270" y="178299"/>
                    </a:lnTo>
                    <a:lnTo>
                      <a:pt x="-1" y="178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483" name="图形 326">
              <a:extLst>
                <a:ext uri="{FF2B5EF4-FFF2-40B4-BE49-F238E27FC236}">
                  <a16:creationId xmlns:a16="http://schemas.microsoft.com/office/drawing/2014/main" id="{333BE848-CA01-F340-2434-E678FB051E3A}"/>
                </a:ext>
              </a:extLst>
            </p:cNvPr>
            <p:cNvGrpSpPr/>
            <p:nvPr/>
          </p:nvGrpSpPr>
          <p:grpSpPr>
            <a:xfrm>
              <a:off x="5253688" y="2602058"/>
              <a:ext cx="922239" cy="184447"/>
              <a:chOff x="5253688" y="2602058"/>
              <a:chExt cx="922239" cy="184447"/>
            </a:xfrm>
            <a:noFill/>
          </p:grpSpPr>
          <p:sp>
            <p:nvSpPr>
              <p:cNvPr id="484" name="任意多边形: 形状 483">
                <a:extLst>
                  <a:ext uri="{FF2B5EF4-FFF2-40B4-BE49-F238E27FC236}">
                    <a16:creationId xmlns:a16="http://schemas.microsoft.com/office/drawing/2014/main" id="{7FB93F08-B977-D02A-0296-AC8EC9799747}"/>
                  </a:ext>
                </a:extLst>
              </p:cNvPr>
              <p:cNvSpPr/>
              <p:nvPr/>
            </p:nvSpPr>
            <p:spPr>
              <a:xfrm>
                <a:off x="5253688" y="2602058"/>
                <a:ext cx="922239" cy="184447"/>
              </a:xfrm>
              <a:custGeom>
                <a:avLst/>
                <a:gdLst>
                  <a:gd name="connsiteX0" fmla="*/ 0 w 922239"/>
                  <a:gd name="connsiteY0" fmla="*/ 0 h 184447"/>
                  <a:gd name="connsiteX1" fmla="*/ 922239 w 922239"/>
                  <a:gd name="connsiteY1" fmla="*/ 0 h 184447"/>
                  <a:gd name="connsiteX2" fmla="*/ 922239 w 922239"/>
                  <a:gd name="connsiteY2" fmla="*/ 184448 h 184447"/>
                  <a:gd name="connsiteX3" fmla="*/ 0 w 922239"/>
                  <a:gd name="connsiteY3" fmla="*/ 184448 h 184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239" h="184447">
                    <a:moveTo>
                      <a:pt x="0" y="0"/>
                    </a:moveTo>
                    <a:lnTo>
                      <a:pt x="922239" y="0"/>
                    </a:lnTo>
                    <a:lnTo>
                      <a:pt x="922239" y="184448"/>
                    </a:lnTo>
                    <a:lnTo>
                      <a:pt x="0" y="184448"/>
                    </a:lnTo>
                    <a:close/>
                  </a:path>
                </a:pathLst>
              </a:custGeom>
              <a:noFill/>
              <a:ln w="6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85" name="图片 484">
                <a:extLst>
                  <a:ext uri="{FF2B5EF4-FFF2-40B4-BE49-F238E27FC236}">
                    <a16:creationId xmlns:a16="http://schemas.microsoft.com/office/drawing/2014/main" id="{A4FDB612-ACC5-F283-36FB-0C6BF0F6A1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59836" y="2620503"/>
                <a:ext cx="909942" cy="166003"/>
              </a:xfrm>
              <a:custGeom>
                <a:avLst/>
                <a:gdLst>
                  <a:gd name="connsiteX0" fmla="*/ -1 w 909942"/>
                  <a:gd name="connsiteY0" fmla="*/ -1 h 166003"/>
                  <a:gd name="connsiteX1" fmla="*/ 909942 w 909942"/>
                  <a:gd name="connsiteY1" fmla="*/ -1 h 166003"/>
                  <a:gd name="connsiteX2" fmla="*/ 909942 w 909942"/>
                  <a:gd name="connsiteY2" fmla="*/ 166003 h 166003"/>
                  <a:gd name="connsiteX3" fmla="*/ -1 w 909942"/>
                  <a:gd name="connsiteY3" fmla="*/ 166003 h 166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9942" h="166003">
                    <a:moveTo>
                      <a:pt x="-1" y="-1"/>
                    </a:moveTo>
                    <a:lnTo>
                      <a:pt x="909942" y="-1"/>
                    </a:lnTo>
                    <a:lnTo>
                      <a:pt x="909942" y="166003"/>
                    </a:lnTo>
                    <a:lnTo>
                      <a:pt x="-1" y="166003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486" name="图形 326">
            <a:extLst>
              <a:ext uri="{FF2B5EF4-FFF2-40B4-BE49-F238E27FC236}">
                <a16:creationId xmlns:a16="http://schemas.microsoft.com/office/drawing/2014/main" id="{D6D229E6-5DBF-4872-A58C-141879659FB0}"/>
              </a:ext>
            </a:extLst>
          </p:cNvPr>
          <p:cNvGrpSpPr/>
          <p:nvPr/>
        </p:nvGrpSpPr>
        <p:grpSpPr>
          <a:xfrm>
            <a:off x="-3087" y="4501870"/>
            <a:ext cx="6362725" cy="1905960"/>
            <a:chOff x="-3087" y="4501870"/>
            <a:chExt cx="6362725" cy="1905960"/>
          </a:xfrm>
        </p:grpSpPr>
        <p:sp>
          <p:nvSpPr>
            <p:cNvPr id="487" name="任意多边形: 形状 486">
              <a:extLst>
                <a:ext uri="{FF2B5EF4-FFF2-40B4-BE49-F238E27FC236}">
                  <a16:creationId xmlns:a16="http://schemas.microsoft.com/office/drawing/2014/main" id="{EB9A7F40-F3F9-6959-EC00-6B6E23CE409D}"/>
                </a:ext>
              </a:extLst>
            </p:cNvPr>
            <p:cNvSpPr/>
            <p:nvPr/>
          </p:nvSpPr>
          <p:spPr>
            <a:xfrm>
              <a:off x="2134983" y="4501870"/>
              <a:ext cx="4065537" cy="1905960"/>
            </a:xfrm>
            <a:custGeom>
              <a:avLst/>
              <a:gdLst>
                <a:gd name="connsiteX0" fmla="*/ 3970239 w 4065537"/>
                <a:gd name="connsiteY0" fmla="*/ 0 h 1905960"/>
                <a:gd name="connsiteX1" fmla="*/ 4065537 w 4065537"/>
                <a:gd name="connsiteY1" fmla="*/ 95298 h 1905960"/>
                <a:gd name="connsiteX2" fmla="*/ 4065537 w 4065537"/>
                <a:gd name="connsiteY2" fmla="*/ 1810663 h 1905960"/>
                <a:gd name="connsiteX3" fmla="*/ 3970239 w 4065537"/>
                <a:gd name="connsiteY3" fmla="*/ 1905961 h 1905960"/>
                <a:gd name="connsiteX4" fmla="*/ 95298 w 4065537"/>
                <a:gd name="connsiteY4" fmla="*/ 1905961 h 1905960"/>
                <a:gd name="connsiteX5" fmla="*/ 0 w 4065537"/>
                <a:gd name="connsiteY5" fmla="*/ 1810663 h 1905960"/>
                <a:gd name="connsiteX6" fmla="*/ 0 w 4065537"/>
                <a:gd name="connsiteY6" fmla="*/ 95298 h 1905960"/>
                <a:gd name="connsiteX7" fmla="*/ 95298 w 4065537"/>
                <a:gd name="connsiteY7" fmla="*/ 0 h 1905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5537" h="1905960">
                  <a:moveTo>
                    <a:pt x="3970239" y="0"/>
                  </a:moveTo>
                  <a:cubicBezTo>
                    <a:pt x="4022871" y="0"/>
                    <a:pt x="4065537" y="42666"/>
                    <a:pt x="4065537" y="95298"/>
                  </a:cubicBezTo>
                  <a:lnTo>
                    <a:pt x="4065537" y="1810663"/>
                  </a:lnTo>
                  <a:cubicBezTo>
                    <a:pt x="4065537" y="1863295"/>
                    <a:pt x="4022871" y="1905961"/>
                    <a:pt x="3970239" y="1905961"/>
                  </a:cubicBezTo>
                  <a:lnTo>
                    <a:pt x="95298" y="1905961"/>
                  </a:lnTo>
                  <a:cubicBezTo>
                    <a:pt x="42666" y="1905961"/>
                    <a:pt x="0" y="1863295"/>
                    <a:pt x="0" y="1810663"/>
                  </a:cubicBezTo>
                  <a:lnTo>
                    <a:pt x="0" y="95298"/>
                  </a:lnTo>
                  <a:cubicBezTo>
                    <a:pt x="0" y="42666"/>
                    <a:pt x="42666" y="0"/>
                    <a:pt x="95298" y="0"/>
                  </a:cubicBezTo>
                  <a:close/>
                </a:path>
              </a:pathLst>
            </a:custGeom>
            <a:solidFill>
              <a:srgbClr val="FFF2CC"/>
            </a:solidFill>
            <a:ln w="6148" cap="flat">
              <a:solidFill>
                <a:srgbClr val="DBC06E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8" name="任意多边形: 形状 487">
              <a:extLst>
                <a:ext uri="{FF2B5EF4-FFF2-40B4-BE49-F238E27FC236}">
                  <a16:creationId xmlns:a16="http://schemas.microsoft.com/office/drawing/2014/main" id="{43AC6A35-E962-F6D1-FF06-437613A8D552}"/>
                </a:ext>
              </a:extLst>
            </p:cNvPr>
            <p:cNvSpPr/>
            <p:nvPr/>
          </p:nvSpPr>
          <p:spPr>
            <a:xfrm>
              <a:off x="2265633" y="5547075"/>
              <a:ext cx="2889682" cy="799273"/>
            </a:xfrm>
            <a:custGeom>
              <a:avLst/>
              <a:gdLst>
                <a:gd name="connsiteX0" fmla="*/ 2849719 w 2889682"/>
                <a:gd name="connsiteY0" fmla="*/ 0 h 799273"/>
                <a:gd name="connsiteX1" fmla="*/ 2889682 w 2889682"/>
                <a:gd name="connsiteY1" fmla="*/ 39964 h 799273"/>
                <a:gd name="connsiteX2" fmla="*/ 2889682 w 2889682"/>
                <a:gd name="connsiteY2" fmla="*/ 759310 h 799273"/>
                <a:gd name="connsiteX3" fmla="*/ 2849719 w 2889682"/>
                <a:gd name="connsiteY3" fmla="*/ 799274 h 799273"/>
                <a:gd name="connsiteX4" fmla="*/ 39964 w 2889682"/>
                <a:gd name="connsiteY4" fmla="*/ 799274 h 799273"/>
                <a:gd name="connsiteX5" fmla="*/ 0 w 2889682"/>
                <a:gd name="connsiteY5" fmla="*/ 759310 h 799273"/>
                <a:gd name="connsiteX6" fmla="*/ 0 w 2889682"/>
                <a:gd name="connsiteY6" fmla="*/ 39964 h 799273"/>
                <a:gd name="connsiteX7" fmla="*/ 39964 w 2889682"/>
                <a:gd name="connsiteY7" fmla="*/ 0 h 79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89682" h="799273">
                  <a:moveTo>
                    <a:pt x="2849719" y="0"/>
                  </a:moveTo>
                  <a:cubicBezTo>
                    <a:pt x="2871790" y="0"/>
                    <a:pt x="2889682" y="17892"/>
                    <a:pt x="2889682" y="39964"/>
                  </a:cubicBezTo>
                  <a:lnTo>
                    <a:pt x="2889682" y="759310"/>
                  </a:lnTo>
                  <a:cubicBezTo>
                    <a:pt x="2889682" y="781382"/>
                    <a:pt x="2871790" y="799274"/>
                    <a:pt x="2849719" y="799274"/>
                  </a:cubicBezTo>
                  <a:lnTo>
                    <a:pt x="39964" y="799274"/>
                  </a:lnTo>
                  <a:cubicBezTo>
                    <a:pt x="17892" y="799274"/>
                    <a:pt x="0" y="781382"/>
                    <a:pt x="0" y="759310"/>
                  </a:cubicBezTo>
                  <a:lnTo>
                    <a:pt x="0" y="39964"/>
                  </a:lnTo>
                  <a:cubicBezTo>
                    <a:pt x="0" y="17892"/>
                    <a:pt x="17892" y="0"/>
                    <a:pt x="39964" y="0"/>
                  </a:cubicBezTo>
                  <a:close/>
                </a:path>
              </a:pathLst>
            </a:custGeom>
            <a:solidFill>
              <a:srgbClr val="FFFFDE"/>
            </a:solidFill>
            <a:ln w="6148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9" name="任意多边形: 形状 488">
              <a:extLst>
                <a:ext uri="{FF2B5EF4-FFF2-40B4-BE49-F238E27FC236}">
                  <a16:creationId xmlns:a16="http://schemas.microsoft.com/office/drawing/2014/main" id="{B1F40D4B-4B5E-44EC-A310-1F920C5B044D}"/>
                </a:ext>
              </a:extLst>
            </p:cNvPr>
            <p:cNvSpPr/>
            <p:nvPr/>
          </p:nvSpPr>
          <p:spPr>
            <a:xfrm>
              <a:off x="2265633" y="4624836"/>
              <a:ext cx="2889682" cy="799273"/>
            </a:xfrm>
            <a:custGeom>
              <a:avLst/>
              <a:gdLst>
                <a:gd name="connsiteX0" fmla="*/ 2849719 w 2889682"/>
                <a:gd name="connsiteY0" fmla="*/ 0 h 799273"/>
                <a:gd name="connsiteX1" fmla="*/ 2889682 w 2889682"/>
                <a:gd name="connsiteY1" fmla="*/ 39964 h 799273"/>
                <a:gd name="connsiteX2" fmla="*/ 2889682 w 2889682"/>
                <a:gd name="connsiteY2" fmla="*/ 759310 h 799273"/>
                <a:gd name="connsiteX3" fmla="*/ 2849719 w 2889682"/>
                <a:gd name="connsiteY3" fmla="*/ 799274 h 799273"/>
                <a:gd name="connsiteX4" fmla="*/ 39964 w 2889682"/>
                <a:gd name="connsiteY4" fmla="*/ 799274 h 799273"/>
                <a:gd name="connsiteX5" fmla="*/ 0 w 2889682"/>
                <a:gd name="connsiteY5" fmla="*/ 759310 h 799273"/>
                <a:gd name="connsiteX6" fmla="*/ 0 w 2889682"/>
                <a:gd name="connsiteY6" fmla="*/ 39964 h 799273"/>
                <a:gd name="connsiteX7" fmla="*/ 39964 w 2889682"/>
                <a:gd name="connsiteY7" fmla="*/ 0 h 79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89682" h="799273">
                  <a:moveTo>
                    <a:pt x="2849719" y="0"/>
                  </a:moveTo>
                  <a:cubicBezTo>
                    <a:pt x="2871790" y="0"/>
                    <a:pt x="2889682" y="17892"/>
                    <a:pt x="2889682" y="39964"/>
                  </a:cubicBezTo>
                  <a:lnTo>
                    <a:pt x="2889682" y="759310"/>
                  </a:lnTo>
                  <a:cubicBezTo>
                    <a:pt x="2889682" y="781382"/>
                    <a:pt x="2871790" y="799274"/>
                    <a:pt x="2849719" y="799274"/>
                  </a:cubicBezTo>
                  <a:lnTo>
                    <a:pt x="39964" y="799274"/>
                  </a:lnTo>
                  <a:cubicBezTo>
                    <a:pt x="17892" y="799274"/>
                    <a:pt x="0" y="781382"/>
                    <a:pt x="0" y="759310"/>
                  </a:cubicBezTo>
                  <a:lnTo>
                    <a:pt x="0" y="39964"/>
                  </a:lnTo>
                  <a:cubicBezTo>
                    <a:pt x="0" y="17892"/>
                    <a:pt x="17892" y="0"/>
                    <a:pt x="39964" y="0"/>
                  </a:cubicBezTo>
                  <a:close/>
                </a:path>
              </a:pathLst>
            </a:custGeom>
            <a:solidFill>
              <a:srgbClr val="FFFFDE"/>
            </a:solidFill>
            <a:ln w="6148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90" name="图形 326">
              <a:extLst>
                <a:ext uri="{FF2B5EF4-FFF2-40B4-BE49-F238E27FC236}">
                  <a16:creationId xmlns:a16="http://schemas.microsoft.com/office/drawing/2014/main" id="{0DDB2FCB-72EA-3F69-5BB2-0BB4310CE8DE}"/>
                </a:ext>
              </a:extLst>
            </p:cNvPr>
            <p:cNvGrpSpPr/>
            <p:nvPr/>
          </p:nvGrpSpPr>
          <p:grpSpPr>
            <a:xfrm>
              <a:off x="430378" y="5002954"/>
              <a:ext cx="291304" cy="43037"/>
              <a:chOff x="430378" y="5002954"/>
              <a:chExt cx="291304" cy="43037"/>
            </a:xfrm>
          </p:grpSpPr>
          <p:sp>
            <p:nvSpPr>
              <p:cNvPr id="491" name="任意多边形: 形状 490">
                <a:extLst>
                  <a:ext uri="{FF2B5EF4-FFF2-40B4-BE49-F238E27FC236}">
                    <a16:creationId xmlns:a16="http://schemas.microsoft.com/office/drawing/2014/main" id="{B804D36C-9013-4E4F-7D0F-990BC759CF73}"/>
                  </a:ext>
                </a:extLst>
              </p:cNvPr>
              <p:cNvSpPr/>
              <p:nvPr/>
            </p:nvSpPr>
            <p:spPr>
              <a:xfrm>
                <a:off x="430378" y="5024473"/>
                <a:ext cx="259026" cy="6148"/>
              </a:xfrm>
              <a:custGeom>
                <a:avLst/>
                <a:gdLst>
                  <a:gd name="connsiteX0" fmla="*/ 0 w 259026"/>
                  <a:gd name="connsiteY0" fmla="*/ 0 h 6148"/>
                  <a:gd name="connsiteX1" fmla="*/ 259026 w 259026"/>
                  <a:gd name="connsiteY1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9026" h="6148">
                    <a:moveTo>
                      <a:pt x="0" y="0"/>
                    </a:moveTo>
                    <a:lnTo>
                      <a:pt x="259026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2" name="任意多边形: 形状 491">
                <a:extLst>
                  <a:ext uri="{FF2B5EF4-FFF2-40B4-BE49-F238E27FC236}">
                    <a16:creationId xmlns:a16="http://schemas.microsoft.com/office/drawing/2014/main" id="{DDFF8593-DB8D-A033-B1AC-3B8AC811163B}"/>
                  </a:ext>
                </a:extLst>
              </p:cNvPr>
              <p:cNvSpPr/>
              <p:nvPr/>
            </p:nvSpPr>
            <p:spPr>
              <a:xfrm>
                <a:off x="678644" y="5002954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93" name="任意多边形: 形状 492">
              <a:extLst>
                <a:ext uri="{FF2B5EF4-FFF2-40B4-BE49-F238E27FC236}">
                  <a16:creationId xmlns:a16="http://schemas.microsoft.com/office/drawing/2014/main" id="{6082F18D-B68B-FF02-E289-1298A9952D9C}"/>
                </a:ext>
              </a:extLst>
            </p:cNvPr>
            <p:cNvSpPr/>
            <p:nvPr/>
          </p:nvSpPr>
          <p:spPr>
            <a:xfrm rot="-5400000">
              <a:off x="50357" y="4812688"/>
              <a:ext cx="322951" cy="429841"/>
            </a:xfrm>
            <a:custGeom>
              <a:avLst/>
              <a:gdLst>
                <a:gd name="connsiteX0" fmla="*/ 322474 w 322951"/>
                <a:gd name="connsiteY0" fmla="*/ 54179 h 429841"/>
                <a:gd name="connsiteX1" fmla="*/ 268696 w 322951"/>
                <a:gd name="connsiteY1" fmla="*/ 402 h 429841"/>
                <a:gd name="connsiteX2" fmla="*/ 214918 w 322951"/>
                <a:gd name="connsiteY2" fmla="*/ 54180 h 429841"/>
                <a:gd name="connsiteX3" fmla="*/ 253638 w 322951"/>
                <a:gd name="connsiteY3" fmla="*/ 105806 h 429841"/>
                <a:gd name="connsiteX4" fmla="*/ 253638 w 322951"/>
                <a:gd name="connsiteY4" fmla="*/ 159584 h 429841"/>
                <a:gd name="connsiteX5" fmla="*/ 161140 w 322951"/>
                <a:gd name="connsiteY5" fmla="*/ 251366 h 429841"/>
                <a:gd name="connsiteX6" fmla="*/ 68462 w 322951"/>
                <a:gd name="connsiteY6" fmla="*/ 159405 h 429841"/>
                <a:gd name="connsiteX7" fmla="*/ 68462 w 322951"/>
                <a:gd name="connsiteY7" fmla="*/ 105627 h 429841"/>
                <a:gd name="connsiteX8" fmla="*/ 104915 w 322951"/>
                <a:gd name="connsiteY8" fmla="*/ 38879 h 429841"/>
                <a:gd name="connsiteX9" fmla="*/ 38167 w 322951"/>
                <a:gd name="connsiteY9" fmla="*/ 2426 h 429841"/>
                <a:gd name="connsiteX10" fmla="*/ 1714 w 322951"/>
                <a:gd name="connsiteY10" fmla="*/ 69174 h 429841"/>
                <a:gd name="connsiteX11" fmla="*/ 38167 w 322951"/>
                <a:gd name="connsiteY11" fmla="*/ 105627 h 429841"/>
                <a:gd name="connsiteX12" fmla="*/ 38167 w 322951"/>
                <a:gd name="connsiteY12" fmla="*/ 171595 h 429841"/>
                <a:gd name="connsiteX13" fmla="*/ 145723 w 322951"/>
                <a:gd name="connsiteY13" fmla="*/ 279151 h 429841"/>
                <a:gd name="connsiteX14" fmla="*/ 145723 w 322951"/>
                <a:gd name="connsiteY14" fmla="*/ 324683 h 429841"/>
                <a:gd name="connsiteX15" fmla="*/ 109270 w 322951"/>
                <a:gd name="connsiteY15" fmla="*/ 391431 h 429841"/>
                <a:gd name="connsiteX16" fmla="*/ 176018 w 322951"/>
                <a:gd name="connsiteY16" fmla="*/ 427884 h 429841"/>
                <a:gd name="connsiteX17" fmla="*/ 212471 w 322951"/>
                <a:gd name="connsiteY17" fmla="*/ 361136 h 429841"/>
                <a:gd name="connsiteX18" fmla="*/ 176018 w 322951"/>
                <a:gd name="connsiteY18" fmla="*/ 324683 h 429841"/>
                <a:gd name="connsiteX19" fmla="*/ 176018 w 322951"/>
                <a:gd name="connsiteY19" fmla="*/ 279510 h 429841"/>
                <a:gd name="connsiteX20" fmla="*/ 283575 w 322951"/>
                <a:gd name="connsiteY20" fmla="*/ 171953 h 429841"/>
                <a:gd name="connsiteX21" fmla="*/ 283575 w 322951"/>
                <a:gd name="connsiteY21" fmla="*/ 105806 h 429841"/>
                <a:gd name="connsiteX22" fmla="*/ 322475 w 322951"/>
                <a:gd name="connsiteY22" fmla="*/ 54179 h 42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22951" h="429841">
                  <a:moveTo>
                    <a:pt x="322474" y="54179"/>
                  </a:moveTo>
                  <a:cubicBezTo>
                    <a:pt x="322474" y="24479"/>
                    <a:pt x="298397" y="401"/>
                    <a:pt x="268696" y="402"/>
                  </a:cubicBezTo>
                  <a:cubicBezTo>
                    <a:pt x="238995" y="402"/>
                    <a:pt x="214918" y="24479"/>
                    <a:pt x="214918" y="54180"/>
                  </a:cubicBezTo>
                  <a:cubicBezTo>
                    <a:pt x="214918" y="78081"/>
                    <a:pt x="230693" y="99114"/>
                    <a:pt x="253638" y="105806"/>
                  </a:cubicBezTo>
                  <a:lnTo>
                    <a:pt x="253638" y="159584"/>
                  </a:lnTo>
                  <a:lnTo>
                    <a:pt x="161140" y="251366"/>
                  </a:lnTo>
                  <a:lnTo>
                    <a:pt x="68462" y="159405"/>
                  </a:lnTo>
                  <a:lnTo>
                    <a:pt x="68462" y="105627"/>
                  </a:lnTo>
                  <a:cubicBezTo>
                    <a:pt x="96960" y="97261"/>
                    <a:pt x="113281" y="67377"/>
                    <a:pt x="104915" y="38879"/>
                  </a:cubicBezTo>
                  <a:cubicBezTo>
                    <a:pt x="96549" y="10380"/>
                    <a:pt x="66665" y="-5940"/>
                    <a:pt x="38167" y="2426"/>
                  </a:cubicBezTo>
                  <a:cubicBezTo>
                    <a:pt x="9669" y="10791"/>
                    <a:pt x="-6652" y="40675"/>
                    <a:pt x="1714" y="69174"/>
                  </a:cubicBezTo>
                  <a:cubicBezTo>
                    <a:pt x="6870" y="86736"/>
                    <a:pt x="20604" y="100471"/>
                    <a:pt x="38167" y="105627"/>
                  </a:cubicBezTo>
                  <a:lnTo>
                    <a:pt x="38167" y="171595"/>
                  </a:lnTo>
                  <a:lnTo>
                    <a:pt x="145723" y="279151"/>
                  </a:lnTo>
                  <a:lnTo>
                    <a:pt x="145723" y="324683"/>
                  </a:lnTo>
                  <a:cubicBezTo>
                    <a:pt x="117225" y="333049"/>
                    <a:pt x="100904" y="362933"/>
                    <a:pt x="109270" y="391431"/>
                  </a:cubicBezTo>
                  <a:cubicBezTo>
                    <a:pt x="117636" y="419929"/>
                    <a:pt x="147520" y="436250"/>
                    <a:pt x="176018" y="427884"/>
                  </a:cubicBezTo>
                  <a:cubicBezTo>
                    <a:pt x="204516" y="419519"/>
                    <a:pt x="220837" y="389634"/>
                    <a:pt x="212471" y="361136"/>
                  </a:cubicBezTo>
                  <a:cubicBezTo>
                    <a:pt x="207315" y="343573"/>
                    <a:pt x="193581" y="329839"/>
                    <a:pt x="176018" y="324683"/>
                  </a:cubicBezTo>
                  <a:lnTo>
                    <a:pt x="176018" y="279510"/>
                  </a:lnTo>
                  <a:lnTo>
                    <a:pt x="283575" y="171953"/>
                  </a:lnTo>
                  <a:lnTo>
                    <a:pt x="283575" y="105806"/>
                  </a:lnTo>
                  <a:cubicBezTo>
                    <a:pt x="306592" y="99180"/>
                    <a:pt x="322452" y="78130"/>
                    <a:pt x="322475" y="54179"/>
                  </a:cubicBezTo>
                  <a:close/>
                </a:path>
              </a:pathLst>
            </a:custGeom>
            <a:solidFill>
              <a:srgbClr val="2C2C2C"/>
            </a:solidFill>
            <a:ln w="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94" name="图形 326">
              <a:extLst>
                <a:ext uri="{FF2B5EF4-FFF2-40B4-BE49-F238E27FC236}">
                  <a16:creationId xmlns:a16="http://schemas.microsoft.com/office/drawing/2014/main" id="{BF05D4D8-5712-3D31-71B0-19579957322B}"/>
                </a:ext>
              </a:extLst>
            </p:cNvPr>
            <p:cNvGrpSpPr/>
            <p:nvPr/>
          </p:nvGrpSpPr>
          <p:grpSpPr>
            <a:xfrm>
              <a:off x="1958220" y="5002954"/>
              <a:ext cx="405047" cy="43037"/>
              <a:chOff x="1958220" y="5002954"/>
              <a:chExt cx="405047" cy="43037"/>
            </a:xfrm>
          </p:grpSpPr>
          <p:sp>
            <p:nvSpPr>
              <p:cNvPr id="495" name="任意多边形: 形状 494">
                <a:extLst>
                  <a:ext uri="{FF2B5EF4-FFF2-40B4-BE49-F238E27FC236}">
                    <a16:creationId xmlns:a16="http://schemas.microsoft.com/office/drawing/2014/main" id="{F48F9001-5F60-4FD3-F0B7-7D7441453622}"/>
                  </a:ext>
                </a:extLst>
              </p:cNvPr>
              <p:cNvSpPr/>
              <p:nvPr/>
            </p:nvSpPr>
            <p:spPr>
              <a:xfrm>
                <a:off x="1958220" y="5024473"/>
                <a:ext cx="372769" cy="6148"/>
              </a:xfrm>
              <a:custGeom>
                <a:avLst/>
                <a:gdLst>
                  <a:gd name="connsiteX0" fmla="*/ 0 w 372769"/>
                  <a:gd name="connsiteY0" fmla="*/ 0 h 6148"/>
                  <a:gd name="connsiteX1" fmla="*/ 372769 w 372769"/>
                  <a:gd name="connsiteY1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2769" h="6148">
                    <a:moveTo>
                      <a:pt x="0" y="0"/>
                    </a:moveTo>
                    <a:lnTo>
                      <a:pt x="372769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6" name="任意多边形: 形状 495">
                <a:extLst>
                  <a:ext uri="{FF2B5EF4-FFF2-40B4-BE49-F238E27FC236}">
                    <a16:creationId xmlns:a16="http://schemas.microsoft.com/office/drawing/2014/main" id="{8AF07CC9-D507-44A3-71CB-28D15C6BFF68}"/>
                  </a:ext>
                </a:extLst>
              </p:cNvPr>
              <p:cNvSpPr/>
              <p:nvPr/>
            </p:nvSpPr>
            <p:spPr>
              <a:xfrm>
                <a:off x="2320230" y="5002954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97" name="图形 326">
              <a:extLst>
                <a:ext uri="{FF2B5EF4-FFF2-40B4-BE49-F238E27FC236}">
                  <a16:creationId xmlns:a16="http://schemas.microsoft.com/office/drawing/2014/main" id="{4E21849E-6581-648C-82E8-1508B0CEE696}"/>
                </a:ext>
              </a:extLst>
            </p:cNvPr>
            <p:cNvGrpSpPr/>
            <p:nvPr/>
          </p:nvGrpSpPr>
          <p:grpSpPr>
            <a:xfrm>
              <a:off x="1958220" y="5024473"/>
              <a:ext cx="405047" cy="943757"/>
              <a:chOff x="1958220" y="5024473"/>
              <a:chExt cx="405047" cy="943757"/>
            </a:xfrm>
          </p:grpSpPr>
          <p:sp>
            <p:nvSpPr>
              <p:cNvPr id="498" name="任意多边形: 形状 497">
                <a:extLst>
                  <a:ext uri="{FF2B5EF4-FFF2-40B4-BE49-F238E27FC236}">
                    <a16:creationId xmlns:a16="http://schemas.microsoft.com/office/drawing/2014/main" id="{A3EC1AB2-1465-E939-8496-B948FEB9D814}"/>
                  </a:ext>
                </a:extLst>
              </p:cNvPr>
              <p:cNvSpPr/>
              <p:nvPr/>
            </p:nvSpPr>
            <p:spPr>
              <a:xfrm>
                <a:off x="1958220" y="5024473"/>
                <a:ext cx="372769" cy="922239"/>
              </a:xfrm>
              <a:custGeom>
                <a:avLst/>
                <a:gdLst>
                  <a:gd name="connsiteX0" fmla="*/ 0 w 372769"/>
                  <a:gd name="connsiteY0" fmla="*/ 0 h 922239"/>
                  <a:gd name="connsiteX1" fmla="*/ 144484 w 372769"/>
                  <a:gd name="connsiteY1" fmla="*/ 0 h 922239"/>
                  <a:gd name="connsiteX2" fmla="*/ 205967 w 372769"/>
                  <a:gd name="connsiteY2" fmla="*/ 61483 h 922239"/>
                  <a:gd name="connsiteX3" fmla="*/ 205967 w 372769"/>
                  <a:gd name="connsiteY3" fmla="*/ 860757 h 922239"/>
                  <a:gd name="connsiteX4" fmla="*/ 267449 w 372769"/>
                  <a:gd name="connsiteY4" fmla="*/ 922239 h 922239"/>
                  <a:gd name="connsiteX5" fmla="*/ 372769 w 372769"/>
                  <a:gd name="connsiteY5" fmla="*/ 922239 h 922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2769" h="922239">
                    <a:moveTo>
                      <a:pt x="0" y="0"/>
                    </a:moveTo>
                    <a:lnTo>
                      <a:pt x="144484" y="0"/>
                    </a:lnTo>
                    <a:cubicBezTo>
                      <a:pt x="185472" y="0"/>
                      <a:pt x="205967" y="20494"/>
                      <a:pt x="205967" y="61483"/>
                    </a:cubicBezTo>
                    <a:lnTo>
                      <a:pt x="205967" y="860757"/>
                    </a:lnTo>
                    <a:cubicBezTo>
                      <a:pt x="205967" y="901745"/>
                      <a:pt x="226461" y="922239"/>
                      <a:pt x="267449" y="922239"/>
                    </a:cubicBezTo>
                    <a:lnTo>
                      <a:pt x="372769" y="922239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9" name="任意多边形: 形状 498">
                <a:extLst>
                  <a:ext uri="{FF2B5EF4-FFF2-40B4-BE49-F238E27FC236}">
                    <a16:creationId xmlns:a16="http://schemas.microsoft.com/office/drawing/2014/main" id="{8610A254-61C8-B16C-32B8-007DD74522DE}"/>
                  </a:ext>
                </a:extLst>
              </p:cNvPr>
              <p:cNvSpPr/>
              <p:nvPr/>
            </p:nvSpPr>
            <p:spPr>
              <a:xfrm>
                <a:off x="2320230" y="5925193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00" name="图形 326">
              <a:extLst>
                <a:ext uri="{FF2B5EF4-FFF2-40B4-BE49-F238E27FC236}">
                  <a16:creationId xmlns:a16="http://schemas.microsoft.com/office/drawing/2014/main" id="{8FA68D94-B1D8-4A1D-29AD-6362C148C31C}"/>
                </a:ext>
              </a:extLst>
            </p:cNvPr>
            <p:cNvGrpSpPr/>
            <p:nvPr/>
          </p:nvGrpSpPr>
          <p:grpSpPr>
            <a:xfrm>
              <a:off x="728568" y="4809283"/>
              <a:ext cx="1229652" cy="430378"/>
              <a:chOff x="728568" y="4809283"/>
              <a:chExt cx="1229652" cy="430378"/>
            </a:xfrm>
            <a:solidFill>
              <a:srgbClr val="FFF2CC"/>
            </a:solidFill>
          </p:grpSpPr>
          <p:sp>
            <p:nvSpPr>
              <p:cNvPr id="501" name="任意多边形: 形状 500">
                <a:extLst>
                  <a:ext uri="{FF2B5EF4-FFF2-40B4-BE49-F238E27FC236}">
                    <a16:creationId xmlns:a16="http://schemas.microsoft.com/office/drawing/2014/main" id="{DA734906-1E1C-8CC9-D12C-36756B270B10}"/>
                  </a:ext>
                </a:extLst>
              </p:cNvPr>
              <p:cNvSpPr/>
              <p:nvPr/>
            </p:nvSpPr>
            <p:spPr>
              <a:xfrm>
                <a:off x="728568" y="4809283"/>
                <a:ext cx="1229652" cy="430378"/>
              </a:xfrm>
              <a:custGeom>
                <a:avLst/>
                <a:gdLst>
                  <a:gd name="connsiteX0" fmla="*/ 1165095 w 1229652"/>
                  <a:gd name="connsiteY0" fmla="*/ 0 h 430378"/>
                  <a:gd name="connsiteX1" fmla="*/ 1229652 w 1229652"/>
                  <a:gd name="connsiteY1" fmla="*/ 64557 h 430378"/>
                  <a:gd name="connsiteX2" fmla="*/ 1229652 w 1229652"/>
                  <a:gd name="connsiteY2" fmla="*/ 365822 h 430378"/>
                  <a:gd name="connsiteX3" fmla="*/ 1165095 w 1229652"/>
                  <a:gd name="connsiteY3" fmla="*/ 430378 h 430378"/>
                  <a:gd name="connsiteX4" fmla="*/ 64557 w 1229652"/>
                  <a:gd name="connsiteY4" fmla="*/ 430378 h 430378"/>
                  <a:gd name="connsiteX5" fmla="*/ 0 w 1229652"/>
                  <a:gd name="connsiteY5" fmla="*/ 365822 h 430378"/>
                  <a:gd name="connsiteX6" fmla="*/ 0 w 1229652"/>
                  <a:gd name="connsiteY6" fmla="*/ 64557 h 430378"/>
                  <a:gd name="connsiteX7" fmla="*/ 64557 w 1229652"/>
                  <a:gd name="connsiteY7" fmla="*/ 0 h 430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29652" h="430378">
                    <a:moveTo>
                      <a:pt x="1165095" y="0"/>
                    </a:moveTo>
                    <a:cubicBezTo>
                      <a:pt x="1200749" y="0"/>
                      <a:pt x="1229652" y="28903"/>
                      <a:pt x="1229652" y="64557"/>
                    </a:cubicBezTo>
                    <a:lnTo>
                      <a:pt x="1229652" y="365822"/>
                    </a:lnTo>
                    <a:cubicBezTo>
                      <a:pt x="1229652" y="401475"/>
                      <a:pt x="1200749" y="430378"/>
                      <a:pt x="1165095" y="430378"/>
                    </a:cubicBezTo>
                    <a:lnTo>
                      <a:pt x="64557" y="430378"/>
                    </a:lnTo>
                    <a:cubicBezTo>
                      <a:pt x="28903" y="430378"/>
                      <a:pt x="0" y="401475"/>
                      <a:pt x="0" y="365822"/>
                    </a:cubicBezTo>
                    <a:lnTo>
                      <a:pt x="0" y="64557"/>
                    </a:lnTo>
                    <a:cubicBezTo>
                      <a:pt x="0" y="28903"/>
                      <a:pt x="28903" y="0"/>
                      <a:pt x="64557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6148" cap="flat">
                <a:solidFill>
                  <a:srgbClr val="D6B656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02" name="图片 501">
                <a:extLst>
                  <a:ext uri="{FF2B5EF4-FFF2-40B4-BE49-F238E27FC236}">
                    <a16:creationId xmlns:a16="http://schemas.microsoft.com/office/drawing/2014/main" id="{42A17712-4D36-9B2A-CFC1-28F5BC84C0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34717" y="4950693"/>
                <a:ext cx="1217355" cy="166003"/>
              </a:xfrm>
              <a:custGeom>
                <a:avLst/>
                <a:gdLst>
                  <a:gd name="connsiteX0" fmla="*/ -1 w 1217355"/>
                  <a:gd name="connsiteY0" fmla="*/ -1 h 166003"/>
                  <a:gd name="connsiteX1" fmla="*/ 1217355 w 1217355"/>
                  <a:gd name="connsiteY1" fmla="*/ -1 h 166003"/>
                  <a:gd name="connsiteX2" fmla="*/ 1217355 w 1217355"/>
                  <a:gd name="connsiteY2" fmla="*/ 166003 h 166003"/>
                  <a:gd name="connsiteX3" fmla="*/ -1 w 1217355"/>
                  <a:gd name="connsiteY3" fmla="*/ 166003 h 166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7355" h="166003">
                    <a:moveTo>
                      <a:pt x="-1" y="-1"/>
                    </a:moveTo>
                    <a:lnTo>
                      <a:pt x="1217355" y="-1"/>
                    </a:lnTo>
                    <a:lnTo>
                      <a:pt x="1217355" y="166003"/>
                    </a:lnTo>
                    <a:lnTo>
                      <a:pt x="-1" y="166003"/>
                    </a:lnTo>
                    <a:close/>
                  </a:path>
                </a:pathLst>
              </a:custGeom>
            </p:spPr>
          </p:pic>
        </p:grpSp>
        <p:grpSp>
          <p:nvGrpSpPr>
            <p:cNvPr id="503" name="图形 326">
              <a:extLst>
                <a:ext uri="{FF2B5EF4-FFF2-40B4-BE49-F238E27FC236}">
                  <a16:creationId xmlns:a16="http://schemas.microsoft.com/office/drawing/2014/main" id="{20A440CB-7794-4F15-E07A-4D80746C7CB3}"/>
                </a:ext>
              </a:extLst>
            </p:cNvPr>
            <p:cNvGrpSpPr/>
            <p:nvPr/>
          </p:nvGrpSpPr>
          <p:grpSpPr>
            <a:xfrm>
              <a:off x="6046813" y="5487683"/>
              <a:ext cx="312823" cy="43037"/>
              <a:chOff x="6046813" y="5487683"/>
              <a:chExt cx="312823" cy="43037"/>
            </a:xfrm>
          </p:grpSpPr>
          <p:sp>
            <p:nvSpPr>
              <p:cNvPr id="504" name="任意多边形: 形状 503">
                <a:extLst>
                  <a:ext uri="{FF2B5EF4-FFF2-40B4-BE49-F238E27FC236}">
                    <a16:creationId xmlns:a16="http://schemas.microsoft.com/office/drawing/2014/main" id="{76EA3227-EF78-1947-9AFB-60786CBE5B84}"/>
                  </a:ext>
                </a:extLst>
              </p:cNvPr>
              <p:cNvSpPr/>
              <p:nvPr/>
            </p:nvSpPr>
            <p:spPr>
              <a:xfrm>
                <a:off x="6046813" y="5507111"/>
                <a:ext cx="280545" cy="2336"/>
              </a:xfrm>
              <a:custGeom>
                <a:avLst/>
                <a:gdLst>
                  <a:gd name="connsiteX0" fmla="*/ 0 w 280545"/>
                  <a:gd name="connsiteY0" fmla="*/ 0 h 2336"/>
                  <a:gd name="connsiteX1" fmla="*/ 159855 w 280545"/>
                  <a:gd name="connsiteY1" fmla="*/ 0 h 2336"/>
                  <a:gd name="connsiteX2" fmla="*/ 280545 w 280545"/>
                  <a:gd name="connsiteY2" fmla="*/ 2336 h 2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0545" h="2336">
                    <a:moveTo>
                      <a:pt x="0" y="0"/>
                    </a:moveTo>
                    <a:lnTo>
                      <a:pt x="159855" y="0"/>
                    </a:lnTo>
                    <a:lnTo>
                      <a:pt x="280545" y="2336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5" name="任意多边形: 形状 504">
                <a:extLst>
                  <a:ext uri="{FF2B5EF4-FFF2-40B4-BE49-F238E27FC236}">
                    <a16:creationId xmlns:a16="http://schemas.microsoft.com/office/drawing/2014/main" id="{82C8DB9D-2766-D7FF-083A-F63BF3EA8402}"/>
                  </a:ext>
                </a:extLst>
              </p:cNvPr>
              <p:cNvSpPr/>
              <p:nvPr/>
            </p:nvSpPr>
            <p:spPr>
              <a:xfrm>
                <a:off x="6316230" y="5487683"/>
                <a:ext cx="43407" cy="43037"/>
              </a:xfrm>
              <a:custGeom>
                <a:avLst/>
                <a:gdLst>
                  <a:gd name="connsiteX0" fmla="*/ 43407 w 43407"/>
                  <a:gd name="connsiteY0" fmla="*/ 22379 h 43037"/>
                  <a:gd name="connsiteX1" fmla="*/ 0 w 43407"/>
                  <a:gd name="connsiteY1" fmla="*/ 43038 h 43037"/>
                  <a:gd name="connsiteX2" fmla="*/ 11129 w 43407"/>
                  <a:gd name="connsiteY2" fmla="*/ 21765 h 43037"/>
                  <a:gd name="connsiteX3" fmla="*/ 799 w 4340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407" h="43037">
                    <a:moveTo>
                      <a:pt x="43407" y="22379"/>
                    </a:moveTo>
                    <a:lnTo>
                      <a:pt x="0" y="43038"/>
                    </a:lnTo>
                    <a:lnTo>
                      <a:pt x="11129" y="21765"/>
                    </a:lnTo>
                    <a:lnTo>
                      <a:pt x="799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06" name="图形 326">
              <a:extLst>
                <a:ext uri="{FF2B5EF4-FFF2-40B4-BE49-F238E27FC236}">
                  <a16:creationId xmlns:a16="http://schemas.microsoft.com/office/drawing/2014/main" id="{5BAF7779-66AE-E313-C1A5-B24E995EB395}"/>
                </a:ext>
              </a:extLst>
            </p:cNvPr>
            <p:cNvGrpSpPr/>
            <p:nvPr/>
          </p:nvGrpSpPr>
          <p:grpSpPr>
            <a:xfrm>
              <a:off x="5616435" y="5485592"/>
              <a:ext cx="166003" cy="43037"/>
              <a:chOff x="5616435" y="5485592"/>
              <a:chExt cx="166003" cy="43037"/>
            </a:xfrm>
          </p:grpSpPr>
          <p:sp>
            <p:nvSpPr>
              <p:cNvPr id="507" name="任意多边形: 形状 506">
                <a:extLst>
                  <a:ext uri="{FF2B5EF4-FFF2-40B4-BE49-F238E27FC236}">
                    <a16:creationId xmlns:a16="http://schemas.microsoft.com/office/drawing/2014/main" id="{675AD6B2-0A40-03B1-0B20-251BBAE8DAD9}"/>
                  </a:ext>
                </a:extLst>
              </p:cNvPr>
              <p:cNvSpPr/>
              <p:nvPr/>
            </p:nvSpPr>
            <p:spPr>
              <a:xfrm>
                <a:off x="5616435" y="5507111"/>
                <a:ext cx="166003" cy="6148"/>
              </a:xfrm>
              <a:custGeom>
                <a:avLst/>
                <a:gdLst>
                  <a:gd name="connsiteX0" fmla="*/ 43038 w 166003"/>
                  <a:gd name="connsiteY0" fmla="*/ 0 h 6148"/>
                  <a:gd name="connsiteX1" fmla="*/ 166003 w 166003"/>
                  <a:gd name="connsiteY1" fmla="*/ 0 h 6148"/>
                  <a:gd name="connsiteX2" fmla="*/ 0 w 166003"/>
                  <a:gd name="connsiteY2" fmla="*/ 0 h 6148"/>
                  <a:gd name="connsiteX3" fmla="*/ 83801 w 166003"/>
                  <a:gd name="connsiteY3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003" h="6148">
                    <a:moveTo>
                      <a:pt x="43038" y="0"/>
                    </a:moveTo>
                    <a:lnTo>
                      <a:pt x="166003" y="0"/>
                    </a:lnTo>
                    <a:lnTo>
                      <a:pt x="0" y="0"/>
                    </a:lnTo>
                    <a:lnTo>
                      <a:pt x="83801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8" name="任意多边形: 形状 507">
                <a:extLst>
                  <a:ext uri="{FF2B5EF4-FFF2-40B4-BE49-F238E27FC236}">
                    <a16:creationId xmlns:a16="http://schemas.microsoft.com/office/drawing/2014/main" id="{4C772A6F-6B61-66B9-3013-6C2B4C864091}"/>
                  </a:ext>
                </a:extLst>
              </p:cNvPr>
              <p:cNvSpPr/>
              <p:nvPr/>
            </p:nvSpPr>
            <p:spPr>
              <a:xfrm>
                <a:off x="5689477" y="5485592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09" name="图形 326">
              <a:extLst>
                <a:ext uri="{FF2B5EF4-FFF2-40B4-BE49-F238E27FC236}">
                  <a16:creationId xmlns:a16="http://schemas.microsoft.com/office/drawing/2014/main" id="{BA0EF008-DD8E-7F05-E747-97C6FF220451}"/>
                </a:ext>
              </a:extLst>
            </p:cNvPr>
            <p:cNvGrpSpPr/>
            <p:nvPr/>
          </p:nvGrpSpPr>
          <p:grpSpPr>
            <a:xfrm>
              <a:off x="5352060" y="4984509"/>
              <a:ext cx="307413" cy="1045204"/>
              <a:chOff x="5352060" y="4984509"/>
              <a:chExt cx="307413" cy="1045204"/>
            </a:xfrm>
            <a:solidFill>
              <a:srgbClr val="DAE8FC"/>
            </a:solidFill>
          </p:grpSpPr>
          <p:sp>
            <p:nvSpPr>
              <p:cNvPr id="510" name="任意多边形: 形状 509">
                <a:extLst>
                  <a:ext uri="{FF2B5EF4-FFF2-40B4-BE49-F238E27FC236}">
                    <a16:creationId xmlns:a16="http://schemas.microsoft.com/office/drawing/2014/main" id="{91704632-8253-48BC-FAFB-EC4893ACFBED}"/>
                  </a:ext>
                </a:extLst>
              </p:cNvPr>
              <p:cNvSpPr/>
              <p:nvPr/>
            </p:nvSpPr>
            <p:spPr>
              <a:xfrm>
                <a:off x="5352060" y="4984509"/>
                <a:ext cx="307413" cy="1045204"/>
              </a:xfrm>
              <a:custGeom>
                <a:avLst/>
                <a:gdLst>
                  <a:gd name="connsiteX0" fmla="*/ 261301 w 307413"/>
                  <a:gd name="connsiteY0" fmla="*/ 0 h 1045204"/>
                  <a:gd name="connsiteX1" fmla="*/ 307413 w 307413"/>
                  <a:gd name="connsiteY1" fmla="*/ 46112 h 1045204"/>
                  <a:gd name="connsiteX2" fmla="*/ 307413 w 307413"/>
                  <a:gd name="connsiteY2" fmla="*/ 999092 h 1045204"/>
                  <a:gd name="connsiteX3" fmla="*/ 261301 w 307413"/>
                  <a:gd name="connsiteY3" fmla="*/ 1045204 h 1045204"/>
                  <a:gd name="connsiteX4" fmla="*/ 46112 w 307413"/>
                  <a:gd name="connsiteY4" fmla="*/ 1045204 h 1045204"/>
                  <a:gd name="connsiteX5" fmla="*/ 0 w 307413"/>
                  <a:gd name="connsiteY5" fmla="*/ 999092 h 1045204"/>
                  <a:gd name="connsiteX6" fmla="*/ 0 w 307413"/>
                  <a:gd name="connsiteY6" fmla="*/ 46112 h 1045204"/>
                  <a:gd name="connsiteX7" fmla="*/ 46112 w 307413"/>
                  <a:gd name="connsiteY7" fmla="*/ 0 h 104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13" h="1045204">
                    <a:moveTo>
                      <a:pt x="261301" y="0"/>
                    </a:moveTo>
                    <a:cubicBezTo>
                      <a:pt x="286768" y="0"/>
                      <a:pt x="307413" y="20645"/>
                      <a:pt x="307413" y="46112"/>
                    </a:cubicBezTo>
                    <a:lnTo>
                      <a:pt x="307413" y="999092"/>
                    </a:lnTo>
                    <a:cubicBezTo>
                      <a:pt x="307413" y="1024559"/>
                      <a:pt x="286768" y="1045204"/>
                      <a:pt x="261301" y="1045204"/>
                    </a:cubicBezTo>
                    <a:lnTo>
                      <a:pt x="46112" y="1045204"/>
                    </a:lnTo>
                    <a:cubicBezTo>
                      <a:pt x="20645" y="1045204"/>
                      <a:pt x="0" y="1024559"/>
                      <a:pt x="0" y="999092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11" name="图片 510">
                <a:extLst>
                  <a:ext uri="{FF2B5EF4-FFF2-40B4-BE49-F238E27FC236}">
                    <a16:creationId xmlns:a16="http://schemas.microsoft.com/office/drawing/2014/main" id="{4685F9E5-4BB2-830A-5D58-41AD64F1A4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58208" y="5067510"/>
                <a:ext cx="295116" cy="916090"/>
              </a:xfrm>
              <a:custGeom>
                <a:avLst/>
                <a:gdLst>
                  <a:gd name="connsiteX0" fmla="*/ -1 w 295116"/>
                  <a:gd name="connsiteY0" fmla="*/ -1 h 916090"/>
                  <a:gd name="connsiteX1" fmla="*/ 295116 w 295116"/>
                  <a:gd name="connsiteY1" fmla="*/ -1 h 916090"/>
                  <a:gd name="connsiteX2" fmla="*/ 295116 w 295116"/>
                  <a:gd name="connsiteY2" fmla="*/ 916090 h 916090"/>
                  <a:gd name="connsiteX3" fmla="*/ -1 w 295116"/>
                  <a:gd name="connsiteY3" fmla="*/ 916090 h 916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116" h="916090">
                    <a:moveTo>
                      <a:pt x="-1" y="-1"/>
                    </a:moveTo>
                    <a:lnTo>
                      <a:pt x="295116" y="-1"/>
                    </a:lnTo>
                    <a:lnTo>
                      <a:pt x="295116" y="916090"/>
                    </a:lnTo>
                    <a:lnTo>
                      <a:pt x="-1" y="916090"/>
                    </a:lnTo>
                    <a:close/>
                  </a:path>
                </a:pathLst>
              </a:custGeom>
            </p:spPr>
          </p:pic>
        </p:grpSp>
        <p:grpSp>
          <p:nvGrpSpPr>
            <p:cNvPr id="512" name="图形 326">
              <a:extLst>
                <a:ext uri="{FF2B5EF4-FFF2-40B4-BE49-F238E27FC236}">
                  <a16:creationId xmlns:a16="http://schemas.microsoft.com/office/drawing/2014/main" id="{40F8B618-DA97-D13F-2542-0AAE130E2C3B}"/>
                </a:ext>
              </a:extLst>
            </p:cNvPr>
            <p:cNvGrpSpPr/>
            <p:nvPr/>
          </p:nvGrpSpPr>
          <p:grpSpPr>
            <a:xfrm>
              <a:off x="5739400" y="4984509"/>
              <a:ext cx="307413" cy="1045204"/>
              <a:chOff x="5739400" y="4984509"/>
              <a:chExt cx="307413" cy="1045204"/>
            </a:xfrm>
            <a:solidFill>
              <a:srgbClr val="6EA0BF"/>
            </a:solidFill>
          </p:grpSpPr>
          <p:sp>
            <p:nvSpPr>
              <p:cNvPr id="513" name="任意多边形: 形状 512">
                <a:extLst>
                  <a:ext uri="{FF2B5EF4-FFF2-40B4-BE49-F238E27FC236}">
                    <a16:creationId xmlns:a16="http://schemas.microsoft.com/office/drawing/2014/main" id="{DF2127AC-2712-B511-D3D4-CDE74BF18423}"/>
                  </a:ext>
                </a:extLst>
              </p:cNvPr>
              <p:cNvSpPr/>
              <p:nvPr/>
            </p:nvSpPr>
            <p:spPr>
              <a:xfrm rot="10800000" flipV="1">
                <a:off x="5739400" y="4984509"/>
                <a:ext cx="307413" cy="1045204"/>
              </a:xfrm>
              <a:custGeom>
                <a:avLst/>
                <a:gdLst>
                  <a:gd name="connsiteX0" fmla="*/ 261301 w 307413"/>
                  <a:gd name="connsiteY0" fmla="*/ 0 h 1045204"/>
                  <a:gd name="connsiteX1" fmla="*/ 307413 w 307413"/>
                  <a:gd name="connsiteY1" fmla="*/ 46112 h 1045204"/>
                  <a:gd name="connsiteX2" fmla="*/ 307413 w 307413"/>
                  <a:gd name="connsiteY2" fmla="*/ 999092 h 1045204"/>
                  <a:gd name="connsiteX3" fmla="*/ 261301 w 307413"/>
                  <a:gd name="connsiteY3" fmla="*/ 1045204 h 1045204"/>
                  <a:gd name="connsiteX4" fmla="*/ 46112 w 307413"/>
                  <a:gd name="connsiteY4" fmla="*/ 1045204 h 1045204"/>
                  <a:gd name="connsiteX5" fmla="*/ 0 w 307413"/>
                  <a:gd name="connsiteY5" fmla="*/ 999092 h 1045204"/>
                  <a:gd name="connsiteX6" fmla="*/ 0 w 307413"/>
                  <a:gd name="connsiteY6" fmla="*/ 46112 h 1045204"/>
                  <a:gd name="connsiteX7" fmla="*/ 46112 w 307413"/>
                  <a:gd name="connsiteY7" fmla="*/ 0 h 104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13" h="1045204">
                    <a:moveTo>
                      <a:pt x="261301" y="0"/>
                    </a:moveTo>
                    <a:cubicBezTo>
                      <a:pt x="286768" y="0"/>
                      <a:pt x="307413" y="20645"/>
                      <a:pt x="307413" y="46112"/>
                    </a:cubicBezTo>
                    <a:lnTo>
                      <a:pt x="307413" y="999092"/>
                    </a:lnTo>
                    <a:cubicBezTo>
                      <a:pt x="307413" y="1024559"/>
                      <a:pt x="286768" y="1045204"/>
                      <a:pt x="261301" y="1045204"/>
                    </a:cubicBezTo>
                    <a:lnTo>
                      <a:pt x="46112" y="1045204"/>
                    </a:lnTo>
                    <a:cubicBezTo>
                      <a:pt x="20645" y="1045204"/>
                      <a:pt x="0" y="1024559"/>
                      <a:pt x="0" y="999092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148" cap="flat">
                <a:solidFill>
                  <a:srgbClr val="6080A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14" name="图片 513">
                <a:extLst>
                  <a:ext uri="{FF2B5EF4-FFF2-40B4-BE49-F238E27FC236}">
                    <a16:creationId xmlns:a16="http://schemas.microsoft.com/office/drawing/2014/main" id="{E96B56E1-F370-8359-CFA0-97B90FF598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45549" y="5288848"/>
                <a:ext cx="295116" cy="473416"/>
              </a:xfrm>
              <a:custGeom>
                <a:avLst/>
                <a:gdLst>
                  <a:gd name="connsiteX0" fmla="*/ -1 w 295116"/>
                  <a:gd name="connsiteY0" fmla="*/ -1 h 473416"/>
                  <a:gd name="connsiteX1" fmla="*/ 295116 w 295116"/>
                  <a:gd name="connsiteY1" fmla="*/ -1 h 473416"/>
                  <a:gd name="connsiteX2" fmla="*/ 295116 w 295116"/>
                  <a:gd name="connsiteY2" fmla="*/ 473416 h 473416"/>
                  <a:gd name="connsiteX3" fmla="*/ -1 w 295116"/>
                  <a:gd name="connsiteY3" fmla="*/ 473416 h 473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116" h="473416">
                    <a:moveTo>
                      <a:pt x="-1" y="-1"/>
                    </a:moveTo>
                    <a:lnTo>
                      <a:pt x="295116" y="-1"/>
                    </a:lnTo>
                    <a:lnTo>
                      <a:pt x="295116" y="473416"/>
                    </a:lnTo>
                    <a:lnTo>
                      <a:pt x="-1" y="473416"/>
                    </a:lnTo>
                    <a:close/>
                  </a:path>
                </a:pathLst>
              </a:custGeom>
            </p:spPr>
          </p:pic>
        </p:grpSp>
        <p:grpSp>
          <p:nvGrpSpPr>
            <p:cNvPr id="515" name="图形 326">
              <a:extLst>
                <a:ext uri="{FF2B5EF4-FFF2-40B4-BE49-F238E27FC236}">
                  <a16:creationId xmlns:a16="http://schemas.microsoft.com/office/drawing/2014/main" id="{4367A64A-1254-EC38-1FEE-DC2756E72507}"/>
                </a:ext>
              </a:extLst>
            </p:cNvPr>
            <p:cNvGrpSpPr/>
            <p:nvPr/>
          </p:nvGrpSpPr>
          <p:grpSpPr>
            <a:xfrm>
              <a:off x="5032350" y="5024473"/>
              <a:ext cx="312823" cy="507231"/>
              <a:chOff x="5032350" y="5024473"/>
              <a:chExt cx="312823" cy="507231"/>
            </a:xfrm>
          </p:grpSpPr>
          <p:sp>
            <p:nvSpPr>
              <p:cNvPr id="516" name="任意多边形: 形状 515">
                <a:extLst>
                  <a:ext uri="{FF2B5EF4-FFF2-40B4-BE49-F238E27FC236}">
                    <a16:creationId xmlns:a16="http://schemas.microsoft.com/office/drawing/2014/main" id="{2325E6CF-8C8E-BB05-5227-7C5063289760}"/>
                  </a:ext>
                </a:extLst>
              </p:cNvPr>
              <p:cNvSpPr/>
              <p:nvPr/>
            </p:nvSpPr>
            <p:spPr>
              <a:xfrm>
                <a:off x="5032350" y="5024473"/>
                <a:ext cx="280545" cy="485712"/>
              </a:xfrm>
              <a:custGeom>
                <a:avLst/>
                <a:gdLst>
                  <a:gd name="connsiteX0" fmla="*/ 0 w 280545"/>
                  <a:gd name="connsiteY0" fmla="*/ 0 h 485712"/>
                  <a:gd name="connsiteX1" fmla="*/ 122965 w 280545"/>
                  <a:gd name="connsiteY1" fmla="*/ 0 h 485712"/>
                  <a:gd name="connsiteX2" fmla="*/ 184448 w 280545"/>
                  <a:gd name="connsiteY2" fmla="*/ 61483 h 485712"/>
                  <a:gd name="connsiteX3" fmla="*/ 184448 w 280545"/>
                  <a:gd name="connsiteY3" fmla="*/ 424230 h 485712"/>
                  <a:gd name="connsiteX4" fmla="*/ 232527 w 280545"/>
                  <a:gd name="connsiteY4" fmla="*/ 485713 h 485712"/>
                  <a:gd name="connsiteX5" fmla="*/ 280545 w 280545"/>
                  <a:gd name="connsiteY5" fmla="*/ 485713 h 485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0545" h="485712">
                    <a:moveTo>
                      <a:pt x="0" y="0"/>
                    </a:moveTo>
                    <a:lnTo>
                      <a:pt x="122965" y="0"/>
                    </a:lnTo>
                    <a:cubicBezTo>
                      <a:pt x="163954" y="0"/>
                      <a:pt x="184448" y="20494"/>
                      <a:pt x="184448" y="61483"/>
                    </a:cubicBezTo>
                    <a:lnTo>
                      <a:pt x="184448" y="424230"/>
                    </a:lnTo>
                    <a:cubicBezTo>
                      <a:pt x="184448" y="465219"/>
                      <a:pt x="200474" y="485713"/>
                      <a:pt x="232527" y="485713"/>
                    </a:cubicBezTo>
                    <a:lnTo>
                      <a:pt x="280545" y="485713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7" name="任意多边形: 形状 516">
                <a:extLst>
                  <a:ext uri="{FF2B5EF4-FFF2-40B4-BE49-F238E27FC236}">
                    <a16:creationId xmlns:a16="http://schemas.microsoft.com/office/drawing/2014/main" id="{BEC2695B-EDCD-4965-5393-3F2401315A98}"/>
                  </a:ext>
                </a:extLst>
              </p:cNvPr>
              <p:cNvSpPr/>
              <p:nvPr/>
            </p:nvSpPr>
            <p:spPr>
              <a:xfrm>
                <a:off x="5302136" y="5488666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18" name="图形 326">
              <a:extLst>
                <a:ext uri="{FF2B5EF4-FFF2-40B4-BE49-F238E27FC236}">
                  <a16:creationId xmlns:a16="http://schemas.microsoft.com/office/drawing/2014/main" id="{40F28D47-4ED0-7C03-3B13-99C88135720D}"/>
                </a:ext>
              </a:extLst>
            </p:cNvPr>
            <p:cNvGrpSpPr/>
            <p:nvPr/>
          </p:nvGrpSpPr>
          <p:grpSpPr>
            <a:xfrm>
              <a:off x="5038499" y="5485592"/>
              <a:ext cx="306675" cy="461119"/>
              <a:chOff x="5038499" y="5485592"/>
              <a:chExt cx="306675" cy="461119"/>
            </a:xfrm>
          </p:grpSpPr>
          <p:sp>
            <p:nvSpPr>
              <p:cNvPr id="519" name="任意多边形: 形状 518">
                <a:extLst>
                  <a:ext uri="{FF2B5EF4-FFF2-40B4-BE49-F238E27FC236}">
                    <a16:creationId xmlns:a16="http://schemas.microsoft.com/office/drawing/2014/main" id="{BFA24BB5-F1AE-FCE4-EF70-8B9BBE2DA975}"/>
                  </a:ext>
                </a:extLst>
              </p:cNvPr>
              <p:cNvSpPr/>
              <p:nvPr/>
            </p:nvSpPr>
            <p:spPr>
              <a:xfrm>
                <a:off x="5038499" y="5507111"/>
                <a:ext cx="274396" cy="439600"/>
              </a:xfrm>
              <a:custGeom>
                <a:avLst/>
                <a:gdLst>
                  <a:gd name="connsiteX0" fmla="*/ 0 w 274396"/>
                  <a:gd name="connsiteY0" fmla="*/ 439601 h 439600"/>
                  <a:gd name="connsiteX1" fmla="*/ 116817 w 274396"/>
                  <a:gd name="connsiteY1" fmla="*/ 439601 h 439600"/>
                  <a:gd name="connsiteX2" fmla="*/ 178300 w 274396"/>
                  <a:gd name="connsiteY2" fmla="*/ 378118 h 439600"/>
                  <a:gd name="connsiteX3" fmla="*/ 178300 w 274396"/>
                  <a:gd name="connsiteY3" fmla="*/ 61483 h 439600"/>
                  <a:gd name="connsiteX4" fmla="*/ 226379 w 274396"/>
                  <a:gd name="connsiteY4" fmla="*/ 0 h 439600"/>
                  <a:gd name="connsiteX5" fmla="*/ 274397 w 274396"/>
                  <a:gd name="connsiteY5" fmla="*/ 0 h 43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4396" h="439600">
                    <a:moveTo>
                      <a:pt x="0" y="439601"/>
                    </a:moveTo>
                    <a:lnTo>
                      <a:pt x="116817" y="439601"/>
                    </a:lnTo>
                    <a:cubicBezTo>
                      <a:pt x="157805" y="439601"/>
                      <a:pt x="178300" y="419107"/>
                      <a:pt x="178300" y="378118"/>
                    </a:cubicBezTo>
                    <a:lnTo>
                      <a:pt x="178300" y="61483"/>
                    </a:lnTo>
                    <a:cubicBezTo>
                      <a:pt x="178300" y="20494"/>
                      <a:pt x="194326" y="0"/>
                      <a:pt x="226379" y="0"/>
                    </a:cubicBezTo>
                    <a:lnTo>
                      <a:pt x="274397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0" name="任意多边形: 形状 519">
                <a:extLst>
                  <a:ext uri="{FF2B5EF4-FFF2-40B4-BE49-F238E27FC236}">
                    <a16:creationId xmlns:a16="http://schemas.microsoft.com/office/drawing/2014/main" id="{3CF70355-1E26-A289-7998-9303269841FF}"/>
                  </a:ext>
                </a:extLst>
              </p:cNvPr>
              <p:cNvSpPr/>
              <p:nvPr/>
            </p:nvSpPr>
            <p:spPr>
              <a:xfrm>
                <a:off x="5302136" y="5485592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21" name="图形 326">
              <a:extLst>
                <a:ext uri="{FF2B5EF4-FFF2-40B4-BE49-F238E27FC236}">
                  <a16:creationId xmlns:a16="http://schemas.microsoft.com/office/drawing/2014/main" id="{CFC32D88-C738-A682-1C57-7FCD628D56ED}"/>
                </a:ext>
              </a:extLst>
            </p:cNvPr>
            <p:cNvGrpSpPr/>
            <p:nvPr/>
          </p:nvGrpSpPr>
          <p:grpSpPr>
            <a:xfrm>
              <a:off x="5161464" y="5430258"/>
              <a:ext cx="129113" cy="178299"/>
              <a:chOff x="5161464" y="5430258"/>
              <a:chExt cx="129113" cy="178299"/>
            </a:xfrm>
            <a:solidFill>
              <a:srgbClr val="FFFFFF"/>
            </a:solidFill>
          </p:grpSpPr>
          <p:sp>
            <p:nvSpPr>
              <p:cNvPr id="522" name="任意多边形: 形状 521">
                <a:extLst>
                  <a:ext uri="{FF2B5EF4-FFF2-40B4-BE49-F238E27FC236}">
                    <a16:creationId xmlns:a16="http://schemas.microsoft.com/office/drawing/2014/main" id="{01AA721E-55DA-01FF-ECDE-B3D923230FD3}"/>
                  </a:ext>
                </a:extLst>
              </p:cNvPr>
              <p:cNvSpPr/>
              <p:nvPr/>
            </p:nvSpPr>
            <p:spPr>
              <a:xfrm>
                <a:off x="5161464" y="5442554"/>
                <a:ext cx="129113" cy="129113"/>
              </a:xfrm>
              <a:custGeom>
                <a:avLst/>
                <a:gdLst>
                  <a:gd name="connsiteX0" fmla="*/ 129113 w 129113"/>
                  <a:gd name="connsiteY0" fmla="*/ 64557 h 129113"/>
                  <a:gd name="connsiteX1" fmla="*/ 64557 w 129113"/>
                  <a:gd name="connsiteY1" fmla="*/ 129113 h 129113"/>
                  <a:gd name="connsiteX2" fmla="*/ 0 w 129113"/>
                  <a:gd name="connsiteY2" fmla="*/ 64557 h 129113"/>
                  <a:gd name="connsiteX3" fmla="*/ 64557 w 129113"/>
                  <a:gd name="connsiteY3" fmla="*/ 0 h 129113"/>
                  <a:gd name="connsiteX4" fmla="*/ 129113 w 129113"/>
                  <a:gd name="connsiteY4" fmla="*/ 64557 h 129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9113" h="129113">
                    <a:moveTo>
                      <a:pt x="129113" y="64557"/>
                    </a:moveTo>
                    <a:cubicBezTo>
                      <a:pt x="129113" y="100211"/>
                      <a:pt x="100211" y="129113"/>
                      <a:pt x="64557" y="129113"/>
                    </a:cubicBezTo>
                    <a:cubicBezTo>
                      <a:pt x="28903" y="129113"/>
                      <a:pt x="0" y="100211"/>
                      <a:pt x="0" y="64557"/>
                    </a:cubicBezTo>
                    <a:cubicBezTo>
                      <a:pt x="0" y="28903"/>
                      <a:pt x="28903" y="0"/>
                      <a:pt x="64557" y="0"/>
                    </a:cubicBezTo>
                    <a:cubicBezTo>
                      <a:pt x="100211" y="0"/>
                      <a:pt x="129113" y="28903"/>
                      <a:pt x="129113" y="645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23" name="图片 522">
                <a:extLst>
                  <a:ext uri="{FF2B5EF4-FFF2-40B4-BE49-F238E27FC236}">
                    <a16:creationId xmlns:a16="http://schemas.microsoft.com/office/drawing/2014/main" id="{BED7BB8D-16A3-668F-5448-3D1F8F6092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67612" y="5430258"/>
                <a:ext cx="116816" cy="178299"/>
              </a:xfrm>
              <a:custGeom>
                <a:avLst/>
                <a:gdLst>
                  <a:gd name="connsiteX0" fmla="*/ -1 w 116816"/>
                  <a:gd name="connsiteY0" fmla="*/ -1 h 178299"/>
                  <a:gd name="connsiteX1" fmla="*/ 116816 w 116816"/>
                  <a:gd name="connsiteY1" fmla="*/ -1 h 178299"/>
                  <a:gd name="connsiteX2" fmla="*/ 116816 w 116816"/>
                  <a:gd name="connsiteY2" fmla="*/ 178299 h 178299"/>
                  <a:gd name="connsiteX3" fmla="*/ -1 w 116816"/>
                  <a:gd name="connsiteY3" fmla="*/ 178299 h 17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816" h="178299">
                    <a:moveTo>
                      <a:pt x="-1" y="-1"/>
                    </a:moveTo>
                    <a:lnTo>
                      <a:pt x="116816" y="-1"/>
                    </a:lnTo>
                    <a:lnTo>
                      <a:pt x="116816" y="178299"/>
                    </a:lnTo>
                    <a:lnTo>
                      <a:pt x="-1" y="178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524" name="图形 326">
              <a:extLst>
                <a:ext uri="{FF2B5EF4-FFF2-40B4-BE49-F238E27FC236}">
                  <a16:creationId xmlns:a16="http://schemas.microsoft.com/office/drawing/2014/main" id="{6E18A7D5-536C-5C89-ED44-1E8CB32EB64C}"/>
                </a:ext>
              </a:extLst>
            </p:cNvPr>
            <p:cNvGrpSpPr/>
            <p:nvPr/>
          </p:nvGrpSpPr>
          <p:grpSpPr>
            <a:xfrm>
              <a:off x="2609936" y="5002954"/>
              <a:ext cx="129113" cy="43037"/>
              <a:chOff x="2609936" y="5002954"/>
              <a:chExt cx="129113" cy="43037"/>
            </a:xfrm>
          </p:grpSpPr>
          <p:sp>
            <p:nvSpPr>
              <p:cNvPr id="525" name="任意多边形: 形状 524">
                <a:extLst>
                  <a:ext uri="{FF2B5EF4-FFF2-40B4-BE49-F238E27FC236}">
                    <a16:creationId xmlns:a16="http://schemas.microsoft.com/office/drawing/2014/main" id="{8C624474-3925-7D38-FCD8-F596019E90A5}"/>
                  </a:ext>
                </a:extLst>
              </p:cNvPr>
              <p:cNvSpPr/>
              <p:nvPr/>
            </p:nvSpPr>
            <p:spPr>
              <a:xfrm>
                <a:off x="2609936" y="5024473"/>
                <a:ext cx="129113" cy="6148"/>
              </a:xfrm>
              <a:custGeom>
                <a:avLst/>
                <a:gdLst>
                  <a:gd name="connsiteX0" fmla="*/ 6148 w 129113"/>
                  <a:gd name="connsiteY0" fmla="*/ 0 h 6148"/>
                  <a:gd name="connsiteX1" fmla="*/ 129113 w 129113"/>
                  <a:gd name="connsiteY1" fmla="*/ 0 h 6148"/>
                  <a:gd name="connsiteX2" fmla="*/ 0 w 129113"/>
                  <a:gd name="connsiteY2" fmla="*/ 0 h 6148"/>
                  <a:gd name="connsiteX3" fmla="*/ 83801 w 129113"/>
                  <a:gd name="connsiteY3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113" h="6148">
                    <a:moveTo>
                      <a:pt x="6148" y="0"/>
                    </a:moveTo>
                    <a:lnTo>
                      <a:pt x="129113" y="0"/>
                    </a:lnTo>
                    <a:lnTo>
                      <a:pt x="0" y="0"/>
                    </a:lnTo>
                    <a:lnTo>
                      <a:pt x="83801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6" name="任意多边形: 形状 525">
                <a:extLst>
                  <a:ext uri="{FF2B5EF4-FFF2-40B4-BE49-F238E27FC236}">
                    <a16:creationId xmlns:a16="http://schemas.microsoft.com/office/drawing/2014/main" id="{2E5D987A-3F82-D51F-69D1-6742D43FC8F9}"/>
                  </a:ext>
                </a:extLst>
              </p:cNvPr>
              <p:cNvSpPr/>
              <p:nvPr/>
            </p:nvSpPr>
            <p:spPr>
              <a:xfrm>
                <a:off x="2682977" y="5002954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27" name="图形 326">
              <a:extLst>
                <a:ext uri="{FF2B5EF4-FFF2-40B4-BE49-F238E27FC236}">
                  <a16:creationId xmlns:a16="http://schemas.microsoft.com/office/drawing/2014/main" id="{64E20B1E-B2AD-D9DC-663E-66AB774D45F8}"/>
                </a:ext>
              </a:extLst>
            </p:cNvPr>
            <p:cNvGrpSpPr/>
            <p:nvPr/>
          </p:nvGrpSpPr>
          <p:grpSpPr>
            <a:xfrm>
              <a:off x="2370154" y="4729356"/>
              <a:ext cx="245930" cy="620974"/>
              <a:chOff x="2370154" y="4729356"/>
              <a:chExt cx="245930" cy="620974"/>
            </a:xfrm>
            <a:solidFill>
              <a:srgbClr val="DAE8FC"/>
            </a:solidFill>
          </p:grpSpPr>
          <p:sp>
            <p:nvSpPr>
              <p:cNvPr id="528" name="任意多边形: 形状 527">
                <a:extLst>
                  <a:ext uri="{FF2B5EF4-FFF2-40B4-BE49-F238E27FC236}">
                    <a16:creationId xmlns:a16="http://schemas.microsoft.com/office/drawing/2014/main" id="{BD41867E-8533-B6A1-4895-3C9E2958E915}"/>
                  </a:ext>
                </a:extLst>
              </p:cNvPr>
              <p:cNvSpPr/>
              <p:nvPr/>
            </p:nvSpPr>
            <p:spPr>
              <a:xfrm>
                <a:off x="2370154" y="4732430"/>
                <a:ext cx="245930" cy="584084"/>
              </a:xfrm>
              <a:custGeom>
                <a:avLst/>
                <a:gdLst>
                  <a:gd name="connsiteX0" fmla="*/ 209041 w 245930"/>
                  <a:gd name="connsiteY0" fmla="*/ 0 h 584084"/>
                  <a:gd name="connsiteX1" fmla="*/ 245930 w 245930"/>
                  <a:gd name="connsiteY1" fmla="*/ 36890 h 584084"/>
                  <a:gd name="connsiteX2" fmla="*/ 245930 w 245930"/>
                  <a:gd name="connsiteY2" fmla="*/ 547195 h 584084"/>
                  <a:gd name="connsiteX3" fmla="*/ 209041 w 245930"/>
                  <a:gd name="connsiteY3" fmla="*/ 584085 h 584084"/>
                  <a:gd name="connsiteX4" fmla="*/ 36890 w 245930"/>
                  <a:gd name="connsiteY4" fmla="*/ 584085 h 584084"/>
                  <a:gd name="connsiteX5" fmla="*/ 0 w 245930"/>
                  <a:gd name="connsiteY5" fmla="*/ 547195 h 584084"/>
                  <a:gd name="connsiteX6" fmla="*/ 0 w 245930"/>
                  <a:gd name="connsiteY6" fmla="*/ 36890 h 584084"/>
                  <a:gd name="connsiteX7" fmla="*/ 36890 w 245930"/>
                  <a:gd name="connsiteY7" fmla="*/ 0 h 58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5930" h="584084">
                    <a:moveTo>
                      <a:pt x="209041" y="0"/>
                    </a:moveTo>
                    <a:cubicBezTo>
                      <a:pt x="229414" y="0"/>
                      <a:pt x="245930" y="16516"/>
                      <a:pt x="245930" y="36890"/>
                    </a:cubicBezTo>
                    <a:lnTo>
                      <a:pt x="245930" y="547195"/>
                    </a:lnTo>
                    <a:cubicBezTo>
                      <a:pt x="245930" y="567569"/>
                      <a:pt x="229414" y="584085"/>
                      <a:pt x="209041" y="584085"/>
                    </a:cubicBezTo>
                    <a:lnTo>
                      <a:pt x="36890" y="584085"/>
                    </a:lnTo>
                    <a:cubicBezTo>
                      <a:pt x="16516" y="584085"/>
                      <a:pt x="0" y="567569"/>
                      <a:pt x="0" y="547195"/>
                    </a:cubicBezTo>
                    <a:lnTo>
                      <a:pt x="0" y="36890"/>
                    </a:lnTo>
                    <a:cubicBezTo>
                      <a:pt x="0" y="16516"/>
                      <a:pt x="16516" y="0"/>
                      <a:pt x="3689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29" name="图片 528">
                <a:extLst>
                  <a:ext uri="{FF2B5EF4-FFF2-40B4-BE49-F238E27FC236}">
                    <a16:creationId xmlns:a16="http://schemas.microsoft.com/office/drawing/2014/main" id="{44B5257F-FCDE-A169-0BDF-98C2A89D35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376302" y="4729356"/>
                <a:ext cx="233633" cy="620974"/>
              </a:xfrm>
              <a:custGeom>
                <a:avLst/>
                <a:gdLst>
                  <a:gd name="connsiteX0" fmla="*/ -1 w 233633"/>
                  <a:gd name="connsiteY0" fmla="*/ -1 h 620974"/>
                  <a:gd name="connsiteX1" fmla="*/ 233633 w 233633"/>
                  <a:gd name="connsiteY1" fmla="*/ -1 h 620974"/>
                  <a:gd name="connsiteX2" fmla="*/ 233633 w 233633"/>
                  <a:gd name="connsiteY2" fmla="*/ 620974 h 620974"/>
                  <a:gd name="connsiteX3" fmla="*/ -1 w 233633"/>
                  <a:gd name="connsiteY3" fmla="*/ 620974 h 620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633" h="620974">
                    <a:moveTo>
                      <a:pt x="-1" y="-1"/>
                    </a:moveTo>
                    <a:lnTo>
                      <a:pt x="233633" y="-1"/>
                    </a:lnTo>
                    <a:lnTo>
                      <a:pt x="233633" y="620974"/>
                    </a:lnTo>
                    <a:lnTo>
                      <a:pt x="-1" y="620974"/>
                    </a:lnTo>
                    <a:close/>
                  </a:path>
                </a:pathLst>
              </a:custGeom>
            </p:spPr>
          </p:pic>
        </p:grpSp>
        <p:grpSp>
          <p:nvGrpSpPr>
            <p:cNvPr id="530" name="图形 326">
              <a:extLst>
                <a:ext uri="{FF2B5EF4-FFF2-40B4-BE49-F238E27FC236}">
                  <a16:creationId xmlns:a16="http://schemas.microsoft.com/office/drawing/2014/main" id="{D75DF144-58FA-9C59-2F8A-70F209011AC2}"/>
                </a:ext>
              </a:extLst>
            </p:cNvPr>
            <p:cNvGrpSpPr/>
            <p:nvPr/>
          </p:nvGrpSpPr>
          <p:grpSpPr>
            <a:xfrm>
              <a:off x="3409210" y="5002954"/>
              <a:ext cx="122965" cy="43037"/>
              <a:chOff x="3409210" y="5002954"/>
              <a:chExt cx="122965" cy="43037"/>
            </a:xfrm>
          </p:grpSpPr>
          <p:sp>
            <p:nvSpPr>
              <p:cNvPr id="531" name="任意多边形: 形状 530">
                <a:extLst>
                  <a:ext uri="{FF2B5EF4-FFF2-40B4-BE49-F238E27FC236}">
                    <a16:creationId xmlns:a16="http://schemas.microsoft.com/office/drawing/2014/main" id="{6B53E6A9-F9E2-4C51-F904-22885B3A54BC}"/>
                  </a:ext>
                </a:extLst>
              </p:cNvPr>
              <p:cNvSpPr/>
              <p:nvPr/>
            </p:nvSpPr>
            <p:spPr>
              <a:xfrm>
                <a:off x="3409210" y="5024473"/>
                <a:ext cx="122965" cy="6148"/>
              </a:xfrm>
              <a:custGeom>
                <a:avLst/>
                <a:gdLst>
                  <a:gd name="connsiteX0" fmla="*/ 0 w 122965"/>
                  <a:gd name="connsiteY0" fmla="*/ 0 h 6148"/>
                  <a:gd name="connsiteX1" fmla="*/ 122965 w 122965"/>
                  <a:gd name="connsiteY1" fmla="*/ 0 h 6148"/>
                  <a:gd name="connsiteX2" fmla="*/ 0 w 122965"/>
                  <a:gd name="connsiteY2" fmla="*/ 0 h 6148"/>
                  <a:gd name="connsiteX3" fmla="*/ 83801 w 122965"/>
                  <a:gd name="connsiteY3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65" h="6148">
                    <a:moveTo>
                      <a:pt x="0" y="0"/>
                    </a:moveTo>
                    <a:lnTo>
                      <a:pt x="122965" y="0"/>
                    </a:lnTo>
                    <a:lnTo>
                      <a:pt x="0" y="0"/>
                    </a:lnTo>
                    <a:lnTo>
                      <a:pt x="83801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2" name="任意多边形: 形状 531">
                <a:extLst>
                  <a:ext uri="{FF2B5EF4-FFF2-40B4-BE49-F238E27FC236}">
                    <a16:creationId xmlns:a16="http://schemas.microsoft.com/office/drawing/2014/main" id="{441B0C9B-C11F-79AB-9F82-097C49446F30}"/>
                  </a:ext>
                </a:extLst>
              </p:cNvPr>
              <p:cNvSpPr/>
              <p:nvPr/>
            </p:nvSpPr>
            <p:spPr>
              <a:xfrm>
                <a:off x="3482251" y="5002954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33" name="图形 326">
              <a:extLst>
                <a:ext uri="{FF2B5EF4-FFF2-40B4-BE49-F238E27FC236}">
                  <a16:creationId xmlns:a16="http://schemas.microsoft.com/office/drawing/2014/main" id="{08D16578-9E9F-5FC7-E105-DE75DA568702}"/>
                </a:ext>
              </a:extLst>
            </p:cNvPr>
            <p:cNvGrpSpPr/>
            <p:nvPr/>
          </p:nvGrpSpPr>
          <p:grpSpPr>
            <a:xfrm>
              <a:off x="2732901" y="4932249"/>
              <a:ext cx="676308" cy="196744"/>
              <a:chOff x="2732901" y="4932249"/>
              <a:chExt cx="676308" cy="196744"/>
            </a:xfrm>
            <a:solidFill>
              <a:srgbClr val="DAE8FC"/>
            </a:solidFill>
          </p:grpSpPr>
          <p:sp>
            <p:nvSpPr>
              <p:cNvPr id="534" name="任意多边形: 形状 533">
                <a:extLst>
                  <a:ext uri="{FF2B5EF4-FFF2-40B4-BE49-F238E27FC236}">
                    <a16:creationId xmlns:a16="http://schemas.microsoft.com/office/drawing/2014/main" id="{A63DD578-3DA2-1AAC-140D-811903490351}"/>
                  </a:ext>
                </a:extLst>
              </p:cNvPr>
              <p:cNvSpPr/>
              <p:nvPr/>
            </p:nvSpPr>
            <p:spPr>
              <a:xfrm>
                <a:off x="2732901" y="4932249"/>
                <a:ext cx="676308" cy="184447"/>
              </a:xfrm>
              <a:custGeom>
                <a:avLst/>
                <a:gdLst>
                  <a:gd name="connsiteX0" fmla="*/ 648641 w 676308"/>
                  <a:gd name="connsiteY0" fmla="*/ 0 h 184447"/>
                  <a:gd name="connsiteX1" fmla="*/ 676309 w 676308"/>
                  <a:gd name="connsiteY1" fmla="*/ 27667 h 184447"/>
                  <a:gd name="connsiteX2" fmla="*/ 676309 w 676308"/>
                  <a:gd name="connsiteY2" fmla="*/ 156781 h 184447"/>
                  <a:gd name="connsiteX3" fmla="*/ 648641 w 676308"/>
                  <a:gd name="connsiteY3" fmla="*/ 184448 h 184447"/>
                  <a:gd name="connsiteX4" fmla="*/ 27667 w 676308"/>
                  <a:gd name="connsiteY4" fmla="*/ 184448 h 184447"/>
                  <a:gd name="connsiteX5" fmla="*/ 0 w 676308"/>
                  <a:gd name="connsiteY5" fmla="*/ 156781 h 184447"/>
                  <a:gd name="connsiteX6" fmla="*/ 0 w 676308"/>
                  <a:gd name="connsiteY6" fmla="*/ 27667 h 184447"/>
                  <a:gd name="connsiteX7" fmla="*/ 27667 w 676308"/>
                  <a:gd name="connsiteY7" fmla="*/ 0 h 184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76308" h="184447">
                    <a:moveTo>
                      <a:pt x="648641" y="0"/>
                    </a:moveTo>
                    <a:cubicBezTo>
                      <a:pt x="663922" y="0"/>
                      <a:pt x="676309" y="12387"/>
                      <a:pt x="676309" y="27667"/>
                    </a:cubicBezTo>
                    <a:lnTo>
                      <a:pt x="676309" y="156781"/>
                    </a:lnTo>
                    <a:cubicBezTo>
                      <a:pt x="676309" y="172061"/>
                      <a:pt x="663922" y="184448"/>
                      <a:pt x="648641" y="184448"/>
                    </a:cubicBezTo>
                    <a:lnTo>
                      <a:pt x="27667" y="184448"/>
                    </a:lnTo>
                    <a:cubicBezTo>
                      <a:pt x="12387" y="184448"/>
                      <a:pt x="0" y="172061"/>
                      <a:pt x="0" y="156781"/>
                    </a:cubicBezTo>
                    <a:lnTo>
                      <a:pt x="0" y="27667"/>
                    </a:lnTo>
                    <a:cubicBezTo>
                      <a:pt x="0" y="12387"/>
                      <a:pt x="12387" y="0"/>
                      <a:pt x="27667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35" name="图片 534">
                <a:extLst>
                  <a:ext uri="{FF2B5EF4-FFF2-40B4-BE49-F238E27FC236}">
                    <a16:creationId xmlns:a16="http://schemas.microsoft.com/office/drawing/2014/main" id="{EAB0F053-6C18-FFD6-345E-A41365E1B6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39049" y="4950693"/>
                <a:ext cx="664012" cy="178299"/>
              </a:xfrm>
              <a:custGeom>
                <a:avLst/>
                <a:gdLst>
                  <a:gd name="connsiteX0" fmla="*/ -1 w 664012"/>
                  <a:gd name="connsiteY0" fmla="*/ -1 h 178299"/>
                  <a:gd name="connsiteX1" fmla="*/ 664012 w 664012"/>
                  <a:gd name="connsiteY1" fmla="*/ -1 h 178299"/>
                  <a:gd name="connsiteX2" fmla="*/ 664012 w 664012"/>
                  <a:gd name="connsiteY2" fmla="*/ 178299 h 178299"/>
                  <a:gd name="connsiteX3" fmla="*/ -1 w 664012"/>
                  <a:gd name="connsiteY3" fmla="*/ 178299 h 17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012" h="178299">
                    <a:moveTo>
                      <a:pt x="-1" y="-1"/>
                    </a:moveTo>
                    <a:lnTo>
                      <a:pt x="664012" y="-1"/>
                    </a:lnTo>
                    <a:lnTo>
                      <a:pt x="664012" y="178299"/>
                    </a:lnTo>
                    <a:lnTo>
                      <a:pt x="-1" y="178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536" name="图形 326">
              <a:extLst>
                <a:ext uri="{FF2B5EF4-FFF2-40B4-BE49-F238E27FC236}">
                  <a16:creationId xmlns:a16="http://schemas.microsoft.com/office/drawing/2014/main" id="{502230F6-7C9B-997E-1F75-DA8CE6A3AD34}"/>
                </a:ext>
              </a:extLst>
            </p:cNvPr>
            <p:cNvGrpSpPr/>
            <p:nvPr/>
          </p:nvGrpSpPr>
          <p:grpSpPr>
            <a:xfrm>
              <a:off x="4208484" y="5002954"/>
              <a:ext cx="122965" cy="43037"/>
              <a:chOff x="4208484" y="5002954"/>
              <a:chExt cx="122965" cy="43037"/>
            </a:xfrm>
          </p:grpSpPr>
          <p:sp>
            <p:nvSpPr>
              <p:cNvPr id="537" name="任意多边形: 形状 536">
                <a:extLst>
                  <a:ext uri="{FF2B5EF4-FFF2-40B4-BE49-F238E27FC236}">
                    <a16:creationId xmlns:a16="http://schemas.microsoft.com/office/drawing/2014/main" id="{2431ED49-2764-258E-FAE7-47516949B27D}"/>
                  </a:ext>
                </a:extLst>
              </p:cNvPr>
              <p:cNvSpPr/>
              <p:nvPr/>
            </p:nvSpPr>
            <p:spPr>
              <a:xfrm>
                <a:off x="4208484" y="5024473"/>
                <a:ext cx="122965" cy="6148"/>
              </a:xfrm>
              <a:custGeom>
                <a:avLst/>
                <a:gdLst>
                  <a:gd name="connsiteX0" fmla="*/ 0 w 122965"/>
                  <a:gd name="connsiteY0" fmla="*/ 0 h 6148"/>
                  <a:gd name="connsiteX1" fmla="*/ 122965 w 122965"/>
                  <a:gd name="connsiteY1" fmla="*/ 0 h 6148"/>
                  <a:gd name="connsiteX2" fmla="*/ 6148 w 122965"/>
                  <a:gd name="connsiteY2" fmla="*/ 0 h 6148"/>
                  <a:gd name="connsiteX3" fmla="*/ 89949 w 122965"/>
                  <a:gd name="connsiteY3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65" h="6148">
                    <a:moveTo>
                      <a:pt x="0" y="0"/>
                    </a:moveTo>
                    <a:lnTo>
                      <a:pt x="122965" y="0"/>
                    </a:lnTo>
                    <a:lnTo>
                      <a:pt x="6148" y="0"/>
                    </a:lnTo>
                    <a:lnTo>
                      <a:pt x="89949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8" name="任意多边形: 形状 537">
                <a:extLst>
                  <a:ext uri="{FF2B5EF4-FFF2-40B4-BE49-F238E27FC236}">
                    <a16:creationId xmlns:a16="http://schemas.microsoft.com/office/drawing/2014/main" id="{079D4913-E370-8B59-36A7-232267301F40}"/>
                  </a:ext>
                </a:extLst>
              </p:cNvPr>
              <p:cNvSpPr/>
              <p:nvPr/>
            </p:nvSpPr>
            <p:spPr>
              <a:xfrm>
                <a:off x="4287673" y="5002954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39" name="图形 326">
              <a:extLst>
                <a:ext uri="{FF2B5EF4-FFF2-40B4-BE49-F238E27FC236}">
                  <a16:creationId xmlns:a16="http://schemas.microsoft.com/office/drawing/2014/main" id="{B5F2AD25-1373-F863-2B6C-40A4881F8D85}"/>
                </a:ext>
              </a:extLst>
            </p:cNvPr>
            <p:cNvGrpSpPr/>
            <p:nvPr/>
          </p:nvGrpSpPr>
          <p:grpSpPr>
            <a:xfrm>
              <a:off x="3532175" y="4870766"/>
              <a:ext cx="676308" cy="319709"/>
              <a:chOff x="3532175" y="4870766"/>
              <a:chExt cx="676308" cy="319709"/>
            </a:xfrm>
            <a:solidFill>
              <a:srgbClr val="6EA0BF"/>
            </a:solidFill>
          </p:grpSpPr>
          <p:sp>
            <p:nvSpPr>
              <p:cNvPr id="540" name="任意多边形: 形状 539">
                <a:extLst>
                  <a:ext uri="{FF2B5EF4-FFF2-40B4-BE49-F238E27FC236}">
                    <a16:creationId xmlns:a16="http://schemas.microsoft.com/office/drawing/2014/main" id="{3D486F44-8681-23E8-DE8E-6F3B159D2F9C}"/>
                  </a:ext>
                </a:extLst>
              </p:cNvPr>
              <p:cNvSpPr/>
              <p:nvPr/>
            </p:nvSpPr>
            <p:spPr>
              <a:xfrm rot="10800000" flipV="1">
                <a:off x="3532175" y="4870766"/>
                <a:ext cx="676308" cy="307413"/>
              </a:xfrm>
              <a:custGeom>
                <a:avLst/>
                <a:gdLst>
                  <a:gd name="connsiteX0" fmla="*/ 630197 w 676308"/>
                  <a:gd name="connsiteY0" fmla="*/ 0 h 307413"/>
                  <a:gd name="connsiteX1" fmla="*/ 676309 w 676308"/>
                  <a:gd name="connsiteY1" fmla="*/ 46112 h 307413"/>
                  <a:gd name="connsiteX2" fmla="*/ 676309 w 676308"/>
                  <a:gd name="connsiteY2" fmla="*/ 261301 h 307413"/>
                  <a:gd name="connsiteX3" fmla="*/ 630197 w 676308"/>
                  <a:gd name="connsiteY3" fmla="*/ 307413 h 307413"/>
                  <a:gd name="connsiteX4" fmla="*/ 46112 w 676308"/>
                  <a:gd name="connsiteY4" fmla="*/ 307413 h 307413"/>
                  <a:gd name="connsiteX5" fmla="*/ 0 w 676308"/>
                  <a:gd name="connsiteY5" fmla="*/ 261301 h 307413"/>
                  <a:gd name="connsiteX6" fmla="*/ 0 w 676308"/>
                  <a:gd name="connsiteY6" fmla="*/ 46112 h 307413"/>
                  <a:gd name="connsiteX7" fmla="*/ 46112 w 676308"/>
                  <a:gd name="connsiteY7" fmla="*/ 0 h 307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76308" h="307413">
                    <a:moveTo>
                      <a:pt x="630197" y="0"/>
                    </a:moveTo>
                    <a:cubicBezTo>
                      <a:pt x="655664" y="0"/>
                      <a:pt x="676309" y="20645"/>
                      <a:pt x="676309" y="46112"/>
                    </a:cubicBezTo>
                    <a:lnTo>
                      <a:pt x="676309" y="261301"/>
                    </a:lnTo>
                    <a:cubicBezTo>
                      <a:pt x="676309" y="286768"/>
                      <a:pt x="655664" y="307413"/>
                      <a:pt x="630197" y="307413"/>
                    </a:cubicBezTo>
                    <a:lnTo>
                      <a:pt x="46112" y="307413"/>
                    </a:lnTo>
                    <a:cubicBezTo>
                      <a:pt x="20645" y="307413"/>
                      <a:pt x="0" y="286768"/>
                      <a:pt x="0" y="261301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41" name="图片 540">
                <a:extLst>
                  <a:ext uri="{FF2B5EF4-FFF2-40B4-BE49-F238E27FC236}">
                    <a16:creationId xmlns:a16="http://schemas.microsoft.com/office/drawing/2014/main" id="{10C20F41-35BD-4A58-2A61-4A7EC22250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38323" y="4876914"/>
                <a:ext cx="664012" cy="313561"/>
              </a:xfrm>
              <a:custGeom>
                <a:avLst/>
                <a:gdLst>
                  <a:gd name="connsiteX0" fmla="*/ -1 w 664012"/>
                  <a:gd name="connsiteY0" fmla="*/ -1 h 313561"/>
                  <a:gd name="connsiteX1" fmla="*/ 664012 w 664012"/>
                  <a:gd name="connsiteY1" fmla="*/ -1 h 313561"/>
                  <a:gd name="connsiteX2" fmla="*/ 664012 w 664012"/>
                  <a:gd name="connsiteY2" fmla="*/ 313561 h 313561"/>
                  <a:gd name="connsiteX3" fmla="*/ -1 w 664012"/>
                  <a:gd name="connsiteY3" fmla="*/ 313561 h 313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012" h="313561">
                    <a:moveTo>
                      <a:pt x="-1" y="-1"/>
                    </a:moveTo>
                    <a:lnTo>
                      <a:pt x="664012" y="-1"/>
                    </a:lnTo>
                    <a:lnTo>
                      <a:pt x="664012" y="313561"/>
                    </a:lnTo>
                    <a:lnTo>
                      <a:pt x="-1" y="313561"/>
                    </a:lnTo>
                    <a:close/>
                  </a:path>
                </a:pathLst>
              </a:custGeom>
            </p:spPr>
          </p:pic>
        </p:grpSp>
        <p:grpSp>
          <p:nvGrpSpPr>
            <p:cNvPr id="542" name="图形 326">
              <a:extLst>
                <a:ext uri="{FF2B5EF4-FFF2-40B4-BE49-F238E27FC236}">
                  <a16:creationId xmlns:a16="http://schemas.microsoft.com/office/drawing/2014/main" id="{B7AD4C30-9F6B-82B4-29CB-353F630D88BA}"/>
                </a:ext>
              </a:extLst>
            </p:cNvPr>
            <p:cNvGrpSpPr/>
            <p:nvPr/>
          </p:nvGrpSpPr>
          <p:grpSpPr>
            <a:xfrm>
              <a:off x="4583527" y="5002954"/>
              <a:ext cx="146820" cy="43037"/>
              <a:chOff x="4583527" y="5002954"/>
              <a:chExt cx="146820" cy="43037"/>
            </a:xfrm>
          </p:grpSpPr>
          <p:sp>
            <p:nvSpPr>
              <p:cNvPr id="543" name="任意多边形: 形状 542">
                <a:extLst>
                  <a:ext uri="{FF2B5EF4-FFF2-40B4-BE49-F238E27FC236}">
                    <a16:creationId xmlns:a16="http://schemas.microsoft.com/office/drawing/2014/main" id="{1B9B15DF-A0E7-3A7A-54A2-9AE270C7F8C1}"/>
                  </a:ext>
                </a:extLst>
              </p:cNvPr>
              <p:cNvSpPr/>
              <p:nvPr/>
            </p:nvSpPr>
            <p:spPr>
              <a:xfrm>
                <a:off x="4583527" y="5024473"/>
                <a:ext cx="122965" cy="6148"/>
              </a:xfrm>
              <a:custGeom>
                <a:avLst/>
                <a:gdLst>
                  <a:gd name="connsiteX0" fmla="*/ 0 w 122965"/>
                  <a:gd name="connsiteY0" fmla="*/ 0 h 6148"/>
                  <a:gd name="connsiteX1" fmla="*/ 122965 w 122965"/>
                  <a:gd name="connsiteY1" fmla="*/ 0 h 6148"/>
                  <a:gd name="connsiteX2" fmla="*/ 30741 w 122965"/>
                  <a:gd name="connsiteY2" fmla="*/ 0 h 6148"/>
                  <a:gd name="connsiteX3" fmla="*/ 114542 w 122965"/>
                  <a:gd name="connsiteY3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65" h="6148">
                    <a:moveTo>
                      <a:pt x="0" y="0"/>
                    </a:moveTo>
                    <a:lnTo>
                      <a:pt x="122965" y="0"/>
                    </a:lnTo>
                    <a:lnTo>
                      <a:pt x="30741" y="0"/>
                    </a:lnTo>
                    <a:lnTo>
                      <a:pt x="114542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4" name="任意多边形: 形状 543">
                <a:extLst>
                  <a:ext uri="{FF2B5EF4-FFF2-40B4-BE49-F238E27FC236}">
                    <a16:creationId xmlns:a16="http://schemas.microsoft.com/office/drawing/2014/main" id="{5103CC38-F583-2BFE-515B-FA86EA54EA3D}"/>
                  </a:ext>
                </a:extLst>
              </p:cNvPr>
              <p:cNvSpPr/>
              <p:nvPr/>
            </p:nvSpPr>
            <p:spPr>
              <a:xfrm>
                <a:off x="4687310" y="5002954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45" name="图形 326">
              <a:extLst>
                <a:ext uri="{FF2B5EF4-FFF2-40B4-BE49-F238E27FC236}">
                  <a16:creationId xmlns:a16="http://schemas.microsoft.com/office/drawing/2014/main" id="{180D61C8-A02C-A836-4D91-52BDB12AF6AD}"/>
                </a:ext>
              </a:extLst>
            </p:cNvPr>
            <p:cNvGrpSpPr/>
            <p:nvPr/>
          </p:nvGrpSpPr>
          <p:grpSpPr>
            <a:xfrm>
              <a:off x="4337597" y="4729356"/>
              <a:ext cx="245930" cy="620974"/>
              <a:chOff x="4337597" y="4729356"/>
              <a:chExt cx="245930" cy="620974"/>
            </a:xfrm>
            <a:solidFill>
              <a:srgbClr val="DAE8FC"/>
            </a:solidFill>
          </p:grpSpPr>
          <p:sp>
            <p:nvSpPr>
              <p:cNvPr id="546" name="任意多边形: 形状 545">
                <a:extLst>
                  <a:ext uri="{FF2B5EF4-FFF2-40B4-BE49-F238E27FC236}">
                    <a16:creationId xmlns:a16="http://schemas.microsoft.com/office/drawing/2014/main" id="{31EDFBAF-2D58-D842-59A1-F6AF31AFE0F9}"/>
                  </a:ext>
                </a:extLst>
              </p:cNvPr>
              <p:cNvSpPr/>
              <p:nvPr/>
            </p:nvSpPr>
            <p:spPr>
              <a:xfrm>
                <a:off x="4337597" y="4732430"/>
                <a:ext cx="245930" cy="584084"/>
              </a:xfrm>
              <a:custGeom>
                <a:avLst/>
                <a:gdLst>
                  <a:gd name="connsiteX0" fmla="*/ 209041 w 245930"/>
                  <a:gd name="connsiteY0" fmla="*/ 0 h 584084"/>
                  <a:gd name="connsiteX1" fmla="*/ 245930 w 245930"/>
                  <a:gd name="connsiteY1" fmla="*/ 36890 h 584084"/>
                  <a:gd name="connsiteX2" fmla="*/ 245930 w 245930"/>
                  <a:gd name="connsiteY2" fmla="*/ 547195 h 584084"/>
                  <a:gd name="connsiteX3" fmla="*/ 209041 w 245930"/>
                  <a:gd name="connsiteY3" fmla="*/ 584085 h 584084"/>
                  <a:gd name="connsiteX4" fmla="*/ 36890 w 245930"/>
                  <a:gd name="connsiteY4" fmla="*/ 584085 h 584084"/>
                  <a:gd name="connsiteX5" fmla="*/ 0 w 245930"/>
                  <a:gd name="connsiteY5" fmla="*/ 547195 h 584084"/>
                  <a:gd name="connsiteX6" fmla="*/ 0 w 245930"/>
                  <a:gd name="connsiteY6" fmla="*/ 36890 h 584084"/>
                  <a:gd name="connsiteX7" fmla="*/ 36890 w 245930"/>
                  <a:gd name="connsiteY7" fmla="*/ 0 h 58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5930" h="584084">
                    <a:moveTo>
                      <a:pt x="209041" y="0"/>
                    </a:moveTo>
                    <a:cubicBezTo>
                      <a:pt x="229414" y="0"/>
                      <a:pt x="245930" y="16516"/>
                      <a:pt x="245930" y="36890"/>
                    </a:cubicBezTo>
                    <a:lnTo>
                      <a:pt x="245930" y="547195"/>
                    </a:lnTo>
                    <a:cubicBezTo>
                      <a:pt x="245930" y="567569"/>
                      <a:pt x="229414" y="584085"/>
                      <a:pt x="209041" y="584085"/>
                    </a:cubicBezTo>
                    <a:lnTo>
                      <a:pt x="36890" y="584085"/>
                    </a:lnTo>
                    <a:cubicBezTo>
                      <a:pt x="16516" y="584085"/>
                      <a:pt x="0" y="567569"/>
                      <a:pt x="0" y="547195"/>
                    </a:cubicBezTo>
                    <a:lnTo>
                      <a:pt x="0" y="36890"/>
                    </a:lnTo>
                    <a:cubicBezTo>
                      <a:pt x="0" y="16516"/>
                      <a:pt x="16516" y="0"/>
                      <a:pt x="3689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47" name="图片 546">
                <a:extLst>
                  <a:ext uri="{FF2B5EF4-FFF2-40B4-BE49-F238E27FC236}">
                    <a16:creationId xmlns:a16="http://schemas.microsoft.com/office/drawing/2014/main" id="{06B84108-A5CB-0281-B546-490F53A416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343745" y="4729356"/>
                <a:ext cx="233633" cy="620974"/>
              </a:xfrm>
              <a:custGeom>
                <a:avLst/>
                <a:gdLst>
                  <a:gd name="connsiteX0" fmla="*/ -1 w 233633"/>
                  <a:gd name="connsiteY0" fmla="*/ -1 h 620974"/>
                  <a:gd name="connsiteX1" fmla="*/ 233633 w 233633"/>
                  <a:gd name="connsiteY1" fmla="*/ -1 h 620974"/>
                  <a:gd name="connsiteX2" fmla="*/ 233633 w 233633"/>
                  <a:gd name="connsiteY2" fmla="*/ 620974 h 620974"/>
                  <a:gd name="connsiteX3" fmla="*/ -1 w 233633"/>
                  <a:gd name="connsiteY3" fmla="*/ 620974 h 620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633" h="620974">
                    <a:moveTo>
                      <a:pt x="-1" y="-1"/>
                    </a:moveTo>
                    <a:lnTo>
                      <a:pt x="233633" y="-1"/>
                    </a:lnTo>
                    <a:lnTo>
                      <a:pt x="233633" y="620974"/>
                    </a:lnTo>
                    <a:lnTo>
                      <a:pt x="-1" y="620974"/>
                    </a:lnTo>
                    <a:close/>
                  </a:path>
                </a:pathLst>
              </a:custGeom>
            </p:spPr>
          </p:pic>
        </p:grpSp>
        <p:grpSp>
          <p:nvGrpSpPr>
            <p:cNvPr id="548" name="图形 326">
              <a:extLst>
                <a:ext uri="{FF2B5EF4-FFF2-40B4-BE49-F238E27FC236}">
                  <a16:creationId xmlns:a16="http://schemas.microsoft.com/office/drawing/2014/main" id="{D4D5F2A5-2C59-2C73-F407-369D7BD66892}"/>
                </a:ext>
              </a:extLst>
            </p:cNvPr>
            <p:cNvGrpSpPr/>
            <p:nvPr/>
          </p:nvGrpSpPr>
          <p:grpSpPr>
            <a:xfrm>
              <a:off x="4737234" y="4732430"/>
              <a:ext cx="295116" cy="584084"/>
              <a:chOff x="4737234" y="4732430"/>
              <a:chExt cx="295116" cy="584084"/>
            </a:xfrm>
            <a:solidFill>
              <a:srgbClr val="DAE8FC"/>
            </a:solidFill>
          </p:grpSpPr>
          <p:sp>
            <p:nvSpPr>
              <p:cNvPr id="549" name="任意多边形: 形状 548">
                <a:extLst>
                  <a:ext uri="{FF2B5EF4-FFF2-40B4-BE49-F238E27FC236}">
                    <a16:creationId xmlns:a16="http://schemas.microsoft.com/office/drawing/2014/main" id="{E563EE53-E83D-3153-F877-2061A390709F}"/>
                  </a:ext>
                </a:extLst>
              </p:cNvPr>
              <p:cNvSpPr/>
              <p:nvPr/>
            </p:nvSpPr>
            <p:spPr>
              <a:xfrm>
                <a:off x="4737234" y="4732430"/>
                <a:ext cx="295116" cy="584084"/>
              </a:xfrm>
              <a:custGeom>
                <a:avLst/>
                <a:gdLst>
                  <a:gd name="connsiteX0" fmla="*/ 250849 w 295116"/>
                  <a:gd name="connsiteY0" fmla="*/ 0 h 584084"/>
                  <a:gd name="connsiteX1" fmla="*/ 295117 w 295116"/>
                  <a:gd name="connsiteY1" fmla="*/ 44268 h 584084"/>
                  <a:gd name="connsiteX2" fmla="*/ 295117 w 295116"/>
                  <a:gd name="connsiteY2" fmla="*/ 539817 h 584084"/>
                  <a:gd name="connsiteX3" fmla="*/ 250849 w 295116"/>
                  <a:gd name="connsiteY3" fmla="*/ 584085 h 584084"/>
                  <a:gd name="connsiteX4" fmla="*/ 44268 w 295116"/>
                  <a:gd name="connsiteY4" fmla="*/ 584085 h 584084"/>
                  <a:gd name="connsiteX5" fmla="*/ 0 w 295116"/>
                  <a:gd name="connsiteY5" fmla="*/ 539817 h 584084"/>
                  <a:gd name="connsiteX6" fmla="*/ 0 w 295116"/>
                  <a:gd name="connsiteY6" fmla="*/ 44268 h 584084"/>
                  <a:gd name="connsiteX7" fmla="*/ 44268 w 295116"/>
                  <a:gd name="connsiteY7" fmla="*/ 0 h 58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5116" h="584084">
                    <a:moveTo>
                      <a:pt x="250849" y="0"/>
                    </a:moveTo>
                    <a:cubicBezTo>
                      <a:pt x="275297" y="0"/>
                      <a:pt x="295117" y="19819"/>
                      <a:pt x="295117" y="44268"/>
                    </a:cubicBezTo>
                    <a:lnTo>
                      <a:pt x="295117" y="539817"/>
                    </a:lnTo>
                    <a:cubicBezTo>
                      <a:pt x="295117" y="564265"/>
                      <a:pt x="275297" y="584085"/>
                      <a:pt x="250849" y="584085"/>
                    </a:cubicBezTo>
                    <a:lnTo>
                      <a:pt x="44268" y="584085"/>
                    </a:lnTo>
                    <a:cubicBezTo>
                      <a:pt x="19819" y="584085"/>
                      <a:pt x="0" y="564265"/>
                      <a:pt x="0" y="539817"/>
                    </a:cubicBezTo>
                    <a:lnTo>
                      <a:pt x="0" y="44268"/>
                    </a:lnTo>
                    <a:cubicBezTo>
                      <a:pt x="0" y="19819"/>
                      <a:pt x="19819" y="0"/>
                      <a:pt x="44268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50" name="图片 549">
                <a:extLst>
                  <a:ext uri="{FF2B5EF4-FFF2-40B4-BE49-F238E27FC236}">
                    <a16:creationId xmlns:a16="http://schemas.microsoft.com/office/drawing/2014/main" id="{82EF6D7E-4F4D-1319-C614-7C442DD2D3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43382" y="4803135"/>
                <a:ext cx="282819" cy="473416"/>
              </a:xfrm>
              <a:custGeom>
                <a:avLst/>
                <a:gdLst>
                  <a:gd name="connsiteX0" fmla="*/ -1 w 282819"/>
                  <a:gd name="connsiteY0" fmla="*/ -1 h 473416"/>
                  <a:gd name="connsiteX1" fmla="*/ 282819 w 282819"/>
                  <a:gd name="connsiteY1" fmla="*/ -1 h 473416"/>
                  <a:gd name="connsiteX2" fmla="*/ 282819 w 282819"/>
                  <a:gd name="connsiteY2" fmla="*/ 473416 h 473416"/>
                  <a:gd name="connsiteX3" fmla="*/ -1 w 282819"/>
                  <a:gd name="connsiteY3" fmla="*/ 473416 h 473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2819" h="473416">
                    <a:moveTo>
                      <a:pt x="-1" y="-1"/>
                    </a:moveTo>
                    <a:lnTo>
                      <a:pt x="282819" y="-1"/>
                    </a:lnTo>
                    <a:lnTo>
                      <a:pt x="282819" y="473416"/>
                    </a:lnTo>
                    <a:lnTo>
                      <a:pt x="-1" y="473416"/>
                    </a:lnTo>
                    <a:close/>
                  </a:path>
                </a:pathLst>
              </a:custGeom>
            </p:spPr>
          </p:pic>
        </p:grpSp>
        <p:grpSp>
          <p:nvGrpSpPr>
            <p:cNvPr id="551" name="图形 326">
              <a:extLst>
                <a:ext uri="{FF2B5EF4-FFF2-40B4-BE49-F238E27FC236}">
                  <a16:creationId xmlns:a16="http://schemas.microsoft.com/office/drawing/2014/main" id="{344F8D41-0C75-11FC-11D6-DD379E0B829B}"/>
                </a:ext>
              </a:extLst>
            </p:cNvPr>
            <p:cNvGrpSpPr/>
            <p:nvPr/>
          </p:nvGrpSpPr>
          <p:grpSpPr>
            <a:xfrm>
              <a:off x="2609936" y="5925193"/>
              <a:ext cx="129113" cy="43037"/>
              <a:chOff x="2609936" y="5925193"/>
              <a:chExt cx="129113" cy="43037"/>
            </a:xfrm>
          </p:grpSpPr>
          <p:sp>
            <p:nvSpPr>
              <p:cNvPr id="552" name="任意多边形: 形状 551">
                <a:extLst>
                  <a:ext uri="{FF2B5EF4-FFF2-40B4-BE49-F238E27FC236}">
                    <a16:creationId xmlns:a16="http://schemas.microsoft.com/office/drawing/2014/main" id="{6BCCB069-B56B-1962-661D-4FBABE9167C1}"/>
                  </a:ext>
                </a:extLst>
              </p:cNvPr>
              <p:cNvSpPr/>
              <p:nvPr/>
            </p:nvSpPr>
            <p:spPr>
              <a:xfrm>
                <a:off x="2609936" y="5946712"/>
                <a:ext cx="129113" cy="6148"/>
              </a:xfrm>
              <a:custGeom>
                <a:avLst/>
                <a:gdLst>
                  <a:gd name="connsiteX0" fmla="*/ 6148 w 129113"/>
                  <a:gd name="connsiteY0" fmla="*/ 0 h 6148"/>
                  <a:gd name="connsiteX1" fmla="*/ 129113 w 129113"/>
                  <a:gd name="connsiteY1" fmla="*/ 0 h 6148"/>
                  <a:gd name="connsiteX2" fmla="*/ 0 w 129113"/>
                  <a:gd name="connsiteY2" fmla="*/ 0 h 6148"/>
                  <a:gd name="connsiteX3" fmla="*/ 83801 w 129113"/>
                  <a:gd name="connsiteY3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113" h="6148">
                    <a:moveTo>
                      <a:pt x="6148" y="0"/>
                    </a:moveTo>
                    <a:lnTo>
                      <a:pt x="129113" y="0"/>
                    </a:lnTo>
                    <a:lnTo>
                      <a:pt x="0" y="0"/>
                    </a:lnTo>
                    <a:lnTo>
                      <a:pt x="83801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3" name="任意多边形: 形状 552">
                <a:extLst>
                  <a:ext uri="{FF2B5EF4-FFF2-40B4-BE49-F238E27FC236}">
                    <a16:creationId xmlns:a16="http://schemas.microsoft.com/office/drawing/2014/main" id="{A527D41F-30D5-37A0-6AF5-D75A7B5DA2F6}"/>
                  </a:ext>
                </a:extLst>
              </p:cNvPr>
              <p:cNvSpPr/>
              <p:nvPr/>
            </p:nvSpPr>
            <p:spPr>
              <a:xfrm>
                <a:off x="2682977" y="5925193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54" name="图形 326">
              <a:extLst>
                <a:ext uri="{FF2B5EF4-FFF2-40B4-BE49-F238E27FC236}">
                  <a16:creationId xmlns:a16="http://schemas.microsoft.com/office/drawing/2014/main" id="{F59673B7-479E-9421-7B29-FFBD08454F0D}"/>
                </a:ext>
              </a:extLst>
            </p:cNvPr>
            <p:cNvGrpSpPr/>
            <p:nvPr/>
          </p:nvGrpSpPr>
          <p:grpSpPr>
            <a:xfrm>
              <a:off x="2370154" y="5651595"/>
              <a:ext cx="245930" cy="620974"/>
              <a:chOff x="2370154" y="5651595"/>
              <a:chExt cx="245930" cy="620974"/>
            </a:xfrm>
            <a:solidFill>
              <a:srgbClr val="DAE8FC"/>
            </a:solidFill>
          </p:grpSpPr>
          <p:sp>
            <p:nvSpPr>
              <p:cNvPr id="555" name="任意多边形: 形状 554">
                <a:extLst>
                  <a:ext uri="{FF2B5EF4-FFF2-40B4-BE49-F238E27FC236}">
                    <a16:creationId xmlns:a16="http://schemas.microsoft.com/office/drawing/2014/main" id="{6AB278B5-DEBB-FA11-72AF-24DA431CD82E}"/>
                  </a:ext>
                </a:extLst>
              </p:cNvPr>
              <p:cNvSpPr/>
              <p:nvPr/>
            </p:nvSpPr>
            <p:spPr>
              <a:xfrm>
                <a:off x="2370154" y="5654669"/>
                <a:ext cx="245930" cy="584084"/>
              </a:xfrm>
              <a:custGeom>
                <a:avLst/>
                <a:gdLst>
                  <a:gd name="connsiteX0" fmla="*/ 209041 w 245930"/>
                  <a:gd name="connsiteY0" fmla="*/ 0 h 584084"/>
                  <a:gd name="connsiteX1" fmla="*/ 245930 w 245930"/>
                  <a:gd name="connsiteY1" fmla="*/ 36890 h 584084"/>
                  <a:gd name="connsiteX2" fmla="*/ 245930 w 245930"/>
                  <a:gd name="connsiteY2" fmla="*/ 547195 h 584084"/>
                  <a:gd name="connsiteX3" fmla="*/ 209041 w 245930"/>
                  <a:gd name="connsiteY3" fmla="*/ 584085 h 584084"/>
                  <a:gd name="connsiteX4" fmla="*/ 36890 w 245930"/>
                  <a:gd name="connsiteY4" fmla="*/ 584085 h 584084"/>
                  <a:gd name="connsiteX5" fmla="*/ 0 w 245930"/>
                  <a:gd name="connsiteY5" fmla="*/ 547195 h 584084"/>
                  <a:gd name="connsiteX6" fmla="*/ 0 w 245930"/>
                  <a:gd name="connsiteY6" fmla="*/ 36890 h 584084"/>
                  <a:gd name="connsiteX7" fmla="*/ 36890 w 245930"/>
                  <a:gd name="connsiteY7" fmla="*/ 0 h 58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5930" h="584084">
                    <a:moveTo>
                      <a:pt x="209041" y="0"/>
                    </a:moveTo>
                    <a:cubicBezTo>
                      <a:pt x="229414" y="0"/>
                      <a:pt x="245930" y="16516"/>
                      <a:pt x="245930" y="36890"/>
                    </a:cubicBezTo>
                    <a:lnTo>
                      <a:pt x="245930" y="547195"/>
                    </a:lnTo>
                    <a:cubicBezTo>
                      <a:pt x="245930" y="567569"/>
                      <a:pt x="229414" y="584085"/>
                      <a:pt x="209041" y="584085"/>
                    </a:cubicBezTo>
                    <a:lnTo>
                      <a:pt x="36890" y="584085"/>
                    </a:lnTo>
                    <a:cubicBezTo>
                      <a:pt x="16516" y="584085"/>
                      <a:pt x="0" y="567569"/>
                      <a:pt x="0" y="547195"/>
                    </a:cubicBezTo>
                    <a:lnTo>
                      <a:pt x="0" y="36890"/>
                    </a:lnTo>
                    <a:cubicBezTo>
                      <a:pt x="0" y="16516"/>
                      <a:pt x="16516" y="0"/>
                      <a:pt x="3689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56" name="图片 555">
                <a:extLst>
                  <a:ext uri="{FF2B5EF4-FFF2-40B4-BE49-F238E27FC236}">
                    <a16:creationId xmlns:a16="http://schemas.microsoft.com/office/drawing/2014/main" id="{C1E296FD-AFFB-206B-ACC2-0B76B600BD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376302" y="5651595"/>
                <a:ext cx="233633" cy="620974"/>
              </a:xfrm>
              <a:custGeom>
                <a:avLst/>
                <a:gdLst>
                  <a:gd name="connsiteX0" fmla="*/ -1 w 233633"/>
                  <a:gd name="connsiteY0" fmla="*/ -1 h 620974"/>
                  <a:gd name="connsiteX1" fmla="*/ 233633 w 233633"/>
                  <a:gd name="connsiteY1" fmla="*/ -1 h 620974"/>
                  <a:gd name="connsiteX2" fmla="*/ 233633 w 233633"/>
                  <a:gd name="connsiteY2" fmla="*/ 620974 h 620974"/>
                  <a:gd name="connsiteX3" fmla="*/ -1 w 233633"/>
                  <a:gd name="connsiteY3" fmla="*/ 620974 h 620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633" h="620974">
                    <a:moveTo>
                      <a:pt x="-1" y="-1"/>
                    </a:moveTo>
                    <a:lnTo>
                      <a:pt x="233633" y="-1"/>
                    </a:lnTo>
                    <a:lnTo>
                      <a:pt x="233633" y="620974"/>
                    </a:lnTo>
                    <a:lnTo>
                      <a:pt x="-1" y="620974"/>
                    </a:lnTo>
                    <a:close/>
                  </a:path>
                </a:pathLst>
              </a:custGeom>
            </p:spPr>
          </p:pic>
        </p:grpSp>
        <p:grpSp>
          <p:nvGrpSpPr>
            <p:cNvPr id="557" name="图形 326">
              <a:extLst>
                <a:ext uri="{FF2B5EF4-FFF2-40B4-BE49-F238E27FC236}">
                  <a16:creationId xmlns:a16="http://schemas.microsoft.com/office/drawing/2014/main" id="{D09F92CB-FC95-1769-4A26-1A81DCDBDC4D}"/>
                </a:ext>
              </a:extLst>
            </p:cNvPr>
            <p:cNvGrpSpPr/>
            <p:nvPr/>
          </p:nvGrpSpPr>
          <p:grpSpPr>
            <a:xfrm>
              <a:off x="3409210" y="5925193"/>
              <a:ext cx="122965" cy="43037"/>
              <a:chOff x="3409210" y="5925193"/>
              <a:chExt cx="122965" cy="43037"/>
            </a:xfrm>
          </p:grpSpPr>
          <p:sp>
            <p:nvSpPr>
              <p:cNvPr id="558" name="任意多边形: 形状 557">
                <a:extLst>
                  <a:ext uri="{FF2B5EF4-FFF2-40B4-BE49-F238E27FC236}">
                    <a16:creationId xmlns:a16="http://schemas.microsoft.com/office/drawing/2014/main" id="{250CDA7E-CA97-2CEA-FC14-D78005CEBEF9}"/>
                  </a:ext>
                </a:extLst>
              </p:cNvPr>
              <p:cNvSpPr/>
              <p:nvPr/>
            </p:nvSpPr>
            <p:spPr>
              <a:xfrm>
                <a:off x="3409210" y="5946712"/>
                <a:ext cx="122965" cy="6148"/>
              </a:xfrm>
              <a:custGeom>
                <a:avLst/>
                <a:gdLst>
                  <a:gd name="connsiteX0" fmla="*/ 0 w 122965"/>
                  <a:gd name="connsiteY0" fmla="*/ 0 h 6148"/>
                  <a:gd name="connsiteX1" fmla="*/ 122965 w 122965"/>
                  <a:gd name="connsiteY1" fmla="*/ 0 h 6148"/>
                  <a:gd name="connsiteX2" fmla="*/ 0 w 122965"/>
                  <a:gd name="connsiteY2" fmla="*/ 0 h 6148"/>
                  <a:gd name="connsiteX3" fmla="*/ 83801 w 122965"/>
                  <a:gd name="connsiteY3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65" h="6148">
                    <a:moveTo>
                      <a:pt x="0" y="0"/>
                    </a:moveTo>
                    <a:lnTo>
                      <a:pt x="122965" y="0"/>
                    </a:lnTo>
                    <a:lnTo>
                      <a:pt x="0" y="0"/>
                    </a:lnTo>
                    <a:lnTo>
                      <a:pt x="83801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9" name="任意多边形: 形状 558">
                <a:extLst>
                  <a:ext uri="{FF2B5EF4-FFF2-40B4-BE49-F238E27FC236}">
                    <a16:creationId xmlns:a16="http://schemas.microsoft.com/office/drawing/2014/main" id="{08C2B534-CB49-6A3E-75EA-EB3CF8EF427C}"/>
                  </a:ext>
                </a:extLst>
              </p:cNvPr>
              <p:cNvSpPr/>
              <p:nvPr/>
            </p:nvSpPr>
            <p:spPr>
              <a:xfrm>
                <a:off x="3482251" y="5925193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60" name="图形 326">
              <a:extLst>
                <a:ext uri="{FF2B5EF4-FFF2-40B4-BE49-F238E27FC236}">
                  <a16:creationId xmlns:a16="http://schemas.microsoft.com/office/drawing/2014/main" id="{6EAB7C0C-043D-FF6C-6D81-980256A6B71A}"/>
                </a:ext>
              </a:extLst>
            </p:cNvPr>
            <p:cNvGrpSpPr/>
            <p:nvPr/>
          </p:nvGrpSpPr>
          <p:grpSpPr>
            <a:xfrm>
              <a:off x="2732901" y="5854488"/>
              <a:ext cx="676308" cy="196744"/>
              <a:chOff x="2732901" y="5854488"/>
              <a:chExt cx="676308" cy="196744"/>
            </a:xfrm>
            <a:solidFill>
              <a:srgbClr val="DAE8FC"/>
            </a:solidFill>
          </p:grpSpPr>
          <p:sp>
            <p:nvSpPr>
              <p:cNvPr id="561" name="任意多边形: 形状 560">
                <a:extLst>
                  <a:ext uri="{FF2B5EF4-FFF2-40B4-BE49-F238E27FC236}">
                    <a16:creationId xmlns:a16="http://schemas.microsoft.com/office/drawing/2014/main" id="{912A4172-4F11-BA89-7039-FD740BE65AFF}"/>
                  </a:ext>
                </a:extLst>
              </p:cNvPr>
              <p:cNvSpPr/>
              <p:nvPr/>
            </p:nvSpPr>
            <p:spPr>
              <a:xfrm>
                <a:off x="2732901" y="5854488"/>
                <a:ext cx="676308" cy="184447"/>
              </a:xfrm>
              <a:custGeom>
                <a:avLst/>
                <a:gdLst>
                  <a:gd name="connsiteX0" fmla="*/ 648641 w 676308"/>
                  <a:gd name="connsiteY0" fmla="*/ 0 h 184447"/>
                  <a:gd name="connsiteX1" fmla="*/ 676309 w 676308"/>
                  <a:gd name="connsiteY1" fmla="*/ 27667 h 184447"/>
                  <a:gd name="connsiteX2" fmla="*/ 676309 w 676308"/>
                  <a:gd name="connsiteY2" fmla="*/ 156781 h 184447"/>
                  <a:gd name="connsiteX3" fmla="*/ 648641 w 676308"/>
                  <a:gd name="connsiteY3" fmla="*/ 184448 h 184447"/>
                  <a:gd name="connsiteX4" fmla="*/ 27667 w 676308"/>
                  <a:gd name="connsiteY4" fmla="*/ 184448 h 184447"/>
                  <a:gd name="connsiteX5" fmla="*/ 0 w 676308"/>
                  <a:gd name="connsiteY5" fmla="*/ 156781 h 184447"/>
                  <a:gd name="connsiteX6" fmla="*/ 0 w 676308"/>
                  <a:gd name="connsiteY6" fmla="*/ 27667 h 184447"/>
                  <a:gd name="connsiteX7" fmla="*/ 27667 w 676308"/>
                  <a:gd name="connsiteY7" fmla="*/ 0 h 184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76308" h="184447">
                    <a:moveTo>
                      <a:pt x="648641" y="0"/>
                    </a:moveTo>
                    <a:cubicBezTo>
                      <a:pt x="663922" y="0"/>
                      <a:pt x="676309" y="12387"/>
                      <a:pt x="676309" y="27667"/>
                    </a:cubicBezTo>
                    <a:lnTo>
                      <a:pt x="676309" y="156781"/>
                    </a:lnTo>
                    <a:cubicBezTo>
                      <a:pt x="676309" y="172061"/>
                      <a:pt x="663922" y="184448"/>
                      <a:pt x="648641" y="184448"/>
                    </a:cubicBezTo>
                    <a:lnTo>
                      <a:pt x="27667" y="184448"/>
                    </a:lnTo>
                    <a:cubicBezTo>
                      <a:pt x="12387" y="184448"/>
                      <a:pt x="0" y="172061"/>
                      <a:pt x="0" y="156781"/>
                    </a:cubicBezTo>
                    <a:lnTo>
                      <a:pt x="0" y="27667"/>
                    </a:lnTo>
                    <a:cubicBezTo>
                      <a:pt x="0" y="12387"/>
                      <a:pt x="12387" y="0"/>
                      <a:pt x="27667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62" name="图片 561">
                <a:extLst>
                  <a:ext uri="{FF2B5EF4-FFF2-40B4-BE49-F238E27FC236}">
                    <a16:creationId xmlns:a16="http://schemas.microsoft.com/office/drawing/2014/main" id="{3336120B-93A2-6900-2FB0-592023BB67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39049" y="5872933"/>
                <a:ext cx="664012" cy="178299"/>
              </a:xfrm>
              <a:custGeom>
                <a:avLst/>
                <a:gdLst>
                  <a:gd name="connsiteX0" fmla="*/ -1 w 664012"/>
                  <a:gd name="connsiteY0" fmla="*/ -1 h 178299"/>
                  <a:gd name="connsiteX1" fmla="*/ 664012 w 664012"/>
                  <a:gd name="connsiteY1" fmla="*/ -1 h 178299"/>
                  <a:gd name="connsiteX2" fmla="*/ 664012 w 664012"/>
                  <a:gd name="connsiteY2" fmla="*/ 178299 h 178299"/>
                  <a:gd name="connsiteX3" fmla="*/ -1 w 664012"/>
                  <a:gd name="connsiteY3" fmla="*/ 178299 h 17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012" h="178299">
                    <a:moveTo>
                      <a:pt x="-1" y="-1"/>
                    </a:moveTo>
                    <a:lnTo>
                      <a:pt x="664012" y="-1"/>
                    </a:lnTo>
                    <a:lnTo>
                      <a:pt x="664012" y="178299"/>
                    </a:lnTo>
                    <a:lnTo>
                      <a:pt x="-1" y="178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563" name="图形 326">
              <a:extLst>
                <a:ext uri="{FF2B5EF4-FFF2-40B4-BE49-F238E27FC236}">
                  <a16:creationId xmlns:a16="http://schemas.microsoft.com/office/drawing/2014/main" id="{896ED9DA-117E-130D-14EC-C2F8639F64D5}"/>
                </a:ext>
              </a:extLst>
            </p:cNvPr>
            <p:cNvGrpSpPr/>
            <p:nvPr/>
          </p:nvGrpSpPr>
          <p:grpSpPr>
            <a:xfrm>
              <a:off x="4208484" y="5925193"/>
              <a:ext cx="122965" cy="43037"/>
              <a:chOff x="4208484" y="5925193"/>
              <a:chExt cx="122965" cy="43037"/>
            </a:xfrm>
          </p:grpSpPr>
          <p:sp>
            <p:nvSpPr>
              <p:cNvPr id="564" name="任意多边形: 形状 563">
                <a:extLst>
                  <a:ext uri="{FF2B5EF4-FFF2-40B4-BE49-F238E27FC236}">
                    <a16:creationId xmlns:a16="http://schemas.microsoft.com/office/drawing/2014/main" id="{3F96036B-E4B5-A7F8-79A0-A7DF0CF498A9}"/>
                  </a:ext>
                </a:extLst>
              </p:cNvPr>
              <p:cNvSpPr/>
              <p:nvPr/>
            </p:nvSpPr>
            <p:spPr>
              <a:xfrm>
                <a:off x="4208484" y="5946712"/>
                <a:ext cx="122965" cy="6148"/>
              </a:xfrm>
              <a:custGeom>
                <a:avLst/>
                <a:gdLst>
                  <a:gd name="connsiteX0" fmla="*/ 0 w 122965"/>
                  <a:gd name="connsiteY0" fmla="*/ 0 h 6148"/>
                  <a:gd name="connsiteX1" fmla="*/ 122965 w 122965"/>
                  <a:gd name="connsiteY1" fmla="*/ 0 h 6148"/>
                  <a:gd name="connsiteX2" fmla="*/ 6148 w 122965"/>
                  <a:gd name="connsiteY2" fmla="*/ 0 h 6148"/>
                  <a:gd name="connsiteX3" fmla="*/ 89949 w 122965"/>
                  <a:gd name="connsiteY3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65" h="6148">
                    <a:moveTo>
                      <a:pt x="0" y="0"/>
                    </a:moveTo>
                    <a:lnTo>
                      <a:pt x="122965" y="0"/>
                    </a:lnTo>
                    <a:lnTo>
                      <a:pt x="6148" y="0"/>
                    </a:lnTo>
                    <a:lnTo>
                      <a:pt x="89949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5" name="任意多边形: 形状 564">
                <a:extLst>
                  <a:ext uri="{FF2B5EF4-FFF2-40B4-BE49-F238E27FC236}">
                    <a16:creationId xmlns:a16="http://schemas.microsoft.com/office/drawing/2014/main" id="{82EF1C28-895C-20BC-24E9-603976B9BDE5}"/>
                  </a:ext>
                </a:extLst>
              </p:cNvPr>
              <p:cNvSpPr/>
              <p:nvPr/>
            </p:nvSpPr>
            <p:spPr>
              <a:xfrm>
                <a:off x="4287673" y="5925193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66" name="图形 326">
              <a:extLst>
                <a:ext uri="{FF2B5EF4-FFF2-40B4-BE49-F238E27FC236}">
                  <a16:creationId xmlns:a16="http://schemas.microsoft.com/office/drawing/2014/main" id="{003FC5E0-64F8-9E3B-B12F-31482FEFC769}"/>
                </a:ext>
              </a:extLst>
            </p:cNvPr>
            <p:cNvGrpSpPr/>
            <p:nvPr/>
          </p:nvGrpSpPr>
          <p:grpSpPr>
            <a:xfrm>
              <a:off x="3532175" y="5793005"/>
              <a:ext cx="676308" cy="319709"/>
              <a:chOff x="3532175" y="5793005"/>
              <a:chExt cx="676308" cy="319709"/>
            </a:xfrm>
            <a:solidFill>
              <a:srgbClr val="6EA0BF"/>
            </a:solidFill>
          </p:grpSpPr>
          <p:sp>
            <p:nvSpPr>
              <p:cNvPr id="567" name="任意多边形: 形状 566">
                <a:extLst>
                  <a:ext uri="{FF2B5EF4-FFF2-40B4-BE49-F238E27FC236}">
                    <a16:creationId xmlns:a16="http://schemas.microsoft.com/office/drawing/2014/main" id="{176F3D4D-EC2B-43A4-9025-2424A34F05F7}"/>
                  </a:ext>
                </a:extLst>
              </p:cNvPr>
              <p:cNvSpPr/>
              <p:nvPr/>
            </p:nvSpPr>
            <p:spPr>
              <a:xfrm rot="10800000" flipV="1">
                <a:off x="3532175" y="5793005"/>
                <a:ext cx="676308" cy="307413"/>
              </a:xfrm>
              <a:custGeom>
                <a:avLst/>
                <a:gdLst>
                  <a:gd name="connsiteX0" fmla="*/ 630197 w 676308"/>
                  <a:gd name="connsiteY0" fmla="*/ 0 h 307413"/>
                  <a:gd name="connsiteX1" fmla="*/ 676309 w 676308"/>
                  <a:gd name="connsiteY1" fmla="*/ 46112 h 307413"/>
                  <a:gd name="connsiteX2" fmla="*/ 676309 w 676308"/>
                  <a:gd name="connsiteY2" fmla="*/ 261301 h 307413"/>
                  <a:gd name="connsiteX3" fmla="*/ 630197 w 676308"/>
                  <a:gd name="connsiteY3" fmla="*/ 307413 h 307413"/>
                  <a:gd name="connsiteX4" fmla="*/ 46112 w 676308"/>
                  <a:gd name="connsiteY4" fmla="*/ 307413 h 307413"/>
                  <a:gd name="connsiteX5" fmla="*/ 0 w 676308"/>
                  <a:gd name="connsiteY5" fmla="*/ 261301 h 307413"/>
                  <a:gd name="connsiteX6" fmla="*/ 0 w 676308"/>
                  <a:gd name="connsiteY6" fmla="*/ 46112 h 307413"/>
                  <a:gd name="connsiteX7" fmla="*/ 46112 w 676308"/>
                  <a:gd name="connsiteY7" fmla="*/ 0 h 307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76308" h="307413">
                    <a:moveTo>
                      <a:pt x="630197" y="0"/>
                    </a:moveTo>
                    <a:cubicBezTo>
                      <a:pt x="655664" y="0"/>
                      <a:pt x="676309" y="20645"/>
                      <a:pt x="676309" y="46112"/>
                    </a:cubicBezTo>
                    <a:lnTo>
                      <a:pt x="676309" y="261301"/>
                    </a:lnTo>
                    <a:cubicBezTo>
                      <a:pt x="676309" y="286768"/>
                      <a:pt x="655664" y="307413"/>
                      <a:pt x="630197" y="307413"/>
                    </a:cubicBezTo>
                    <a:lnTo>
                      <a:pt x="46112" y="307413"/>
                    </a:lnTo>
                    <a:cubicBezTo>
                      <a:pt x="20645" y="307413"/>
                      <a:pt x="0" y="286768"/>
                      <a:pt x="0" y="261301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68" name="图片 567">
                <a:extLst>
                  <a:ext uri="{FF2B5EF4-FFF2-40B4-BE49-F238E27FC236}">
                    <a16:creationId xmlns:a16="http://schemas.microsoft.com/office/drawing/2014/main" id="{BCF0E5A9-7703-DD22-DF28-8D239FDC1B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38323" y="5799153"/>
                <a:ext cx="664012" cy="313561"/>
              </a:xfrm>
              <a:custGeom>
                <a:avLst/>
                <a:gdLst>
                  <a:gd name="connsiteX0" fmla="*/ -1 w 664012"/>
                  <a:gd name="connsiteY0" fmla="*/ -1 h 313561"/>
                  <a:gd name="connsiteX1" fmla="*/ 664012 w 664012"/>
                  <a:gd name="connsiteY1" fmla="*/ -1 h 313561"/>
                  <a:gd name="connsiteX2" fmla="*/ 664012 w 664012"/>
                  <a:gd name="connsiteY2" fmla="*/ 313561 h 313561"/>
                  <a:gd name="connsiteX3" fmla="*/ -1 w 664012"/>
                  <a:gd name="connsiteY3" fmla="*/ 313561 h 313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012" h="313561">
                    <a:moveTo>
                      <a:pt x="-1" y="-1"/>
                    </a:moveTo>
                    <a:lnTo>
                      <a:pt x="664012" y="-1"/>
                    </a:lnTo>
                    <a:lnTo>
                      <a:pt x="664012" y="313561"/>
                    </a:lnTo>
                    <a:lnTo>
                      <a:pt x="-1" y="313561"/>
                    </a:lnTo>
                    <a:close/>
                  </a:path>
                </a:pathLst>
              </a:custGeom>
            </p:spPr>
          </p:pic>
        </p:grpSp>
        <p:grpSp>
          <p:nvGrpSpPr>
            <p:cNvPr id="569" name="图形 326">
              <a:extLst>
                <a:ext uri="{FF2B5EF4-FFF2-40B4-BE49-F238E27FC236}">
                  <a16:creationId xmlns:a16="http://schemas.microsoft.com/office/drawing/2014/main" id="{35BB71AD-E85C-5977-6710-8607AC5555D0}"/>
                </a:ext>
              </a:extLst>
            </p:cNvPr>
            <p:cNvGrpSpPr/>
            <p:nvPr/>
          </p:nvGrpSpPr>
          <p:grpSpPr>
            <a:xfrm>
              <a:off x="4583527" y="5925193"/>
              <a:ext cx="152968" cy="43037"/>
              <a:chOff x="4583527" y="5925193"/>
              <a:chExt cx="152968" cy="43037"/>
            </a:xfrm>
          </p:grpSpPr>
          <p:sp>
            <p:nvSpPr>
              <p:cNvPr id="570" name="任意多边形: 形状 569">
                <a:extLst>
                  <a:ext uri="{FF2B5EF4-FFF2-40B4-BE49-F238E27FC236}">
                    <a16:creationId xmlns:a16="http://schemas.microsoft.com/office/drawing/2014/main" id="{B7EB379E-E02A-3634-A6F0-358B450AAB3B}"/>
                  </a:ext>
                </a:extLst>
              </p:cNvPr>
              <p:cNvSpPr/>
              <p:nvPr/>
            </p:nvSpPr>
            <p:spPr>
              <a:xfrm>
                <a:off x="4583527" y="5946712"/>
                <a:ext cx="122965" cy="6148"/>
              </a:xfrm>
              <a:custGeom>
                <a:avLst/>
                <a:gdLst>
                  <a:gd name="connsiteX0" fmla="*/ 0 w 122965"/>
                  <a:gd name="connsiteY0" fmla="*/ 0 h 6148"/>
                  <a:gd name="connsiteX1" fmla="*/ 122965 w 122965"/>
                  <a:gd name="connsiteY1" fmla="*/ 0 h 6148"/>
                  <a:gd name="connsiteX2" fmla="*/ 36890 w 122965"/>
                  <a:gd name="connsiteY2" fmla="*/ 0 h 6148"/>
                  <a:gd name="connsiteX3" fmla="*/ 120690 w 122965"/>
                  <a:gd name="connsiteY3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965" h="6148">
                    <a:moveTo>
                      <a:pt x="0" y="0"/>
                    </a:moveTo>
                    <a:lnTo>
                      <a:pt x="122965" y="0"/>
                    </a:lnTo>
                    <a:lnTo>
                      <a:pt x="36890" y="0"/>
                    </a:lnTo>
                    <a:lnTo>
                      <a:pt x="120690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1" name="任意多边形: 形状 570">
                <a:extLst>
                  <a:ext uri="{FF2B5EF4-FFF2-40B4-BE49-F238E27FC236}">
                    <a16:creationId xmlns:a16="http://schemas.microsoft.com/office/drawing/2014/main" id="{D4650ED9-EDB0-30AB-5FE7-FB7F012504DE}"/>
                  </a:ext>
                </a:extLst>
              </p:cNvPr>
              <p:cNvSpPr/>
              <p:nvPr/>
            </p:nvSpPr>
            <p:spPr>
              <a:xfrm>
                <a:off x="4693458" y="5925193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72" name="图形 326">
              <a:extLst>
                <a:ext uri="{FF2B5EF4-FFF2-40B4-BE49-F238E27FC236}">
                  <a16:creationId xmlns:a16="http://schemas.microsoft.com/office/drawing/2014/main" id="{2A8C64F3-3161-38FC-FEB6-17B66FBA5611}"/>
                </a:ext>
              </a:extLst>
            </p:cNvPr>
            <p:cNvGrpSpPr/>
            <p:nvPr/>
          </p:nvGrpSpPr>
          <p:grpSpPr>
            <a:xfrm>
              <a:off x="4337597" y="5651595"/>
              <a:ext cx="245930" cy="620974"/>
              <a:chOff x="4337597" y="5651595"/>
              <a:chExt cx="245930" cy="620974"/>
            </a:xfrm>
            <a:solidFill>
              <a:srgbClr val="DAE8FC"/>
            </a:solidFill>
          </p:grpSpPr>
          <p:sp>
            <p:nvSpPr>
              <p:cNvPr id="573" name="任意多边形: 形状 572">
                <a:extLst>
                  <a:ext uri="{FF2B5EF4-FFF2-40B4-BE49-F238E27FC236}">
                    <a16:creationId xmlns:a16="http://schemas.microsoft.com/office/drawing/2014/main" id="{4A88713E-1012-DF83-1EC0-B9E67CDC4FFA}"/>
                  </a:ext>
                </a:extLst>
              </p:cNvPr>
              <p:cNvSpPr/>
              <p:nvPr/>
            </p:nvSpPr>
            <p:spPr>
              <a:xfrm>
                <a:off x="4337597" y="5654669"/>
                <a:ext cx="245930" cy="584084"/>
              </a:xfrm>
              <a:custGeom>
                <a:avLst/>
                <a:gdLst>
                  <a:gd name="connsiteX0" fmla="*/ 209041 w 245930"/>
                  <a:gd name="connsiteY0" fmla="*/ 0 h 584084"/>
                  <a:gd name="connsiteX1" fmla="*/ 245930 w 245930"/>
                  <a:gd name="connsiteY1" fmla="*/ 36890 h 584084"/>
                  <a:gd name="connsiteX2" fmla="*/ 245930 w 245930"/>
                  <a:gd name="connsiteY2" fmla="*/ 547195 h 584084"/>
                  <a:gd name="connsiteX3" fmla="*/ 209041 w 245930"/>
                  <a:gd name="connsiteY3" fmla="*/ 584085 h 584084"/>
                  <a:gd name="connsiteX4" fmla="*/ 36890 w 245930"/>
                  <a:gd name="connsiteY4" fmla="*/ 584085 h 584084"/>
                  <a:gd name="connsiteX5" fmla="*/ 0 w 245930"/>
                  <a:gd name="connsiteY5" fmla="*/ 547195 h 584084"/>
                  <a:gd name="connsiteX6" fmla="*/ 0 w 245930"/>
                  <a:gd name="connsiteY6" fmla="*/ 36890 h 584084"/>
                  <a:gd name="connsiteX7" fmla="*/ 36890 w 245930"/>
                  <a:gd name="connsiteY7" fmla="*/ 0 h 58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5930" h="584084">
                    <a:moveTo>
                      <a:pt x="209041" y="0"/>
                    </a:moveTo>
                    <a:cubicBezTo>
                      <a:pt x="229414" y="0"/>
                      <a:pt x="245930" y="16516"/>
                      <a:pt x="245930" y="36890"/>
                    </a:cubicBezTo>
                    <a:lnTo>
                      <a:pt x="245930" y="547195"/>
                    </a:lnTo>
                    <a:cubicBezTo>
                      <a:pt x="245930" y="567569"/>
                      <a:pt x="229414" y="584085"/>
                      <a:pt x="209041" y="584085"/>
                    </a:cubicBezTo>
                    <a:lnTo>
                      <a:pt x="36890" y="584085"/>
                    </a:lnTo>
                    <a:cubicBezTo>
                      <a:pt x="16516" y="584085"/>
                      <a:pt x="0" y="567569"/>
                      <a:pt x="0" y="547195"/>
                    </a:cubicBezTo>
                    <a:lnTo>
                      <a:pt x="0" y="36890"/>
                    </a:lnTo>
                    <a:cubicBezTo>
                      <a:pt x="0" y="16516"/>
                      <a:pt x="16516" y="0"/>
                      <a:pt x="3689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74" name="图片 573">
                <a:extLst>
                  <a:ext uri="{FF2B5EF4-FFF2-40B4-BE49-F238E27FC236}">
                    <a16:creationId xmlns:a16="http://schemas.microsoft.com/office/drawing/2014/main" id="{C1A5BEE0-052E-C278-6406-F7A8F90269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343745" y="5651595"/>
                <a:ext cx="233633" cy="620974"/>
              </a:xfrm>
              <a:custGeom>
                <a:avLst/>
                <a:gdLst>
                  <a:gd name="connsiteX0" fmla="*/ -1 w 233633"/>
                  <a:gd name="connsiteY0" fmla="*/ -1 h 620974"/>
                  <a:gd name="connsiteX1" fmla="*/ 233633 w 233633"/>
                  <a:gd name="connsiteY1" fmla="*/ -1 h 620974"/>
                  <a:gd name="connsiteX2" fmla="*/ 233633 w 233633"/>
                  <a:gd name="connsiteY2" fmla="*/ 620974 h 620974"/>
                  <a:gd name="connsiteX3" fmla="*/ -1 w 233633"/>
                  <a:gd name="connsiteY3" fmla="*/ 620974 h 620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633" h="620974">
                    <a:moveTo>
                      <a:pt x="-1" y="-1"/>
                    </a:moveTo>
                    <a:lnTo>
                      <a:pt x="233633" y="-1"/>
                    </a:lnTo>
                    <a:lnTo>
                      <a:pt x="233633" y="620974"/>
                    </a:lnTo>
                    <a:lnTo>
                      <a:pt x="-1" y="620974"/>
                    </a:lnTo>
                    <a:close/>
                  </a:path>
                </a:pathLst>
              </a:custGeom>
            </p:spPr>
          </p:pic>
        </p:grpSp>
        <p:grpSp>
          <p:nvGrpSpPr>
            <p:cNvPr id="575" name="图形 326">
              <a:extLst>
                <a:ext uri="{FF2B5EF4-FFF2-40B4-BE49-F238E27FC236}">
                  <a16:creationId xmlns:a16="http://schemas.microsoft.com/office/drawing/2014/main" id="{36268B4D-50A3-775A-AFC4-03B12031FA6E}"/>
                </a:ext>
              </a:extLst>
            </p:cNvPr>
            <p:cNvGrpSpPr/>
            <p:nvPr/>
          </p:nvGrpSpPr>
          <p:grpSpPr>
            <a:xfrm>
              <a:off x="4743382" y="5654669"/>
              <a:ext cx="295116" cy="584084"/>
              <a:chOff x="4743382" y="5654669"/>
              <a:chExt cx="295116" cy="584084"/>
            </a:xfrm>
            <a:solidFill>
              <a:srgbClr val="DAE8FC"/>
            </a:solidFill>
          </p:grpSpPr>
          <p:sp>
            <p:nvSpPr>
              <p:cNvPr id="576" name="任意多边形: 形状 575">
                <a:extLst>
                  <a:ext uri="{FF2B5EF4-FFF2-40B4-BE49-F238E27FC236}">
                    <a16:creationId xmlns:a16="http://schemas.microsoft.com/office/drawing/2014/main" id="{A4667D5A-4D76-B4B4-2337-CDF3FDAE00D1}"/>
                  </a:ext>
                </a:extLst>
              </p:cNvPr>
              <p:cNvSpPr/>
              <p:nvPr/>
            </p:nvSpPr>
            <p:spPr>
              <a:xfrm>
                <a:off x="4743382" y="5654669"/>
                <a:ext cx="295116" cy="584084"/>
              </a:xfrm>
              <a:custGeom>
                <a:avLst/>
                <a:gdLst>
                  <a:gd name="connsiteX0" fmla="*/ 250849 w 295116"/>
                  <a:gd name="connsiteY0" fmla="*/ 0 h 584084"/>
                  <a:gd name="connsiteX1" fmla="*/ 295117 w 295116"/>
                  <a:gd name="connsiteY1" fmla="*/ 44268 h 584084"/>
                  <a:gd name="connsiteX2" fmla="*/ 295117 w 295116"/>
                  <a:gd name="connsiteY2" fmla="*/ 539817 h 584084"/>
                  <a:gd name="connsiteX3" fmla="*/ 250849 w 295116"/>
                  <a:gd name="connsiteY3" fmla="*/ 584085 h 584084"/>
                  <a:gd name="connsiteX4" fmla="*/ 44268 w 295116"/>
                  <a:gd name="connsiteY4" fmla="*/ 584085 h 584084"/>
                  <a:gd name="connsiteX5" fmla="*/ 0 w 295116"/>
                  <a:gd name="connsiteY5" fmla="*/ 539817 h 584084"/>
                  <a:gd name="connsiteX6" fmla="*/ 0 w 295116"/>
                  <a:gd name="connsiteY6" fmla="*/ 44268 h 584084"/>
                  <a:gd name="connsiteX7" fmla="*/ 44268 w 295116"/>
                  <a:gd name="connsiteY7" fmla="*/ 0 h 58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5116" h="584084">
                    <a:moveTo>
                      <a:pt x="250849" y="0"/>
                    </a:moveTo>
                    <a:cubicBezTo>
                      <a:pt x="275297" y="0"/>
                      <a:pt x="295117" y="19819"/>
                      <a:pt x="295117" y="44268"/>
                    </a:cubicBezTo>
                    <a:lnTo>
                      <a:pt x="295117" y="539817"/>
                    </a:lnTo>
                    <a:cubicBezTo>
                      <a:pt x="295117" y="564265"/>
                      <a:pt x="275297" y="584085"/>
                      <a:pt x="250849" y="584085"/>
                    </a:cubicBezTo>
                    <a:lnTo>
                      <a:pt x="44268" y="584085"/>
                    </a:lnTo>
                    <a:cubicBezTo>
                      <a:pt x="19819" y="584085"/>
                      <a:pt x="0" y="564265"/>
                      <a:pt x="0" y="539817"/>
                    </a:cubicBezTo>
                    <a:lnTo>
                      <a:pt x="0" y="44268"/>
                    </a:lnTo>
                    <a:cubicBezTo>
                      <a:pt x="0" y="19819"/>
                      <a:pt x="19819" y="0"/>
                      <a:pt x="44268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77" name="图片 576">
                <a:extLst>
                  <a:ext uri="{FF2B5EF4-FFF2-40B4-BE49-F238E27FC236}">
                    <a16:creationId xmlns:a16="http://schemas.microsoft.com/office/drawing/2014/main" id="{C9B92EE6-6003-99BB-0D44-49DBD7D537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49531" y="5725374"/>
                <a:ext cx="282819" cy="473416"/>
              </a:xfrm>
              <a:custGeom>
                <a:avLst/>
                <a:gdLst>
                  <a:gd name="connsiteX0" fmla="*/ -1 w 282819"/>
                  <a:gd name="connsiteY0" fmla="*/ -1 h 473416"/>
                  <a:gd name="connsiteX1" fmla="*/ 282819 w 282819"/>
                  <a:gd name="connsiteY1" fmla="*/ -1 h 473416"/>
                  <a:gd name="connsiteX2" fmla="*/ 282819 w 282819"/>
                  <a:gd name="connsiteY2" fmla="*/ 473416 h 473416"/>
                  <a:gd name="connsiteX3" fmla="*/ -1 w 282819"/>
                  <a:gd name="connsiteY3" fmla="*/ 473416 h 473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2819" h="473416">
                    <a:moveTo>
                      <a:pt x="-1" y="-1"/>
                    </a:moveTo>
                    <a:lnTo>
                      <a:pt x="282819" y="-1"/>
                    </a:lnTo>
                    <a:lnTo>
                      <a:pt x="282819" y="473416"/>
                    </a:lnTo>
                    <a:lnTo>
                      <a:pt x="-1" y="473416"/>
                    </a:lnTo>
                    <a:close/>
                  </a:path>
                </a:pathLst>
              </a:custGeom>
            </p:spPr>
          </p:pic>
        </p:grpSp>
        <p:grpSp>
          <p:nvGrpSpPr>
            <p:cNvPr id="578" name="图形 326">
              <a:extLst>
                <a:ext uri="{FF2B5EF4-FFF2-40B4-BE49-F238E27FC236}">
                  <a16:creationId xmlns:a16="http://schemas.microsoft.com/office/drawing/2014/main" id="{CF82A429-6B6B-F346-B5DC-1C1A80005A3D}"/>
                </a:ext>
              </a:extLst>
            </p:cNvPr>
            <p:cNvGrpSpPr/>
            <p:nvPr/>
          </p:nvGrpSpPr>
          <p:grpSpPr>
            <a:xfrm>
              <a:off x="5216798" y="4547982"/>
              <a:ext cx="922239" cy="187521"/>
              <a:chOff x="5216798" y="4547982"/>
              <a:chExt cx="922239" cy="187521"/>
            </a:xfrm>
            <a:noFill/>
          </p:grpSpPr>
          <p:sp>
            <p:nvSpPr>
              <p:cNvPr id="579" name="任意多边形: 形状 578">
                <a:extLst>
                  <a:ext uri="{FF2B5EF4-FFF2-40B4-BE49-F238E27FC236}">
                    <a16:creationId xmlns:a16="http://schemas.microsoft.com/office/drawing/2014/main" id="{AA99B7C1-01CA-C819-117F-D260E775C94C}"/>
                  </a:ext>
                </a:extLst>
              </p:cNvPr>
              <p:cNvSpPr/>
              <p:nvPr/>
            </p:nvSpPr>
            <p:spPr>
              <a:xfrm>
                <a:off x="5216798" y="4547982"/>
                <a:ext cx="922239" cy="184447"/>
              </a:xfrm>
              <a:custGeom>
                <a:avLst/>
                <a:gdLst>
                  <a:gd name="connsiteX0" fmla="*/ 0 w 922239"/>
                  <a:gd name="connsiteY0" fmla="*/ 0 h 184447"/>
                  <a:gd name="connsiteX1" fmla="*/ 922239 w 922239"/>
                  <a:gd name="connsiteY1" fmla="*/ 0 h 184447"/>
                  <a:gd name="connsiteX2" fmla="*/ 922239 w 922239"/>
                  <a:gd name="connsiteY2" fmla="*/ 184448 h 184447"/>
                  <a:gd name="connsiteX3" fmla="*/ 0 w 922239"/>
                  <a:gd name="connsiteY3" fmla="*/ 184448 h 184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239" h="184447">
                    <a:moveTo>
                      <a:pt x="0" y="0"/>
                    </a:moveTo>
                    <a:lnTo>
                      <a:pt x="922239" y="0"/>
                    </a:lnTo>
                    <a:lnTo>
                      <a:pt x="922239" y="184448"/>
                    </a:lnTo>
                    <a:lnTo>
                      <a:pt x="0" y="184448"/>
                    </a:lnTo>
                    <a:close/>
                  </a:path>
                </a:pathLst>
              </a:custGeom>
              <a:noFill/>
              <a:ln w="6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80" name="图片 579">
                <a:extLst>
                  <a:ext uri="{FF2B5EF4-FFF2-40B4-BE49-F238E27FC236}">
                    <a16:creationId xmlns:a16="http://schemas.microsoft.com/office/drawing/2014/main" id="{DD6CCC73-2532-2F75-6632-0496950441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222947" y="4569501"/>
                <a:ext cx="909942" cy="166003"/>
              </a:xfrm>
              <a:custGeom>
                <a:avLst/>
                <a:gdLst>
                  <a:gd name="connsiteX0" fmla="*/ -1 w 909942"/>
                  <a:gd name="connsiteY0" fmla="*/ -1 h 166003"/>
                  <a:gd name="connsiteX1" fmla="*/ 909942 w 909942"/>
                  <a:gd name="connsiteY1" fmla="*/ -1 h 166003"/>
                  <a:gd name="connsiteX2" fmla="*/ 909942 w 909942"/>
                  <a:gd name="connsiteY2" fmla="*/ 166003 h 166003"/>
                  <a:gd name="connsiteX3" fmla="*/ -1 w 909942"/>
                  <a:gd name="connsiteY3" fmla="*/ 166003 h 166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9942" h="166003">
                    <a:moveTo>
                      <a:pt x="-1" y="-1"/>
                    </a:moveTo>
                    <a:lnTo>
                      <a:pt x="909942" y="-1"/>
                    </a:lnTo>
                    <a:lnTo>
                      <a:pt x="909942" y="166003"/>
                    </a:lnTo>
                    <a:lnTo>
                      <a:pt x="-1" y="166003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581" name="图形 326">
            <a:extLst>
              <a:ext uri="{FF2B5EF4-FFF2-40B4-BE49-F238E27FC236}">
                <a16:creationId xmlns:a16="http://schemas.microsoft.com/office/drawing/2014/main" id="{05F3172C-90BE-31EC-FB0B-A1A960D460CA}"/>
              </a:ext>
            </a:extLst>
          </p:cNvPr>
          <p:cNvGrpSpPr/>
          <p:nvPr/>
        </p:nvGrpSpPr>
        <p:grpSpPr>
          <a:xfrm>
            <a:off x="7746807" y="997362"/>
            <a:ext cx="4445192" cy="4525119"/>
            <a:chOff x="7746807" y="997362"/>
            <a:chExt cx="4445192" cy="4525119"/>
          </a:xfrm>
        </p:grpSpPr>
        <p:sp>
          <p:nvSpPr>
            <p:cNvPr id="582" name="任意多边形: 形状 581">
              <a:extLst>
                <a:ext uri="{FF2B5EF4-FFF2-40B4-BE49-F238E27FC236}">
                  <a16:creationId xmlns:a16="http://schemas.microsoft.com/office/drawing/2014/main" id="{63CC1B43-F4F3-8B4B-6FB1-5739D07C10C3}"/>
                </a:ext>
              </a:extLst>
            </p:cNvPr>
            <p:cNvSpPr/>
            <p:nvPr/>
          </p:nvSpPr>
          <p:spPr>
            <a:xfrm>
              <a:off x="8539933" y="2042566"/>
              <a:ext cx="2828199" cy="1844478"/>
            </a:xfrm>
            <a:custGeom>
              <a:avLst/>
              <a:gdLst>
                <a:gd name="connsiteX0" fmla="*/ 2735976 w 2828199"/>
                <a:gd name="connsiteY0" fmla="*/ 0 h 1844478"/>
                <a:gd name="connsiteX1" fmla="*/ 2828200 w 2828199"/>
                <a:gd name="connsiteY1" fmla="*/ 92224 h 1844478"/>
                <a:gd name="connsiteX2" fmla="*/ 2828200 w 2828199"/>
                <a:gd name="connsiteY2" fmla="*/ 1752254 h 1844478"/>
                <a:gd name="connsiteX3" fmla="*/ 2735976 w 2828199"/>
                <a:gd name="connsiteY3" fmla="*/ 1844478 h 1844478"/>
                <a:gd name="connsiteX4" fmla="*/ 92224 w 2828199"/>
                <a:gd name="connsiteY4" fmla="*/ 1844478 h 1844478"/>
                <a:gd name="connsiteX5" fmla="*/ 0 w 2828199"/>
                <a:gd name="connsiteY5" fmla="*/ 1752254 h 1844478"/>
                <a:gd name="connsiteX6" fmla="*/ 0 w 2828199"/>
                <a:gd name="connsiteY6" fmla="*/ 92224 h 1844478"/>
                <a:gd name="connsiteX7" fmla="*/ 92224 w 2828199"/>
                <a:gd name="connsiteY7" fmla="*/ 0 h 184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28199" h="1844478">
                  <a:moveTo>
                    <a:pt x="2735976" y="0"/>
                  </a:moveTo>
                  <a:cubicBezTo>
                    <a:pt x="2786910" y="0"/>
                    <a:pt x="2828200" y="41290"/>
                    <a:pt x="2828200" y="92224"/>
                  </a:cubicBezTo>
                  <a:lnTo>
                    <a:pt x="2828200" y="1752254"/>
                  </a:lnTo>
                  <a:cubicBezTo>
                    <a:pt x="2828200" y="1803188"/>
                    <a:pt x="2786910" y="1844478"/>
                    <a:pt x="2735976" y="1844478"/>
                  </a:cubicBezTo>
                  <a:lnTo>
                    <a:pt x="92224" y="1844478"/>
                  </a:lnTo>
                  <a:cubicBezTo>
                    <a:pt x="41290" y="1844478"/>
                    <a:pt x="0" y="1803188"/>
                    <a:pt x="0" y="1752254"/>
                  </a:cubicBezTo>
                  <a:lnTo>
                    <a:pt x="0" y="92224"/>
                  </a:lnTo>
                  <a:cubicBezTo>
                    <a:pt x="0" y="41290"/>
                    <a:pt x="41290" y="0"/>
                    <a:pt x="92224" y="0"/>
                  </a:cubicBezTo>
                  <a:close/>
                </a:path>
              </a:pathLst>
            </a:custGeom>
            <a:solidFill>
              <a:srgbClr val="FFF2CC"/>
            </a:solidFill>
            <a:ln w="6148" cap="flat">
              <a:solidFill>
                <a:srgbClr val="D6B656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583" name="图形 326">
              <a:extLst>
                <a:ext uri="{FF2B5EF4-FFF2-40B4-BE49-F238E27FC236}">
                  <a16:creationId xmlns:a16="http://schemas.microsoft.com/office/drawing/2014/main" id="{5CA89DE8-B35C-048C-83FC-0B827A52409E}"/>
                </a:ext>
              </a:extLst>
            </p:cNvPr>
            <p:cNvGrpSpPr/>
            <p:nvPr/>
          </p:nvGrpSpPr>
          <p:grpSpPr>
            <a:xfrm>
              <a:off x="8398523" y="1519964"/>
              <a:ext cx="424229" cy="1434881"/>
              <a:chOff x="8398523" y="1519964"/>
              <a:chExt cx="424229" cy="1434881"/>
            </a:xfrm>
          </p:grpSpPr>
          <p:sp>
            <p:nvSpPr>
              <p:cNvPr id="584" name="任意多边形: 形状 583">
                <a:extLst>
                  <a:ext uri="{FF2B5EF4-FFF2-40B4-BE49-F238E27FC236}">
                    <a16:creationId xmlns:a16="http://schemas.microsoft.com/office/drawing/2014/main" id="{BE65021A-3CA1-07F7-327C-B6D317EC3B3D}"/>
                  </a:ext>
                </a:extLst>
              </p:cNvPr>
              <p:cNvSpPr/>
              <p:nvPr/>
            </p:nvSpPr>
            <p:spPr>
              <a:xfrm>
                <a:off x="8398523" y="1519964"/>
                <a:ext cx="402711" cy="1402602"/>
              </a:xfrm>
              <a:custGeom>
                <a:avLst/>
                <a:gdLst>
                  <a:gd name="connsiteX0" fmla="*/ 0 w 402711"/>
                  <a:gd name="connsiteY0" fmla="*/ 0 h 1402602"/>
                  <a:gd name="connsiteX1" fmla="*/ 341228 w 402711"/>
                  <a:gd name="connsiteY1" fmla="*/ 0 h 1402602"/>
                  <a:gd name="connsiteX2" fmla="*/ 402711 w 402711"/>
                  <a:gd name="connsiteY2" fmla="*/ 61483 h 1402602"/>
                  <a:gd name="connsiteX3" fmla="*/ 402711 w 402711"/>
                  <a:gd name="connsiteY3" fmla="*/ 1402603 h 1402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2711" h="1402602">
                    <a:moveTo>
                      <a:pt x="0" y="0"/>
                    </a:moveTo>
                    <a:lnTo>
                      <a:pt x="341228" y="0"/>
                    </a:lnTo>
                    <a:cubicBezTo>
                      <a:pt x="382217" y="0"/>
                      <a:pt x="402711" y="20494"/>
                      <a:pt x="402711" y="61483"/>
                    </a:cubicBezTo>
                    <a:lnTo>
                      <a:pt x="402711" y="1402603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5" name="任意多边形: 形状 584">
                <a:extLst>
                  <a:ext uri="{FF2B5EF4-FFF2-40B4-BE49-F238E27FC236}">
                    <a16:creationId xmlns:a16="http://schemas.microsoft.com/office/drawing/2014/main" id="{E353D78F-E2C8-2007-71FB-3A37971CD410}"/>
                  </a:ext>
                </a:extLst>
              </p:cNvPr>
              <p:cNvSpPr/>
              <p:nvPr/>
            </p:nvSpPr>
            <p:spPr>
              <a:xfrm>
                <a:off x="8779715" y="2911807"/>
                <a:ext cx="43037" cy="43037"/>
              </a:xfrm>
              <a:custGeom>
                <a:avLst/>
                <a:gdLst>
                  <a:gd name="connsiteX0" fmla="*/ 21519 w 43037"/>
                  <a:gd name="connsiteY0" fmla="*/ 43038 h 43037"/>
                  <a:gd name="connsiteX1" fmla="*/ 0 w 43037"/>
                  <a:gd name="connsiteY1" fmla="*/ 0 h 43037"/>
                  <a:gd name="connsiteX2" fmla="*/ 21519 w 43037"/>
                  <a:gd name="connsiteY2" fmla="*/ 10759 h 43037"/>
                  <a:gd name="connsiteX3" fmla="*/ 43038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21519" y="43038"/>
                    </a:moveTo>
                    <a:lnTo>
                      <a:pt x="0" y="0"/>
                    </a:lnTo>
                    <a:lnTo>
                      <a:pt x="21519" y="10759"/>
                    </a:lnTo>
                    <a:lnTo>
                      <a:pt x="430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86" name="图形 326">
              <a:extLst>
                <a:ext uri="{FF2B5EF4-FFF2-40B4-BE49-F238E27FC236}">
                  <a16:creationId xmlns:a16="http://schemas.microsoft.com/office/drawing/2014/main" id="{480611D2-CBA2-6C70-2517-C3A9C63A593E}"/>
                </a:ext>
              </a:extLst>
            </p:cNvPr>
            <p:cNvGrpSpPr/>
            <p:nvPr/>
          </p:nvGrpSpPr>
          <p:grpSpPr>
            <a:xfrm>
              <a:off x="8091110" y="997362"/>
              <a:ext cx="307413" cy="1045204"/>
              <a:chOff x="8091110" y="997362"/>
              <a:chExt cx="307413" cy="1045204"/>
            </a:xfrm>
            <a:solidFill>
              <a:srgbClr val="DAE8FC"/>
            </a:solidFill>
          </p:grpSpPr>
          <p:sp>
            <p:nvSpPr>
              <p:cNvPr id="587" name="任意多边形: 形状 586">
                <a:extLst>
                  <a:ext uri="{FF2B5EF4-FFF2-40B4-BE49-F238E27FC236}">
                    <a16:creationId xmlns:a16="http://schemas.microsoft.com/office/drawing/2014/main" id="{7C78CB17-A99B-8405-BC44-B29D071552C8}"/>
                  </a:ext>
                </a:extLst>
              </p:cNvPr>
              <p:cNvSpPr/>
              <p:nvPr/>
            </p:nvSpPr>
            <p:spPr>
              <a:xfrm rot="10800000" flipV="1">
                <a:off x="8091110" y="997362"/>
                <a:ext cx="307413" cy="1045204"/>
              </a:xfrm>
              <a:custGeom>
                <a:avLst/>
                <a:gdLst>
                  <a:gd name="connsiteX0" fmla="*/ 261301 w 307413"/>
                  <a:gd name="connsiteY0" fmla="*/ 0 h 1045204"/>
                  <a:gd name="connsiteX1" fmla="*/ 307413 w 307413"/>
                  <a:gd name="connsiteY1" fmla="*/ 46112 h 1045204"/>
                  <a:gd name="connsiteX2" fmla="*/ 307413 w 307413"/>
                  <a:gd name="connsiteY2" fmla="*/ 999092 h 1045204"/>
                  <a:gd name="connsiteX3" fmla="*/ 261301 w 307413"/>
                  <a:gd name="connsiteY3" fmla="*/ 1045204 h 1045204"/>
                  <a:gd name="connsiteX4" fmla="*/ 46112 w 307413"/>
                  <a:gd name="connsiteY4" fmla="*/ 1045204 h 1045204"/>
                  <a:gd name="connsiteX5" fmla="*/ 0 w 307413"/>
                  <a:gd name="connsiteY5" fmla="*/ 999092 h 1045204"/>
                  <a:gd name="connsiteX6" fmla="*/ 0 w 307413"/>
                  <a:gd name="connsiteY6" fmla="*/ 46112 h 1045204"/>
                  <a:gd name="connsiteX7" fmla="*/ 46112 w 307413"/>
                  <a:gd name="connsiteY7" fmla="*/ 0 h 104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13" h="1045204">
                    <a:moveTo>
                      <a:pt x="261301" y="0"/>
                    </a:moveTo>
                    <a:cubicBezTo>
                      <a:pt x="286768" y="0"/>
                      <a:pt x="307413" y="20645"/>
                      <a:pt x="307413" y="46112"/>
                    </a:cubicBezTo>
                    <a:lnTo>
                      <a:pt x="307413" y="999092"/>
                    </a:lnTo>
                    <a:cubicBezTo>
                      <a:pt x="307413" y="1024559"/>
                      <a:pt x="286768" y="1045204"/>
                      <a:pt x="261301" y="1045204"/>
                    </a:cubicBezTo>
                    <a:lnTo>
                      <a:pt x="46112" y="1045204"/>
                    </a:lnTo>
                    <a:cubicBezTo>
                      <a:pt x="20645" y="1045204"/>
                      <a:pt x="0" y="1024559"/>
                      <a:pt x="0" y="999092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88" name="图片 587">
                <a:extLst>
                  <a:ext uri="{FF2B5EF4-FFF2-40B4-BE49-F238E27FC236}">
                    <a16:creationId xmlns:a16="http://schemas.microsoft.com/office/drawing/2014/main" id="{3A17539B-38C2-2846-F526-DF76DA8FD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094184" y="1298627"/>
                <a:ext cx="295116" cy="473416"/>
              </a:xfrm>
              <a:custGeom>
                <a:avLst/>
                <a:gdLst>
                  <a:gd name="connsiteX0" fmla="*/ -1 w 295116"/>
                  <a:gd name="connsiteY0" fmla="*/ -1 h 473416"/>
                  <a:gd name="connsiteX1" fmla="*/ 295116 w 295116"/>
                  <a:gd name="connsiteY1" fmla="*/ -1 h 473416"/>
                  <a:gd name="connsiteX2" fmla="*/ 295116 w 295116"/>
                  <a:gd name="connsiteY2" fmla="*/ 473416 h 473416"/>
                  <a:gd name="connsiteX3" fmla="*/ -1 w 295116"/>
                  <a:gd name="connsiteY3" fmla="*/ 473416 h 473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116" h="473416">
                    <a:moveTo>
                      <a:pt x="-1" y="-1"/>
                    </a:moveTo>
                    <a:lnTo>
                      <a:pt x="295116" y="-1"/>
                    </a:lnTo>
                    <a:lnTo>
                      <a:pt x="295116" y="473416"/>
                    </a:lnTo>
                    <a:lnTo>
                      <a:pt x="-1" y="473416"/>
                    </a:lnTo>
                    <a:close/>
                  </a:path>
                </a:pathLst>
              </a:custGeom>
            </p:spPr>
          </p:pic>
        </p:grpSp>
        <p:grpSp>
          <p:nvGrpSpPr>
            <p:cNvPr id="589" name="图形 326">
              <a:extLst>
                <a:ext uri="{FF2B5EF4-FFF2-40B4-BE49-F238E27FC236}">
                  <a16:creationId xmlns:a16="http://schemas.microsoft.com/office/drawing/2014/main" id="{2C11EF85-9686-36A5-58B8-7D702E91C9E9}"/>
                </a:ext>
              </a:extLst>
            </p:cNvPr>
            <p:cNvGrpSpPr/>
            <p:nvPr/>
          </p:nvGrpSpPr>
          <p:grpSpPr>
            <a:xfrm>
              <a:off x="8398523" y="3004769"/>
              <a:ext cx="331268" cy="43037"/>
              <a:chOff x="8398523" y="3004769"/>
              <a:chExt cx="331268" cy="43037"/>
            </a:xfrm>
          </p:grpSpPr>
          <p:sp>
            <p:nvSpPr>
              <p:cNvPr id="590" name="任意多边形: 形状 589">
                <a:extLst>
                  <a:ext uri="{FF2B5EF4-FFF2-40B4-BE49-F238E27FC236}">
                    <a16:creationId xmlns:a16="http://schemas.microsoft.com/office/drawing/2014/main" id="{BABC36DA-C3E0-A99F-3076-1C042E01931E}"/>
                  </a:ext>
                </a:extLst>
              </p:cNvPr>
              <p:cNvSpPr/>
              <p:nvPr/>
            </p:nvSpPr>
            <p:spPr>
              <a:xfrm>
                <a:off x="8398523" y="3026288"/>
                <a:ext cx="298989" cy="6148"/>
              </a:xfrm>
              <a:custGeom>
                <a:avLst/>
                <a:gdLst>
                  <a:gd name="connsiteX0" fmla="*/ 0 w 298989"/>
                  <a:gd name="connsiteY0" fmla="*/ 0 h 6148"/>
                  <a:gd name="connsiteX1" fmla="*/ 298990 w 298989"/>
                  <a:gd name="connsiteY1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8989" h="6148">
                    <a:moveTo>
                      <a:pt x="0" y="0"/>
                    </a:moveTo>
                    <a:lnTo>
                      <a:pt x="298990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1" name="任意多边形: 形状 590">
                <a:extLst>
                  <a:ext uri="{FF2B5EF4-FFF2-40B4-BE49-F238E27FC236}">
                    <a16:creationId xmlns:a16="http://schemas.microsoft.com/office/drawing/2014/main" id="{FA46E993-7AF2-95E3-4E02-99A5009B613C}"/>
                  </a:ext>
                </a:extLst>
              </p:cNvPr>
              <p:cNvSpPr/>
              <p:nvPr/>
            </p:nvSpPr>
            <p:spPr>
              <a:xfrm>
                <a:off x="8686753" y="3004769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92" name="图形 326">
              <a:extLst>
                <a:ext uri="{FF2B5EF4-FFF2-40B4-BE49-F238E27FC236}">
                  <a16:creationId xmlns:a16="http://schemas.microsoft.com/office/drawing/2014/main" id="{14C1FC8D-A018-6624-F763-733138F933B2}"/>
                </a:ext>
              </a:extLst>
            </p:cNvPr>
            <p:cNvGrpSpPr/>
            <p:nvPr/>
          </p:nvGrpSpPr>
          <p:grpSpPr>
            <a:xfrm>
              <a:off x="8091110" y="2503686"/>
              <a:ext cx="307413" cy="1045204"/>
              <a:chOff x="8091110" y="2503686"/>
              <a:chExt cx="307413" cy="1045204"/>
            </a:xfrm>
            <a:solidFill>
              <a:srgbClr val="DAE8FC"/>
            </a:solidFill>
          </p:grpSpPr>
          <p:sp>
            <p:nvSpPr>
              <p:cNvPr id="593" name="任意多边形: 形状 592">
                <a:extLst>
                  <a:ext uri="{FF2B5EF4-FFF2-40B4-BE49-F238E27FC236}">
                    <a16:creationId xmlns:a16="http://schemas.microsoft.com/office/drawing/2014/main" id="{4C7FDDA0-CBB9-4812-9A6C-74FB8869757A}"/>
                  </a:ext>
                </a:extLst>
              </p:cNvPr>
              <p:cNvSpPr/>
              <p:nvPr/>
            </p:nvSpPr>
            <p:spPr>
              <a:xfrm rot="10800000" flipV="1">
                <a:off x="8091110" y="2503686"/>
                <a:ext cx="307413" cy="1045204"/>
              </a:xfrm>
              <a:custGeom>
                <a:avLst/>
                <a:gdLst>
                  <a:gd name="connsiteX0" fmla="*/ 261301 w 307413"/>
                  <a:gd name="connsiteY0" fmla="*/ 0 h 1045204"/>
                  <a:gd name="connsiteX1" fmla="*/ 307413 w 307413"/>
                  <a:gd name="connsiteY1" fmla="*/ 46112 h 1045204"/>
                  <a:gd name="connsiteX2" fmla="*/ 307413 w 307413"/>
                  <a:gd name="connsiteY2" fmla="*/ 999092 h 1045204"/>
                  <a:gd name="connsiteX3" fmla="*/ 261301 w 307413"/>
                  <a:gd name="connsiteY3" fmla="*/ 1045204 h 1045204"/>
                  <a:gd name="connsiteX4" fmla="*/ 46112 w 307413"/>
                  <a:gd name="connsiteY4" fmla="*/ 1045204 h 1045204"/>
                  <a:gd name="connsiteX5" fmla="*/ 0 w 307413"/>
                  <a:gd name="connsiteY5" fmla="*/ 999092 h 1045204"/>
                  <a:gd name="connsiteX6" fmla="*/ 0 w 307413"/>
                  <a:gd name="connsiteY6" fmla="*/ 46112 h 1045204"/>
                  <a:gd name="connsiteX7" fmla="*/ 46112 w 307413"/>
                  <a:gd name="connsiteY7" fmla="*/ 0 h 104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13" h="1045204">
                    <a:moveTo>
                      <a:pt x="261301" y="0"/>
                    </a:moveTo>
                    <a:cubicBezTo>
                      <a:pt x="286768" y="0"/>
                      <a:pt x="307413" y="20645"/>
                      <a:pt x="307413" y="46112"/>
                    </a:cubicBezTo>
                    <a:lnTo>
                      <a:pt x="307413" y="999092"/>
                    </a:lnTo>
                    <a:cubicBezTo>
                      <a:pt x="307413" y="1024559"/>
                      <a:pt x="286768" y="1045204"/>
                      <a:pt x="261301" y="1045204"/>
                    </a:cubicBezTo>
                    <a:lnTo>
                      <a:pt x="46112" y="1045204"/>
                    </a:lnTo>
                    <a:cubicBezTo>
                      <a:pt x="20645" y="1045204"/>
                      <a:pt x="0" y="1024559"/>
                      <a:pt x="0" y="999092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94" name="图片 593">
                <a:extLst>
                  <a:ext uri="{FF2B5EF4-FFF2-40B4-BE49-F238E27FC236}">
                    <a16:creationId xmlns:a16="http://schemas.microsoft.com/office/drawing/2014/main" id="{91AB472C-0807-EAEE-C46A-CE9489EBC4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094184" y="2804951"/>
                <a:ext cx="295116" cy="473416"/>
              </a:xfrm>
              <a:custGeom>
                <a:avLst/>
                <a:gdLst>
                  <a:gd name="connsiteX0" fmla="*/ -1 w 295116"/>
                  <a:gd name="connsiteY0" fmla="*/ -1 h 473416"/>
                  <a:gd name="connsiteX1" fmla="*/ 295116 w 295116"/>
                  <a:gd name="connsiteY1" fmla="*/ -1 h 473416"/>
                  <a:gd name="connsiteX2" fmla="*/ 295116 w 295116"/>
                  <a:gd name="connsiteY2" fmla="*/ 473416 h 473416"/>
                  <a:gd name="connsiteX3" fmla="*/ -1 w 295116"/>
                  <a:gd name="connsiteY3" fmla="*/ 473416 h 473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116" h="473416">
                    <a:moveTo>
                      <a:pt x="-1" y="-1"/>
                    </a:moveTo>
                    <a:lnTo>
                      <a:pt x="295116" y="-1"/>
                    </a:lnTo>
                    <a:lnTo>
                      <a:pt x="295116" y="473416"/>
                    </a:lnTo>
                    <a:lnTo>
                      <a:pt x="-1" y="473416"/>
                    </a:lnTo>
                    <a:close/>
                  </a:path>
                </a:pathLst>
              </a:custGeom>
            </p:spPr>
          </p:pic>
        </p:grpSp>
        <p:grpSp>
          <p:nvGrpSpPr>
            <p:cNvPr id="595" name="图形 326">
              <a:extLst>
                <a:ext uri="{FF2B5EF4-FFF2-40B4-BE49-F238E27FC236}">
                  <a16:creationId xmlns:a16="http://schemas.microsoft.com/office/drawing/2014/main" id="{19D84B66-DD30-489C-D005-D44A68147359}"/>
                </a:ext>
              </a:extLst>
            </p:cNvPr>
            <p:cNvGrpSpPr/>
            <p:nvPr/>
          </p:nvGrpSpPr>
          <p:grpSpPr>
            <a:xfrm>
              <a:off x="8398523" y="3097731"/>
              <a:ext cx="424229" cy="1902148"/>
              <a:chOff x="8398523" y="3097731"/>
              <a:chExt cx="424229" cy="1902148"/>
            </a:xfrm>
          </p:grpSpPr>
          <p:sp>
            <p:nvSpPr>
              <p:cNvPr id="596" name="任意多边形: 形状 595">
                <a:extLst>
                  <a:ext uri="{FF2B5EF4-FFF2-40B4-BE49-F238E27FC236}">
                    <a16:creationId xmlns:a16="http://schemas.microsoft.com/office/drawing/2014/main" id="{8D01957D-6FFA-CD6A-D96D-116306DFDAEB}"/>
                  </a:ext>
                </a:extLst>
              </p:cNvPr>
              <p:cNvSpPr/>
              <p:nvPr/>
            </p:nvSpPr>
            <p:spPr>
              <a:xfrm>
                <a:off x="8398523" y="3130009"/>
                <a:ext cx="402711" cy="1869870"/>
              </a:xfrm>
              <a:custGeom>
                <a:avLst/>
                <a:gdLst>
                  <a:gd name="connsiteX0" fmla="*/ 0 w 402711"/>
                  <a:gd name="connsiteY0" fmla="*/ 1869871 h 1869870"/>
                  <a:gd name="connsiteX1" fmla="*/ 341228 w 402711"/>
                  <a:gd name="connsiteY1" fmla="*/ 1869871 h 1869870"/>
                  <a:gd name="connsiteX2" fmla="*/ 402711 w 402711"/>
                  <a:gd name="connsiteY2" fmla="*/ 1808388 h 1869870"/>
                  <a:gd name="connsiteX3" fmla="*/ 402711 w 402711"/>
                  <a:gd name="connsiteY3" fmla="*/ 0 h 186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2711" h="1869870">
                    <a:moveTo>
                      <a:pt x="0" y="1869871"/>
                    </a:moveTo>
                    <a:lnTo>
                      <a:pt x="341228" y="1869871"/>
                    </a:lnTo>
                    <a:cubicBezTo>
                      <a:pt x="382217" y="1869871"/>
                      <a:pt x="402711" y="1849376"/>
                      <a:pt x="402711" y="1808388"/>
                    </a:cubicBezTo>
                    <a:lnTo>
                      <a:pt x="402711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7" name="任意多边形: 形状 596">
                <a:extLst>
                  <a:ext uri="{FF2B5EF4-FFF2-40B4-BE49-F238E27FC236}">
                    <a16:creationId xmlns:a16="http://schemas.microsoft.com/office/drawing/2014/main" id="{7C78928E-A591-D6DC-943B-0A3ACA36926E}"/>
                  </a:ext>
                </a:extLst>
              </p:cNvPr>
              <p:cNvSpPr/>
              <p:nvPr/>
            </p:nvSpPr>
            <p:spPr>
              <a:xfrm>
                <a:off x="8779715" y="3097731"/>
                <a:ext cx="43037" cy="43037"/>
              </a:xfrm>
              <a:custGeom>
                <a:avLst/>
                <a:gdLst>
                  <a:gd name="connsiteX0" fmla="*/ 21519 w 43037"/>
                  <a:gd name="connsiteY0" fmla="*/ 0 h 43037"/>
                  <a:gd name="connsiteX1" fmla="*/ 43038 w 43037"/>
                  <a:gd name="connsiteY1" fmla="*/ 43038 h 43037"/>
                  <a:gd name="connsiteX2" fmla="*/ 21519 w 43037"/>
                  <a:gd name="connsiteY2" fmla="*/ 32278 h 43037"/>
                  <a:gd name="connsiteX3" fmla="*/ 0 w 43037"/>
                  <a:gd name="connsiteY3" fmla="*/ 43038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21519" y="0"/>
                    </a:moveTo>
                    <a:lnTo>
                      <a:pt x="43038" y="43038"/>
                    </a:lnTo>
                    <a:lnTo>
                      <a:pt x="21519" y="32278"/>
                    </a:lnTo>
                    <a:lnTo>
                      <a:pt x="0" y="43038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98" name="图形 326">
              <a:extLst>
                <a:ext uri="{FF2B5EF4-FFF2-40B4-BE49-F238E27FC236}">
                  <a16:creationId xmlns:a16="http://schemas.microsoft.com/office/drawing/2014/main" id="{16349495-E1CE-C40A-AF3B-6BB60EB8F9D3}"/>
                </a:ext>
              </a:extLst>
            </p:cNvPr>
            <p:cNvGrpSpPr/>
            <p:nvPr/>
          </p:nvGrpSpPr>
          <p:grpSpPr>
            <a:xfrm>
              <a:off x="8091110" y="4477277"/>
              <a:ext cx="307413" cy="1045204"/>
              <a:chOff x="8091110" y="4477277"/>
              <a:chExt cx="307413" cy="1045204"/>
            </a:xfrm>
            <a:solidFill>
              <a:srgbClr val="DAE8FC"/>
            </a:solidFill>
          </p:grpSpPr>
          <p:sp>
            <p:nvSpPr>
              <p:cNvPr id="599" name="任意多边形: 形状 598">
                <a:extLst>
                  <a:ext uri="{FF2B5EF4-FFF2-40B4-BE49-F238E27FC236}">
                    <a16:creationId xmlns:a16="http://schemas.microsoft.com/office/drawing/2014/main" id="{377727E1-B0EB-2F30-A05A-C1DE047CA3A6}"/>
                  </a:ext>
                </a:extLst>
              </p:cNvPr>
              <p:cNvSpPr/>
              <p:nvPr/>
            </p:nvSpPr>
            <p:spPr>
              <a:xfrm rot="10800000" flipV="1">
                <a:off x="8091110" y="4477277"/>
                <a:ext cx="307413" cy="1045204"/>
              </a:xfrm>
              <a:custGeom>
                <a:avLst/>
                <a:gdLst>
                  <a:gd name="connsiteX0" fmla="*/ 261301 w 307413"/>
                  <a:gd name="connsiteY0" fmla="*/ 0 h 1045204"/>
                  <a:gd name="connsiteX1" fmla="*/ 307413 w 307413"/>
                  <a:gd name="connsiteY1" fmla="*/ 46112 h 1045204"/>
                  <a:gd name="connsiteX2" fmla="*/ 307413 w 307413"/>
                  <a:gd name="connsiteY2" fmla="*/ 999092 h 1045204"/>
                  <a:gd name="connsiteX3" fmla="*/ 261301 w 307413"/>
                  <a:gd name="connsiteY3" fmla="*/ 1045204 h 1045204"/>
                  <a:gd name="connsiteX4" fmla="*/ 46112 w 307413"/>
                  <a:gd name="connsiteY4" fmla="*/ 1045204 h 1045204"/>
                  <a:gd name="connsiteX5" fmla="*/ 0 w 307413"/>
                  <a:gd name="connsiteY5" fmla="*/ 999092 h 1045204"/>
                  <a:gd name="connsiteX6" fmla="*/ 0 w 307413"/>
                  <a:gd name="connsiteY6" fmla="*/ 46112 h 1045204"/>
                  <a:gd name="connsiteX7" fmla="*/ 46112 w 307413"/>
                  <a:gd name="connsiteY7" fmla="*/ 0 h 104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13" h="1045204">
                    <a:moveTo>
                      <a:pt x="261301" y="0"/>
                    </a:moveTo>
                    <a:cubicBezTo>
                      <a:pt x="286768" y="0"/>
                      <a:pt x="307413" y="20645"/>
                      <a:pt x="307413" y="46112"/>
                    </a:cubicBezTo>
                    <a:lnTo>
                      <a:pt x="307413" y="999092"/>
                    </a:lnTo>
                    <a:cubicBezTo>
                      <a:pt x="307413" y="1024559"/>
                      <a:pt x="286768" y="1045204"/>
                      <a:pt x="261301" y="1045204"/>
                    </a:cubicBezTo>
                    <a:lnTo>
                      <a:pt x="46112" y="1045204"/>
                    </a:lnTo>
                    <a:cubicBezTo>
                      <a:pt x="20645" y="1045204"/>
                      <a:pt x="0" y="1024559"/>
                      <a:pt x="0" y="999092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00" name="图片 599">
                <a:extLst>
                  <a:ext uri="{FF2B5EF4-FFF2-40B4-BE49-F238E27FC236}">
                    <a16:creationId xmlns:a16="http://schemas.microsoft.com/office/drawing/2014/main" id="{7B597B73-0A45-110F-38B0-51265FF5AD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094184" y="4778542"/>
                <a:ext cx="295116" cy="473416"/>
              </a:xfrm>
              <a:custGeom>
                <a:avLst/>
                <a:gdLst>
                  <a:gd name="connsiteX0" fmla="*/ -1 w 295116"/>
                  <a:gd name="connsiteY0" fmla="*/ -1 h 473416"/>
                  <a:gd name="connsiteX1" fmla="*/ 295116 w 295116"/>
                  <a:gd name="connsiteY1" fmla="*/ -1 h 473416"/>
                  <a:gd name="connsiteX2" fmla="*/ 295116 w 295116"/>
                  <a:gd name="connsiteY2" fmla="*/ 473416 h 473416"/>
                  <a:gd name="connsiteX3" fmla="*/ -1 w 295116"/>
                  <a:gd name="connsiteY3" fmla="*/ 473416 h 473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116" h="473416">
                    <a:moveTo>
                      <a:pt x="-1" y="-1"/>
                    </a:moveTo>
                    <a:lnTo>
                      <a:pt x="295116" y="-1"/>
                    </a:lnTo>
                    <a:lnTo>
                      <a:pt x="295116" y="473416"/>
                    </a:lnTo>
                    <a:lnTo>
                      <a:pt x="-1" y="473416"/>
                    </a:lnTo>
                    <a:close/>
                  </a:path>
                </a:pathLst>
              </a:custGeom>
            </p:spPr>
          </p:pic>
        </p:grpSp>
        <p:grpSp>
          <p:nvGrpSpPr>
            <p:cNvPr id="601" name="图形 326">
              <a:extLst>
                <a:ext uri="{FF2B5EF4-FFF2-40B4-BE49-F238E27FC236}">
                  <a16:creationId xmlns:a16="http://schemas.microsoft.com/office/drawing/2014/main" id="{5C5CCF25-4AFB-CDB1-7E65-3B60F6461AF2}"/>
                </a:ext>
              </a:extLst>
            </p:cNvPr>
            <p:cNvGrpSpPr/>
            <p:nvPr/>
          </p:nvGrpSpPr>
          <p:grpSpPr>
            <a:xfrm>
              <a:off x="7746807" y="1499367"/>
              <a:ext cx="337416" cy="42976"/>
              <a:chOff x="7746807" y="1499367"/>
              <a:chExt cx="337416" cy="42976"/>
            </a:xfrm>
          </p:grpSpPr>
          <p:sp>
            <p:nvSpPr>
              <p:cNvPr id="602" name="任意多边形: 形状 601">
                <a:extLst>
                  <a:ext uri="{FF2B5EF4-FFF2-40B4-BE49-F238E27FC236}">
                    <a16:creationId xmlns:a16="http://schemas.microsoft.com/office/drawing/2014/main" id="{60351CBE-33DD-FBE5-56F2-0C70BA0F8768}"/>
                  </a:ext>
                </a:extLst>
              </p:cNvPr>
              <p:cNvSpPr/>
              <p:nvPr/>
            </p:nvSpPr>
            <p:spPr>
              <a:xfrm>
                <a:off x="7746807" y="1519964"/>
                <a:ext cx="305138" cy="3074"/>
              </a:xfrm>
              <a:custGeom>
                <a:avLst/>
                <a:gdLst>
                  <a:gd name="connsiteX0" fmla="*/ 0 w 305138"/>
                  <a:gd name="connsiteY0" fmla="*/ 0 h 3074"/>
                  <a:gd name="connsiteX1" fmla="*/ 172151 w 305138"/>
                  <a:gd name="connsiteY1" fmla="*/ 3074 h 3074"/>
                  <a:gd name="connsiteX2" fmla="*/ 305138 w 305138"/>
                  <a:gd name="connsiteY2" fmla="*/ 676 h 3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5138" h="3074">
                    <a:moveTo>
                      <a:pt x="0" y="0"/>
                    </a:moveTo>
                    <a:lnTo>
                      <a:pt x="172151" y="3074"/>
                    </a:lnTo>
                    <a:lnTo>
                      <a:pt x="305138" y="676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3" name="任意多边形: 形状 602">
                <a:extLst>
                  <a:ext uri="{FF2B5EF4-FFF2-40B4-BE49-F238E27FC236}">
                    <a16:creationId xmlns:a16="http://schemas.microsoft.com/office/drawing/2014/main" id="{4D479C33-8E94-417B-84D8-52065A6BF291}"/>
                  </a:ext>
                </a:extLst>
              </p:cNvPr>
              <p:cNvSpPr/>
              <p:nvPr/>
            </p:nvSpPr>
            <p:spPr>
              <a:xfrm>
                <a:off x="8040817" y="1499367"/>
                <a:ext cx="43407" cy="42976"/>
              </a:xfrm>
              <a:custGeom>
                <a:avLst/>
                <a:gdLst>
                  <a:gd name="connsiteX0" fmla="*/ 43407 w 43407"/>
                  <a:gd name="connsiteY0" fmla="*/ 20720 h 42976"/>
                  <a:gd name="connsiteX1" fmla="*/ 799 w 43407"/>
                  <a:gd name="connsiteY1" fmla="*/ 42976 h 42976"/>
                  <a:gd name="connsiteX2" fmla="*/ 11129 w 43407"/>
                  <a:gd name="connsiteY2" fmla="*/ 21273 h 42976"/>
                  <a:gd name="connsiteX3" fmla="*/ 0 w 43407"/>
                  <a:gd name="connsiteY3" fmla="*/ 0 h 42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407" h="42976">
                    <a:moveTo>
                      <a:pt x="43407" y="20720"/>
                    </a:moveTo>
                    <a:lnTo>
                      <a:pt x="799" y="42976"/>
                    </a:lnTo>
                    <a:lnTo>
                      <a:pt x="11129" y="212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04" name="图形 326">
              <a:extLst>
                <a:ext uri="{FF2B5EF4-FFF2-40B4-BE49-F238E27FC236}">
                  <a16:creationId xmlns:a16="http://schemas.microsoft.com/office/drawing/2014/main" id="{21A41B7D-28B4-80AF-B901-8F69D86BB131}"/>
                </a:ext>
              </a:extLst>
            </p:cNvPr>
            <p:cNvGrpSpPr/>
            <p:nvPr/>
          </p:nvGrpSpPr>
          <p:grpSpPr>
            <a:xfrm>
              <a:off x="7759104" y="3003847"/>
              <a:ext cx="325120" cy="43037"/>
              <a:chOff x="7759104" y="3003847"/>
              <a:chExt cx="325120" cy="43037"/>
            </a:xfrm>
          </p:grpSpPr>
          <p:sp>
            <p:nvSpPr>
              <p:cNvPr id="605" name="任意多边形: 形状 604">
                <a:extLst>
                  <a:ext uri="{FF2B5EF4-FFF2-40B4-BE49-F238E27FC236}">
                    <a16:creationId xmlns:a16="http://schemas.microsoft.com/office/drawing/2014/main" id="{6F3F4335-3710-3B81-00DB-F54D3C62FCFF}"/>
                  </a:ext>
                </a:extLst>
              </p:cNvPr>
              <p:cNvSpPr/>
              <p:nvPr/>
            </p:nvSpPr>
            <p:spPr>
              <a:xfrm>
                <a:off x="7759104" y="3020140"/>
                <a:ext cx="292841" cy="5410"/>
              </a:xfrm>
              <a:custGeom>
                <a:avLst/>
                <a:gdLst>
                  <a:gd name="connsiteX0" fmla="*/ 0 w 292841"/>
                  <a:gd name="connsiteY0" fmla="*/ 0 h 5410"/>
                  <a:gd name="connsiteX1" fmla="*/ 169077 w 292841"/>
                  <a:gd name="connsiteY1" fmla="*/ 3074 h 5410"/>
                  <a:gd name="connsiteX2" fmla="*/ 292842 w 292841"/>
                  <a:gd name="connsiteY2" fmla="*/ 5410 h 5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2841" h="5410">
                    <a:moveTo>
                      <a:pt x="0" y="0"/>
                    </a:moveTo>
                    <a:lnTo>
                      <a:pt x="169077" y="3074"/>
                    </a:lnTo>
                    <a:lnTo>
                      <a:pt x="292842" y="541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6" name="任意多边形: 形状 605">
                <a:extLst>
                  <a:ext uri="{FF2B5EF4-FFF2-40B4-BE49-F238E27FC236}">
                    <a16:creationId xmlns:a16="http://schemas.microsoft.com/office/drawing/2014/main" id="{FCE2BAF6-4673-C7FF-7724-B0A245FDAB51}"/>
                  </a:ext>
                </a:extLst>
              </p:cNvPr>
              <p:cNvSpPr/>
              <p:nvPr/>
            </p:nvSpPr>
            <p:spPr>
              <a:xfrm>
                <a:off x="8040817" y="3003847"/>
                <a:ext cx="43407" cy="43037"/>
              </a:xfrm>
              <a:custGeom>
                <a:avLst/>
                <a:gdLst>
                  <a:gd name="connsiteX0" fmla="*/ 43407 w 43407"/>
                  <a:gd name="connsiteY0" fmla="*/ 22318 h 43037"/>
                  <a:gd name="connsiteX1" fmla="*/ 0 w 43407"/>
                  <a:gd name="connsiteY1" fmla="*/ 43038 h 43037"/>
                  <a:gd name="connsiteX2" fmla="*/ 11129 w 43407"/>
                  <a:gd name="connsiteY2" fmla="*/ 21703 h 43037"/>
                  <a:gd name="connsiteX3" fmla="*/ 799 w 4340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407" h="43037">
                    <a:moveTo>
                      <a:pt x="43407" y="22318"/>
                    </a:moveTo>
                    <a:lnTo>
                      <a:pt x="0" y="43038"/>
                    </a:lnTo>
                    <a:lnTo>
                      <a:pt x="11129" y="21703"/>
                    </a:lnTo>
                    <a:lnTo>
                      <a:pt x="799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07" name="图形 326">
              <a:extLst>
                <a:ext uri="{FF2B5EF4-FFF2-40B4-BE49-F238E27FC236}">
                  <a16:creationId xmlns:a16="http://schemas.microsoft.com/office/drawing/2014/main" id="{4B1CDD31-A893-4B3F-7649-217719712265}"/>
                </a:ext>
              </a:extLst>
            </p:cNvPr>
            <p:cNvGrpSpPr/>
            <p:nvPr/>
          </p:nvGrpSpPr>
          <p:grpSpPr>
            <a:xfrm>
              <a:off x="7771400" y="4979344"/>
              <a:ext cx="312823" cy="43037"/>
              <a:chOff x="7771400" y="4979344"/>
              <a:chExt cx="312823" cy="43037"/>
            </a:xfrm>
          </p:grpSpPr>
          <p:sp>
            <p:nvSpPr>
              <p:cNvPr id="608" name="任意多边形: 形状 607">
                <a:extLst>
                  <a:ext uri="{FF2B5EF4-FFF2-40B4-BE49-F238E27FC236}">
                    <a16:creationId xmlns:a16="http://schemas.microsoft.com/office/drawing/2014/main" id="{66447973-5BB5-B211-DF28-C23F88367F79}"/>
                  </a:ext>
                </a:extLst>
              </p:cNvPr>
              <p:cNvSpPr/>
              <p:nvPr/>
            </p:nvSpPr>
            <p:spPr>
              <a:xfrm>
                <a:off x="7771400" y="4999880"/>
                <a:ext cx="280545" cy="3074"/>
              </a:xfrm>
              <a:custGeom>
                <a:avLst/>
                <a:gdLst>
                  <a:gd name="connsiteX0" fmla="*/ 0 w 280545"/>
                  <a:gd name="connsiteY0" fmla="*/ 0 h 3074"/>
                  <a:gd name="connsiteX1" fmla="*/ 159855 w 280545"/>
                  <a:gd name="connsiteY1" fmla="*/ 3074 h 3074"/>
                  <a:gd name="connsiteX2" fmla="*/ 280545 w 280545"/>
                  <a:gd name="connsiteY2" fmla="*/ 738 h 3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0545" h="3074">
                    <a:moveTo>
                      <a:pt x="0" y="0"/>
                    </a:moveTo>
                    <a:lnTo>
                      <a:pt x="159855" y="3074"/>
                    </a:lnTo>
                    <a:lnTo>
                      <a:pt x="280545" y="738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9" name="任意多边形: 形状 608">
                <a:extLst>
                  <a:ext uri="{FF2B5EF4-FFF2-40B4-BE49-F238E27FC236}">
                    <a16:creationId xmlns:a16="http://schemas.microsoft.com/office/drawing/2014/main" id="{1E2B9254-F16D-B102-4796-FA769C6C7F13}"/>
                  </a:ext>
                </a:extLst>
              </p:cNvPr>
              <p:cNvSpPr/>
              <p:nvPr/>
            </p:nvSpPr>
            <p:spPr>
              <a:xfrm>
                <a:off x="8040817" y="4979344"/>
                <a:ext cx="43407" cy="43037"/>
              </a:xfrm>
              <a:custGeom>
                <a:avLst/>
                <a:gdLst>
                  <a:gd name="connsiteX0" fmla="*/ 43407 w 43407"/>
                  <a:gd name="connsiteY0" fmla="*/ 20658 h 43037"/>
                  <a:gd name="connsiteX1" fmla="*/ 799 w 43407"/>
                  <a:gd name="connsiteY1" fmla="*/ 43038 h 43037"/>
                  <a:gd name="connsiteX2" fmla="*/ 11129 w 43407"/>
                  <a:gd name="connsiteY2" fmla="*/ 21273 h 43037"/>
                  <a:gd name="connsiteX3" fmla="*/ 0 w 4340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407" h="43037">
                    <a:moveTo>
                      <a:pt x="43407" y="20658"/>
                    </a:moveTo>
                    <a:lnTo>
                      <a:pt x="799" y="43038"/>
                    </a:lnTo>
                    <a:lnTo>
                      <a:pt x="11129" y="212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10" name="图形 326">
              <a:extLst>
                <a:ext uri="{FF2B5EF4-FFF2-40B4-BE49-F238E27FC236}">
                  <a16:creationId xmlns:a16="http://schemas.microsoft.com/office/drawing/2014/main" id="{921ED7C4-3D1B-681C-5E6D-7FAF60117637}"/>
                </a:ext>
              </a:extLst>
            </p:cNvPr>
            <p:cNvGrpSpPr/>
            <p:nvPr/>
          </p:nvGrpSpPr>
          <p:grpSpPr>
            <a:xfrm>
              <a:off x="8865791" y="3004769"/>
              <a:ext cx="159117" cy="43037"/>
              <a:chOff x="8865791" y="3004769"/>
              <a:chExt cx="159117" cy="43037"/>
            </a:xfrm>
          </p:grpSpPr>
          <p:sp>
            <p:nvSpPr>
              <p:cNvPr id="611" name="任意多边形: 形状 610">
                <a:extLst>
                  <a:ext uri="{FF2B5EF4-FFF2-40B4-BE49-F238E27FC236}">
                    <a16:creationId xmlns:a16="http://schemas.microsoft.com/office/drawing/2014/main" id="{382A174C-CF42-C171-E96E-5C31EC8B2FC2}"/>
                  </a:ext>
                </a:extLst>
              </p:cNvPr>
              <p:cNvSpPr/>
              <p:nvPr/>
            </p:nvSpPr>
            <p:spPr>
              <a:xfrm>
                <a:off x="8865791" y="3026288"/>
                <a:ext cx="126838" cy="6148"/>
              </a:xfrm>
              <a:custGeom>
                <a:avLst/>
                <a:gdLst>
                  <a:gd name="connsiteX0" fmla="*/ 0 w 126838"/>
                  <a:gd name="connsiteY0" fmla="*/ 0 h 6148"/>
                  <a:gd name="connsiteX1" fmla="*/ 122965 w 126838"/>
                  <a:gd name="connsiteY1" fmla="*/ 0 h 6148"/>
                  <a:gd name="connsiteX2" fmla="*/ 43038 w 126838"/>
                  <a:gd name="connsiteY2" fmla="*/ 0 h 6148"/>
                  <a:gd name="connsiteX3" fmla="*/ 126839 w 126838"/>
                  <a:gd name="connsiteY3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838" h="6148">
                    <a:moveTo>
                      <a:pt x="0" y="0"/>
                    </a:moveTo>
                    <a:lnTo>
                      <a:pt x="122965" y="0"/>
                    </a:lnTo>
                    <a:lnTo>
                      <a:pt x="43038" y="0"/>
                    </a:lnTo>
                    <a:lnTo>
                      <a:pt x="126839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2" name="任意多边形: 形状 611">
                <a:extLst>
                  <a:ext uri="{FF2B5EF4-FFF2-40B4-BE49-F238E27FC236}">
                    <a16:creationId xmlns:a16="http://schemas.microsoft.com/office/drawing/2014/main" id="{7C5A5EEF-2DFD-40F8-C4C3-FCE3E4254FB7}"/>
                  </a:ext>
                </a:extLst>
              </p:cNvPr>
              <p:cNvSpPr/>
              <p:nvPr/>
            </p:nvSpPr>
            <p:spPr>
              <a:xfrm>
                <a:off x="8981870" y="3004769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13" name="图形 326">
              <a:extLst>
                <a:ext uri="{FF2B5EF4-FFF2-40B4-BE49-F238E27FC236}">
                  <a16:creationId xmlns:a16="http://schemas.microsoft.com/office/drawing/2014/main" id="{6ECBB253-08BC-AC48-8CAB-3E9900908FDB}"/>
                </a:ext>
              </a:extLst>
            </p:cNvPr>
            <p:cNvGrpSpPr/>
            <p:nvPr/>
          </p:nvGrpSpPr>
          <p:grpSpPr>
            <a:xfrm>
              <a:off x="8736677" y="2952509"/>
              <a:ext cx="129113" cy="178299"/>
              <a:chOff x="8736677" y="2952509"/>
              <a:chExt cx="129113" cy="178299"/>
            </a:xfrm>
            <a:solidFill>
              <a:srgbClr val="FFFFFF"/>
            </a:solidFill>
          </p:grpSpPr>
          <p:sp>
            <p:nvSpPr>
              <p:cNvPr id="614" name="任意多边形: 形状 613">
                <a:extLst>
                  <a:ext uri="{FF2B5EF4-FFF2-40B4-BE49-F238E27FC236}">
                    <a16:creationId xmlns:a16="http://schemas.microsoft.com/office/drawing/2014/main" id="{7C32B158-3CD0-F5A0-5F66-6649326D56DD}"/>
                  </a:ext>
                </a:extLst>
              </p:cNvPr>
              <p:cNvSpPr/>
              <p:nvPr/>
            </p:nvSpPr>
            <p:spPr>
              <a:xfrm>
                <a:off x="8736677" y="2961731"/>
                <a:ext cx="129113" cy="129113"/>
              </a:xfrm>
              <a:custGeom>
                <a:avLst/>
                <a:gdLst>
                  <a:gd name="connsiteX0" fmla="*/ 129113 w 129113"/>
                  <a:gd name="connsiteY0" fmla="*/ 64557 h 129113"/>
                  <a:gd name="connsiteX1" fmla="*/ 64557 w 129113"/>
                  <a:gd name="connsiteY1" fmla="*/ 129113 h 129113"/>
                  <a:gd name="connsiteX2" fmla="*/ 0 w 129113"/>
                  <a:gd name="connsiteY2" fmla="*/ 64557 h 129113"/>
                  <a:gd name="connsiteX3" fmla="*/ 64557 w 129113"/>
                  <a:gd name="connsiteY3" fmla="*/ 0 h 129113"/>
                  <a:gd name="connsiteX4" fmla="*/ 129113 w 129113"/>
                  <a:gd name="connsiteY4" fmla="*/ 64557 h 129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9113" h="129113">
                    <a:moveTo>
                      <a:pt x="129113" y="64557"/>
                    </a:moveTo>
                    <a:cubicBezTo>
                      <a:pt x="129113" y="100210"/>
                      <a:pt x="100210" y="129113"/>
                      <a:pt x="64557" y="129113"/>
                    </a:cubicBezTo>
                    <a:cubicBezTo>
                      <a:pt x="28903" y="129113"/>
                      <a:pt x="0" y="100210"/>
                      <a:pt x="0" y="64557"/>
                    </a:cubicBezTo>
                    <a:cubicBezTo>
                      <a:pt x="0" y="28903"/>
                      <a:pt x="28903" y="0"/>
                      <a:pt x="64557" y="0"/>
                    </a:cubicBezTo>
                    <a:cubicBezTo>
                      <a:pt x="100210" y="0"/>
                      <a:pt x="129113" y="28903"/>
                      <a:pt x="129113" y="645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15" name="图片 614">
                <a:extLst>
                  <a:ext uri="{FF2B5EF4-FFF2-40B4-BE49-F238E27FC236}">
                    <a16:creationId xmlns:a16="http://schemas.microsoft.com/office/drawing/2014/main" id="{8FE94AD2-1140-4824-380C-4B5504E7F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39751" y="2952509"/>
                <a:ext cx="116816" cy="178299"/>
              </a:xfrm>
              <a:custGeom>
                <a:avLst/>
                <a:gdLst>
                  <a:gd name="connsiteX0" fmla="*/ -1 w 116816"/>
                  <a:gd name="connsiteY0" fmla="*/ -1 h 178299"/>
                  <a:gd name="connsiteX1" fmla="*/ 116816 w 116816"/>
                  <a:gd name="connsiteY1" fmla="*/ -1 h 178299"/>
                  <a:gd name="connsiteX2" fmla="*/ 116816 w 116816"/>
                  <a:gd name="connsiteY2" fmla="*/ 178299 h 178299"/>
                  <a:gd name="connsiteX3" fmla="*/ -1 w 116816"/>
                  <a:gd name="connsiteY3" fmla="*/ 178299 h 17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816" h="178299">
                    <a:moveTo>
                      <a:pt x="-1" y="-1"/>
                    </a:moveTo>
                    <a:lnTo>
                      <a:pt x="116816" y="-1"/>
                    </a:lnTo>
                    <a:lnTo>
                      <a:pt x="116816" y="178299"/>
                    </a:lnTo>
                    <a:lnTo>
                      <a:pt x="-1" y="178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616" name="图形 326">
              <a:extLst>
                <a:ext uri="{FF2B5EF4-FFF2-40B4-BE49-F238E27FC236}">
                  <a16:creationId xmlns:a16="http://schemas.microsoft.com/office/drawing/2014/main" id="{442E2AFF-739B-A5E7-D0AF-8EBE37F7C6E6}"/>
                </a:ext>
              </a:extLst>
            </p:cNvPr>
            <p:cNvGrpSpPr/>
            <p:nvPr/>
          </p:nvGrpSpPr>
          <p:grpSpPr>
            <a:xfrm>
              <a:off x="9339207" y="3004769"/>
              <a:ext cx="177561" cy="43037"/>
              <a:chOff x="9339207" y="3004769"/>
              <a:chExt cx="177561" cy="43037"/>
            </a:xfrm>
          </p:grpSpPr>
          <p:sp>
            <p:nvSpPr>
              <p:cNvPr id="617" name="任意多边形: 形状 616">
                <a:extLst>
                  <a:ext uri="{FF2B5EF4-FFF2-40B4-BE49-F238E27FC236}">
                    <a16:creationId xmlns:a16="http://schemas.microsoft.com/office/drawing/2014/main" id="{299409A5-753C-27FD-115C-A2F985DA7980}"/>
                  </a:ext>
                </a:extLst>
              </p:cNvPr>
              <p:cNvSpPr/>
              <p:nvPr/>
            </p:nvSpPr>
            <p:spPr>
              <a:xfrm>
                <a:off x="9339207" y="3026288"/>
                <a:ext cx="145283" cy="6148"/>
              </a:xfrm>
              <a:custGeom>
                <a:avLst/>
                <a:gdLst>
                  <a:gd name="connsiteX0" fmla="*/ 0 w 145283"/>
                  <a:gd name="connsiteY0" fmla="*/ 0 h 6148"/>
                  <a:gd name="connsiteX1" fmla="*/ 122965 w 145283"/>
                  <a:gd name="connsiteY1" fmla="*/ 0 h 6148"/>
                  <a:gd name="connsiteX2" fmla="*/ 61483 w 145283"/>
                  <a:gd name="connsiteY2" fmla="*/ 0 h 6148"/>
                  <a:gd name="connsiteX3" fmla="*/ 145283 w 145283"/>
                  <a:gd name="connsiteY3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283" h="6148">
                    <a:moveTo>
                      <a:pt x="0" y="0"/>
                    </a:moveTo>
                    <a:lnTo>
                      <a:pt x="122965" y="0"/>
                    </a:lnTo>
                    <a:lnTo>
                      <a:pt x="61483" y="0"/>
                    </a:lnTo>
                    <a:lnTo>
                      <a:pt x="145283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8" name="任意多边形: 形状 617">
                <a:extLst>
                  <a:ext uri="{FF2B5EF4-FFF2-40B4-BE49-F238E27FC236}">
                    <a16:creationId xmlns:a16="http://schemas.microsoft.com/office/drawing/2014/main" id="{6F43DD15-4558-A92B-934F-F85A4F716368}"/>
                  </a:ext>
                </a:extLst>
              </p:cNvPr>
              <p:cNvSpPr/>
              <p:nvPr/>
            </p:nvSpPr>
            <p:spPr>
              <a:xfrm>
                <a:off x="9473731" y="3004769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19" name="图形 326">
              <a:extLst>
                <a:ext uri="{FF2B5EF4-FFF2-40B4-BE49-F238E27FC236}">
                  <a16:creationId xmlns:a16="http://schemas.microsoft.com/office/drawing/2014/main" id="{77CA9A55-A16A-3A85-7DF0-2C471F59BE72}"/>
                </a:ext>
              </a:extLst>
            </p:cNvPr>
            <p:cNvGrpSpPr/>
            <p:nvPr/>
          </p:nvGrpSpPr>
          <p:grpSpPr>
            <a:xfrm>
              <a:off x="9031794" y="2503686"/>
              <a:ext cx="307413" cy="1045204"/>
              <a:chOff x="9031794" y="2503686"/>
              <a:chExt cx="307413" cy="1045204"/>
            </a:xfrm>
            <a:solidFill>
              <a:srgbClr val="DAE8FC"/>
            </a:solidFill>
          </p:grpSpPr>
          <p:sp>
            <p:nvSpPr>
              <p:cNvPr id="620" name="任意多边形: 形状 619">
                <a:extLst>
                  <a:ext uri="{FF2B5EF4-FFF2-40B4-BE49-F238E27FC236}">
                    <a16:creationId xmlns:a16="http://schemas.microsoft.com/office/drawing/2014/main" id="{043D7E8E-AEE5-B0E3-0B38-3B6C2375F860}"/>
                  </a:ext>
                </a:extLst>
              </p:cNvPr>
              <p:cNvSpPr/>
              <p:nvPr/>
            </p:nvSpPr>
            <p:spPr>
              <a:xfrm rot="10800000" flipV="1">
                <a:off x="9031794" y="2503686"/>
                <a:ext cx="307413" cy="1045204"/>
              </a:xfrm>
              <a:custGeom>
                <a:avLst/>
                <a:gdLst>
                  <a:gd name="connsiteX0" fmla="*/ 261301 w 307413"/>
                  <a:gd name="connsiteY0" fmla="*/ 0 h 1045204"/>
                  <a:gd name="connsiteX1" fmla="*/ 307413 w 307413"/>
                  <a:gd name="connsiteY1" fmla="*/ 46112 h 1045204"/>
                  <a:gd name="connsiteX2" fmla="*/ 307413 w 307413"/>
                  <a:gd name="connsiteY2" fmla="*/ 999092 h 1045204"/>
                  <a:gd name="connsiteX3" fmla="*/ 261301 w 307413"/>
                  <a:gd name="connsiteY3" fmla="*/ 1045204 h 1045204"/>
                  <a:gd name="connsiteX4" fmla="*/ 46112 w 307413"/>
                  <a:gd name="connsiteY4" fmla="*/ 1045204 h 1045204"/>
                  <a:gd name="connsiteX5" fmla="*/ 0 w 307413"/>
                  <a:gd name="connsiteY5" fmla="*/ 999092 h 1045204"/>
                  <a:gd name="connsiteX6" fmla="*/ 0 w 307413"/>
                  <a:gd name="connsiteY6" fmla="*/ 46112 h 1045204"/>
                  <a:gd name="connsiteX7" fmla="*/ 46112 w 307413"/>
                  <a:gd name="connsiteY7" fmla="*/ 0 h 104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13" h="1045204">
                    <a:moveTo>
                      <a:pt x="261301" y="0"/>
                    </a:moveTo>
                    <a:cubicBezTo>
                      <a:pt x="286768" y="0"/>
                      <a:pt x="307413" y="20645"/>
                      <a:pt x="307413" y="46112"/>
                    </a:cubicBezTo>
                    <a:lnTo>
                      <a:pt x="307413" y="999092"/>
                    </a:lnTo>
                    <a:cubicBezTo>
                      <a:pt x="307413" y="1024559"/>
                      <a:pt x="286768" y="1045204"/>
                      <a:pt x="261301" y="1045204"/>
                    </a:cubicBezTo>
                    <a:lnTo>
                      <a:pt x="46112" y="1045204"/>
                    </a:lnTo>
                    <a:cubicBezTo>
                      <a:pt x="20645" y="1045204"/>
                      <a:pt x="0" y="1024559"/>
                      <a:pt x="0" y="999092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21" name="图片 620">
                <a:extLst>
                  <a:ext uri="{FF2B5EF4-FFF2-40B4-BE49-F238E27FC236}">
                    <a16:creationId xmlns:a16="http://schemas.microsoft.com/office/drawing/2014/main" id="{F9537A42-23DC-F961-B9A3-CA5BA4546F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034868" y="2657392"/>
                <a:ext cx="295116" cy="768532"/>
              </a:xfrm>
              <a:custGeom>
                <a:avLst/>
                <a:gdLst>
                  <a:gd name="connsiteX0" fmla="*/ -1 w 295116"/>
                  <a:gd name="connsiteY0" fmla="*/ -1 h 768532"/>
                  <a:gd name="connsiteX1" fmla="*/ 295116 w 295116"/>
                  <a:gd name="connsiteY1" fmla="*/ -1 h 768532"/>
                  <a:gd name="connsiteX2" fmla="*/ 295116 w 295116"/>
                  <a:gd name="connsiteY2" fmla="*/ 768532 h 768532"/>
                  <a:gd name="connsiteX3" fmla="*/ -1 w 295116"/>
                  <a:gd name="connsiteY3" fmla="*/ 768532 h 768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116" h="768532">
                    <a:moveTo>
                      <a:pt x="-1" y="-1"/>
                    </a:moveTo>
                    <a:lnTo>
                      <a:pt x="295116" y="-1"/>
                    </a:lnTo>
                    <a:lnTo>
                      <a:pt x="295116" y="768532"/>
                    </a:lnTo>
                    <a:lnTo>
                      <a:pt x="-1" y="768532"/>
                    </a:lnTo>
                    <a:close/>
                  </a:path>
                </a:pathLst>
              </a:custGeom>
            </p:spPr>
          </p:pic>
        </p:grpSp>
        <p:grpSp>
          <p:nvGrpSpPr>
            <p:cNvPr id="622" name="图形 326">
              <a:extLst>
                <a:ext uri="{FF2B5EF4-FFF2-40B4-BE49-F238E27FC236}">
                  <a16:creationId xmlns:a16="http://schemas.microsoft.com/office/drawing/2014/main" id="{F95D2930-09FE-48DD-DEA6-51FFCA9D60C6}"/>
                </a:ext>
              </a:extLst>
            </p:cNvPr>
            <p:cNvGrpSpPr/>
            <p:nvPr/>
          </p:nvGrpSpPr>
          <p:grpSpPr>
            <a:xfrm>
              <a:off x="9831068" y="3004769"/>
              <a:ext cx="239044" cy="43037"/>
              <a:chOff x="9831068" y="3004769"/>
              <a:chExt cx="239044" cy="43037"/>
            </a:xfrm>
          </p:grpSpPr>
          <p:sp>
            <p:nvSpPr>
              <p:cNvPr id="623" name="任意多边形: 形状 622">
                <a:extLst>
                  <a:ext uri="{FF2B5EF4-FFF2-40B4-BE49-F238E27FC236}">
                    <a16:creationId xmlns:a16="http://schemas.microsoft.com/office/drawing/2014/main" id="{AC36863B-8D38-AD51-D67B-29306B095F55}"/>
                  </a:ext>
                </a:extLst>
              </p:cNvPr>
              <p:cNvSpPr/>
              <p:nvPr/>
            </p:nvSpPr>
            <p:spPr>
              <a:xfrm>
                <a:off x="9831068" y="3026288"/>
                <a:ext cx="206766" cy="6148"/>
              </a:xfrm>
              <a:custGeom>
                <a:avLst/>
                <a:gdLst>
                  <a:gd name="connsiteX0" fmla="*/ 0 w 206766"/>
                  <a:gd name="connsiteY0" fmla="*/ 0 h 6148"/>
                  <a:gd name="connsiteX1" fmla="*/ 206766 w 206766"/>
                  <a:gd name="connsiteY1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6766" h="6148">
                    <a:moveTo>
                      <a:pt x="0" y="0"/>
                    </a:moveTo>
                    <a:lnTo>
                      <a:pt x="206766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4" name="任意多边形: 形状 623">
                <a:extLst>
                  <a:ext uri="{FF2B5EF4-FFF2-40B4-BE49-F238E27FC236}">
                    <a16:creationId xmlns:a16="http://schemas.microsoft.com/office/drawing/2014/main" id="{B4577680-9924-B17B-9B3D-312F6DD8C849}"/>
                  </a:ext>
                </a:extLst>
              </p:cNvPr>
              <p:cNvSpPr/>
              <p:nvPr/>
            </p:nvSpPr>
            <p:spPr>
              <a:xfrm>
                <a:off x="10027074" y="3004769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25" name="图形 326">
              <a:extLst>
                <a:ext uri="{FF2B5EF4-FFF2-40B4-BE49-F238E27FC236}">
                  <a16:creationId xmlns:a16="http://schemas.microsoft.com/office/drawing/2014/main" id="{8D6B5AFB-F55F-E4E6-CC2A-E93ADB27291A}"/>
                </a:ext>
              </a:extLst>
            </p:cNvPr>
            <p:cNvGrpSpPr/>
            <p:nvPr/>
          </p:nvGrpSpPr>
          <p:grpSpPr>
            <a:xfrm>
              <a:off x="9654797" y="3166899"/>
              <a:ext cx="1273735" cy="504956"/>
              <a:chOff x="9654797" y="3166899"/>
              <a:chExt cx="1273735" cy="504956"/>
            </a:xfrm>
          </p:grpSpPr>
          <p:sp>
            <p:nvSpPr>
              <p:cNvPr id="626" name="任意多边形: 形状 625">
                <a:extLst>
                  <a:ext uri="{FF2B5EF4-FFF2-40B4-BE49-F238E27FC236}">
                    <a16:creationId xmlns:a16="http://schemas.microsoft.com/office/drawing/2014/main" id="{C64A924D-A3C4-DA51-695B-4DB4C368E658}"/>
                  </a:ext>
                </a:extLst>
              </p:cNvPr>
              <p:cNvSpPr/>
              <p:nvPr/>
            </p:nvSpPr>
            <p:spPr>
              <a:xfrm>
                <a:off x="9654797" y="3199177"/>
                <a:ext cx="1252216" cy="472678"/>
              </a:xfrm>
              <a:custGeom>
                <a:avLst/>
                <a:gdLst>
                  <a:gd name="connsiteX0" fmla="*/ 123 w 1252216"/>
                  <a:gd name="connsiteY0" fmla="*/ 348668 h 472678"/>
                  <a:gd name="connsiteX1" fmla="*/ 0 w 1252216"/>
                  <a:gd name="connsiteY1" fmla="*/ 472678 h 472678"/>
                  <a:gd name="connsiteX2" fmla="*/ 1252216 w 1252216"/>
                  <a:gd name="connsiteY2" fmla="*/ 472678 h 472678"/>
                  <a:gd name="connsiteX3" fmla="*/ 1252216 w 1252216"/>
                  <a:gd name="connsiteY3" fmla="*/ 0 h 472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2216" h="472678">
                    <a:moveTo>
                      <a:pt x="123" y="348668"/>
                    </a:moveTo>
                    <a:lnTo>
                      <a:pt x="0" y="472678"/>
                    </a:lnTo>
                    <a:lnTo>
                      <a:pt x="1252216" y="472678"/>
                    </a:lnTo>
                    <a:lnTo>
                      <a:pt x="1252216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7" name="任意多边形: 形状 626">
                <a:extLst>
                  <a:ext uri="{FF2B5EF4-FFF2-40B4-BE49-F238E27FC236}">
                    <a16:creationId xmlns:a16="http://schemas.microsoft.com/office/drawing/2014/main" id="{C2BF88DF-5328-EF71-AC63-8256946D4060}"/>
                  </a:ext>
                </a:extLst>
              </p:cNvPr>
              <p:cNvSpPr/>
              <p:nvPr/>
            </p:nvSpPr>
            <p:spPr>
              <a:xfrm>
                <a:off x="10885494" y="3166899"/>
                <a:ext cx="43037" cy="43037"/>
              </a:xfrm>
              <a:custGeom>
                <a:avLst/>
                <a:gdLst>
                  <a:gd name="connsiteX0" fmla="*/ 21519 w 43037"/>
                  <a:gd name="connsiteY0" fmla="*/ 0 h 43037"/>
                  <a:gd name="connsiteX1" fmla="*/ 43038 w 43037"/>
                  <a:gd name="connsiteY1" fmla="*/ 43038 h 43037"/>
                  <a:gd name="connsiteX2" fmla="*/ 21519 w 43037"/>
                  <a:gd name="connsiteY2" fmla="*/ 32278 h 43037"/>
                  <a:gd name="connsiteX3" fmla="*/ 0 w 43037"/>
                  <a:gd name="connsiteY3" fmla="*/ 43038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21519" y="0"/>
                    </a:moveTo>
                    <a:lnTo>
                      <a:pt x="43038" y="43038"/>
                    </a:lnTo>
                    <a:lnTo>
                      <a:pt x="21519" y="32278"/>
                    </a:lnTo>
                    <a:lnTo>
                      <a:pt x="0" y="43038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28" name="图形 326">
              <a:extLst>
                <a:ext uri="{FF2B5EF4-FFF2-40B4-BE49-F238E27FC236}">
                  <a16:creationId xmlns:a16="http://schemas.microsoft.com/office/drawing/2014/main" id="{6A15EA76-B6F7-CFCD-FABD-F27AE417222C}"/>
                </a:ext>
              </a:extLst>
            </p:cNvPr>
            <p:cNvGrpSpPr/>
            <p:nvPr/>
          </p:nvGrpSpPr>
          <p:grpSpPr>
            <a:xfrm>
              <a:off x="9523655" y="2503686"/>
              <a:ext cx="307413" cy="1045204"/>
              <a:chOff x="9523655" y="2503686"/>
              <a:chExt cx="307413" cy="1045204"/>
            </a:xfrm>
            <a:solidFill>
              <a:srgbClr val="DAE8FC"/>
            </a:solidFill>
          </p:grpSpPr>
          <p:sp>
            <p:nvSpPr>
              <p:cNvPr id="629" name="任意多边形: 形状 628">
                <a:extLst>
                  <a:ext uri="{FF2B5EF4-FFF2-40B4-BE49-F238E27FC236}">
                    <a16:creationId xmlns:a16="http://schemas.microsoft.com/office/drawing/2014/main" id="{F8C85E1E-0182-2D30-A3C4-79A44D056C78}"/>
                  </a:ext>
                </a:extLst>
              </p:cNvPr>
              <p:cNvSpPr/>
              <p:nvPr/>
            </p:nvSpPr>
            <p:spPr>
              <a:xfrm rot="10800000" flipV="1">
                <a:off x="9523655" y="2503686"/>
                <a:ext cx="307413" cy="1045204"/>
              </a:xfrm>
              <a:custGeom>
                <a:avLst/>
                <a:gdLst>
                  <a:gd name="connsiteX0" fmla="*/ 261301 w 307413"/>
                  <a:gd name="connsiteY0" fmla="*/ 0 h 1045204"/>
                  <a:gd name="connsiteX1" fmla="*/ 307413 w 307413"/>
                  <a:gd name="connsiteY1" fmla="*/ 46112 h 1045204"/>
                  <a:gd name="connsiteX2" fmla="*/ 307413 w 307413"/>
                  <a:gd name="connsiteY2" fmla="*/ 999092 h 1045204"/>
                  <a:gd name="connsiteX3" fmla="*/ 261301 w 307413"/>
                  <a:gd name="connsiteY3" fmla="*/ 1045204 h 1045204"/>
                  <a:gd name="connsiteX4" fmla="*/ 46112 w 307413"/>
                  <a:gd name="connsiteY4" fmla="*/ 1045204 h 1045204"/>
                  <a:gd name="connsiteX5" fmla="*/ 0 w 307413"/>
                  <a:gd name="connsiteY5" fmla="*/ 999092 h 1045204"/>
                  <a:gd name="connsiteX6" fmla="*/ 0 w 307413"/>
                  <a:gd name="connsiteY6" fmla="*/ 46112 h 1045204"/>
                  <a:gd name="connsiteX7" fmla="*/ 46112 w 307413"/>
                  <a:gd name="connsiteY7" fmla="*/ 0 h 104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13" h="1045204">
                    <a:moveTo>
                      <a:pt x="261301" y="0"/>
                    </a:moveTo>
                    <a:cubicBezTo>
                      <a:pt x="286768" y="0"/>
                      <a:pt x="307413" y="20645"/>
                      <a:pt x="307413" y="46112"/>
                    </a:cubicBezTo>
                    <a:lnTo>
                      <a:pt x="307413" y="999092"/>
                    </a:lnTo>
                    <a:cubicBezTo>
                      <a:pt x="307413" y="1024559"/>
                      <a:pt x="286768" y="1045204"/>
                      <a:pt x="261301" y="1045204"/>
                    </a:cubicBezTo>
                    <a:lnTo>
                      <a:pt x="46112" y="1045204"/>
                    </a:lnTo>
                    <a:cubicBezTo>
                      <a:pt x="20645" y="1045204"/>
                      <a:pt x="0" y="1024559"/>
                      <a:pt x="0" y="999092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30" name="图片 629">
                <a:extLst>
                  <a:ext uri="{FF2B5EF4-FFF2-40B4-BE49-F238E27FC236}">
                    <a16:creationId xmlns:a16="http://schemas.microsoft.com/office/drawing/2014/main" id="{FCC6A2A4-FFBE-C6AC-3C80-578BA0581B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526729" y="2731171"/>
                <a:ext cx="295116" cy="620974"/>
              </a:xfrm>
              <a:custGeom>
                <a:avLst/>
                <a:gdLst>
                  <a:gd name="connsiteX0" fmla="*/ -1 w 295116"/>
                  <a:gd name="connsiteY0" fmla="*/ -1 h 620974"/>
                  <a:gd name="connsiteX1" fmla="*/ 295116 w 295116"/>
                  <a:gd name="connsiteY1" fmla="*/ -1 h 620974"/>
                  <a:gd name="connsiteX2" fmla="*/ 295116 w 295116"/>
                  <a:gd name="connsiteY2" fmla="*/ 620974 h 620974"/>
                  <a:gd name="connsiteX3" fmla="*/ -1 w 295116"/>
                  <a:gd name="connsiteY3" fmla="*/ 620974 h 620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116" h="620974">
                    <a:moveTo>
                      <a:pt x="-1" y="-1"/>
                    </a:moveTo>
                    <a:lnTo>
                      <a:pt x="295116" y="-1"/>
                    </a:lnTo>
                    <a:lnTo>
                      <a:pt x="295116" y="620974"/>
                    </a:lnTo>
                    <a:lnTo>
                      <a:pt x="-1" y="620974"/>
                    </a:lnTo>
                    <a:close/>
                  </a:path>
                </a:pathLst>
              </a:custGeom>
            </p:spPr>
          </p:pic>
        </p:grpSp>
        <p:grpSp>
          <p:nvGrpSpPr>
            <p:cNvPr id="631" name="图形 326">
              <a:extLst>
                <a:ext uri="{FF2B5EF4-FFF2-40B4-BE49-F238E27FC236}">
                  <a16:creationId xmlns:a16="http://schemas.microsoft.com/office/drawing/2014/main" id="{24074E4A-2DF5-79B7-0C34-D7C9B5FBB045}"/>
                </a:ext>
              </a:extLst>
            </p:cNvPr>
            <p:cNvGrpSpPr/>
            <p:nvPr/>
          </p:nvGrpSpPr>
          <p:grpSpPr>
            <a:xfrm>
              <a:off x="10384411" y="3004769"/>
              <a:ext cx="239044" cy="43037"/>
              <a:chOff x="10384411" y="3004769"/>
              <a:chExt cx="239044" cy="43037"/>
            </a:xfrm>
          </p:grpSpPr>
          <p:sp>
            <p:nvSpPr>
              <p:cNvPr id="632" name="任意多边形: 形状 631">
                <a:extLst>
                  <a:ext uri="{FF2B5EF4-FFF2-40B4-BE49-F238E27FC236}">
                    <a16:creationId xmlns:a16="http://schemas.microsoft.com/office/drawing/2014/main" id="{E5F740E9-BB60-9033-D6C7-ACA571621CE7}"/>
                  </a:ext>
                </a:extLst>
              </p:cNvPr>
              <p:cNvSpPr/>
              <p:nvPr/>
            </p:nvSpPr>
            <p:spPr>
              <a:xfrm>
                <a:off x="10384411" y="3026288"/>
                <a:ext cx="206766" cy="6148"/>
              </a:xfrm>
              <a:custGeom>
                <a:avLst/>
                <a:gdLst>
                  <a:gd name="connsiteX0" fmla="*/ 0 w 206766"/>
                  <a:gd name="connsiteY0" fmla="*/ 0 h 6148"/>
                  <a:gd name="connsiteX1" fmla="*/ 206766 w 206766"/>
                  <a:gd name="connsiteY1" fmla="*/ 0 h 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6766" h="6148">
                    <a:moveTo>
                      <a:pt x="0" y="0"/>
                    </a:moveTo>
                    <a:lnTo>
                      <a:pt x="206766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3" name="任意多边形: 形状 632">
                <a:extLst>
                  <a:ext uri="{FF2B5EF4-FFF2-40B4-BE49-F238E27FC236}">
                    <a16:creationId xmlns:a16="http://schemas.microsoft.com/office/drawing/2014/main" id="{831E3C8D-47A0-0CBD-30FD-ABA08DD27D67}"/>
                  </a:ext>
                </a:extLst>
              </p:cNvPr>
              <p:cNvSpPr/>
              <p:nvPr/>
            </p:nvSpPr>
            <p:spPr>
              <a:xfrm>
                <a:off x="10580418" y="3004769"/>
                <a:ext cx="43037" cy="43037"/>
              </a:xfrm>
              <a:custGeom>
                <a:avLst/>
                <a:gdLst>
                  <a:gd name="connsiteX0" fmla="*/ 43038 w 43037"/>
                  <a:gd name="connsiteY0" fmla="*/ 21519 h 43037"/>
                  <a:gd name="connsiteX1" fmla="*/ 0 w 43037"/>
                  <a:gd name="connsiteY1" fmla="*/ 43038 h 43037"/>
                  <a:gd name="connsiteX2" fmla="*/ 10759 w 43037"/>
                  <a:gd name="connsiteY2" fmla="*/ 21519 h 43037"/>
                  <a:gd name="connsiteX3" fmla="*/ 0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43038" y="21519"/>
                    </a:moveTo>
                    <a:lnTo>
                      <a:pt x="0" y="43038"/>
                    </a:lnTo>
                    <a:lnTo>
                      <a:pt x="10759" y="215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34" name="图形 326">
              <a:extLst>
                <a:ext uri="{FF2B5EF4-FFF2-40B4-BE49-F238E27FC236}">
                  <a16:creationId xmlns:a16="http://schemas.microsoft.com/office/drawing/2014/main" id="{9401F1D3-18EE-5010-6314-5295C83014A7}"/>
                </a:ext>
              </a:extLst>
            </p:cNvPr>
            <p:cNvGrpSpPr/>
            <p:nvPr/>
          </p:nvGrpSpPr>
          <p:grpSpPr>
            <a:xfrm>
              <a:off x="10076998" y="2503686"/>
              <a:ext cx="307413" cy="1045204"/>
              <a:chOff x="10076998" y="2503686"/>
              <a:chExt cx="307413" cy="1045204"/>
            </a:xfrm>
            <a:solidFill>
              <a:srgbClr val="6EA0BF"/>
            </a:solidFill>
          </p:grpSpPr>
          <p:sp>
            <p:nvSpPr>
              <p:cNvPr id="635" name="任意多边形: 形状 634">
                <a:extLst>
                  <a:ext uri="{FF2B5EF4-FFF2-40B4-BE49-F238E27FC236}">
                    <a16:creationId xmlns:a16="http://schemas.microsoft.com/office/drawing/2014/main" id="{2B67AE6C-3E23-A458-8BC5-AF5DD18423D8}"/>
                  </a:ext>
                </a:extLst>
              </p:cNvPr>
              <p:cNvSpPr/>
              <p:nvPr/>
            </p:nvSpPr>
            <p:spPr>
              <a:xfrm rot="10800000" flipV="1">
                <a:off x="10076998" y="2503686"/>
                <a:ext cx="307413" cy="1045204"/>
              </a:xfrm>
              <a:custGeom>
                <a:avLst/>
                <a:gdLst>
                  <a:gd name="connsiteX0" fmla="*/ 261301 w 307413"/>
                  <a:gd name="connsiteY0" fmla="*/ 0 h 1045204"/>
                  <a:gd name="connsiteX1" fmla="*/ 307413 w 307413"/>
                  <a:gd name="connsiteY1" fmla="*/ 46112 h 1045204"/>
                  <a:gd name="connsiteX2" fmla="*/ 307413 w 307413"/>
                  <a:gd name="connsiteY2" fmla="*/ 999092 h 1045204"/>
                  <a:gd name="connsiteX3" fmla="*/ 261301 w 307413"/>
                  <a:gd name="connsiteY3" fmla="*/ 1045204 h 1045204"/>
                  <a:gd name="connsiteX4" fmla="*/ 46112 w 307413"/>
                  <a:gd name="connsiteY4" fmla="*/ 1045204 h 1045204"/>
                  <a:gd name="connsiteX5" fmla="*/ 0 w 307413"/>
                  <a:gd name="connsiteY5" fmla="*/ 999092 h 1045204"/>
                  <a:gd name="connsiteX6" fmla="*/ 0 w 307413"/>
                  <a:gd name="connsiteY6" fmla="*/ 46112 h 1045204"/>
                  <a:gd name="connsiteX7" fmla="*/ 46112 w 307413"/>
                  <a:gd name="connsiteY7" fmla="*/ 0 h 104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7413" h="1045204">
                    <a:moveTo>
                      <a:pt x="261301" y="0"/>
                    </a:moveTo>
                    <a:cubicBezTo>
                      <a:pt x="286768" y="0"/>
                      <a:pt x="307413" y="20645"/>
                      <a:pt x="307413" y="46112"/>
                    </a:cubicBezTo>
                    <a:lnTo>
                      <a:pt x="307413" y="999092"/>
                    </a:lnTo>
                    <a:cubicBezTo>
                      <a:pt x="307413" y="1024559"/>
                      <a:pt x="286768" y="1045204"/>
                      <a:pt x="261301" y="1045204"/>
                    </a:cubicBezTo>
                    <a:lnTo>
                      <a:pt x="46112" y="1045204"/>
                    </a:lnTo>
                    <a:cubicBezTo>
                      <a:pt x="20645" y="1045204"/>
                      <a:pt x="0" y="1024559"/>
                      <a:pt x="0" y="999092"/>
                    </a:cubicBezTo>
                    <a:lnTo>
                      <a:pt x="0" y="46112"/>
                    </a:lnTo>
                    <a:cubicBezTo>
                      <a:pt x="0" y="20645"/>
                      <a:pt x="20645" y="0"/>
                      <a:pt x="46112" y="0"/>
                    </a:cubicBezTo>
                    <a:close/>
                  </a:path>
                </a:pathLst>
              </a:custGeom>
              <a:solidFill>
                <a:srgbClr val="6EA0BF"/>
              </a:solidFill>
              <a:ln w="6148" cap="flat">
                <a:solidFill>
                  <a:srgbClr val="6080AA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36" name="图片 635">
                <a:extLst>
                  <a:ext uri="{FF2B5EF4-FFF2-40B4-BE49-F238E27FC236}">
                    <a16:creationId xmlns:a16="http://schemas.microsoft.com/office/drawing/2014/main" id="{8004A8BE-92B9-BE77-BD7C-AF711A3E01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080072" y="2657392"/>
                <a:ext cx="295116" cy="768532"/>
              </a:xfrm>
              <a:custGeom>
                <a:avLst/>
                <a:gdLst>
                  <a:gd name="connsiteX0" fmla="*/ -1 w 295116"/>
                  <a:gd name="connsiteY0" fmla="*/ -1 h 768532"/>
                  <a:gd name="connsiteX1" fmla="*/ 295116 w 295116"/>
                  <a:gd name="connsiteY1" fmla="*/ -1 h 768532"/>
                  <a:gd name="connsiteX2" fmla="*/ 295116 w 295116"/>
                  <a:gd name="connsiteY2" fmla="*/ 768532 h 768532"/>
                  <a:gd name="connsiteX3" fmla="*/ -1 w 295116"/>
                  <a:gd name="connsiteY3" fmla="*/ 768532 h 768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5116" h="768532">
                    <a:moveTo>
                      <a:pt x="-1" y="-1"/>
                    </a:moveTo>
                    <a:lnTo>
                      <a:pt x="295116" y="-1"/>
                    </a:lnTo>
                    <a:lnTo>
                      <a:pt x="295116" y="768532"/>
                    </a:lnTo>
                    <a:lnTo>
                      <a:pt x="-1" y="768532"/>
                    </a:lnTo>
                    <a:close/>
                  </a:path>
                </a:pathLst>
              </a:custGeom>
            </p:spPr>
          </p:pic>
        </p:grpSp>
        <p:grpSp>
          <p:nvGrpSpPr>
            <p:cNvPr id="637" name="图形 326">
              <a:extLst>
                <a:ext uri="{FF2B5EF4-FFF2-40B4-BE49-F238E27FC236}">
                  <a16:creationId xmlns:a16="http://schemas.microsoft.com/office/drawing/2014/main" id="{FF615AC2-C83B-1D3B-524A-2DC759912EEF}"/>
                </a:ext>
              </a:extLst>
            </p:cNvPr>
            <p:cNvGrpSpPr/>
            <p:nvPr/>
          </p:nvGrpSpPr>
          <p:grpSpPr>
            <a:xfrm>
              <a:off x="11183685" y="3003724"/>
              <a:ext cx="306675" cy="43037"/>
              <a:chOff x="11183685" y="3003724"/>
              <a:chExt cx="306675" cy="43037"/>
            </a:xfrm>
          </p:grpSpPr>
          <p:sp>
            <p:nvSpPr>
              <p:cNvPr id="638" name="任意多边形: 形状 637">
                <a:extLst>
                  <a:ext uri="{FF2B5EF4-FFF2-40B4-BE49-F238E27FC236}">
                    <a16:creationId xmlns:a16="http://schemas.microsoft.com/office/drawing/2014/main" id="{9E8C11A9-C6A1-9D71-4FF1-78906110121C}"/>
                  </a:ext>
                </a:extLst>
              </p:cNvPr>
              <p:cNvSpPr/>
              <p:nvPr/>
            </p:nvSpPr>
            <p:spPr>
              <a:xfrm>
                <a:off x="11183685" y="3025120"/>
                <a:ext cx="274396" cy="1168"/>
              </a:xfrm>
              <a:custGeom>
                <a:avLst/>
                <a:gdLst>
                  <a:gd name="connsiteX0" fmla="*/ 0 w 274396"/>
                  <a:gd name="connsiteY0" fmla="*/ 1168 h 1168"/>
                  <a:gd name="connsiteX1" fmla="*/ 156781 w 274396"/>
                  <a:gd name="connsiteY1" fmla="*/ 1168 h 1168"/>
                  <a:gd name="connsiteX2" fmla="*/ 274397 w 274396"/>
                  <a:gd name="connsiteY2" fmla="*/ 0 h 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4396" h="1168">
                    <a:moveTo>
                      <a:pt x="0" y="1168"/>
                    </a:moveTo>
                    <a:lnTo>
                      <a:pt x="156781" y="1168"/>
                    </a:lnTo>
                    <a:lnTo>
                      <a:pt x="274397" y="0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9" name="任意多边形: 形状 638">
                <a:extLst>
                  <a:ext uri="{FF2B5EF4-FFF2-40B4-BE49-F238E27FC236}">
                    <a16:creationId xmlns:a16="http://schemas.microsoft.com/office/drawing/2014/main" id="{14BFD0D5-6DFA-880C-4EDA-A95058C039B5}"/>
                  </a:ext>
                </a:extLst>
              </p:cNvPr>
              <p:cNvSpPr/>
              <p:nvPr/>
            </p:nvSpPr>
            <p:spPr>
              <a:xfrm>
                <a:off x="11447138" y="3003724"/>
                <a:ext cx="43222" cy="43037"/>
              </a:xfrm>
              <a:custGeom>
                <a:avLst/>
                <a:gdLst>
                  <a:gd name="connsiteX0" fmla="*/ 43222 w 43222"/>
                  <a:gd name="connsiteY0" fmla="*/ 21089 h 43037"/>
                  <a:gd name="connsiteX1" fmla="*/ 431 w 43222"/>
                  <a:gd name="connsiteY1" fmla="*/ 43038 h 43037"/>
                  <a:gd name="connsiteX2" fmla="*/ 10944 w 43222"/>
                  <a:gd name="connsiteY2" fmla="*/ 21396 h 43037"/>
                  <a:gd name="connsiteX3" fmla="*/ 0 w 43222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222" h="43037">
                    <a:moveTo>
                      <a:pt x="43222" y="21089"/>
                    </a:moveTo>
                    <a:lnTo>
                      <a:pt x="431" y="43038"/>
                    </a:lnTo>
                    <a:lnTo>
                      <a:pt x="10944" y="213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40" name="图形 326">
              <a:extLst>
                <a:ext uri="{FF2B5EF4-FFF2-40B4-BE49-F238E27FC236}">
                  <a16:creationId xmlns:a16="http://schemas.microsoft.com/office/drawing/2014/main" id="{4ED25EAC-7FE8-B665-04A5-F1CAC145E9A1}"/>
                </a:ext>
              </a:extLst>
            </p:cNvPr>
            <p:cNvGrpSpPr/>
            <p:nvPr/>
          </p:nvGrpSpPr>
          <p:grpSpPr>
            <a:xfrm>
              <a:off x="10630341" y="2892563"/>
              <a:ext cx="553343" cy="267449"/>
              <a:chOff x="10630341" y="2892563"/>
              <a:chExt cx="553343" cy="267449"/>
            </a:xfrm>
            <a:solidFill>
              <a:srgbClr val="DAE8FC"/>
            </a:solidFill>
          </p:grpSpPr>
          <p:sp>
            <p:nvSpPr>
              <p:cNvPr id="641" name="任意多边形: 形状 640">
                <a:extLst>
                  <a:ext uri="{FF2B5EF4-FFF2-40B4-BE49-F238E27FC236}">
                    <a16:creationId xmlns:a16="http://schemas.microsoft.com/office/drawing/2014/main" id="{0CDB7A70-3265-C13A-9810-72FDDC64BD6F}"/>
                  </a:ext>
                </a:extLst>
              </p:cNvPr>
              <p:cNvSpPr/>
              <p:nvPr/>
            </p:nvSpPr>
            <p:spPr>
              <a:xfrm rot="10800000" flipV="1">
                <a:off x="10630341" y="2892563"/>
                <a:ext cx="553343" cy="267449"/>
              </a:xfrm>
              <a:custGeom>
                <a:avLst/>
                <a:gdLst>
                  <a:gd name="connsiteX0" fmla="*/ 513257 w 553343"/>
                  <a:gd name="connsiteY0" fmla="*/ 0 h 267449"/>
                  <a:gd name="connsiteX1" fmla="*/ 553343 w 553343"/>
                  <a:gd name="connsiteY1" fmla="*/ 40087 h 267449"/>
                  <a:gd name="connsiteX2" fmla="*/ 553343 w 553343"/>
                  <a:gd name="connsiteY2" fmla="*/ 227363 h 267449"/>
                  <a:gd name="connsiteX3" fmla="*/ 513257 w 553343"/>
                  <a:gd name="connsiteY3" fmla="*/ 267449 h 267449"/>
                  <a:gd name="connsiteX4" fmla="*/ 40087 w 553343"/>
                  <a:gd name="connsiteY4" fmla="*/ 267449 h 267449"/>
                  <a:gd name="connsiteX5" fmla="*/ 0 w 553343"/>
                  <a:gd name="connsiteY5" fmla="*/ 227363 h 267449"/>
                  <a:gd name="connsiteX6" fmla="*/ 0 w 553343"/>
                  <a:gd name="connsiteY6" fmla="*/ 40087 h 267449"/>
                  <a:gd name="connsiteX7" fmla="*/ 40087 w 553343"/>
                  <a:gd name="connsiteY7" fmla="*/ 0 h 267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53343" h="267449">
                    <a:moveTo>
                      <a:pt x="513257" y="0"/>
                    </a:moveTo>
                    <a:cubicBezTo>
                      <a:pt x="535396" y="0"/>
                      <a:pt x="553343" y="17947"/>
                      <a:pt x="553343" y="40087"/>
                    </a:cubicBezTo>
                    <a:lnTo>
                      <a:pt x="553343" y="227363"/>
                    </a:lnTo>
                    <a:cubicBezTo>
                      <a:pt x="553343" y="249502"/>
                      <a:pt x="535396" y="267449"/>
                      <a:pt x="513257" y="267449"/>
                    </a:cubicBezTo>
                    <a:lnTo>
                      <a:pt x="40087" y="267449"/>
                    </a:lnTo>
                    <a:cubicBezTo>
                      <a:pt x="17947" y="267449"/>
                      <a:pt x="0" y="249502"/>
                      <a:pt x="0" y="227363"/>
                    </a:cubicBezTo>
                    <a:lnTo>
                      <a:pt x="0" y="40087"/>
                    </a:lnTo>
                    <a:cubicBezTo>
                      <a:pt x="0" y="17947"/>
                      <a:pt x="17947" y="0"/>
                      <a:pt x="40087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42" name="图片 641">
                <a:extLst>
                  <a:ext uri="{FF2B5EF4-FFF2-40B4-BE49-F238E27FC236}">
                    <a16:creationId xmlns:a16="http://schemas.microsoft.com/office/drawing/2014/main" id="{3C894A63-9731-EA30-8373-8C59A4DAC1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633416" y="2952509"/>
                <a:ext cx="541046" cy="178299"/>
              </a:xfrm>
              <a:custGeom>
                <a:avLst/>
                <a:gdLst>
                  <a:gd name="connsiteX0" fmla="*/ -1 w 541046"/>
                  <a:gd name="connsiteY0" fmla="*/ -1 h 178299"/>
                  <a:gd name="connsiteX1" fmla="*/ 541046 w 541046"/>
                  <a:gd name="connsiteY1" fmla="*/ -1 h 178299"/>
                  <a:gd name="connsiteX2" fmla="*/ 541046 w 541046"/>
                  <a:gd name="connsiteY2" fmla="*/ 178299 h 178299"/>
                  <a:gd name="connsiteX3" fmla="*/ -1 w 541046"/>
                  <a:gd name="connsiteY3" fmla="*/ 178299 h 17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046" h="178299">
                    <a:moveTo>
                      <a:pt x="-1" y="-1"/>
                    </a:moveTo>
                    <a:lnTo>
                      <a:pt x="541046" y="-1"/>
                    </a:lnTo>
                    <a:lnTo>
                      <a:pt x="541046" y="178299"/>
                    </a:lnTo>
                    <a:lnTo>
                      <a:pt x="-1" y="178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643" name="图形 326">
              <a:extLst>
                <a:ext uri="{FF2B5EF4-FFF2-40B4-BE49-F238E27FC236}">
                  <a16:creationId xmlns:a16="http://schemas.microsoft.com/office/drawing/2014/main" id="{675732F2-1830-5A8E-1433-1FC62324FFA5}"/>
                </a:ext>
              </a:extLst>
            </p:cNvPr>
            <p:cNvGrpSpPr/>
            <p:nvPr/>
          </p:nvGrpSpPr>
          <p:grpSpPr>
            <a:xfrm>
              <a:off x="11752399" y="3158476"/>
              <a:ext cx="43037" cy="291304"/>
              <a:chOff x="11752399" y="3158476"/>
              <a:chExt cx="43037" cy="291304"/>
            </a:xfrm>
          </p:grpSpPr>
          <p:sp>
            <p:nvSpPr>
              <p:cNvPr id="644" name="任意多边形: 形状 643">
                <a:extLst>
                  <a:ext uri="{FF2B5EF4-FFF2-40B4-BE49-F238E27FC236}">
                    <a16:creationId xmlns:a16="http://schemas.microsoft.com/office/drawing/2014/main" id="{ED1C4B78-A9F7-E709-3C41-E7E3C6B7EEDF}"/>
                  </a:ext>
                </a:extLst>
              </p:cNvPr>
              <p:cNvSpPr/>
              <p:nvPr/>
            </p:nvSpPr>
            <p:spPr>
              <a:xfrm>
                <a:off x="11773918" y="3158476"/>
                <a:ext cx="6148" cy="259026"/>
              </a:xfrm>
              <a:custGeom>
                <a:avLst/>
                <a:gdLst>
                  <a:gd name="connsiteX0" fmla="*/ 0 w 6148"/>
                  <a:gd name="connsiteY0" fmla="*/ 0 h 259026"/>
                  <a:gd name="connsiteX1" fmla="*/ 0 w 6148"/>
                  <a:gd name="connsiteY1" fmla="*/ 149095 h 259026"/>
                  <a:gd name="connsiteX2" fmla="*/ 0 w 6148"/>
                  <a:gd name="connsiteY2" fmla="*/ 259026 h 259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148" h="259026">
                    <a:moveTo>
                      <a:pt x="0" y="0"/>
                    </a:moveTo>
                    <a:lnTo>
                      <a:pt x="0" y="149095"/>
                    </a:lnTo>
                    <a:lnTo>
                      <a:pt x="0" y="259026"/>
                    </a:lnTo>
                  </a:path>
                </a:pathLst>
              </a:custGeom>
              <a:noFill/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5" name="任意多边形: 形状 644">
                <a:extLst>
                  <a:ext uri="{FF2B5EF4-FFF2-40B4-BE49-F238E27FC236}">
                    <a16:creationId xmlns:a16="http://schemas.microsoft.com/office/drawing/2014/main" id="{91E4F310-DA4C-20BB-A49D-30AB67ADFB35}"/>
                  </a:ext>
                </a:extLst>
              </p:cNvPr>
              <p:cNvSpPr/>
              <p:nvPr/>
            </p:nvSpPr>
            <p:spPr>
              <a:xfrm>
                <a:off x="11752399" y="3406742"/>
                <a:ext cx="43037" cy="43037"/>
              </a:xfrm>
              <a:custGeom>
                <a:avLst/>
                <a:gdLst>
                  <a:gd name="connsiteX0" fmla="*/ 21519 w 43037"/>
                  <a:gd name="connsiteY0" fmla="*/ 43038 h 43037"/>
                  <a:gd name="connsiteX1" fmla="*/ 0 w 43037"/>
                  <a:gd name="connsiteY1" fmla="*/ 0 h 43037"/>
                  <a:gd name="connsiteX2" fmla="*/ 21519 w 43037"/>
                  <a:gd name="connsiteY2" fmla="*/ 10759 h 43037"/>
                  <a:gd name="connsiteX3" fmla="*/ 43038 w 43037"/>
                  <a:gd name="connsiteY3" fmla="*/ 0 h 4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7" h="43037">
                    <a:moveTo>
                      <a:pt x="21519" y="43038"/>
                    </a:moveTo>
                    <a:lnTo>
                      <a:pt x="0" y="0"/>
                    </a:lnTo>
                    <a:lnTo>
                      <a:pt x="21519" y="10759"/>
                    </a:lnTo>
                    <a:lnTo>
                      <a:pt x="430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6148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46" name="图形 326">
              <a:extLst>
                <a:ext uri="{FF2B5EF4-FFF2-40B4-BE49-F238E27FC236}">
                  <a16:creationId xmlns:a16="http://schemas.microsoft.com/office/drawing/2014/main" id="{817166AD-DF30-8E45-073A-78717CF0AF12}"/>
                </a:ext>
              </a:extLst>
            </p:cNvPr>
            <p:cNvGrpSpPr/>
            <p:nvPr/>
          </p:nvGrpSpPr>
          <p:grpSpPr>
            <a:xfrm>
              <a:off x="11497246" y="2891026"/>
              <a:ext cx="553343" cy="267449"/>
              <a:chOff x="11497246" y="2891026"/>
              <a:chExt cx="553343" cy="267449"/>
            </a:xfrm>
            <a:solidFill>
              <a:srgbClr val="DAE8FC"/>
            </a:solidFill>
          </p:grpSpPr>
          <p:sp>
            <p:nvSpPr>
              <p:cNvPr id="647" name="任意多边形: 形状 646">
                <a:extLst>
                  <a:ext uri="{FF2B5EF4-FFF2-40B4-BE49-F238E27FC236}">
                    <a16:creationId xmlns:a16="http://schemas.microsoft.com/office/drawing/2014/main" id="{3BDCB0CA-FFC1-A9B4-00EB-989E4B27DAA0}"/>
                  </a:ext>
                </a:extLst>
              </p:cNvPr>
              <p:cNvSpPr/>
              <p:nvPr/>
            </p:nvSpPr>
            <p:spPr>
              <a:xfrm rot="10800000" flipV="1">
                <a:off x="11497246" y="2891026"/>
                <a:ext cx="553343" cy="267449"/>
              </a:xfrm>
              <a:custGeom>
                <a:avLst/>
                <a:gdLst>
                  <a:gd name="connsiteX0" fmla="*/ 513257 w 553343"/>
                  <a:gd name="connsiteY0" fmla="*/ 0 h 267449"/>
                  <a:gd name="connsiteX1" fmla="*/ 553343 w 553343"/>
                  <a:gd name="connsiteY1" fmla="*/ 40087 h 267449"/>
                  <a:gd name="connsiteX2" fmla="*/ 553343 w 553343"/>
                  <a:gd name="connsiteY2" fmla="*/ 227363 h 267449"/>
                  <a:gd name="connsiteX3" fmla="*/ 513257 w 553343"/>
                  <a:gd name="connsiteY3" fmla="*/ 267449 h 267449"/>
                  <a:gd name="connsiteX4" fmla="*/ 40087 w 553343"/>
                  <a:gd name="connsiteY4" fmla="*/ 267449 h 267449"/>
                  <a:gd name="connsiteX5" fmla="*/ 0 w 553343"/>
                  <a:gd name="connsiteY5" fmla="*/ 227363 h 267449"/>
                  <a:gd name="connsiteX6" fmla="*/ 0 w 553343"/>
                  <a:gd name="connsiteY6" fmla="*/ 40087 h 267449"/>
                  <a:gd name="connsiteX7" fmla="*/ 40087 w 553343"/>
                  <a:gd name="connsiteY7" fmla="*/ 0 h 267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53343" h="267449">
                    <a:moveTo>
                      <a:pt x="513257" y="0"/>
                    </a:moveTo>
                    <a:cubicBezTo>
                      <a:pt x="535396" y="0"/>
                      <a:pt x="553343" y="17947"/>
                      <a:pt x="553343" y="40087"/>
                    </a:cubicBezTo>
                    <a:lnTo>
                      <a:pt x="553343" y="227363"/>
                    </a:lnTo>
                    <a:cubicBezTo>
                      <a:pt x="553343" y="249502"/>
                      <a:pt x="535396" y="267449"/>
                      <a:pt x="513257" y="267449"/>
                    </a:cubicBezTo>
                    <a:lnTo>
                      <a:pt x="40087" y="267449"/>
                    </a:lnTo>
                    <a:cubicBezTo>
                      <a:pt x="17947" y="267449"/>
                      <a:pt x="0" y="249502"/>
                      <a:pt x="0" y="227363"/>
                    </a:cubicBezTo>
                    <a:lnTo>
                      <a:pt x="0" y="40087"/>
                    </a:lnTo>
                    <a:cubicBezTo>
                      <a:pt x="0" y="17947"/>
                      <a:pt x="17947" y="0"/>
                      <a:pt x="40087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6148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48" name="图片 647">
                <a:extLst>
                  <a:ext uri="{FF2B5EF4-FFF2-40B4-BE49-F238E27FC236}">
                    <a16:creationId xmlns:a16="http://schemas.microsoft.com/office/drawing/2014/main" id="{38D46662-1063-E0E3-2571-179DCC30E4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500320" y="2952509"/>
                <a:ext cx="541046" cy="178299"/>
              </a:xfrm>
              <a:custGeom>
                <a:avLst/>
                <a:gdLst>
                  <a:gd name="connsiteX0" fmla="*/ -1 w 541046"/>
                  <a:gd name="connsiteY0" fmla="*/ -1 h 178299"/>
                  <a:gd name="connsiteX1" fmla="*/ 541046 w 541046"/>
                  <a:gd name="connsiteY1" fmla="*/ -1 h 178299"/>
                  <a:gd name="connsiteX2" fmla="*/ 541046 w 541046"/>
                  <a:gd name="connsiteY2" fmla="*/ 178299 h 178299"/>
                  <a:gd name="connsiteX3" fmla="*/ -1 w 541046"/>
                  <a:gd name="connsiteY3" fmla="*/ 178299 h 17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1046" h="178299">
                    <a:moveTo>
                      <a:pt x="-1" y="-1"/>
                    </a:moveTo>
                    <a:lnTo>
                      <a:pt x="541046" y="-1"/>
                    </a:lnTo>
                    <a:lnTo>
                      <a:pt x="541046" y="178299"/>
                    </a:lnTo>
                    <a:lnTo>
                      <a:pt x="-1" y="178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649" name="图形 326">
              <a:extLst>
                <a:ext uri="{FF2B5EF4-FFF2-40B4-BE49-F238E27FC236}">
                  <a16:creationId xmlns:a16="http://schemas.microsoft.com/office/drawing/2014/main" id="{FDF2CFAC-16C3-FC87-C060-32DF0261D0D0}"/>
                </a:ext>
              </a:extLst>
            </p:cNvPr>
            <p:cNvGrpSpPr/>
            <p:nvPr/>
          </p:nvGrpSpPr>
          <p:grpSpPr>
            <a:xfrm>
              <a:off x="9185500" y="2104049"/>
              <a:ext cx="1537065" cy="184447"/>
              <a:chOff x="9185500" y="2104049"/>
              <a:chExt cx="1537065" cy="184447"/>
            </a:xfrm>
            <a:noFill/>
          </p:grpSpPr>
          <p:sp>
            <p:nvSpPr>
              <p:cNvPr id="650" name="任意多边形: 形状 649">
                <a:extLst>
                  <a:ext uri="{FF2B5EF4-FFF2-40B4-BE49-F238E27FC236}">
                    <a16:creationId xmlns:a16="http://schemas.microsoft.com/office/drawing/2014/main" id="{C8C52D28-597B-A876-6FB7-864B6F7804CF}"/>
                  </a:ext>
                </a:extLst>
              </p:cNvPr>
              <p:cNvSpPr/>
              <p:nvPr/>
            </p:nvSpPr>
            <p:spPr>
              <a:xfrm>
                <a:off x="9185500" y="2104049"/>
                <a:ext cx="1537065" cy="184447"/>
              </a:xfrm>
              <a:custGeom>
                <a:avLst/>
                <a:gdLst>
                  <a:gd name="connsiteX0" fmla="*/ 0 w 1537065"/>
                  <a:gd name="connsiteY0" fmla="*/ 0 h 184447"/>
                  <a:gd name="connsiteX1" fmla="*/ 1537065 w 1537065"/>
                  <a:gd name="connsiteY1" fmla="*/ 0 h 184447"/>
                  <a:gd name="connsiteX2" fmla="*/ 1537065 w 1537065"/>
                  <a:gd name="connsiteY2" fmla="*/ 184448 h 184447"/>
                  <a:gd name="connsiteX3" fmla="*/ 0 w 1537065"/>
                  <a:gd name="connsiteY3" fmla="*/ 184448 h 184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7065" h="184447">
                    <a:moveTo>
                      <a:pt x="0" y="0"/>
                    </a:moveTo>
                    <a:lnTo>
                      <a:pt x="1537065" y="0"/>
                    </a:lnTo>
                    <a:lnTo>
                      <a:pt x="1537065" y="184448"/>
                    </a:lnTo>
                    <a:lnTo>
                      <a:pt x="0" y="184448"/>
                    </a:lnTo>
                    <a:close/>
                  </a:path>
                </a:pathLst>
              </a:custGeom>
              <a:noFill/>
              <a:ln w="6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51" name="图片 650">
                <a:extLst>
                  <a:ext uri="{FF2B5EF4-FFF2-40B4-BE49-F238E27FC236}">
                    <a16:creationId xmlns:a16="http://schemas.microsoft.com/office/drawing/2014/main" id="{DADBC75C-2CF5-D3BF-08C8-8901BB4FB4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188574" y="2122494"/>
                <a:ext cx="1524768" cy="166003"/>
              </a:xfrm>
              <a:custGeom>
                <a:avLst/>
                <a:gdLst>
                  <a:gd name="connsiteX0" fmla="*/ -1 w 1524768"/>
                  <a:gd name="connsiteY0" fmla="*/ -1 h 166003"/>
                  <a:gd name="connsiteX1" fmla="*/ 1524768 w 1524768"/>
                  <a:gd name="connsiteY1" fmla="*/ -1 h 166003"/>
                  <a:gd name="connsiteX2" fmla="*/ 1524768 w 1524768"/>
                  <a:gd name="connsiteY2" fmla="*/ 166003 h 166003"/>
                  <a:gd name="connsiteX3" fmla="*/ -1 w 1524768"/>
                  <a:gd name="connsiteY3" fmla="*/ 166003 h 166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4768" h="166003">
                    <a:moveTo>
                      <a:pt x="-1" y="-1"/>
                    </a:moveTo>
                    <a:lnTo>
                      <a:pt x="1524768" y="-1"/>
                    </a:lnTo>
                    <a:lnTo>
                      <a:pt x="1524768" y="166003"/>
                    </a:lnTo>
                    <a:lnTo>
                      <a:pt x="-1" y="166003"/>
                    </a:lnTo>
                    <a:close/>
                  </a:path>
                </a:pathLst>
              </a:custGeom>
            </p:spPr>
          </p:pic>
        </p:grpSp>
        <p:grpSp>
          <p:nvGrpSpPr>
            <p:cNvPr id="652" name="图形 326">
              <a:extLst>
                <a:ext uri="{FF2B5EF4-FFF2-40B4-BE49-F238E27FC236}">
                  <a16:creationId xmlns:a16="http://schemas.microsoft.com/office/drawing/2014/main" id="{9A97F1A3-5443-8518-B2BE-71A0E405E440}"/>
                </a:ext>
              </a:extLst>
            </p:cNvPr>
            <p:cNvGrpSpPr/>
            <p:nvPr/>
          </p:nvGrpSpPr>
          <p:grpSpPr>
            <a:xfrm>
              <a:off x="11435763" y="3518149"/>
              <a:ext cx="756236" cy="196744"/>
              <a:chOff x="11435763" y="3518149"/>
              <a:chExt cx="756236" cy="196744"/>
            </a:xfrm>
            <a:noFill/>
          </p:grpSpPr>
          <p:sp>
            <p:nvSpPr>
              <p:cNvPr id="653" name="任意多边形: 形状 652">
                <a:extLst>
                  <a:ext uri="{FF2B5EF4-FFF2-40B4-BE49-F238E27FC236}">
                    <a16:creationId xmlns:a16="http://schemas.microsoft.com/office/drawing/2014/main" id="{E3F9C6B6-8E6E-1CEA-033B-AEE88D6F6C37}"/>
                  </a:ext>
                </a:extLst>
              </p:cNvPr>
              <p:cNvSpPr/>
              <p:nvPr/>
            </p:nvSpPr>
            <p:spPr>
              <a:xfrm>
                <a:off x="11435763" y="3518149"/>
                <a:ext cx="756236" cy="184447"/>
              </a:xfrm>
              <a:custGeom>
                <a:avLst/>
                <a:gdLst>
                  <a:gd name="connsiteX0" fmla="*/ 0 w 756236"/>
                  <a:gd name="connsiteY0" fmla="*/ 0 h 184447"/>
                  <a:gd name="connsiteX1" fmla="*/ 756236 w 756236"/>
                  <a:gd name="connsiteY1" fmla="*/ 0 h 184447"/>
                  <a:gd name="connsiteX2" fmla="*/ 756236 w 756236"/>
                  <a:gd name="connsiteY2" fmla="*/ 184448 h 184447"/>
                  <a:gd name="connsiteX3" fmla="*/ 0 w 756236"/>
                  <a:gd name="connsiteY3" fmla="*/ 184448 h 184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6236" h="184447">
                    <a:moveTo>
                      <a:pt x="0" y="0"/>
                    </a:moveTo>
                    <a:lnTo>
                      <a:pt x="756236" y="0"/>
                    </a:lnTo>
                    <a:lnTo>
                      <a:pt x="756236" y="184448"/>
                    </a:lnTo>
                    <a:lnTo>
                      <a:pt x="0" y="184448"/>
                    </a:lnTo>
                    <a:close/>
                  </a:path>
                </a:pathLst>
              </a:custGeom>
              <a:noFill/>
              <a:ln w="6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54" name="图片 653">
                <a:extLst>
                  <a:ext uri="{FF2B5EF4-FFF2-40B4-BE49-F238E27FC236}">
                    <a16:creationId xmlns:a16="http://schemas.microsoft.com/office/drawing/2014/main" id="{12379898-D861-B154-8ACF-B6FAC775C5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438838" y="3536594"/>
                <a:ext cx="743939" cy="178299"/>
              </a:xfrm>
              <a:custGeom>
                <a:avLst/>
                <a:gdLst>
                  <a:gd name="connsiteX0" fmla="*/ -1 w 743939"/>
                  <a:gd name="connsiteY0" fmla="*/ -1 h 178299"/>
                  <a:gd name="connsiteX1" fmla="*/ 743939 w 743939"/>
                  <a:gd name="connsiteY1" fmla="*/ -1 h 178299"/>
                  <a:gd name="connsiteX2" fmla="*/ 743939 w 743939"/>
                  <a:gd name="connsiteY2" fmla="*/ 178299 h 178299"/>
                  <a:gd name="connsiteX3" fmla="*/ -1 w 743939"/>
                  <a:gd name="connsiteY3" fmla="*/ 178299 h 178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3939" h="178299">
                    <a:moveTo>
                      <a:pt x="-1" y="-1"/>
                    </a:moveTo>
                    <a:lnTo>
                      <a:pt x="743939" y="-1"/>
                    </a:lnTo>
                    <a:lnTo>
                      <a:pt x="743939" y="178299"/>
                    </a:lnTo>
                    <a:lnTo>
                      <a:pt x="-1" y="178299"/>
                    </a:lnTo>
                    <a:close/>
                  </a:path>
                </a:pathLst>
              </a:custGeom>
            </p:spPr>
          </p:pic>
        </p:grpSp>
      </p:grpSp>
    </p:spTree>
    <p:extLst>
      <p:ext uri="{BB962C8B-B14F-4D97-AF65-F5344CB8AC3E}">
        <p14:creationId xmlns:p14="http://schemas.microsoft.com/office/powerpoint/2010/main" val="3061601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254A8-F3B1-7B27-BF53-90F72E341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062FE39-134E-9595-34DA-283AC963F335}"/>
              </a:ext>
            </a:extLst>
          </p:cNvPr>
          <p:cNvSpPr txBox="1"/>
          <p:nvPr/>
        </p:nvSpPr>
        <p:spPr>
          <a:xfrm>
            <a:off x="3026735" y="1396409"/>
            <a:ext cx="666307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3900" dirty="0"/>
              <a:t>V3.0</a:t>
            </a:r>
            <a:endParaRPr lang="zh-CN" altLang="en-US" sz="23900" dirty="0"/>
          </a:p>
        </p:txBody>
      </p:sp>
    </p:spTree>
    <p:extLst>
      <p:ext uri="{BB962C8B-B14F-4D97-AF65-F5344CB8AC3E}">
        <p14:creationId xmlns:p14="http://schemas.microsoft.com/office/powerpoint/2010/main" val="1115575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022A5-E7A6-9D31-83D4-41E73892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图形 3">
            <a:extLst>
              <a:ext uri="{FF2B5EF4-FFF2-40B4-BE49-F238E27FC236}">
                <a16:creationId xmlns:a16="http://schemas.microsoft.com/office/drawing/2014/main" id="{4D436258-E1F1-D2E4-53B3-2DC2E5C890F2}"/>
              </a:ext>
            </a:extLst>
          </p:cNvPr>
          <p:cNvGrpSpPr/>
          <p:nvPr/>
        </p:nvGrpSpPr>
        <p:grpSpPr>
          <a:xfrm>
            <a:off x="3014662" y="450817"/>
            <a:ext cx="6153150" cy="5940450"/>
            <a:chOff x="3014662" y="450817"/>
            <a:chExt cx="6153150" cy="5940450"/>
          </a:xfrm>
        </p:grpSpPr>
        <p:grpSp>
          <p:nvGrpSpPr>
            <p:cNvPr id="8" name="图形 3">
              <a:extLst>
                <a:ext uri="{FF2B5EF4-FFF2-40B4-BE49-F238E27FC236}">
                  <a16:creationId xmlns:a16="http://schemas.microsoft.com/office/drawing/2014/main" id="{02500242-304A-2AFB-E6C0-769389339CF6}"/>
                </a:ext>
              </a:extLst>
            </p:cNvPr>
            <p:cNvGrpSpPr/>
            <p:nvPr/>
          </p:nvGrpSpPr>
          <p:grpSpPr>
            <a:xfrm>
              <a:off x="3929062" y="5274372"/>
              <a:ext cx="76200" cy="454914"/>
              <a:chOff x="3929062" y="5274372"/>
              <a:chExt cx="76200" cy="454914"/>
            </a:xfrm>
          </p:grpSpPr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3A798F52-A50C-E52B-407E-24D8F9CC7B9A}"/>
                  </a:ext>
                </a:extLst>
              </p:cNvPr>
              <p:cNvSpPr/>
              <p:nvPr/>
            </p:nvSpPr>
            <p:spPr>
              <a:xfrm>
                <a:off x="3967162" y="5331522"/>
                <a:ext cx="9525" cy="397764"/>
              </a:xfrm>
              <a:custGeom>
                <a:avLst/>
                <a:gdLst>
                  <a:gd name="connsiteX0" fmla="*/ 0 w 9525"/>
                  <a:gd name="connsiteY0" fmla="*/ 397764 h 397764"/>
                  <a:gd name="connsiteX1" fmla="*/ 0 w 9525"/>
                  <a:gd name="connsiteY1" fmla="*/ 0 h 397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397764">
                    <a:moveTo>
                      <a:pt x="0" y="397764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638C94FC-0C21-9107-9CA8-69BB6957C469}"/>
                  </a:ext>
                </a:extLst>
              </p:cNvPr>
              <p:cNvSpPr/>
              <p:nvPr/>
            </p:nvSpPr>
            <p:spPr>
              <a:xfrm>
                <a:off x="3929062" y="5274372"/>
                <a:ext cx="76200" cy="76200"/>
              </a:xfrm>
              <a:custGeom>
                <a:avLst/>
                <a:gdLst>
                  <a:gd name="connsiteX0" fmla="*/ 38100 w 76200"/>
                  <a:gd name="connsiteY0" fmla="*/ 0 h 76200"/>
                  <a:gd name="connsiteX1" fmla="*/ 76200 w 76200"/>
                  <a:gd name="connsiteY1" fmla="*/ 76200 h 76200"/>
                  <a:gd name="connsiteX2" fmla="*/ 38100 w 76200"/>
                  <a:gd name="connsiteY2" fmla="*/ 57150 h 76200"/>
                  <a:gd name="connsiteX3" fmla="*/ 0 w 76200"/>
                  <a:gd name="connsiteY3" fmla="*/ 7620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38100" y="0"/>
                    </a:moveTo>
                    <a:lnTo>
                      <a:pt x="76200" y="76200"/>
                    </a:lnTo>
                    <a:lnTo>
                      <a:pt x="38100" y="5715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A133CF91-450A-9D41-C63F-CFF186278284}"/>
                </a:ext>
              </a:extLst>
            </p:cNvPr>
            <p:cNvSpPr/>
            <p:nvPr/>
          </p:nvSpPr>
          <p:spPr>
            <a:xfrm>
              <a:off x="3642359" y="5724524"/>
              <a:ext cx="646747" cy="666743"/>
            </a:xfrm>
            <a:custGeom>
              <a:avLst/>
              <a:gdLst>
                <a:gd name="connsiteX0" fmla="*/ 412009 w 646747"/>
                <a:gd name="connsiteY0" fmla="*/ 77 h 666743"/>
                <a:gd name="connsiteX1" fmla="*/ 454394 w 646747"/>
                <a:gd name="connsiteY1" fmla="*/ 17612 h 666743"/>
                <a:gd name="connsiteX2" fmla="*/ 576556 w 646747"/>
                <a:gd name="connsiteY2" fmla="*/ 139514 h 666743"/>
                <a:gd name="connsiteX3" fmla="*/ 594171 w 646747"/>
                <a:gd name="connsiteY3" fmla="*/ 181986 h 666743"/>
                <a:gd name="connsiteX4" fmla="*/ 594171 w 646747"/>
                <a:gd name="connsiteY4" fmla="*/ 260529 h 666743"/>
                <a:gd name="connsiteX5" fmla="*/ 646331 w 646747"/>
                <a:gd name="connsiteY5" fmla="*/ 312676 h 666743"/>
                <a:gd name="connsiteX6" fmla="*/ 646331 w 646747"/>
                <a:gd name="connsiteY6" fmla="*/ 520902 h 666743"/>
                <a:gd name="connsiteX7" fmla="*/ 595832 w 646747"/>
                <a:gd name="connsiteY7" fmla="*/ 573035 h 666743"/>
                <a:gd name="connsiteX8" fmla="*/ 594171 w 646747"/>
                <a:gd name="connsiteY8" fmla="*/ 573055 h 666743"/>
                <a:gd name="connsiteX9" fmla="*/ 594171 w 646747"/>
                <a:gd name="connsiteY9" fmla="*/ 604312 h 666743"/>
                <a:gd name="connsiteX10" fmla="*/ 531584 w 646747"/>
                <a:gd name="connsiteY10" fmla="*/ 666820 h 666743"/>
                <a:gd name="connsiteX11" fmla="*/ 114331 w 646747"/>
                <a:gd name="connsiteY11" fmla="*/ 666820 h 666743"/>
                <a:gd name="connsiteX12" fmla="*/ 51744 w 646747"/>
                <a:gd name="connsiteY12" fmla="*/ 604312 h 666743"/>
                <a:gd name="connsiteX13" fmla="*/ 51744 w 646747"/>
                <a:gd name="connsiteY13" fmla="*/ 573055 h 666743"/>
                <a:gd name="connsiteX14" fmla="*/ -416 w 646747"/>
                <a:gd name="connsiteY14" fmla="*/ 520908 h 666743"/>
                <a:gd name="connsiteX15" fmla="*/ -416 w 646747"/>
                <a:gd name="connsiteY15" fmla="*/ 312682 h 666743"/>
                <a:gd name="connsiteX16" fmla="*/ 50083 w 646747"/>
                <a:gd name="connsiteY16" fmla="*/ 260549 h 666743"/>
                <a:gd name="connsiteX17" fmla="*/ 51744 w 646747"/>
                <a:gd name="connsiteY17" fmla="*/ 260522 h 666743"/>
                <a:gd name="connsiteX18" fmla="*/ 51744 w 646747"/>
                <a:gd name="connsiteY18" fmla="*/ 62584 h 666743"/>
                <a:gd name="connsiteX19" fmla="*/ 114331 w 646747"/>
                <a:gd name="connsiteY19" fmla="*/ 77 h 666743"/>
                <a:gd name="connsiteX20" fmla="*/ 412009 w 646747"/>
                <a:gd name="connsiteY20" fmla="*/ 77 h 666743"/>
                <a:gd name="connsiteX21" fmla="*/ 531584 w 646747"/>
                <a:gd name="connsiteY21" fmla="*/ 573061 h 666743"/>
                <a:gd name="connsiteX22" fmla="*/ 114331 w 646747"/>
                <a:gd name="connsiteY22" fmla="*/ 573061 h 666743"/>
                <a:gd name="connsiteX23" fmla="*/ 114331 w 646747"/>
                <a:gd name="connsiteY23" fmla="*/ 584316 h 666743"/>
                <a:gd name="connsiteX24" fmla="*/ 134334 w 646747"/>
                <a:gd name="connsiteY24" fmla="*/ 604319 h 666743"/>
                <a:gd name="connsiteX25" fmla="*/ 511581 w 646747"/>
                <a:gd name="connsiteY25" fmla="*/ 604319 h 666743"/>
                <a:gd name="connsiteX26" fmla="*/ 531584 w 646747"/>
                <a:gd name="connsiteY26" fmla="*/ 584316 h 666743"/>
                <a:gd name="connsiteX27" fmla="*/ 531584 w 646747"/>
                <a:gd name="connsiteY27" fmla="*/ 573061 h 666743"/>
                <a:gd name="connsiteX28" fmla="*/ 314956 w 646747"/>
                <a:gd name="connsiteY28" fmla="*/ 361962 h 666743"/>
                <a:gd name="connsiteX29" fmla="*/ 287340 w 646747"/>
                <a:gd name="connsiteY29" fmla="*/ 368043 h 666743"/>
                <a:gd name="connsiteX30" fmla="*/ 266317 w 646747"/>
                <a:gd name="connsiteY30" fmla="*/ 386425 h 666743"/>
                <a:gd name="connsiteX31" fmla="*/ 257716 w 646747"/>
                <a:gd name="connsiteY31" fmla="*/ 404374 h 666743"/>
                <a:gd name="connsiteX32" fmla="*/ 254676 w 646747"/>
                <a:gd name="connsiteY32" fmla="*/ 425836 h 666743"/>
                <a:gd name="connsiteX33" fmla="*/ 266870 w 646747"/>
                <a:gd name="connsiteY33" fmla="*/ 459054 h 666743"/>
                <a:gd name="connsiteX34" fmla="*/ 300821 w 646747"/>
                <a:gd name="connsiteY34" fmla="*/ 471035 h 666743"/>
                <a:gd name="connsiteX35" fmla="*/ 327445 w 646747"/>
                <a:gd name="connsiteY35" fmla="*/ 465061 h 666743"/>
                <a:gd name="connsiteX36" fmla="*/ 347994 w 646747"/>
                <a:gd name="connsiteY36" fmla="*/ 447739 h 666743"/>
                <a:gd name="connsiteX37" fmla="*/ 357442 w 646747"/>
                <a:gd name="connsiteY37" fmla="*/ 428730 h 666743"/>
                <a:gd name="connsiteX38" fmla="*/ 360889 w 646747"/>
                <a:gd name="connsiteY38" fmla="*/ 406647 h 666743"/>
                <a:gd name="connsiteX39" fmla="*/ 348727 w 646747"/>
                <a:gd name="connsiteY39" fmla="*/ 373790 h 666743"/>
                <a:gd name="connsiteX40" fmla="*/ 314956 w 646747"/>
                <a:gd name="connsiteY40" fmla="*/ 361962 h 666743"/>
                <a:gd name="connsiteX41" fmla="*/ 440806 w 646747"/>
                <a:gd name="connsiteY41" fmla="*/ 361815 h 666743"/>
                <a:gd name="connsiteX42" fmla="*/ 409602 w 646747"/>
                <a:gd name="connsiteY42" fmla="*/ 366429 h 666743"/>
                <a:gd name="connsiteX43" fmla="*/ 387259 w 646747"/>
                <a:gd name="connsiteY43" fmla="*/ 381004 h 666743"/>
                <a:gd name="connsiteX44" fmla="*/ 375724 w 646747"/>
                <a:gd name="connsiteY44" fmla="*/ 399060 h 666743"/>
                <a:gd name="connsiteX45" fmla="*/ 371804 w 646747"/>
                <a:gd name="connsiteY45" fmla="*/ 421223 h 666743"/>
                <a:gd name="connsiteX46" fmla="*/ 385719 w 646747"/>
                <a:gd name="connsiteY46" fmla="*/ 457627 h 666743"/>
                <a:gd name="connsiteX47" fmla="*/ 424910 w 646747"/>
                <a:gd name="connsiteY47" fmla="*/ 470595 h 666743"/>
                <a:gd name="connsiteX48" fmla="*/ 444179 w 646747"/>
                <a:gd name="connsiteY48" fmla="*/ 469309 h 666743"/>
                <a:gd name="connsiteX49" fmla="*/ 460728 w 646747"/>
                <a:gd name="connsiteY49" fmla="*/ 465468 h 666743"/>
                <a:gd name="connsiteX50" fmla="*/ 473036 w 646747"/>
                <a:gd name="connsiteY50" fmla="*/ 407887 h 666743"/>
                <a:gd name="connsiteX51" fmla="*/ 429671 w 646747"/>
                <a:gd name="connsiteY51" fmla="*/ 407887 h 666743"/>
                <a:gd name="connsiteX52" fmla="*/ 425637 w 646747"/>
                <a:gd name="connsiteY52" fmla="*/ 426797 h 666743"/>
                <a:gd name="connsiteX53" fmla="*/ 442772 w 646747"/>
                <a:gd name="connsiteY53" fmla="*/ 426797 h 666743"/>
                <a:gd name="connsiteX54" fmla="*/ 438085 w 646747"/>
                <a:gd name="connsiteY54" fmla="*/ 448553 h 666743"/>
                <a:gd name="connsiteX55" fmla="*/ 432224 w 646747"/>
                <a:gd name="connsiteY55" fmla="*/ 449759 h 666743"/>
                <a:gd name="connsiteX56" fmla="*/ 426957 w 646747"/>
                <a:gd name="connsiteY56" fmla="*/ 450159 h 666743"/>
                <a:gd name="connsiteX57" fmla="*/ 407175 w 646747"/>
                <a:gd name="connsiteY57" fmla="*/ 442545 h 666743"/>
                <a:gd name="connsiteX58" fmla="*/ 399994 w 646747"/>
                <a:gd name="connsiteY58" fmla="*/ 421523 h 666743"/>
                <a:gd name="connsiteX59" fmla="*/ 411715 w 646747"/>
                <a:gd name="connsiteY59" fmla="*/ 392586 h 666743"/>
                <a:gd name="connsiteX60" fmla="*/ 444093 w 646747"/>
                <a:gd name="connsiteY60" fmla="*/ 382038 h 666743"/>
                <a:gd name="connsiteX61" fmla="*/ 457168 w 646747"/>
                <a:gd name="connsiteY61" fmla="*/ 383611 h 666743"/>
                <a:gd name="connsiteX62" fmla="*/ 469296 w 646747"/>
                <a:gd name="connsiteY62" fmla="*/ 388338 h 666743"/>
                <a:gd name="connsiteX63" fmla="*/ 475297 w 646747"/>
                <a:gd name="connsiteY63" fmla="*/ 366949 h 666743"/>
                <a:gd name="connsiteX64" fmla="*/ 458814 w 646747"/>
                <a:gd name="connsiteY64" fmla="*/ 363069 h 666743"/>
                <a:gd name="connsiteX65" fmla="*/ 440799 w 646747"/>
                <a:gd name="connsiteY65" fmla="*/ 361822 h 666743"/>
                <a:gd name="connsiteX66" fmla="*/ 216578 w 646747"/>
                <a:gd name="connsiteY66" fmla="*/ 364375 h 666743"/>
                <a:gd name="connsiteX67" fmla="*/ 188527 w 646747"/>
                <a:gd name="connsiteY67" fmla="*/ 364375 h 666743"/>
                <a:gd name="connsiteX68" fmla="*/ 166331 w 646747"/>
                <a:gd name="connsiteY68" fmla="*/ 468468 h 666743"/>
                <a:gd name="connsiteX69" fmla="*/ 237240 w 646747"/>
                <a:gd name="connsiteY69" fmla="*/ 468468 h 666743"/>
                <a:gd name="connsiteX70" fmla="*/ 241774 w 646747"/>
                <a:gd name="connsiteY70" fmla="*/ 447732 h 666743"/>
                <a:gd name="connsiteX71" fmla="*/ 198709 w 646747"/>
                <a:gd name="connsiteY71" fmla="*/ 447732 h 666743"/>
                <a:gd name="connsiteX72" fmla="*/ 216578 w 646747"/>
                <a:gd name="connsiteY72" fmla="*/ 364375 h 666743"/>
                <a:gd name="connsiteX73" fmla="*/ 313123 w 646747"/>
                <a:gd name="connsiteY73" fmla="*/ 381297 h 666743"/>
                <a:gd name="connsiteX74" fmla="*/ 327191 w 646747"/>
                <a:gd name="connsiteY74" fmla="*/ 387525 h 666743"/>
                <a:gd name="connsiteX75" fmla="*/ 332172 w 646747"/>
                <a:gd name="connsiteY75" fmla="*/ 405180 h 666743"/>
                <a:gd name="connsiteX76" fmla="*/ 329905 w 646747"/>
                <a:gd name="connsiteY76" fmla="*/ 421583 h 666743"/>
                <a:gd name="connsiteX77" fmla="*/ 323971 w 646747"/>
                <a:gd name="connsiteY77" fmla="*/ 435798 h 666743"/>
                <a:gd name="connsiteX78" fmla="*/ 313570 w 646747"/>
                <a:gd name="connsiteY78" fmla="*/ 446972 h 666743"/>
                <a:gd name="connsiteX79" fmla="*/ 301768 w 646747"/>
                <a:gd name="connsiteY79" fmla="*/ 450593 h 666743"/>
                <a:gd name="connsiteX80" fmla="*/ 287926 w 646747"/>
                <a:gd name="connsiteY80" fmla="*/ 444259 h 666743"/>
                <a:gd name="connsiteX81" fmla="*/ 282872 w 646747"/>
                <a:gd name="connsiteY81" fmla="*/ 426937 h 666743"/>
                <a:gd name="connsiteX82" fmla="*/ 285139 w 646747"/>
                <a:gd name="connsiteY82" fmla="*/ 410414 h 666743"/>
                <a:gd name="connsiteX83" fmla="*/ 291074 w 646747"/>
                <a:gd name="connsiteY83" fmla="*/ 396026 h 666743"/>
                <a:gd name="connsiteX84" fmla="*/ 301148 w 646747"/>
                <a:gd name="connsiteY84" fmla="*/ 385038 h 666743"/>
                <a:gd name="connsiteX85" fmla="*/ 313130 w 646747"/>
                <a:gd name="connsiteY85" fmla="*/ 381304 h 666743"/>
                <a:gd name="connsiteX86" fmla="*/ 382358 w 646747"/>
                <a:gd name="connsiteY86" fmla="*/ 57584 h 666743"/>
                <a:gd name="connsiteX87" fmla="*/ 134334 w 646747"/>
                <a:gd name="connsiteY87" fmla="*/ 57584 h 666743"/>
                <a:gd name="connsiteX88" fmla="*/ 114331 w 646747"/>
                <a:gd name="connsiteY88" fmla="*/ 77586 h 666743"/>
                <a:gd name="connsiteX89" fmla="*/ 114331 w 646747"/>
                <a:gd name="connsiteY89" fmla="*/ 260522 h 666743"/>
                <a:gd name="connsiteX90" fmla="*/ 531584 w 646747"/>
                <a:gd name="connsiteY90" fmla="*/ 260522 h 666743"/>
                <a:gd name="connsiteX91" fmla="*/ 531584 w 646747"/>
                <a:gd name="connsiteY91" fmla="*/ 207416 h 666743"/>
                <a:gd name="connsiteX92" fmla="*/ 442379 w 646747"/>
                <a:gd name="connsiteY92" fmla="*/ 207416 h 666743"/>
                <a:gd name="connsiteX93" fmla="*/ 382372 w 646747"/>
                <a:gd name="connsiteY93" fmla="*/ 147408 h 666743"/>
                <a:gd name="connsiteX94" fmla="*/ 382352 w 646747"/>
                <a:gd name="connsiteY94" fmla="*/ 57584 h 666743"/>
                <a:gd name="connsiteX95" fmla="*/ 444946 w 646747"/>
                <a:gd name="connsiteY95" fmla="*/ 96549 h 666743"/>
                <a:gd name="connsiteX96" fmla="*/ 444946 w 646747"/>
                <a:gd name="connsiteY96" fmla="*/ 134907 h 666743"/>
                <a:gd name="connsiteX97" fmla="*/ 454947 w 646747"/>
                <a:gd name="connsiteY97" fmla="*/ 144908 h 666743"/>
                <a:gd name="connsiteX98" fmla="*/ 493419 w 646747"/>
                <a:gd name="connsiteY98" fmla="*/ 144908 h 666743"/>
                <a:gd name="connsiteX99" fmla="*/ 444946 w 646747"/>
                <a:gd name="connsiteY99" fmla="*/ 96549 h 66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646747" h="666743">
                  <a:moveTo>
                    <a:pt x="412009" y="77"/>
                  </a:moveTo>
                  <a:cubicBezTo>
                    <a:pt x="427902" y="78"/>
                    <a:pt x="443145" y="6385"/>
                    <a:pt x="454394" y="17612"/>
                  </a:cubicBezTo>
                  <a:lnTo>
                    <a:pt x="576556" y="139514"/>
                  </a:lnTo>
                  <a:cubicBezTo>
                    <a:pt x="587834" y="150771"/>
                    <a:pt x="594172" y="166051"/>
                    <a:pt x="594171" y="181986"/>
                  </a:cubicBezTo>
                  <a:lnTo>
                    <a:pt x="594171" y="260529"/>
                  </a:lnTo>
                  <a:cubicBezTo>
                    <a:pt x="622973" y="260529"/>
                    <a:pt x="646324" y="283874"/>
                    <a:pt x="646331" y="312676"/>
                  </a:cubicBezTo>
                  <a:lnTo>
                    <a:pt x="646331" y="520902"/>
                  </a:lnTo>
                  <a:cubicBezTo>
                    <a:pt x="646331" y="549062"/>
                    <a:pt x="623978" y="572138"/>
                    <a:pt x="595832" y="573035"/>
                  </a:cubicBezTo>
                  <a:lnTo>
                    <a:pt x="594171" y="573055"/>
                  </a:lnTo>
                  <a:lnTo>
                    <a:pt x="594171" y="604312"/>
                  </a:lnTo>
                  <a:cubicBezTo>
                    <a:pt x="594171" y="638836"/>
                    <a:pt x="566155" y="666820"/>
                    <a:pt x="531584" y="666820"/>
                  </a:cubicBezTo>
                  <a:lnTo>
                    <a:pt x="114331" y="666820"/>
                  </a:lnTo>
                  <a:cubicBezTo>
                    <a:pt x="79760" y="666820"/>
                    <a:pt x="51744" y="638836"/>
                    <a:pt x="51744" y="604312"/>
                  </a:cubicBezTo>
                  <a:lnTo>
                    <a:pt x="51744" y="573055"/>
                  </a:lnTo>
                  <a:cubicBezTo>
                    <a:pt x="22942" y="573055"/>
                    <a:pt x="-409" y="549710"/>
                    <a:pt x="-416" y="520908"/>
                  </a:cubicBezTo>
                  <a:lnTo>
                    <a:pt x="-416" y="312682"/>
                  </a:lnTo>
                  <a:cubicBezTo>
                    <a:pt x="-416" y="284522"/>
                    <a:pt x="21937" y="261445"/>
                    <a:pt x="50083" y="260549"/>
                  </a:cubicBezTo>
                  <a:lnTo>
                    <a:pt x="51744" y="260522"/>
                  </a:lnTo>
                  <a:lnTo>
                    <a:pt x="51744" y="62584"/>
                  </a:lnTo>
                  <a:cubicBezTo>
                    <a:pt x="51744" y="28060"/>
                    <a:pt x="79760" y="77"/>
                    <a:pt x="114331" y="77"/>
                  </a:cubicBezTo>
                  <a:lnTo>
                    <a:pt x="412009" y="77"/>
                  </a:lnTo>
                  <a:close/>
                  <a:moveTo>
                    <a:pt x="531584" y="573061"/>
                  </a:moveTo>
                  <a:lnTo>
                    <a:pt x="114331" y="573061"/>
                  </a:lnTo>
                  <a:lnTo>
                    <a:pt x="114331" y="584316"/>
                  </a:lnTo>
                  <a:cubicBezTo>
                    <a:pt x="114331" y="595363"/>
                    <a:pt x="123287" y="604319"/>
                    <a:pt x="134334" y="604319"/>
                  </a:cubicBezTo>
                  <a:lnTo>
                    <a:pt x="511581" y="604319"/>
                  </a:lnTo>
                  <a:cubicBezTo>
                    <a:pt x="522628" y="604319"/>
                    <a:pt x="531584" y="595363"/>
                    <a:pt x="531584" y="584316"/>
                  </a:cubicBezTo>
                  <a:lnTo>
                    <a:pt x="531584" y="573061"/>
                  </a:lnTo>
                  <a:close/>
                  <a:moveTo>
                    <a:pt x="314956" y="361962"/>
                  </a:moveTo>
                  <a:cubicBezTo>
                    <a:pt x="304609" y="361962"/>
                    <a:pt x="295401" y="363989"/>
                    <a:pt x="287340" y="368043"/>
                  </a:cubicBezTo>
                  <a:cubicBezTo>
                    <a:pt x="279285" y="372096"/>
                    <a:pt x="272271" y="378224"/>
                    <a:pt x="266317" y="386425"/>
                  </a:cubicBezTo>
                  <a:cubicBezTo>
                    <a:pt x="262610" y="391505"/>
                    <a:pt x="259736" y="397493"/>
                    <a:pt x="257716" y="404374"/>
                  </a:cubicBezTo>
                  <a:cubicBezTo>
                    <a:pt x="255677" y="411345"/>
                    <a:pt x="254653" y="418573"/>
                    <a:pt x="254676" y="425836"/>
                  </a:cubicBezTo>
                  <a:cubicBezTo>
                    <a:pt x="254676" y="439998"/>
                    <a:pt x="258743" y="451073"/>
                    <a:pt x="266870" y="459054"/>
                  </a:cubicBezTo>
                  <a:cubicBezTo>
                    <a:pt x="275005" y="467042"/>
                    <a:pt x="286320" y="471035"/>
                    <a:pt x="300821" y="471035"/>
                  </a:cubicBezTo>
                  <a:cubicBezTo>
                    <a:pt x="310536" y="471035"/>
                    <a:pt x="319417" y="469042"/>
                    <a:pt x="327445" y="465061"/>
                  </a:cubicBezTo>
                  <a:cubicBezTo>
                    <a:pt x="335479" y="461081"/>
                    <a:pt x="342333" y="455307"/>
                    <a:pt x="347994" y="447739"/>
                  </a:cubicBezTo>
                  <a:cubicBezTo>
                    <a:pt x="351994" y="442318"/>
                    <a:pt x="355148" y="435984"/>
                    <a:pt x="357442" y="428730"/>
                  </a:cubicBezTo>
                  <a:cubicBezTo>
                    <a:pt x="359742" y="421476"/>
                    <a:pt x="360889" y="414115"/>
                    <a:pt x="360889" y="406647"/>
                  </a:cubicBezTo>
                  <a:cubicBezTo>
                    <a:pt x="360889" y="392632"/>
                    <a:pt x="356835" y="381678"/>
                    <a:pt x="348727" y="373790"/>
                  </a:cubicBezTo>
                  <a:cubicBezTo>
                    <a:pt x="340620" y="365902"/>
                    <a:pt x="329365" y="361962"/>
                    <a:pt x="314956" y="361962"/>
                  </a:cubicBezTo>
                  <a:close/>
                  <a:moveTo>
                    <a:pt x="440806" y="361815"/>
                  </a:moveTo>
                  <a:cubicBezTo>
                    <a:pt x="428544" y="361815"/>
                    <a:pt x="418143" y="363349"/>
                    <a:pt x="409602" y="366429"/>
                  </a:cubicBezTo>
                  <a:cubicBezTo>
                    <a:pt x="401114" y="369467"/>
                    <a:pt x="393460" y="374460"/>
                    <a:pt x="387259" y="381004"/>
                  </a:cubicBezTo>
                  <a:cubicBezTo>
                    <a:pt x="382198" y="386154"/>
                    <a:pt x="378269" y="392303"/>
                    <a:pt x="375724" y="399060"/>
                  </a:cubicBezTo>
                  <a:cubicBezTo>
                    <a:pt x="373070" y="406145"/>
                    <a:pt x="371741" y="413657"/>
                    <a:pt x="371804" y="421223"/>
                  </a:cubicBezTo>
                  <a:cubicBezTo>
                    <a:pt x="371804" y="436851"/>
                    <a:pt x="376438" y="448986"/>
                    <a:pt x="385719" y="457627"/>
                  </a:cubicBezTo>
                  <a:cubicBezTo>
                    <a:pt x="395000" y="466268"/>
                    <a:pt x="408055" y="470595"/>
                    <a:pt x="424910" y="470595"/>
                  </a:cubicBezTo>
                  <a:cubicBezTo>
                    <a:pt x="431891" y="470595"/>
                    <a:pt x="438312" y="470169"/>
                    <a:pt x="444179" y="469309"/>
                  </a:cubicBezTo>
                  <a:cubicBezTo>
                    <a:pt x="449797" y="468511"/>
                    <a:pt x="455334" y="467226"/>
                    <a:pt x="460728" y="465468"/>
                  </a:cubicBezTo>
                  <a:lnTo>
                    <a:pt x="473036" y="407887"/>
                  </a:lnTo>
                  <a:lnTo>
                    <a:pt x="429671" y="407887"/>
                  </a:lnTo>
                  <a:lnTo>
                    <a:pt x="425637" y="426797"/>
                  </a:lnTo>
                  <a:lnTo>
                    <a:pt x="442772" y="426797"/>
                  </a:lnTo>
                  <a:lnTo>
                    <a:pt x="438085" y="448553"/>
                  </a:lnTo>
                  <a:cubicBezTo>
                    <a:pt x="436154" y="449055"/>
                    <a:pt x="434197" y="449457"/>
                    <a:pt x="432224" y="449759"/>
                  </a:cubicBezTo>
                  <a:cubicBezTo>
                    <a:pt x="430424" y="450026"/>
                    <a:pt x="428664" y="450159"/>
                    <a:pt x="426957" y="450159"/>
                  </a:cubicBezTo>
                  <a:cubicBezTo>
                    <a:pt x="418556" y="450159"/>
                    <a:pt x="411955" y="447626"/>
                    <a:pt x="407175" y="442545"/>
                  </a:cubicBezTo>
                  <a:cubicBezTo>
                    <a:pt x="402387" y="437465"/>
                    <a:pt x="399994" y="430457"/>
                    <a:pt x="399994" y="421523"/>
                  </a:cubicBezTo>
                  <a:cubicBezTo>
                    <a:pt x="399994" y="409261"/>
                    <a:pt x="403901" y="399620"/>
                    <a:pt x="411715" y="392586"/>
                  </a:cubicBezTo>
                  <a:cubicBezTo>
                    <a:pt x="419530" y="385558"/>
                    <a:pt x="430318" y="382038"/>
                    <a:pt x="444093" y="382038"/>
                  </a:cubicBezTo>
                  <a:cubicBezTo>
                    <a:pt x="448633" y="382038"/>
                    <a:pt x="452994" y="382564"/>
                    <a:pt x="457168" y="383611"/>
                  </a:cubicBezTo>
                  <a:cubicBezTo>
                    <a:pt x="461390" y="384679"/>
                    <a:pt x="465464" y="386267"/>
                    <a:pt x="469296" y="388338"/>
                  </a:cubicBezTo>
                  <a:lnTo>
                    <a:pt x="475297" y="366949"/>
                  </a:lnTo>
                  <a:cubicBezTo>
                    <a:pt x="469928" y="365169"/>
                    <a:pt x="464413" y="363871"/>
                    <a:pt x="458814" y="363069"/>
                  </a:cubicBezTo>
                  <a:cubicBezTo>
                    <a:pt x="452847" y="362220"/>
                    <a:pt x="446826" y="361804"/>
                    <a:pt x="440799" y="361822"/>
                  </a:cubicBezTo>
                  <a:close/>
                  <a:moveTo>
                    <a:pt x="216578" y="364375"/>
                  </a:moveTo>
                  <a:lnTo>
                    <a:pt x="188527" y="364375"/>
                  </a:lnTo>
                  <a:lnTo>
                    <a:pt x="166331" y="468468"/>
                  </a:lnTo>
                  <a:lnTo>
                    <a:pt x="237240" y="468468"/>
                  </a:lnTo>
                  <a:lnTo>
                    <a:pt x="241774" y="447732"/>
                  </a:lnTo>
                  <a:lnTo>
                    <a:pt x="198709" y="447732"/>
                  </a:lnTo>
                  <a:lnTo>
                    <a:pt x="216578" y="364375"/>
                  </a:lnTo>
                  <a:close/>
                  <a:moveTo>
                    <a:pt x="313123" y="381297"/>
                  </a:moveTo>
                  <a:cubicBezTo>
                    <a:pt x="319184" y="381297"/>
                    <a:pt x="323871" y="383378"/>
                    <a:pt x="327191" y="387525"/>
                  </a:cubicBezTo>
                  <a:cubicBezTo>
                    <a:pt x="330512" y="391679"/>
                    <a:pt x="332172" y="397560"/>
                    <a:pt x="332172" y="405180"/>
                  </a:cubicBezTo>
                  <a:cubicBezTo>
                    <a:pt x="332172" y="410501"/>
                    <a:pt x="331419" y="415975"/>
                    <a:pt x="329905" y="421583"/>
                  </a:cubicBezTo>
                  <a:cubicBezTo>
                    <a:pt x="328385" y="427203"/>
                    <a:pt x="326411" y="431944"/>
                    <a:pt x="323971" y="435798"/>
                  </a:cubicBezTo>
                  <a:cubicBezTo>
                    <a:pt x="320651" y="440832"/>
                    <a:pt x="317183" y="444552"/>
                    <a:pt x="313570" y="446972"/>
                  </a:cubicBezTo>
                  <a:cubicBezTo>
                    <a:pt x="310093" y="449346"/>
                    <a:pt x="305978" y="450609"/>
                    <a:pt x="301768" y="450593"/>
                  </a:cubicBezTo>
                  <a:cubicBezTo>
                    <a:pt x="295914" y="450593"/>
                    <a:pt x="291300" y="448486"/>
                    <a:pt x="287926" y="444259"/>
                  </a:cubicBezTo>
                  <a:cubicBezTo>
                    <a:pt x="284559" y="440038"/>
                    <a:pt x="282872" y="434257"/>
                    <a:pt x="282872" y="426937"/>
                  </a:cubicBezTo>
                  <a:cubicBezTo>
                    <a:pt x="282872" y="421563"/>
                    <a:pt x="283633" y="416055"/>
                    <a:pt x="285139" y="410414"/>
                  </a:cubicBezTo>
                  <a:cubicBezTo>
                    <a:pt x="286660" y="404774"/>
                    <a:pt x="288640" y="399980"/>
                    <a:pt x="291074" y="396026"/>
                  </a:cubicBezTo>
                  <a:cubicBezTo>
                    <a:pt x="294061" y="391185"/>
                    <a:pt x="297414" y="387525"/>
                    <a:pt x="301148" y="385038"/>
                  </a:cubicBezTo>
                  <a:cubicBezTo>
                    <a:pt x="304674" y="382613"/>
                    <a:pt x="308851" y="381311"/>
                    <a:pt x="313130" y="381304"/>
                  </a:cubicBezTo>
                  <a:close/>
                  <a:moveTo>
                    <a:pt x="382358" y="57584"/>
                  </a:moveTo>
                  <a:lnTo>
                    <a:pt x="134334" y="57584"/>
                  </a:lnTo>
                  <a:cubicBezTo>
                    <a:pt x="123287" y="57584"/>
                    <a:pt x="114331" y="66539"/>
                    <a:pt x="114331" y="77586"/>
                  </a:cubicBezTo>
                  <a:lnTo>
                    <a:pt x="114331" y="260522"/>
                  </a:lnTo>
                  <a:lnTo>
                    <a:pt x="531584" y="260522"/>
                  </a:lnTo>
                  <a:lnTo>
                    <a:pt x="531584" y="207416"/>
                  </a:lnTo>
                  <a:lnTo>
                    <a:pt x="442379" y="207416"/>
                  </a:lnTo>
                  <a:cubicBezTo>
                    <a:pt x="409242" y="207409"/>
                    <a:pt x="382378" y="180546"/>
                    <a:pt x="382372" y="147408"/>
                  </a:cubicBezTo>
                  <a:lnTo>
                    <a:pt x="382352" y="57584"/>
                  </a:lnTo>
                  <a:close/>
                  <a:moveTo>
                    <a:pt x="444946" y="96549"/>
                  </a:moveTo>
                  <a:lnTo>
                    <a:pt x="444946" y="134907"/>
                  </a:lnTo>
                  <a:cubicBezTo>
                    <a:pt x="444946" y="140430"/>
                    <a:pt x="449424" y="144908"/>
                    <a:pt x="454947" y="144908"/>
                  </a:cubicBezTo>
                  <a:lnTo>
                    <a:pt x="493419" y="144908"/>
                  </a:lnTo>
                  <a:lnTo>
                    <a:pt x="444946" y="96549"/>
                  </a:lnTo>
                  <a:close/>
                </a:path>
              </a:pathLst>
            </a:custGeom>
            <a:solidFill>
              <a:srgbClr val="2C2C2C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2" name="图形 3">
              <a:extLst>
                <a:ext uri="{FF2B5EF4-FFF2-40B4-BE49-F238E27FC236}">
                  <a16:creationId xmlns:a16="http://schemas.microsoft.com/office/drawing/2014/main" id="{5E39FEF0-D7C3-B1ED-F454-9F8BBB7308C1}"/>
                </a:ext>
              </a:extLst>
            </p:cNvPr>
            <p:cNvGrpSpPr/>
            <p:nvPr/>
          </p:nvGrpSpPr>
          <p:grpSpPr>
            <a:xfrm>
              <a:off x="6072187" y="4131372"/>
              <a:ext cx="76200" cy="1597914"/>
              <a:chOff x="6072187" y="4131372"/>
              <a:chExt cx="76200" cy="1597914"/>
            </a:xfrm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658B2AD2-9ED0-E515-EAB4-2AA2C41D448B}"/>
                  </a:ext>
                </a:extLst>
              </p:cNvPr>
              <p:cNvSpPr/>
              <p:nvPr/>
            </p:nvSpPr>
            <p:spPr>
              <a:xfrm>
                <a:off x="6110287" y="4188522"/>
                <a:ext cx="9525" cy="1540764"/>
              </a:xfrm>
              <a:custGeom>
                <a:avLst/>
                <a:gdLst>
                  <a:gd name="connsiteX0" fmla="*/ 0 w 9525"/>
                  <a:gd name="connsiteY0" fmla="*/ 1540764 h 1540764"/>
                  <a:gd name="connsiteX1" fmla="*/ 0 w 9525"/>
                  <a:gd name="connsiteY1" fmla="*/ 0 h 1540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1540764">
                    <a:moveTo>
                      <a:pt x="0" y="1540764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62B9DC88-6328-97E2-2162-29C244B2AE1B}"/>
                  </a:ext>
                </a:extLst>
              </p:cNvPr>
              <p:cNvSpPr/>
              <p:nvPr/>
            </p:nvSpPr>
            <p:spPr>
              <a:xfrm>
                <a:off x="6072187" y="4131372"/>
                <a:ext cx="76200" cy="76200"/>
              </a:xfrm>
              <a:custGeom>
                <a:avLst/>
                <a:gdLst>
                  <a:gd name="connsiteX0" fmla="*/ 38100 w 76200"/>
                  <a:gd name="connsiteY0" fmla="*/ 0 h 76200"/>
                  <a:gd name="connsiteX1" fmla="*/ 76200 w 76200"/>
                  <a:gd name="connsiteY1" fmla="*/ 76200 h 76200"/>
                  <a:gd name="connsiteX2" fmla="*/ 38100 w 76200"/>
                  <a:gd name="connsiteY2" fmla="*/ 57150 h 76200"/>
                  <a:gd name="connsiteX3" fmla="*/ 0 w 76200"/>
                  <a:gd name="connsiteY3" fmla="*/ 7620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38100" y="0"/>
                    </a:moveTo>
                    <a:lnTo>
                      <a:pt x="76200" y="76200"/>
                    </a:lnTo>
                    <a:lnTo>
                      <a:pt x="38100" y="5715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167CA57A-408C-99F3-217F-10438B7F30F5}"/>
                </a:ext>
              </a:extLst>
            </p:cNvPr>
            <p:cNvSpPr/>
            <p:nvPr/>
          </p:nvSpPr>
          <p:spPr>
            <a:xfrm>
              <a:off x="5799930" y="5752305"/>
              <a:ext cx="611187" cy="611187"/>
            </a:xfrm>
            <a:custGeom>
              <a:avLst/>
              <a:gdLst>
                <a:gd name="connsiteX0" fmla="*/ 499876 w 611187"/>
                <a:gd name="connsiteY0" fmla="*/ 373734 h 611187"/>
                <a:gd name="connsiteX1" fmla="*/ 555439 w 611187"/>
                <a:gd name="connsiteY1" fmla="*/ 319561 h 611187"/>
                <a:gd name="connsiteX2" fmla="*/ 611001 w 611187"/>
                <a:gd name="connsiteY2" fmla="*/ 375123 h 611187"/>
                <a:gd name="connsiteX3" fmla="*/ 555439 w 611187"/>
                <a:gd name="connsiteY3" fmla="*/ 430686 h 611187"/>
                <a:gd name="connsiteX4" fmla="*/ 506821 w 611187"/>
                <a:gd name="connsiteY4" fmla="*/ 401516 h 611187"/>
                <a:gd name="connsiteX5" fmla="*/ 433201 w 611187"/>
                <a:gd name="connsiteY5" fmla="*/ 401516 h 611187"/>
                <a:gd name="connsiteX6" fmla="*/ 419310 w 611187"/>
                <a:gd name="connsiteY6" fmla="*/ 391792 h 611187"/>
                <a:gd name="connsiteX7" fmla="*/ 356803 w 611187"/>
                <a:gd name="connsiteY7" fmla="*/ 152873 h 611187"/>
                <a:gd name="connsiteX8" fmla="*/ 265124 w 611187"/>
                <a:gd name="connsiteY8" fmla="*/ 504306 h 611187"/>
                <a:gd name="connsiteX9" fmla="*/ 238732 w 611187"/>
                <a:gd name="connsiteY9" fmla="*/ 505695 h 611187"/>
                <a:gd name="connsiteX10" fmla="*/ 172057 w 611187"/>
                <a:gd name="connsiteY10" fmla="*/ 297336 h 611187"/>
                <a:gd name="connsiteX11" fmla="*/ 123440 w 611187"/>
                <a:gd name="connsiteY11" fmla="*/ 395959 h 611187"/>
                <a:gd name="connsiteX12" fmla="*/ 110938 w 611187"/>
                <a:gd name="connsiteY12" fmla="*/ 404294 h 611187"/>
                <a:gd name="connsiteX13" fmla="*/ 55376 w 611187"/>
                <a:gd name="connsiteY13" fmla="*/ 404294 h 611187"/>
                <a:gd name="connsiteX14" fmla="*/ 41485 w 611187"/>
                <a:gd name="connsiteY14" fmla="*/ 390403 h 611187"/>
                <a:gd name="connsiteX15" fmla="*/ 55376 w 611187"/>
                <a:gd name="connsiteY15" fmla="*/ 376512 h 611187"/>
                <a:gd name="connsiteX16" fmla="*/ 101215 w 611187"/>
                <a:gd name="connsiteY16" fmla="*/ 376512 h 611187"/>
                <a:gd name="connsiteX17" fmla="*/ 160945 w 611187"/>
                <a:gd name="connsiteY17" fmla="*/ 255664 h 611187"/>
                <a:gd name="connsiteX18" fmla="*/ 185948 w 611187"/>
                <a:gd name="connsiteY18" fmla="*/ 257053 h 611187"/>
                <a:gd name="connsiteX19" fmla="*/ 249845 w 611187"/>
                <a:gd name="connsiteY19" fmla="*/ 450133 h 611187"/>
                <a:gd name="connsiteX20" fmla="*/ 342912 w 611187"/>
                <a:gd name="connsiteY20" fmla="*/ 93144 h 611187"/>
                <a:gd name="connsiteX21" fmla="*/ 369304 w 611187"/>
                <a:gd name="connsiteY21" fmla="*/ 93144 h 611187"/>
                <a:gd name="connsiteX22" fmla="*/ 442924 w 611187"/>
                <a:gd name="connsiteY22" fmla="*/ 373734 h 611187"/>
                <a:gd name="connsiteX23" fmla="*/ 499876 w 611187"/>
                <a:gd name="connsiteY23" fmla="*/ 373734 h 611187"/>
                <a:gd name="connsiteX24" fmla="*/ 555439 w 611187"/>
                <a:gd name="connsiteY24" fmla="*/ 402905 h 611187"/>
                <a:gd name="connsiteX25" fmla="*/ 583220 w 611187"/>
                <a:gd name="connsiteY25" fmla="*/ 375123 h 611187"/>
                <a:gd name="connsiteX26" fmla="*/ 555439 w 611187"/>
                <a:gd name="connsiteY26" fmla="*/ 347342 h 611187"/>
                <a:gd name="connsiteX27" fmla="*/ 527657 w 611187"/>
                <a:gd name="connsiteY27" fmla="*/ 375123 h 611187"/>
                <a:gd name="connsiteX28" fmla="*/ 555439 w 611187"/>
                <a:gd name="connsiteY28" fmla="*/ 402905 h 611187"/>
                <a:gd name="connsiteX29" fmla="*/ 27595 w 611187"/>
                <a:gd name="connsiteY29" fmla="*/ 583483 h 611187"/>
                <a:gd name="connsiteX30" fmla="*/ 597110 w 611187"/>
                <a:gd name="connsiteY30" fmla="*/ 583483 h 611187"/>
                <a:gd name="connsiteX31" fmla="*/ 611001 w 611187"/>
                <a:gd name="connsiteY31" fmla="*/ 597373 h 611187"/>
                <a:gd name="connsiteX32" fmla="*/ 597110 w 611187"/>
                <a:gd name="connsiteY32" fmla="*/ 611264 h 611187"/>
                <a:gd name="connsiteX33" fmla="*/ 13704 w 611187"/>
                <a:gd name="connsiteY33" fmla="*/ 611264 h 611187"/>
                <a:gd name="connsiteX34" fmla="*/ -186 w 611187"/>
                <a:gd name="connsiteY34" fmla="*/ 597373 h 611187"/>
                <a:gd name="connsiteX35" fmla="*/ -186 w 611187"/>
                <a:gd name="connsiteY35" fmla="*/ 13967 h 611187"/>
                <a:gd name="connsiteX36" fmla="*/ 13704 w 611187"/>
                <a:gd name="connsiteY36" fmla="*/ 77 h 611187"/>
                <a:gd name="connsiteX37" fmla="*/ 27595 w 611187"/>
                <a:gd name="connsiteY37" fmla="*/ 13967 h 611187"/>
                <a:gd name="connsiteX38" fmla="*/ 27595 w 611187"/>
                <a:gd name="connsiteY38" fmla="*/ 583483 h 611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11187" h="611187">
                  <a:moveTo>
                    <a:pt x="499876" y="373734"/>
                  </a:moveTo>
                  <a:cubicBezTo>
                    <a:pt x="499876" y="343175"/>
                    <a:pt x="524879" y="319561"/>
                    <a:pt x="555439" y="319561"/>
                  </a:cubicBezTo>
                  <a:cubicBezTo>
                    <a:pt x="585998" y="319561"/>
                    <a:pt x="611001" y="344564"/>
                    <a:pt x="611001" y="375123"/>
                  </a:cubicBezTo>
                  <a:cubicBezTo>
                    <a:pt x="611001" y="405683"/>
                    <a:pt x="585998" y="430686"/>
                    <a:pt x="555439" y="430686"/>
                  </a:cubicBezTo>
                  <a:cubicBezTo>
                    <a:pt x="534603" y="430686"/>
                    <a:pt x="516545" y="419573"/>
                    <a:pt x="506821" y="401516"/>
                  </a:cubicBezTo>
                  <a:lnTo>
                    <a:pt x="433201" y="401516"/>
                  </a:lnTo>
                  <a:cubicBezTo>
                    <a:pt x="426256" y="401516"/>
                    <a:pt x="420699" y="397348"/>
                    <a:pt x="419310" y="391792"/>
                  </a:cubicBezTo>
                  <a:lnTo>
                    <a:pt x="356803" y="152873"/>
                  </a:lnTo>
                  <a:lnTo>
                    <a:pt x="265124" y="504306"/>
                  </a:lnTo>
                  <a:cubicBezTo>
                    <a:pt x="260957" y="518197"/>
                    <a:pt x="242899" y="518197"/>
                    <a:pt x="238732" y="505695"/>
                  </a:cubicBezTo>
                  <a:lnTo>
                    <a:pt x="172057" y="297336"/>
                  </a:lnTo>
                  <a:lnTo>
                    <a:pt x="123440" y="395959"/>
                  </a:lnTo>
                  <a:cubicBezTo>
                    <a:pt x="120662" y="400127"/>
                    <a:pt x="116495" y="404294"/>
                    <a:pt x="110938" y="404294"/>
                  </a:cubicBezTo>
                  <a:lnTo>
                    <a:pt x="55376" y="404294"/>
                  </a:lnTo>
                  <a:cubicBezTo>
                    <a:pt x="47042" y="404294"/>
                    <a:pt x="41485" y="398737"/>
                    <a:pt x="41485" y="390403"/>
                  </a:cubicBezTo>
                  <a:cubicBezTo>
                    <a:pt x="41485" y="382069"/>
                    <a:pt x="47042" y="376512"/>
                    <a:pt x="55376" y="376512"/>
                  </a:cubicBezTo>
                  <a:lnTo>
                    <a:pt x="101215" y="376512"/>
                  </a:lnTo>
                  <a:lnTo>
                    <a:pt x="160945" y="255664"/>
                  </a:lnTo>
                  <a:cubicBezTo>
                    <a:pt x="166501" y="244552"/>
                    <a:pt x="183170" y="245941"/>
                    <a:pt x="185948" y="257053"/>
                  </a:cubicBezTo>
                  <a:lnTo>
                    <a:pt x="249845" y="450133"/>
                  </a:lnTo>
                  <a:lnTo>
                    <a:pt x="342912" y="93144"/>
                  </a:lnTo>
                  <a:cubicBezTo>
                    <a:pt x="347079" y="79253"/>
                    <a:pt x="366526" y="79253"/>
                    <a:pt x="369304" y="93144"/>
                  </a:cubicBezTo>
                  <a:lnTo>
                    <a:pt x="442924" y="373734"/>
                  </a:lnTo>
                  <a:lnTo>
                    <a:pt x="499876" y="373734"/>
                  </a:lnTo>
                  <a:close/>
                  <a:moveTo>
                    <a:pt x="555439" y="402905"/>
                  </a:moveTo>
                  <a:cubicBezTo>
                    <a:pt x="570718" y="402905"/>
                    <a:pt x="583220" y="390403"/>
                    <a:pt x="583220" y="375123"/>
                  </a:cubicBezTo>
                  <a:cubicBezTo>
                    <a:pt x="583220" y="359844"/>
                    <a:pt x="570718" y="347342"/>
                    <a:pt x="555439" y="347342"/>
                  </a:cubicBezTo>
                  <a:cubicBezTo>
                    <a:pt x="540159" y="347342"/>
                    <a:pt x="527657" y="359844"/>
                    <a:pt x="527657" y="375123"/>
                  </a:cubicBezTo>
                  <a:cubicBezTo>
                    <a:pt x="527657" y="390403"/>
                    <a:pt x="540159" y="402905"/>
                    <a:pt x="555439" y="402905"/>
                  </a:cubicBezTo>
                  <a:close/>
                  <a:moveTo>
                    <a:pt x="27595" y="583483"/>
                  </a:moveTo>
                  <a:lnTo>
                    <a:pt x="597110" y="583483"/>
                  </a:lnTo>
                  <a:cubicBezTo>
                    <a:pt x="605445" y="583483"/>
                    <a:pt x="611001" y="589039"/>
                    <a:pt x="611001" y="597373"/>
                  </a:cubicBezTo>
                  <a:cubicBezTo>
                    <a:pt x="611001" y="605708"/>
                    <a:pt x="605445" y="611264"/>
                    <a:pt x="597110" y="611264"/>
                  </a:cubicBezTo>
                  <a:lnTo>
                    <a:pt x="13704" y="611264"/>
                  </a:lnTo>
                  <a:cubicBezTo>
                    <a:pt x="5370" y="611264"/>
                    <a:pt x="-186" y="605708"/>
                    <a:pt x="-186" y="597373"/>
                  </a:cubicBezTo>
                  <a:lnTo>
                    <a:pt x="-186" y="13967"/>
                  </a:lnTo>
                  <a:cubicBezTo>
                    <a:pt x="-186" y="5633"/>
                    <a:pt x="5370" y="77"/>
                    <a:pt x="13704" y="77"/>
                  </a:cubicBezTo>
                  <a:cubicBezTo>
                    <a:pt x="22039" y="77"/>
                    <a:pt x="27595" y="5633"/>
                    <a:pt x="27595" y="13967"/>
                  </a:cubicBezTo>
                  <a:lnTo>
                    <a:pt x="27595" y="583483"/>
                  </a:lnTo>
                  <a:close/>
                </a:path>
              </a:pathLst>
            </a:custGeom>
            <a:solidFill>
              <a:srgbClr val="2C2C2C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6" name="图形 3">
              <a:extLst>
                <a:ext uri="{FF2B5EF4-FFF2-40B4-BE49-F238E27FC236}">
                  <a16:creationId xmlns:a16="http://schemas.microsoft.com/office/drawing/2014/main" id="{E74A52F3-BFF8-9A29-4959-57A3515E7B5F}"/>
                </a:ext>
              </a:extLst>
            </p:cNvPr>
            <p:cNvGrpSpPr/>
            <p:nvPr/>
          </p:nvGrpSpPr>
          <p:grpSpPr>
            <a:xfrm>
              <a:off x="8177212" y="5274372"/>
              <a:ext cx="76200" cy="454914"/>
              <a:chOff x="8177212" y="5274372"/>
              <a:chExt cx="76200" cy="454914"/>
            </a:xfrm>
          </p:grpSpPr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48F49D0A-721F-C953-0743-2B94474DB575}"/>
                  </a:ext>
                </a:extLst>
              </p:cNvPr>
              <p:cNvSpPr/>
              <p:nvPr/>
            </p:nvSpPr>
            <p:spPr>
              <a:xfrm>
                <a:off x="8215312" y="5331522"/>
                <a:ext cx="9525" cy="397764"/>
              </a:xfrm>
              <a:custGeom>
                <a:avLst/>
                <a:gdLst>
                  <a:gd name="connsiteX0" fmla="*/ 0 w 9525"/>
                  <a:gd name="connsiteY0" fmla="*/ 397764 h 397764"/>
                  <a:gd name="connsiteX1" fmla="*/ 0 w 9525"/>
                  <a:gd name="connsiteY1" fmla="*/ 0 h 397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397764">
                    <a:moveTo>
                      <a:pt x="0" y="397764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513D4028-EA68-F57D-4B0F-538FD609E178}"/>
                  </a:ext>
                </a:extLst>
              </p:cNvPr>
              <p:cNvSpPr/>
              <p:nvPr/>
            </p:nvSpPr>
            <p:spPr>
              <a:xfrm>
                <a:off x="8177212" y="5274372"/>
                <a:ext cx="76200" cy="76200"/>
              </a:xfrm>
              <a:custGeom>
                <a:avLst/>
                <a:gdLst>
                  <a:gd name="connsiteX0" fmla="*/ 38100 w 76200"/>
                  <a:gd name="connsiteY0" fmla="*/ 0 h 76200"/>
                  <a:gd name="connsiteX1" fmla="*/ 76200 w 76200"/>
                  <a:gd name="connsiteY1" fmla="*/ 76200 h 76200"/>
                  <a:gd name="connsiteX2" fmla="*/ 38100 w 76200"/>
                  <a:gd name="connsiteY2" fmla="*/ 57150 h 76200"/>
                  <a:gd name="connsiteX3" fmla="*/ 0 w 76200"/>
                  <a:gd name="connsiteY3" fmla="*/ 7620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38100" y="0"/>
                    </a:moveTo>
                    <a:lnTo>
                      <a:pt x="76200" y="76200"/>
                    </a:lnTo>
                    <a:lnTo>
                      <a:pt x="38100" y="5715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F789B435-C2A5-7455-7AFC-1DBC155966E8}"/>
                </a:ext>
              </a:extLst>
            </p:cNvPr>
            <p:cNvSpPr/>
            <p:nvPr/>
          </p:nvSpPr>
          <p:spPr>
            <a:xfrm rot="-5400000">
              <a:off x="7959951" y="5734561"/>
              <a:ext cx="500323" cy="665918"/>
            </a:xfrm>
            <a:custGeom>
              <a:avLst/>
              <a:gdLst>
                <a:gd name="connsiteX0" fmla="*/ 500357 w 500323"/>
                <a:gd name="connsiteY0" fmla="*/ 83651 h 665918"/>
                <a:gd name="connsiteX1" fmla="*/ 417043 w 500323"/>
                <a:gd name="connsiteY1" fmla="*/ 337 h 665918"/>
                <a:gd name="connsiteX2" fmla="*/ 333730 w 500323"/>
                <a:gd name="connsiteY2" fmla="*/ 83651 h 665918"/>
                <a:gd name="connsiteX3" fmla="*/ 393715 w 500323"/>
                <a:gd name="connsiteY3" fmla="*/ 163632 h 665918"/>
                <a:gd name="connsiteX4" fmla="*/ 393715 w 500323"/>
                <a:gd name="connsiteY4" fmla="*/ 246946 h 665918"/>
                <a:gd name="connsiteX5" fmla="*/ 250416 w 500323"/>
                <a:gd name="connsiteY5" fmla="*/ 389136 h 665918"/>
                <a:gd name="connsiteX6" fmla="*/ 106837 w 500323"/>
                <a:gd name="connsiteY6" fmla="*/ 246669 h 665918"/>
                <a:gd name="connsiteX7" fmla="*/ 106837 w 500323"/>
                <a:gd name="connsiteY7" fmla="*/ 163354 h 665918"/>
                <a:gd name="connsiteX8" fmla="*/ 163311 w 500323"/>
                <a:gd name="connsiteY8" fmla="*/ 59947 h 665918"/>
                <a:gd name="connsiteX9" fmla="*/ 59903 w 500323"/>
                <a:gd name="connsiteY9" fmla="*/ 3473 h 665918"/>
                <a:gd name="connsiteX10" fmla="*/ 3430 w 500323"/>
                <a:gd name="connsiteY10" fmla="*/ 106880 h 665918"/>
                <a:gd name="connsiteX11" fmla="*/ 59903 w 500323"/>
                <a:gd name="connsiteY11" fmla="*/ 163354 h 665918"/>
                <a:gd name="connsiteX12" fmla="*/ 59903 w 500323"/>
                <a:gd name="connsiteY12" fmla="*/ 265553 h 665918"/>
                <a:gd name="connsiteX13" fmla="*/ 226531 w 500323"/>
                <a:gd name="connsiteY13" fmla="*/ 432181 h 665918"/>
                <a:gd name="connsiteX14" fmla="*/ 226531 w 500323"/>
                <a:gd name="connsiteY14" fmla="*/ 502721 h 665918"/>
                <a:gd name="connsiteX15" fmla="*/ 170057 w 500323"/>
                <a:gd name="connsiteY15" fmla="*/ 606128 h 665918"/>
                <a:gd name="connsiteX16" fmla="*/ 273464 w 500323"/>
                <a:gd name="connsiteY16" fmla="*/ 662602 h 665918"/>
                <a:gd name="connsiteX17" fmla="*/ 329938 w 500323"/>
                <a:gd name="connsiteY17" fmla="*/ 559194 h 665918"/>
                <a:gd name="connsiteX18" fmla="*/ 273464 w 500323"/>
                <a:gd name="connsiteY18" fmla="*/ 502721 h 665918"/>
                <a:gd name="connsiteX19" fmla="*/ 273464 w 500323"/>
                <a:gd name="connsiteY19" fmla="*/ 432737 h 665918"/>
                <a:gd name="connsiteX20" fmla="*/ 440094 w 500323"/>
                <a:gd name="connsiteY20" fmla="*/ 266109 h 665918"/>
                <a:gd name="connsiteX21" fmla="*/ 440094 w 500323"/>
                <a:gd name="connsiteY21" fmla="*/ 163632 h 665918"/>
                <a:gd name="connsiteX22" fmla="*/ 500358 w 500323"/>
                <a:gd name="connsiteY22" fmla="*/ 83651 h 665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0323" h="665918">
                  <a:moveTo>
                    <a:pt x="500357" y="83651"/>
                  </a:moveTo>
                  <a:cubicBezTo>
                    <a:pt x="500357" y="37638"/>
                    <a:pt x="463056" y="337"/>
                    <a:pt x="417043" y="337"/>
                  </a:cubicBezTo>
                  <a:cubicBezTo>
                    <a:pt x="371030" y="338"/>
                    <a:pt x="333730" y="37639"/>
                    <a:pt x="333730" y="83651"/>
                  </a:cubicBezTo>
                  <a:cubicBezTo>
                    <a:pt x="333730" y="120680"/>
                    <a:pt x="358168" y="153264"/>
                    <a:pt x="393715" y="163632"/>
                  </a:cubicBezTo>
                  <a:lnTo>
                    <a:pt x="393715" y="246946"/>
                  </a:lnTo>
                  <a:lnTo>
                    <a:pt x="250416" y="389136"/>
                  </a:lnTo>
                  <a:lnTo>
                    <a:pt x="106837" y="246669"/>
                  </a:lnTo>
                  <a:lnTo>
                    <a:pt x="106837" y="163354"/>
                  </a:lnTo>
                  <a:cubicBezTo>
                    <a:pt x="150987" y="150394"/>
                    <a:pt x="176271" y="104097"/>
                    <a:pt x="163311" y="59947"/>
                  </a:cubicBezTo>
                  <a:cubicBezTo>
                    <a:pt x="150350" y="15797"/>
                    <a:pt x="104053" y="-9487"/>
                    <a:pt x="59903" y="3473"/>
                  </a:cubicBezTo>
                  <a:cubicBezTo>
                    <a:pt x="15753" y="16433"/>
                    <a:pt x="-9531" y="62731"/>
                    <a:pt x="3430" y="106880"/>
                  </a:cubicBezTo>
                  <a:cubicBezTo>
                    <a:pt x="11417" y="134089"/>
                    <a:pt x="32695" y="155367"/>
                    <a:pt x="59903" y="163354"/>
                  </a:cubicBezTo>
                  <a:lnTo>
                    <a:pt x="59903" y="265553"/>
                  </a:lnTo>
                  <a:lnTo>
                    <a:pt x="226531" y="432181"/>
                  </a:lnTo>
                  <a:lnTo>
                    <a:pt x="226531" y="502721"/>
                  </a:lnTo>
                  <a:cubicBezTo>
                    <a:pt x="182381" y="515681"/>
                    <a:pt x="157097" y="561978"/>
                    <a:pt x="170057" y="606128"/>
                  </a:cubicBezTo>
                  <a:cubicBezTo>
                    <a:pt x="183017" y="650278"/>
                    <a:pt x="229314" y="675562"/>
                    <a:pt x="273464" y="662602"/>
                  </a:cubicBezTo>
                  <a:cubicBezTo>
                    <a:pt x="317614" y="649641"/>
                    <a:pt x="342899" y="603344"/>
                    <a:pt x="329938" y="559194"/>
                  </a:cubicBezTo>
                  <a:cubicBezTo>
                    <a:pt x="321951" y="531986"/>
                    <a:pt x="300673" y="510708"/>
                    <a:pt x="273464" y="502721"/>
                  </a:cubicBezTo>
                  <a:lnTo>
                    <a:pt x="273464" y="432737"/>
                  </a:lnTo>
                  <a:lnTo>
                    <a:pt x="440094" y="266109"/>
                  </a:lnTo>
                  <a:lnTo>
                    <a:pt x="440094" y="163632"/>
                  </a:lnTo>
                  <a:cubicBezTo>
                    <a:pt x="475752" y="153366"/>
                    <a:pt x="500322" y="120757"/>
                    <a:pt x="500358" y="83651"/>
                  </a:cubicBezTo>
                  <a:close/>
                </a:path>
              </a:pathLst>
            </a:custGeom>
            <a:solidFill>
              <a:srgbClr val="2C2C2C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0" name="图形 3">
              <a:extLst>
                <a:ext uri="{FF2B5EF4-FFF2-40B4-BE49-F238E27FC236}">
                  <a16:creationId xmlns:a16="http://schemas.microsoft.com/office/drawing/2014/main" id="{C7A301FF-5B6D-C640-6DB7-72E8C38C02CB}"/>
                </a:ext>
              </a:extLst>
            </p:cNvPr>
            <p:cNvGrpSpPr/>
            <p:nvPr/>
          </p:nvGrpSpPr>
          <p:grpSpPr>
            <a:xfrm>
              <a:off x="3929062" y="4131372"/>
              <a:ext cx="76200" cy="454914"/>
              <a:chOff x="3929062" y="4131372"/>
              <a:chExt cx="76200" cy="454914"/>
            </a:xfrm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57899625-D744-2101-99C6-5D5C7A1553D6}"/>
                  </a:ext>
                </a:extLst>
              </p:cNvPr>
              <p:cNvSpPr/>
              <p:nvPr/>
            </p:nvSpPr>
            <p:spPr>
              <a:xfrm>
                <a:off x="3967162" y="4188522"/>
                <a:ext cx="9525" cy="397764"/>
              </a:xfrm>
              <a:custGeom>
                <a:avLst/>
                <a:gdLst>
                  <a:gd name="connsiteX0" fmla="*/ 0 w 9525"/>
                  <a:gd name="connsiteY0" fmla="*/ 397764 h 397764"/>
                  <a:gd name="connsiteX1" fmla="*/ 0 w 9525"/>
                  <a:gd name="connsiteY1" fmla="*/ 0 h 397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397764">
                    <a:moveTo>
                      <a:pt x="0" y="397764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6A38BB03-7C42-4618-4CA1-1606B7CEEFA2}"/>
                  </a:ext>
                </a:extLst>
              </p:cNvPr>
              <p:cNvSpPr/>
              <p:nvPr/>
            </p:nvSpPr>
            <p:spPr>
              <a:xfrm>
                <a:off x="3929062" y="4131372"/>
                <a:ext cx="76200" cy="76200"/>
              </a:xfrm>
              <a:custGeom>
                <a:avLst/>
                <a:gdLst>
                  <a:gd name="connsiteX0" fmla="*/ 38100 w 76200"/>
                  <a:gd name="connsiteY0" fmla="*/ 0 h 76200"/>
                  <a:gd name="connsiteX1" fmla="*/ 76200 w 76200"/>
                  <a:gd name="connsiteY1" fmla="*/ 76200 h 76200"/>
                  <a:gd name="connsiteX2" fmla="*/ 38100 w 76200"/>
                  <a:gd name="connsiteY2" fmla="*/ 57150 h 76200"/>
                  <a:gd name="connsiteX3" fmla="*/ 0 w 76200"/>
                  <a:gd name="connsiteY3" fmla="*/ 7620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38100" y="0"/>
                    </a:moveTo>
                    <a:lnTo>
                      <a:pt x="76200" y="76200"/>
                    </a:lnTo>
                    <a:lnTo>
                      <a:pt x="38100" y="5715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3" name="图形 3">
              <a:extLst>
                <a:ext uri="{FF2B5EF4-FFF2-40B4-BE49-F238E27FC236}">
                  <a16:creationId xmlns:a16="http://schemas.microsoft.com/office/drawing/2014/main" id="{A8C44561-24B0-E1FF-8285-872E1D856604}"/>
                </a:ext>
              </a:extLst>
            </p:cNvPr>
            <p:cNvGrpSpPr/>
            <p:nvPr/>
          </p:nvGrpSpPr>
          <p:grpSpPr>
            <a:xfrm>
              <a:off x="3014662" y="4586287"/>
              <a:ext cx="1905000" cy="666750"/>
              <a:chOff x="3014662" y="4586287"/>
              <a:chExt cx="1905000" cy="666750"/>
            </a:xfrm>
            <a:solidFill>
              <a:srgbClr val="FFF2CC"/>
            </a:solidFill>
          </p:grpSpPr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7248EB31-A52E-A530-A44F-E96E562F1E8E}"/>
                  </a:ext>
                </a:extLst>
              </p:cNvPr>
              <p:cNvSpPr/>
              <p:nvPr/>
            </p:nvSpPr>
            <p:spPr>
              <a:xfrm>
                <a:off x="3014662" y="4586287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19050" cap="flat">
                <a:solidFill>
                  <a:srgbClr val="D6B65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35915A44-1CB5-AC4F-54B9-446F0B52E4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19424" y="4805362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26" name="图形 3">
              <a:extLst>
                <a:ext uri="{FF2B5EF4-FFF2-40B4-BE49-F238E27FC236}">
                  <a16:creationId xmlns:a16="http://schemas.microsoft.com/office/drawing/2014/main" id="{C8EBF0D5-9B18-49A3-1608-25AD153EE053}"/>
                </a:ext>
              </a:extLst>
            </p:cNvPr>
            <p:cNvGrpSpPr/>
            <p:nvPr/>
          </p:nvGrpSpPr>
          <p:grpSpPr>
            <a:xfrm>
              <a:off x="8177212" y="4131372"/>
              <a:ext cx="76200" cy="454914"/>
              <a:chOff x="8177212" y="4131372"/>
              <a:chExt cx="76200" cy="454914"/>
            </a:xfrm>
          </p:grpSpPr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068FAB0A-EF24-F676-5B66-25FB41F40933}"/>
                  </a:ext>
                </a:extLst>
              </p:cNvPr>
              <p:cNvSpPr/>
              <p:nvPr/>
            </p:nvSpPr>
            <p:spPr>
              <a:xfrm>
                <a:off x="8215312" y="4188522"/>
                <a:ext cx="9525" cy="397764"/>
              </a:xfrm>
              <a:custGeom>
                <a:avLst/>
                <a:gdLst>
                  <a:gd name="connsiteX0" fmla="*/ 0 w 9525"/>
                  <a:gd name="connsiteY0" fmla="*/ 397764 h 397764"/>
                  <a:gd name="connsiteX1" fmla="*/ 0 w 9525"/>
                  <a:gd name="connsiteY1" fmla="*/ 0 h 397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397764">
                    <a:moveTo>
                      <a:pt x="0" y="397764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04990499-4C84-2233-7CDE-9E1AEA992335}"/>
                  </a:ext>
                </a:extLst>
              </p:cNvPr>
              <p:cNvSpPr/>
              <p:nvPr/>
            </p:nvSpPr>
            <p:spPr>
              <a:xfrm>
                <a:off x="8177212" y="4131372"/>
                <a:ext cx="76200" cy="76200"/>
              </a:xfrm>
              <a:custGeom>
                <a:avLst/>
                <a:gdLst>
                  <a:gd name="connsiteX0" fmla="*/ 38100 w 76200"/>
                  <a:gd name="connsiteY0" fmla="*/ 0 h 76200"/>
                  <a:gd name="connsiteX1" fmla="*/ 76200 w 76200"/>
                  <a:gd name="connsiteY1" fmla="*/ 76200 h 76200"/>
                  <a:gd name="connsiteX2" fmla="*/ 38100 w 76200"/>
                  <a:gd name="connsiteY2" fmla="*/ 57150 h 76200"/>
                  <a:gd name="connsiteX3" fmla="*/ 0 w 76200"/>
                  <a:gd name="connsiteY3" fmla="*/ 7620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38100" y="0"/>
                    </a:moveTo>
                    <a:lnTo>
                      <a:pt x="76200" y="76200"/>
                    </a:lnTo>
                    <a:lnTo>
                      <a:pt x="38100" y="5715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9" name="图形 3">
              <a:extLst>
                <a:ext uri="{FF2B5EF4-FFF2-40B4-BE49-F238E27FC236}">
                  <a16:creationId xmlns:a16="http://schemas.microsoft.com/office/drawing/2014/main" id="{38D9E86F-A46B-D1D3-8C28-FC17B02F12D6}"/>
                </a:ext>
              </a:extLst>
            </p:cNvPr>
            <p:cNvGrpSpPr/>
            <p:nvPr/>
          </p:nvGrpSpPr>
          <p:grpSpPr>
            <a:xfrm>
              <a:off x="7262812" y="4586287"/>
              <a:ext cx="1905000" cy="666750"/>
              <a:chOff x="7262812" y="4586287"/>
              <a:chExt cx="1905000" cy="666750"/>
            </a:xfrm>
            <a:solidFill>
              <a:srgbClr val="FFF2CC"/>
            </a:solidFill>
          </p:grpSpPr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783D287D-9CFA-4043-9C07-1C47DD69203E}"/>
                  </a:ext>
                </a:extLst>
              </p:cNvPr>
              <p:cNvSpPr/>
              <p:nvPr/>
            </p:nvSpPr>
            <p:spPr>
              <a:xfrm>
                <a:off x="7262812" y="4586287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19050" cap="flat">
                <a:solidFill>
                  <a:srgbClr val="D6B65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E114750B-90C3-0552-EA30-F99F2F45D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67574" y="4805362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32" name="图形 3">
              <a:extLst>
                <a:ext uri="{FF2B5EF4-FFF2-40B4-BE49-F238E27FC236}">
                  <a16:creationId xmlns:a16="http://schemas.microsoft.com/office/drawing/2014/main" id="{4E67F273-C69A-4274-512A-2A22A38E70E2}"/>
                </a:ext>
              </a:extLst>
            </p:cNvPr>
            <p:cNvGrpSpPr/>
            <p:nvPr/>
          </p:nvGrpSpPr>
          <p:grpSpPr>
            <a:xfrm>
              <a:off x="3967162" y="2893122"/>
              <a:ext cx="2181225" cy="550164"/>
              <a:chOff x="3967162" y="2893122"/>
              <a:chExt cx="2181225" cy="550164"/>
            </a:xfrm>
          </p:grpSpPr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6EACCB31-C51C-D800-8326-3C8B5FCDBE23}"/>
                  </a:ext>
                </a:extLst>
              </p:cNvPr>
              <p:cNvSpPr/>
              <p:nvPr/>
            </p:nvSpPr>
            <p:spPr>
              <a:xfrm>
                <a:off x="3967162" y="2950272"/>
                <a:ext cx="2143125" cy="493014"/>
              </a:xfrm>
              <a:custGeom>
                <a:avLst/>
                <a:gdLst>
                  <a:gd name="connsiteX0" fmla="*/ 0 w 2143125"/>
                  <a:gd name="connsiteY0" fmla="*/ 493014 h 493014"/>
                  <a:gd name="connsiteX1" fmla="*/ 0 w 2143125"/>
                  <a:gd name="connsiteY1" fmla="*/ 207264 h 493014"/>
                  <a:gd name="connsiteX2" fmla="*/ 2143125 w 2143125"/>
                  <a:gd name="connsiteY2" fmla="*/ 207264 h 493014"/>
                  <a:gd name="connsiteX3" fmla="*/ 2143125 w 2143125"/>
                  <a:gd name="connsiteY3" fmla="*/ 0 h 493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3125" h="493014">
                    <a:moveTo>
                      <a:pt x="0" y="493014"/>
                    </a:moveTo>
                    <a:lnTo>
                      <a:pt x="0" y="207264"/>
                    </a:lnTo>
                    <a:lnTo>
                      <a:pt x="2143125" y="207264"/>
                    </a:lnTo>
                    <a:lnTo>
                      <a:pt x="2143125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A049E5F2-120D-C6A7-6B04-2569FD8F3839}"/>
                  </a:ext>
                </a:extLst>
              </p:cNvPr>
              <p:cNvSpPr/>
              <p:nvPr/>
            </p:nvSpPr>
            <p:spPr>
              <a:xfrm>
                <a:off x="6072187" y="2893122"/>
                <a:ext cx="76200" cy="76200"/>
              </a:xfrm>
              <a:custGeom>
                <a:avLst/>
                <a:gdLst>
                  <a:gd name="connsiteX0" fmla="*/ 38100 w 76200"/>
                  <a:gd name="connsiteY0" fmla="*/ 0 h 76200"/>
                  <a:gd name="connsiteX1" fmla="*/ 76200 w 76200"/>
                  <a:gd name="connsiteY1" fmla="*/ 76200 h 76200"/>
                  <a:gd name="connsiteX2" fmla="*/ 38100 w 76200"/>
                  <a:gd name="connsiteY2" fmla="*/ 57150 h 76200"/>
                  <a:gd name="connsiteX3" fmla="*/ 0 w 76200"/>
                  <a:gd name="connsiteY3" fmla="*/ 7620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38100" y="0"/>
                    </a:moveTo>
                    <a:lnTo>
                      <a:pt x="76200" y="76200"/>
                    </a:lnTo>
                    <a:lnTo>
                      <a:pt x="38100" y="5715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5" name="图形 3">
              <a:extLst>
                <a:ext uri="{FF2B5EF4-FFF2-40B4-BE49-F238E27FC236}">
                  <a16:creationId xmlns:a16="http://schemas.microsoft.com/office/drawing/2014/main" id="{7F9BD80B-2FA3-2BCD-75B9-393F31CB8FFF}"/>
                </a:ext>
              </a:extLst>
            </p:cNvPr>
            <p:cNvGrpSpPr/>
            <p:nvPr/>
          </p:nvGrpSpPr>
          <p:grpSpPr>
            <a:xfrm>
              <a:off x="3014662" y="3443287"/>
              <a:ext cx="1905000" cy="666750"/>
              <a:chOff x="3014662" y="3443287"/>
              <a:chExt cx="1905000" cy="666750"/>
            </a:xfrm>
            <a:solidFill>
              <a:srgbClr val="FFF2CC"/>
            </a:solidFill>
          </p:grpSpPr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10AC8E76-BEB9-E757-34EC-42C2A45AF3B4}"/>
                  </a:ext>
                </a:extLst>
              </p:cNvPr>
              <p:cNvSpPr/>
              <p:nvPr/>
            </p:nvSpPr>
            <p:spPr>
              <a:xfrm>
                <a:off x="3014662" y="3443287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19050" cap="flat">
                <a:solidFill>
                  <a:srgbClr val="D6B65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93DC647F-AF61-0B7C-75E5-C8478DE162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19424" y="3662362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38" name="图形 3">
              <a:extLst>
                <a:ext uri="{FF2B5EF4-FFF2-40B4-BE49-F238E27FC236}">
                  <a16:creationId xmlns:a16="http://schemas.microsoft.com/office/drawing/2014/main" id="{39535867-8486-98DF-DAF0-7C68212D0F6A}"/>
                </a:ext>
              </a:extLst>
            </p:cNvPr>
            <p:cNvGrpSpPr/>
            <p:nvPr/>
          </p:nvGrpSpPr>
          <p:grpSpPr>
            <a:xfrm>
              <a:off x="6072187" y="2893122"/>
              <a:ext cx="2143125" cy="550164"/>
              <a:chOff x="6072187" y="2893122"/>
              <a:chExt cx="2143125" cy="550164"/>
            </a:xfrm>
          </p:grpSpPr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578BF95E-242F-30D9-ED16-0FDA7D9B09F3}"/>
                  </a:ext>
                </a:extLst>
              </p:cNvPr>
              <p:cNvSpPr/>
              <p:nvPr/>
            </p:nvSpPr>
            <p:spPr>
              <a:xfrm>
                <a:off x="6110287" y="2950272"/>
                <a:ext cx="2105025" cy="493014"/>
              </a:xfrm>
              <a:custGeom>
                <a:avLst/>
                <a:gdLst>
                  <a:gd name="connsiteX0" fmla="*/ 2105025 w 2105025"/>
                  <a:gd name="connsiteY0" fmla="*/ 493014 h 493014"/>
                  <a:gd name="connsiteX1" fmla="*/ 2105025 w 2105025"/>
                  <a:gd name="connsiteY1" fmla="*/ 207264 h 493014"/>
                  <a:gd name="connsiteX2" fmla="*/ 0 w 2105025"/>
                  <a:gd name="connsiteY2" fmla="*/ 207264 h 493014"/>
                  <a:gd name="connsiteX3" fmla="*/ 0 w 2105025"/>
                  <a:gd name="connsiteY3" fmla="*/ 0 h 493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05025" h="493014">
                    <a:moveTo>
                      <a:pt x="2105025" y="493014"/>
                    </a:moveTo>
                    <a:lnTo>
                      <a:pt x="2105025" y="207264"/>
                    </a:lnTo>
                    <a:lnTo>
                      <a:pt x="0" y="207264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76468B-8100-B98B-6172-980E030D50D3}"/>
                  </a:ext>
                </a:extLst>
              </p:cNvPr>
              <p:cNvSpPr/>
              <p:nvPr/>
            </p:nvSpPr>
            <p:spPr>
              <a:xfrm>
                <a:off x="6072187" y="2893122"/>
                <a:ext cx="76200" cy="76200"/>
              </a:xfrm>
              <a:custGeom>
                <a:avLst/>
                <a:gdLst>
                  <a:gd name="connsiteX0" fmla="*/ 38100 w 76200"/>
                  <a:gd name="connsiteY0" fmla="*/ 0 h 76200"/>
                  <a:gd name="connsiteX1" fmla="*/ 76200 w 76200"/>
                  <a:gd name="connsiteY1" fmla="*/ 76200 h 76200"/>
                  <a:gd name="connsiteX2" fmla="*/ 38100 w 76200"/>
                  <a:gd name="connsiteY2" fmla="*/ 57150 h 76200"/>
                  <a:gd name="connsiteX3" fmla="*/ 0 w 76200"/>
                  <a:gd name="connsiteY3" fmla="*/ 7620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38100" y="0"/>
                    </a:moveTo>
                    <a:lnTo>
                      <a:pt x="76200" y="76200"/>
                    </a:lnTo>
                    <a:lnTo>
                      <a:pt x="38100" y="5715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1" name="图形 3">
              <a:extLst>
                <a:ext uri="{FF2B5EF4-FFF2-40B4-BE49-F238E27FC236}">
                  <a16:creationId xmlns:a16="http://schemas.microsoft.com/office/drawing/2014/main" id="{3D3145D5-DC69-61CF-2B14-8C0F008CBAF4}"/>
                </a:ext>
              </a:extLst>
            </p:cNvPr>
            <p:cNvGrpSpPr/>
            <p:nvPr/>
          </p:nvGrpSpPr>
          <p:grpSpPr>
            <a:xfrm>
              <a:off x="7262812" y="3443287"/>
              <a:ext cx="1905000" cy="666750"/>
              <a:chOff x="7262812" y="3443287"/>
              <a:chExt cx="1905000" cy="666750"/>
            </a:xfrm>
            <a:solidFill>
              <a:srgbClr val="FFF2CC"/>
            </a:solidFill>
          </p:grpSpPr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EAFA831A-3A15-21DE-23CF-59BD3FA1E766}"/>
                  </a:ext>
                </a:extLst>
              </p:cNvPr>
              <p:cNvSpPr/>
              <p:nvPr/>
            </p:nvSpPr>
            <p:spPr>
              <a:xfrm>
                <a:off x="7262812" y="3443287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19050" cap="flat">
                <a:solidFill>
                  <a:srgbClr val="D6B65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3" name="图片 42">
                <a:extLst>
                  <a:ext uri="{FF2B5EF4-FFF2-40B4-BE49-F238E27FC236}">
                    <a16:creationId xmlns:a16="http://schemas.microsoft.com/office/drawing/2014/main" id="{94E7D942-A8A6-8048-BB94-C5E188B6DB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67574" y="3662362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44" name="图形 3">
              <a:extLst>
                <a:ext uri="{FF2B5EF4-FFF2-40B4-BE49-F238E27FC236}">
                  <a16:creationId xmlns:a16="http://schemas.microsoft.com/office/drawing/2014/main" id="{8D505CB2-DF5B-F8A7-32DE-BAD714AF294F}"/>
                </a:ext>
              </a:extLst>
            </p:cNvPr>
            <p:cNvGrpSpPr/>
            <p:nvPr/>
          </p:nvGrpSpPr>
          <p:grpSpPr>
            <a:xfrm>
              <a:off x="6072187" y="2893122"/>
              <a:ext cx="76200" cy="550164"/>
              <a:chOff x="6072187" y="2893122"/>
              <a:chExt cx="76200" cy="550164"/>
            </a:xfrm>
          </p:grpSpPr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B019447B-F6F4-82E7-618B-630533DC8595}"/>
                  </a:ext>
                </a:extLst>
              </p:cNvPr>
              <p:cNvSpPr/>
              <p:nvPr/>
            </p:nvSpPr>
            <p:spPr>
              <a:xfrm>
                <a:off x="6110287" y="2950272"/>
                <a:ext cx="9525" cy="493014"/>
              </a:xfrm>
              <a:custGeom>
                <a:avLst/>
                <a:gdLst>
                  <a:gd name="connsiteX0" fmla="*/ 0 w 9525"/>
                  <a:gd name="connsiteY0" fmla="*/ 493014 h 493014"/>
                  <a:gd name="connsiteX1" fmla="*/ 0 w 9525"/>
                  <a:gd name="connsiteY1" fmla="*/ 0 h 493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493014">
                    <a:moveTo>
                      <a:pt x="0" y="493014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46F78693-BE8E-7C4B-FA1C-D67A1EC7E40B}"/>
                  </a:ext>
                </a:extLst>
              </p:cNvPr>
              <p:cNvSpPr/>
              <p:nvPr/>
            </p:nvSpPr>
            <p:spPr>
              <a:xfrm>
                <a:off x="6072187" y="2893122"/>
                <a:ext cx="76200" cy="76200"/>
              </a:xfrm>
              <a:custGeom>
                <a:avLst/>
                <a:gdLst>
                  <a:gd name="connsiteX0" fmla="*/ 38100 w 76200"/>
                  <a:gd name="connsiteY0" fmla="*/ 0 h 76200"/>
                  <a:gd name="connsiteX1" fmla="*/ 76200 w 76200"/>
                  <a:gd name="connsiteY1" fmla="*/ 76200 h 76200"/>
                  <a:gd name="connsiteX2" fmla="*/ 38100 w 76200"/>
                  <a:gd name="connsiteY2" fmla="*/ 57150 h 76200"/>
                  <a:gd name="connsiteX3" fmla="*/ 0 w 76200"/>
                  <a:gd name="connsiteY3" fmla="*/ 7620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38100" y="0"/>
                    </a:moveTo>
                    <a:lnTo>
                      <a:pt x="76200" y="76200"/>
                    </a:lnTo>
                    <a:lnTo>
                      <a:pt x="38100" y="5715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7" name="图形 3">
              <a:extLst>
                <a:ext uri="{FF2B5EF4-FFF2-40B4-BE49-F238E27FC236}">
                  <a16:creationId xmlns:a16="http://schemas.microsoft.com/office/drawing/2014/main" id="{AD5133C8-2D8A-0DD7-B156-05A29FC12D51}"/>
                </a:ext>
              </a:extLst>
            </p:cNvPr>
            <p:cNvGrpSpPr/>
            <p:nvPr/>
          </p:nvGrpSpPr>
          <p:grpSpPr>
            <a:xfrm>
              <a:off x="5157787" y="3443287"/>
              <a:ext cx="1905000" cy="666750"/>
              <a:chOff x="5157787" y="3443287"/>
              <a:chExt cx="1905000" cy="666750"/>
            </a:xfrm>
            <a:solidFill>
              <a:srgbClr val="FFF2CC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F6A0286A-0CB2-B45B-E408-2BB08A57D037}"/>
                  </a:ext>
                </a:extLst>
              </p:cNvPr>
              <p:cNvSpPr/>
              <p:nvPr/>
            </p:nvSpPr>
            <p:spPr>
              <a:xfrm>
                <a:off x="5157787" y="3443287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19050" cap="flat">
                <a:solidFill>
                  <a:srgbClr val="D6B65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9" name="图片 48">
                <a:extLst>
                  <a:ext uri="{FF2B5EF4-FFF2-40B4-BE49-F238E27FC236}">
                    <a16:creationId xmlns:a16="http://schemas.microsoft.com/office/drawing/2014/main" id="{60CA5E83-3DE9-6AD9-1B41-A27C825360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62549" y="3662362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50" name="图形 3">
              <a:extLst>
                <a:ext uri="{FF2B5EF4-FFF2-40B4-BE49-F238E27FC236}">
                  <a16:creationId xmlns:a16="http://schemas.microsoft.com/office/drawing/2014/main" id="{9D09B092-0EA4-9457-5297-F6837AD96687}"/>
                </a:ext>
              </a:extLst>
            </p:cNvPr>
            <p:cNvGrpSpPr/>
            <p:nvPr/>
          </p:nvGrpSpPr>
          <p:grpSpPr>
            <a:xfrm>
              <a:off x="6072187" y="1940623"/>
              <a:ext cx="76200" cy="264413"/>
              <a:chOff x="6072187" y="1940623"/>
              <a:chExt cx="76200" cy="264413"/>
            </a:xfrm>
          </p:grpSpPr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BC60888A-7FFF-0E0C-DBB5-AF469C74864D}"/>
                  </a:ext>
                </a:extLst>
              </p:cNvPr>
              <p:cNvSpPr/>
              <p:nvPr/>
            </p:nvSpPr>
            <p:spPr>
              <a:xfrm>
                <a:off x="6110287" y="1997773"/>
                <a:ext cx="9525" cy="207263"/>
              </a:xfrm>
              <a:custGeom>
                <a:avLst/>
                <a:gdLst>
                  <a:gd name="connsiteX0" fmla="*/ 0 w 9525"/>
                  <a:gd name="connsiteY0" fmla="*/ 207264 h 207263"/>
                  <a:gd name="connsiteX1" fmla="*/ 0 w 9525"/>
                  <a:gd name="connsiteY1" fmla="*/ 16764 h 207263"/>
                  <a:gd name="connsiteX2" fmla="*/ 0 w 9525"/>
                  <a:gd name="connsiteY2" fmla="*/ 112014 h 207263"/>
                  <a:gd name="connsiteX3" fmla="*/ 0 w 9525"/>
                  <a:gd name="connsiteY3" fmla="*/ 0 h 207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" h="207263">
                    <a:moveTo>
                      <a:pt x="0" y="207264"/>
                    </a:moveTo>
                    <a:lnTo>
                      <a:pt x="0" y="16764"/>
                    </a:lnTo>
                    <a:lnTo>
                      <a:pt x="0" y="112014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0C91E061-DFED-FC6F-B986-C8E89E63643C}"/>
                  </a:ext>
                </a:extLst>
              </p:cNvPr>
              <p:cNvSpPr/>
              <p:nvPr/>
            </p:nvSpPr>
            <p:spPr>
              <a:xfrm>
                <a:off x="6072187" y="1940623"/>
                <a:ext cx="76200" cy="76200"/>
              </a:xfrm>
              <a:custGeom>
                <a:avLst/>
                <a:gdLst>
                  <a:gd name="connsiteX0" fmla="*/ 38100 w 76200"/>
                  <a:gd name="connsiteY0" fmla="*/ 0 h 76200"/>
                  <a:gd name="connsiteX1" fmla="*/ 76200 w 76200"/>
                  <a:gd name="connsiteY1" fmla="*/ 76200 h 76200"/>
                  <a:gd name="connsiteX2" fmla="*/ 38100 w 76200"/>
                  <a:gd name="connsiteY2" fmla="*/ 57150 h 76200"/>
                  <a:gd name="connsiteX3" fmla="*/ 0 w 76200"/>
                  <a:gd name="connsiteY3" fmla="*/ 7620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38100" y="0"/>
                    </a:moveTo>
                    <a:lnTo>
                      <a:pt x="76200" y="76200"/>
                    </a:lnTo>
                    <a:lnTo>
                      <a:pt x="38100" y="5715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3" name="图形 3">
              <a:extLst>
                <a:ext uri="{FF2B5EF4-FFF2-40B4-BE49-F238E27FC236}">
                  <a16:creationId xmlns:a16="http://schemas.microsoft.com/office/drawing/2014/main" id="{A37C2022-16DC-D88F-9C23-51987318F417}"/>
                </a:ext>
              </a:extLst>
            </p:cNvPr>
            <p:cNvGrpSpPr/>
            <p:nvPr/>
          </p:nvGrpSpPr>
          <p:grpSpPr>
            <a:xfrm>
              <a:off x="5157787" y="2205037"/>
              <a:ext cx="1905000" cy="666750"/>
              <a:chOff x="5157787" y="2205037"/>
              <a:chExt cx="1905000" cy="666750"/>
            </a:xfrm>
            <a:solidFill>
              <a:srgbClr val="D5E8D4"/>
            </a:solidFill>
          </p:grpSpPr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22AC9BE6-BD4E-FCE6-ACA4-606C0C13908B}"/>
                  </a:ext>
                </a:extLst>
              </p:cNvPr>
              <p:cNvSpPr/>
              <p:nvPr/>
            </p:nvSpPr>
            <p:spPr>
              <a:xfrm rot="10800000" flipV="1">
                <a:off x="5157787" y="2205037"/>
                <a:ext cx="1905000" cy="666750"/>
              </a:xfrm>
              <a:custGeom>
                <a:avLst/>
                <a:gdLst>
                  <a:gd name="connsiteX0" fmla="*/ 1804988 w 1905000"/>
                  <a:gd name="connsiteY0" fmla="*/ 0 h 666750"/>
                  <a:gd name="connsiteX1" fmla="*/ 1905000 w 1905000"/>
                  <a:gd name="connsiteY1" fmla="*/ 100013 h 666750"/>
                  <a:gd name="connsiteX2" fmla="*/ 1905000 w 1905000"/>
                  <a:gd name="connsiteY2" fmla="*/ 566738 h 666750"/>
                  <a:gd name="connsiteX3" fmla="*/ 1804988 w 1905000"/>
                  <a:gd name="connsiteY3" fmla="*/ 666750 h 666750"/>
                  <a:gd name="connsiteX4" fmla="*/ 100013 w 1905000"/>
                  <a:gd name="connsiteY4" fmla="*/ 666750 h 666750"/>
                  <a:gd name="connsiteX5" fmla="*/ 0 w 1905000"/>
                  <a:gd name="connsiteY5" fmla="*/ 566738 h 666750"/>
                  <a:gd name="connsiteX6" fmla="*/ 0 w 1905000"/>
                  <a:gd name="connsiteY6" fmla="*/ 100013 h 666750"/>
                  <a:gd name="connsiteX7" fmla="*/ 100013 w 1905000"/>
                  <a:gd name="connsiteY7" fmla="*/ 0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0" h="666750">
                    <a:moveTo>
                      <a:pt x="1804988" y="0"/>
                    </a:moveTo>
                    <a:cubicBezTo>
                      <a:pt x="1860223" y="0"/>
                      <a:pt x="1905000" y="44777"/>
                      <a:pt x="1905000" y="100013"/>
                    </a:cubicBezTo>
                    <a:lnTo>
                      <a:pt x="1905000" y="566738"/>
                    </a:lnTo>
                    <a:cubicBezTo>
                      <a:pt x="1905000" y="621973"/>
                      <a:pt x="1860223" y="666750"/>
                      <a:pt x="1804988" y="666750"/>
                    </a:cubicBezTo>
                    <a:lnTo>
                      <a:pt x="100013" y="666750"/>
                    </a:lnTo>
                    <a:cubicBezTo>
                      <a:pt x="44777" y="666750"/>
                      <a:pt x="0" y="621973"/>
                      <a:pt x="0" y="566738"/>
                    </a:cubicBezTo>
                    <a:lnTo>
                      <a:pt x="0" y="100013"/>
                    </a:lnTo>
                    <a:cubicBezTo>
                      <a:pt x="0" y="44777"/>
                      <a:pt x="44777" y="0"/>
                      <a:pt x="100013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9050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5" name="图片 54">
                <a:extLst>
                  <a:ext uri="{FF2B5EF4-FFF2-40B4-BE49-F238E27FC236}">
                    <a16:creationId xmlns:a16="http://schemas.microsoft.com/office/drawing/2014/main" id="{DF90A6D8-B397-CBC3-96E2-18B8929160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62549" y="2424112"/>
                <a:ext cx="1885950" cy="276225"/>
              </a:xfrm>
              <a:custGeom>
                <a:avLst/>
                <a:gdLst>
                  <a:gd name="connsiteX0" fmla="*/ -1 w 1885950"/>
                  <a:gd name="connsiteY0" fmla="*/ -1 h 276225"/>
                  <a:gd name="connsiteX1" fmla="*/ 1885950 w 1885950"/>
                  <a:gd name="connsiteY1" fmla="*/ -1 h 276225"/>
                  <a:gd name="connsiteX2" fmla="*/ 1885950 w 1885950"/>
                  <a:gd name="connsiteY2" fmla="*/ 276225 h 276225"/>
                  <a:gd name="connsiteX3" fmla="*/ -1 w 1885950"/>
                  <a:gd name="connsiteY3" fmla="*/ 276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276225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276225"/>
                    </a:lnTo>
                    <a:lnTo>
                      <a:pt x="-1" y="276225"/>
                    </a:lnTo>
                    <a:close/>
                  </a:path>
                </a:pathLst>
              </a:custGeom>
            </p:spPr>
          </p:pic>
        </p:grpSp>
        <p:grpSp>
          <p:nvGrpSpPr>
            <p:cNvPr id="56" name="图形 3">
              <a:extLst>
                <a:ext uri="{FF2B5EF4-FFF2-40B4-BE49-F238E27FC236}">
                  <a16:creationId xmlns:a16="http://schemas.microsoft.com/office/drawing/2014/main" id="{3ABA6A68-1DA4-B72B-7582-8E8C76B829DE}"/>
                </a:ext>
              </a:extLst>
            </p:cNvPr>
            <p:cNvGrpSpPr/>
            <p:nvPr/>
          </p:nvGrpSpPr>
          <p:grpSpPr>
            <a:xfrm>
              <a:off x="6072187" y="835723"/>
              <a:ext cx="76200" cy="416813"/>
              <a:chOff x="6072187" y="835723"/>
              <a:chExt cx="76200" cy="416813"/>
            </a:xfrm>
          </p:grpSpPr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9CCD7968-56D9-6933-AECA-7167FFE0D004}"/>
                  </a:ext>
                </a:extLst>
              </p:cNvPr>
              <p:cNvSpPr/>
              <p:nvPr/>
            </p:nvSpPr>
            <p:spPr>
              <a:xfrm>
                <a:off x="6110287" y="892873"/>
                <a:ext cx="9525" cy="359663"/>
              </a:xfrm>
              <a:custGeom>
                <a:avLst/>
                <a:gdLst>
                  <a:gd name="connsiteX0" fmla="*/ 0 w 9525"/>
                  <a:gd name="connsiteY0" fmla="*/ 359664 h 359663"/>
                  <a:gd name="connsiteX1" fmla="*/ 0 w 9525"/>
                  <a:gd name="connsiteY1" fmla="*/ 140589 h 359663"/>
                  <a:gd name="connsiteX2" fmla="*/ 0 w 9525"/>
                  <a:gd name="connsiteY2" fmla="*/ 0 h 359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359663">
                    <a:moveTo>
                      <a:pt x="0" y="359664"/>
                    </a:moveTo>
                    <a:lnTo>
                      <a:pt x="0" y="140589"/>
                    </a:ln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1797E9AD-7086-6E0E-93E2-398DC6CDA231}"/>
                  </a:ext>
                </a:extLst>
              </p:cNvPr>
              <p:cNvSpPr/>
              <p:nvPr/>
            </p:nvSpPr>
            <p:spPr>
              <a:xfrm>
                <a:off x="6072187" y="835723"/>
                <a:ext cx="76200" cy="76200"/>
              </a:xfrm>
              <a:custGeom>
                <a:avLst/>
                <a:gdLst>
                  <a:gd name="connsiteX0" fmla="*/ 38100 w 76200"/>
                  <a:gd name="connsiteY0" fmla="*/ 0 h 76200"/>
                  <a:gd name="connsiteX1" fmla="*/ 76200 w 76200"/>
                  <a:gd name="connsiteY1" fmla="*/ 76200 h 76200"/>
                  <a:gd name="connsiteX2" fmla="*/ 38100 w 76200"/>
                  <a:gd name="connsiteY2" fmla="*/ 57150 h 76200"/>
                  <a:gd name="connsiteX3" fmla="*/ 0 w 76200"/>
                  <a:gd name="connsiteY3" fmla="*/ 7620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38100" y="0"/>
                    </a:moveTo>
                    <a:lnTo>
                      <a:pt x="76200" y="76200"/>
                    </a:lnTo>
                    <a:lnTo>
                      <a:pt x="38100" y="5715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65EA3D18-08AA-4FD6-9918-060CCFAE5EC6}"/>
                </a:ext>
              </a:extLst>
            </p:cNvPr>
            <p:cNvSpPr/>
            <p:nvPr/>
          </p:nvSpPr>
          <p:spPr>
            <a:xfrm rot="10800000" flipV="1">
              <a:off x="5157787" y="1252537"/>
              <a:ext cx="1905000" cy="666750"/>
            </a:xfrm>
            <a:custGeom>
              <a:avLst/>
              <a:gdLst>
                <a:gd name="connsiteX0" fmla="*/ 1804988 w 1905000"/>
                <a:gd name="connsiteY0" fmla="*/ 0 h 666750"/>
                <a:gd name="connsiteX1" fmla="*/ 1905000 w 1905000"/>
                <a:gd name="connsiteY1" fmla="*/ 100013 h 666750"/>
                <a:gd name="connsiteX2" fmla="*/ 1905000 w 1905000"/>
                <a:gd name="connsiteY2" fmla="*/ 566738 h 666750"/>
                <a:gd name="connsiteX3" fmla="*/ 1804988 w 1905000"/>
                <a:gd name="connsiteY3" fmla="*/ 666750 h 666750"/>
                <a:gd name="connsiteX4" fmla="*/ 100013 w 1905000"/>
                <a:gd name="connsiteY4" fmla="*/ 666750 h 666750"/>
                <a:gd name="connsiteX5" fmla="*/ 0 w 1905000"/>
                <a:gd name="connsiteY5" fmla="*/ 566738 h 666750"/>
                <a:gd name="connsiteX6" fmla="*/ 0 w 1905000"/>
                <a:gd name="connsiteY6" fmla="*/ 100013 h 666750"/>
                <a:gd name="connsiteX7" fmla="*/ 100013 w 1905000"/>
                <a:gd name="connsiteY7" fmla="*/ 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00" h="666750">
                  <a:moveTo>
                    <a:pt x="1804988" y="0"/>
                  </a:moveTo>
                  <a:cubicBezTo>
                    <a:pt x="1860223" y="0"/>
                    <a:pt x="1905000" y="44777"/>
                    <a:pt x="1905000" y="100013"/>
                  </a:cubicBezTo>
                  <a:lnTo>
                    <a:pt x="1905000" y="566738"/>
                  </a:lnTo>
                  <a:cubicBezTo>
                    <a:pt x="1905000" y="621973"/>
                    <a:pt x="1860223" y="666750"/>
                    <a:pt x="1804988" y="666750"/>
                  </a:cubicBezTo>
                  <a:lnTo>
                    <a:pt x="100013" y="666750"/>
                  </a:lnTo>
                  <a:cubicBezTo>
                    <a:pt x="44777" y="666750"/>
                    <a:pt x="0" y="621973"/>
                    <a:pt x="0" y="566738"/>
                  </a:cubicBezTo>
                  <a:lnTo>
                    <a:pt x="0" y="100013"/>
                  </a:lnTo>
                  <a:cubicBezTo>
                    <a:pt x="0" y="44777"/>
                    <a:pt x="44777" y="0"/>
                    <a:pt x="100013" y="0"/>
                  </a:cubicBezTo>
                  <a:close/>
                </a:path>
              </a:pathLst>
            </a:custGeom>
            <a:solidFill>
              <a:srgbClr val="D5E8D4"/>
            </a:solidFill>
            <a:ln w="19050" cap="flat">
              <a:solidFill>
                <a:srgbClr val="82B366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altLang="zh-CN" sz="2400" b="1" dirty="0"/>
                <a:t>MLP</a:t>
              </a:r>
              <a:r>
                <a:rPr lang="zh-CN" altLang="en-US" sz="2400" b="1" dirty="0"/>
                <a:t>分类器</a:t>
              </a:r>
            </a:p>
          </p:txBody>
        </p:sp>
        <p:grpSp>
          <p:nvGrpSpPr>
            <p:cNvPr id="62" name="图形 3">
              <a:extLst>
                <a:ext uri="{FF2B5EF4-FFF2-40B4-BE49-F238E27FC236}">
                  <a16:creationId xmlns:a16="http://schemas.microsoft.com/office/drawing/2014/main" id="{267C0023-9A1E-82E0-4C18-F145BC5A2EDD}"/>
                </a:ext>
              </a:extLst>
            </p:cNvPr>
            <p:cNvGrpSpPr/>
            <p:nvPr/>
          </p:nvGrpSpPr>
          <p:grpSpPr>
            <a:xfrm>
              <a:off x="5364955" y="450817"/>
              <a:ext cx="1490662" cy="377856"/>
              <a:chOff x="5364955" y="450817"/>
              <a:chExt cx="1490662" cy="377856"/>
            </a:xfrm>
            <a:noFill/>
          </p:grpSpPr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8F0056ED-1D6B-DB0B-FCA6-2BC61A2C3861}"/>
                  </a:ext>
                </a:extLst>
              </p:cNvPr>
              <p:cNvSpPr/>
              <p:nvPr/>
            </p:nvSpPr>
            <p:spPr>
              <a:xfrm>
                <a:off x="5364955" y="450817"/>
                <a:ext cx="1490662" cy="363569"/>
              </a:xfrm>
              <a:custGeom>
                <a:avLst/>
                <a:gdLst>
                  <a:gd name="connsiteX0" fmla="*/ 0 w 1490662"/>
                  <a:gd name="connsiteY0" fmla="*/ 0 h 363569"/>
                  <a:gd name="connsiteX1" fmla="*/ 1490663 w 1490662"/>
                  <a:gd name="connsiteY1" fmla="*/ 0 h 363569"/>
                  <a:gd name="connsiteX2" fmla="*/ 1490663 w 1490662"/>
                  <a:gd name="connsiteY2" fmla="*/ 363569 h 363569"/>
                  <a:gd name="connsiteX3" fmla="*/ 0 w 1490662"/>
                  <a:gd name="connsiteY3" fmla="*/ 363569 h 363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0662" h="363569">
                    <a:moveTo>
                      <a:pt x="0" y="0"/>
                    </a:moveTo>
                    <a:lnTo>
                      <a:pt x="1490663" y="0"/>
                    </a:lnTo>
                    <a:lnTo>
                      <a:pt x="1490663" y="363569"/>
                    </a:lnTo>
                    <a:lnTo>
                      <a:pt x="0" y="363569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4" name="图片 63">
                <a:extLst>
                  <a:ext uri="{FF2B5EF4-FFF2-40B4-BE49-F238E27FC236}">
                    <a16:creationId xmlns:a16="http://schemas.microsoft.com/office/drawing/2014/main" id="{3A2B32E0-5BF7-0C17-E292-8AF5F19B39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72099" y="495299"/>
                <a:ext cx="1476375" cy="333375"/>
              </a:xfrm>
              <a:custGeom>
                <a:avLst/>
                <a:gdLst>
                  <a:gd name="connsiteX0" fmla="*/ -1 w 1476375"/>
                  <a:gd name="connsiteY0" fmla="*/ -1 h 333375"/>
                  <a:gd name="connsiteX1" fmla="*/ 1476375 w 1476375"/>
                  <a:gd name="connsiteY1" fmla="*/ -1 h 333375"/>
                  <a:gd name="connsiteX2" fmla="*/ 1476375 w 1476375"/>
                  <a:gd name="connsiteY2" fmla="*/ 333375 h 333375"/>
                  <a:gd name="connsiteX3" fmla="*/ -1 w 1476375"/>
                  <a:gd name="connsiteY3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76375" h="333375">
                    <a:moveTo>
                      <a:pt x="-1" y="-1"/>
                    </a:moveTo>
                    <a:lnTo>
                      <a:pt x="1476375" y="-1"/>
                    </a:lnTo>
                    <a:lnTo>
                      <a:pt x="1476375" y="333375"/>
                    </a:lnTo>
                    <a:lnTo>
                      <a:pt x="-1" y="333375"/>
                    </a:lnTo>
                    <a:close/>
                  </a:path>
                </a:pathLst>
              </a:custGeom>
            </p:spPr>
          </p:pic>
        </p:grpSp>
      </p:grpSp>
    </p:spTree>
    <p:extLst>
      <p:ext uri="{BB962C8B-B14F-4D97-AF65-F5344CB8AC3E}">
        <p14:creationId xmlns:p14="http://schemas.microsoft.com/office/powerpoint/2010/main" val="567469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EB4FB-A863-EBC8-B739-8B6C8C4AA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图形 2">
            <a:extLst>
              <a:ext uri="{FF2B5EF4-FFF2-40B4-BE49-F238E27FC236}">
                <a16:creationId xmlns:a16="http://schemas.microsoft.com/office/drawing/2014/main" id="{E19BBD3C-36DF-E3E4-36AE-01CAA51F8107}"/>
              </a:ext>
            </a:extLst>
          </p:cNvPr>
          <p:cNvGrpSpPr/>
          <p:nvPr/>
        </p:nvGrpSpPr>
        <p:grpSpPr>
          <a:xfrm>
            <a:off x="42402" y="336428"/>
            <a:ext cx="12146169" cy="6178285"/>
            <a:chOff x="42402" y="336428"/>
            <a:chExt cx="12146169" cy="6178285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70F21F32-BD88-6A08-D696-108D8DE6C54B}"/>
                </a:ext>
              </a:extLst>
            </p:cNvPr>
            <p:cNvSpPr/>
            <p:nvPr/>
          </p:nvSpPr>
          <p:spPr>
            <a:xfrm>
              <a:off x="8365714" y="1920428"/>
              <a:ext cx="2948571" cy="2057142"/>
            </a:xfrm>
            <a:custGeom>
              <a:avLst/>
              <a:gdLst>
                <a:gd name="connsiteX0" fmla="*/ 2845714 w 2948571"/>
                <a:gd name="connsiteY0" fmla="*/ 0 h 2057142"/>
                <a:gd name="connsiteX1" fmla="*/ 2948572 w 2948571"/>
                <a:gd name="connsiteY1" fmla="*/ 102857 h 2057142"/>
                <a:gd name="connsiteX2" fmla="*/ 2948572 w 2948571"/>
                <a:gd name="connsiteY2" fmla="*/ 1954286 h 2057142"/>
                <a:gd name="connsiteX3" fmla="*/ 2845714 w 2948571"/>
                <a:gd name="connsiteY3" fmla="*/ 2057143 h 2057142"/>
                <a:gd name="connsiteX4" fmla="*/ 102857 w 2948571"/>
                <a:gd name="connsiteY4" fmla="*/ 2057143 h 2057142"/>
                <a:gd name="connsiteX5" fmla="*/ 0 w 2948571"/>
                <a:gd name="connsiteY5" fmla="*/ 1954286 h 2057142"/>
                <a:gd name="connsiteX6" fmla="*/ 0 w 2948571"/>
                <a:gd name="connsiteY6" fmla="*/ 102857 h 2057142"/>
                <a:gd name="connsiteX7" fmla="*/ 102857 w 2948571"/>
                <a:gd name="connsiteY7" fmla="*/ 0 h 2057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48571" h="2057142">
                  <a:moveTo>
                    <a:pt x="2845714" y="0"/>
                  </a:moveTo>
                  <a:cubicBezTo>
                    <a:pt x="2902521" y="0"/>
                    <a:pt x="2948572" y="46051"/>
                    <a:pt x="2948572" y="102857"/>
                  </a:cubicBezTo>
                  <a:lnTo>
                    <a:pt x="2948572" y="1954286"/>
                  </a:lnTo>
                  <a:cubicBezTo>
                    <a:pt x="2948572" y="2011092"/>
                    <a:pt x="2902521" y="2057143"/>
                    <a:pt x="2845714" y="2057143"/>
                  </a:cubicBezTo>
                  <a:lnTo>
                    <a:pt x="102857" y="2057143"/>
                  </a:lnTo>
                  <a:cubicBezTo>
                    <a:pt x="46051" y="2057143"/>
                    <a:pt x="0" y="2011092"/>
                    <a:pt x="0" y="1954286"/>
                  </a:cubicBezTo>
                  <a:lnTo>
                    <a:pt x="0" y="102857"/>
                  </a:lnTo>
                  <a:cubicBezTo>
                    <a:pt x="0" y="46051"/>
                    <a:pt x="46051" y="0"/>
                    <a:pt x="102857" y="0"/>
                  </a:cubicBezTo>
                  <a:close/>
                </a:path>
              </a:pathLst>
            </a:custGeom>
            <a:solidFill>
              <a:srgbClr val="FFF2CC"/>
            </a:solidFill>
            <a:ln w="13714" cap="flat">
              <a:solidFill>
                <a:srgbClr val="D6B6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81A80E1F-16C2-F89D-FF1A-50F65EC5ABE1}"/>
                </a:ext>
              </a:extLst>
            </p:cNvPr>
            <p:cNvSpPr/>
            <p:nvPr/>
          </p:nvSpPr>
          <p:spPr>
            <a:xfrm>
              <a:off x="1542857" y="2119285"/>
              <a:ext cx="6137142" cy="1851428"/>
            </a:xfrm>
            <a:custGeom>
              <a:avLst/>
              <a:gdLst>
                <a:gd name="connsiteX0" fmla="*/ 6044572 w 6137142"/>
                <a:gd name="connsiteY0" fmla="*/ 0 h 1851428"/>
                <a:gd name="connsiteX1" fmla="*/ 6137143 w 6137142"/>
                <a:gd name="connsiteY1" fmla="*/ 92571 h 1851428"/>
                <a:gd name="connsiteX2" fmla="*/ 6137143 w 6137142"/>
                <a:gd name="connsiteY2" fmla="*/ 1758857 h 1851428"/>
                <a:gd name="connsiteX3" fmla="*/ 6044572 w 6137142"/>
                <a:gd name="connsiteY3" fmla="*/ 1851429 h 1851428"/>
                <a:gd name="connsiteX4" fmla="*/ 92571 w 6137142"/>
                <a:gd name="connsiteY4" fmla="*/ 1851429 h 1851428"/>
                <a:gd name="connsiteX5" fmla="*/ 0 w 6137142"/>
                <a:gd name="connsiteY5" fmla="*/ 1758857 h 1851428"/>
                <a:gd name="connsiteX6" fmla="*/ 0 w 6137142"/>
                <a:gd name="connsiteY6" fmla="*/ 92571 h 1851428"/>
                <a:gd name="connsiteX7" fmla="*/ 92571 w 6137142"/>
                <a:gd name="connsiteY7" fmla="*/ 0 h 1851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37142" h="1851428">
                  <a:moveTo>
                    <a:pt x="6044572" y="0"/>
                  </a:moveTo>
                  <a:cubicBezTo>
                    <a:pt x="6095697" y="0"/>
                    <a:pt x="6137143" y="41446"/>
                    <a:pt x="6137143" y="92571"/>
                  </a:cubicBezTo>
                  <a:lnTo>
                    <a:pt x="6137143" y="1758857"/>
                  </a:lnTo>
                  <a:cubicBezTo>
                    <a:pt x="6137143" y="1809983"/>
                    <a:pt x="6095697" y="1851429"/>
                    <a:pt x="6044572" y="1851429"/>
                  </a:cubicBezTo>
                  <a:lnTo>
                    <a:pt x="92571" y="1851429"/>
                  </a:lnTo>
                  <a:cubicBezTo>
                    <a:pt x="41446" y="1851429"/>
                    <a:pt x="0" y="1809983"/>
                    <a:pt x="0" y="1758857"/>
                  </a:cubicBezTo>
                  <a:lnTo>
                    <a:pt x="0" y="92571"/>
                  </a:lnTo>
                  <a:cubicBezTo>
                    <a:pt x="0" y="41446"/>
                    <a:pt x="41446" y="0"/>
                    <a:pt x="92571" y="0"/>
                  </a:cubicBezTo>
                  <a:close/>
                </a:path>
              </a:pathLst>
            </a:custGeom>
            <a:solidFill>
              <a:srgbClr val="FFF2CC"/>
            </a:solidFill>
            <a:ln w="13714" cap="flat">
              <a:solidFill>
                <a:srgbClr val="D6B6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9" name="图形 2">
              <a:extLst>
                <a:ext uri="{FF2B5EF4-FFF2-40B4-BE49-F238E27FC236}">
                  <a16:creationId xmlns:a16="http://schemas.microsoft.com/office/drawing/2014/main" id="{189C240A-EBBF-E06C-B7CB-5168ED9D43E0}"/>
                </a:ext>
              </a:extLst>
            </p:cNvPr>
            <p:cNvGrpSpPr/>
            <p:nvPr/>
          </p:nvGrpSpPr>
          <p:grpSpPr>
            <a:xfrm>
              <a:off x="1615680" y="2348999"/>
              <a:ext cx="2057142" cy="1326857"/>
              <a:chOff x="1615680" y="2348999"/>
              <a:chExt cx="2057142" cy="1326857"/>
            </a:xfrm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8E25AD93-5A7A-7807-30AC-3D8D16347DE9}"/>
                  </a:ext>
                </a:extLst>
              </p:cNvPr>
              <p:cNvSpPr/>
              <p:nvPr/>
            </p:nvSpPr>
            <p:spPr>
              <a:xfrm>
                <a:off x="1615680" y="2348999"/>
                <a:ext cx="2057142" cy="1326857"/>
              </a:xfrm>
              <a:custGeom>
                <a:avLst/>
                <a:gdLst>
                  <a:gd name="connsiteX0" fmla="*/ 1990766 w 2057142"/>
                  <a:gd name="connsiteY0" fmla="*/ 0 h 1326857"/>
                  <a:gd name="connsiteX1" fmla="*/ 2057143 w 2057142"/>
                  <a:gd name="connsiteY1" fmla="*/ 66377 h 1326857"/>
                  <a:gd name="connsiteX2" fmla="*/ 2057143 w 2057142"/>
                  <a:gd name="connsiteY2" fmla="*/ 1260480 h 1326857"/>
                  <a:gd name="connsiteX3" fmla="*/ 1990766 w 2057142"/>
                  <a:gd name="connsiteY3" fmla="*/ 1326857 h 1326857"/>
                  <a:gd name="connsiteX4" fmla="*/ 66377 w 2057142"/>
                  <a:gd name="connsiteY4" fmla="*/ 1326857 h 1326857"/>
                  <a:gd name="connsiteX5" fmla="*/ 0 w 2057142"/>
                  <a:gd name="connsiteY5" fmla="*/ 1260480 h 1326857"/>
                  <a:gd name="connsiteX6" fmla="*/ 0 w 2057142"/>
                  <a:gd name="connsiteY6" fmla="*/ 66377 h 1326857"/>
                  <a:gd name="connsiteX7" fmla="*/ 66377 w 2057142"/>
                  <a:gd name="connsiteY7" fmla="*/ 0 h 132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57142" h="1326857">
                    <a:moveTo>
                      <a:pt x="1990766" y="0"/>
                    </a:moveTo>
                    <a:cubicBezTo>
                      <a:pt x="2027425" y="0"/>
                      <a:pt x="2057143" y="29718"/>
                      <a:pt x="2057143" y="66377"/>
                    </a:cubicBezTo>
                    <a:lnTo>
                      <a:pt x="2057143" y="1260480"/>
                    </a:lnTo>
                    <a:cubicBezTo>
                      <a:pt x="2057143" y="1297139"/>
                      <a:pt x="2027425" y="1326857"/>
                      <a:pt x="1990766" y="1326857"/>
                    </a:cubicBezTo>
                    <a:lnTo>
                      <a:pt x="66377" y="1326857"/>
                    </a:lnTo>
                    <a:cubicBezTo>
                      <a:pt x="29718" y="1326857"/>
                      <a:pt x="0" y="1297139"/>
                      <a:pt x="0" y="1260480"/>
                    </a:cubicBezTo>
                    <a:lnTo>
                      <a:pt x="0" y="66377"/>
                    </a:lnTo>
                    <a:cubicBezTo>
                      <a:pt x="0" y="29718"/>
                      <a:pt x="29718" y="0"/>
                      <a:pt x="66377" y="0"/>
                    </a:cubicBezTo>
                    <a:close/>
                  </a:path>
                </a:pathLst>
              </a:custGeom>
              <a:solidFill>
                <a:srgbClr val="FFFFDE"/>
              </a:solidFill>
              <a:ln w="13714" cap="flat">
                <a:solidFill>
                  <a:srgbClr val="D6B65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1" name="图形 2">
                <a:extLst>
                  <a:ext uri="{FF2B5EF4-FFF2-40B4-BE49-F238E27FC236}">
                    <a16:creationId xmlns:a16="http://schemas.microsoft.com/office/drawing/2014/main" id="{2B051BDD-2611-F451-8C91-9873F65D0CA2}"/>
                  </a:ext>
                </a:extLst>
              </p:cNvPr>
              <p:cNvGrpSpPr/>
              <p:nvPr/>
            </p:nvGrpSpPr>
            <p:grpSpPr>
              <a:xfrm>
                <a:off x="2644251" y="2417570"/>
                <a:ext cx="960000" cy="251999"/>
                <a:chOff x="2644251" y="2417570"/>
                <a:chExt cx="960000" cy="251999"/>
              </a:xfrm>
              <a:noFill/>
            </p:grpSpPr>
            <p:sp>
              <p:nvSpPr>
                <p:cNvPr id="12" name="任意多边形: 形状 11">
                  <a:extLst>
                    <a:ext uri="{FF2B5EF4-FFF2-40B4-BE49-F238E27FC236}">
                      <a16:creationId xmlns:a16="http://schemas.microsoft.com/office/drawing/2014/main" id="{D83F0D1A-2CD3-015E-C0EB-55604809C0CD}"/>
                    </a:ext>
                  </a:extLst>
                </p:cNvPr>
                <p:cNvSpPr/>
                <p:nvPr/>
              </p:nvSpPr>
              <p:spPr>
                <a:xfrm>
                  <a:off x="2644251" y="2417570"/>
                  <a:ext cx="960000" cy="205714"/>
                </a:xfrm>
                <a:custGeom>
                  <a:avLst/>
                  <a:gdLst>
                    <a:gd name="connsiteX0" fmla="*/ 0 w 960000"/>
                    <a:gd name="connsiteY0" fmla="*/ 0 h 205714"/>
                    <a:gd name="connsiteX1" fmla="*/ 960000 w 960000"/>
                    <a:gd name="connsiteY1" fmla="*/ 0 h 205714"/>
                    <a:gd name="connsiteX2" fmla="*/ 960000 w 960000"/>
                    <a:gd name="connsiteY2" fmla="*/ 205714 h 205714"/>
                    <a:gd name="connsiteX3" fmla="*/ 0 w 960000"/>
                    <a:gd name="connsiteY3" fmla="*/ 205714 h 20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0000" h="205714">
                      <a:moveTo>
                        <a:pt x="0" y="0"/>
                      </a:moveTo>
                      <a:lnTo>
                        <a:pt x="960000" y="0"/>
                      </a:lnTo>
                      <a:lnTo>
                        <a:pt x="960000" y="205714"/>
                      </a:lnTo>
                      <a:lnTo>
                        <a:pt x="0" y="205714"/>
                      </a:lnTo>
                      <a:close/>
                    </a:path>
                  </a:pathLst>
                </a:custGeom>
                <a:noFill/>
                <a:ln w="68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13" name="图片 12">
                  <a:extLst>
                    <a:ext uri="{FF2B5EF4-FFF2-40B4-BE49-F238E27FC236}">
                      <a16:creationId xmlns:a16="http://schemas.microsoft.com/office/drawing/2014/main" id="{76279129-0659-C259-6461-DC077B8FB8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650285" y="2420999"/>
                  <a:ext cx="946285" cy="248571"/>
                </a:xfrm>
                <a:custGeom>
                  <a:avLst/>
                  <a:gdLst>
                    <a:gd name="connsiteX0" fmla="*/ -1 w 946285"/>
                    <a:gd name="connsiteY0" fmla="*/ -1 h 248571"/>
                    <a:gd name="connsiteX1" fmla="*/ 946285 w 946285"/>
                    <a:gd name="connsiteY1" fmla="*/ -1 h 248571"/>
                    <a:gd name="connsiteX2" fmla="*/ 946285 w 946285"/>
                    <a:gd name="connsiteY2" fmla="*/ 248571 h 248571"/>
                    <a:gd name="connsiteX3" fmla="*/ -1 w 946285"/>
                    <a:gd name="connsiteY3" fmla="*/ 248571 h 248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46285" h="248571">
                      <a:moveTo>
                        <a:pt x="-1" y="-1"/>
                      </a:moveTo>
                      <a:lnTo>
                        <a:pt x="946285" y="-1"/>
                      </a:lnTo>
                      <a:lnTo>
                        <a:pt x="946285" y="248571"/>
                      </a:lnTo>
                      <a:lnTo>
                        <a:pt x="-1" y="24857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4" name="图形 2">
                <a:extLst>
                  <a:ext uri="{FF2B5EF4-FFF2-40B4-BE49-F238E27FC236}">
                    <a16:creationId xmlns:a16="http://schemas.microsoft.com/office/drawing/2014/main" id="{FAD0B342-B7DA-1B0A-FF14-5348B8BC1421}"/>
                  </a:ext>
                </a:extLst>
              </p:cNvPr>
              <p:cNvGrpSpPr/>
              <p:nvPr/>
            </p:nvGrpSpPr>
            <p:grpSpPr>
              <a:xfrm>
                <a:off x="2438537" y="2681570"/>
                <a:ext cx="396068" cy="370285"/>
                <a:chOff x="2438537" y="2681570"/>
                <a:chExt cx="396068" cy="370285"/>
              </a:xfrm>
            </p:grpSpPr>
            <p:sp>
              <p:nvSpPr>
                <p:cNvPr id="15" name="任意多边形: 形状 14">
                  <a:extLst>
                    <a:ext uri="{FF2B5EF4-FFF2-40B4-BE49-F238E27FC236}">
                      <a16:creationId xmlns:a16="http://schemas.microsoft.com/office/drawing/2014/main" id="{75421DA2-11CC-00CA-C0B8-FA2C9A81E0D8}"/>
                    </a:ext>
                  </a:extLst>
                </p:cNvPr>
                <p:cNvSpPr/>
                <p:nvPr/>
              </p:nvSpPr>
              <p:spPr>
                <a:xfrm>
                  <a:off x="2438537" y="2681570"/>
                  <a:ext cx="354925" cy="342857"/>
                </a:xfrm>
                <a:custGeom>
                  <a:avLst/>
                  <a:gdLst>
                    <a:gd name="connsiteX0" fmla="*/ 0 w 354925"/>
                    <a:gd name="connsiteY0" fmla="*/ 0 h 342857"/>
                    <a:gd name="connsiteX1" fmla="*/ 47589 w 354925"/>
                    <a:gd name="connsiteY1" fmla="*/ 0 h 342857"/>
                    <a:gd name="connsiteX2" fmla="*/ 95177 w 354925"/>
                    <a:gd name="connsiteY2" fmla="*/ 68571 h 342857"/>
                    <a:gd name="connsiteX3" fmla="*/ 95177 w 354925"/>
                    <a:gd name="connsiteY3" fmla="*/ 274286 h 342857"/>
                    <a:gd name="connsiteX4" fmla="*/ 163749 w 354925"/>
                    <a:gd name="connsiteY4" fmla="*/ 342857 h 342857"/>
                    <a:gd name="connsiteX5" fmla="*/ 354926 w 354925"/>
                    <a:gd name="connsiteY5" fmla="*/ 342857 h 34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4925" h="342857">
                      <a:moveTo>
                        <a:pt x="0" y="0"/>
                      </a:moveTo>
                      <a:lnTo>
                        <a:pt x="47589" y="0"/>
                      </a:lnTo>
                      <a:cubicBezTo>
                        <a:pt x="79314" y="0"/>
                        <a:pt x="95177" y="22857"/>
                        <a:pt x="95177" y="68571"/>
                      </a:cubicBezTo>
                      <a:lnTo>
                        <a:pt x="95177" y="274286"/>
                      </a:lnTo>
                      <a:cubicBezTo>
                        <a:pt x="95177" y="320000"/>
                        <a:pt x="118034" y="342857"/>
                        <a:pt x="163749" y="342857"/>
                      </a:cubicBezTo>
                      <a:lnTo>
                        <a:pt x="354926" y="342857"/>
                      </a:lnTo>
                    </a:path>
                  </a:pathLst>
                </a:custGeom>
                <a:noFill/>
                <a:ln w="13714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" name="任意多边形: 形状 15">
                  <a:extLst>
                    <a:ext uri="{FF2B5EF4-FFF2-40B4-BE49-F238E27FC236}">
                      <a16:creationId xmlns:a16="http://schemas.microsoft.com/office/drawing/2014/main" id="{5DDEDC51-FB24-22B2-EE00-F7C9AFE4D199}"/>
                    </a:ext>
                  </a:extLst>
                </p:cNvPr>
                <p:cNvSpPr/>
                <p:nvPr/>
              </p:nvSpPr>
              <p:spPr>
                <a:xfrm>
                  <a:off x="2779748" y="2996999"/>
                  <a:ext cx="54857" cy="54857"/>
                </a:xfrm>
                <a:custGeom>
                  <a:avLst/>
                  <a:gdLst>
                    <a:gd name="connsiteX0" fmla="*/ 54857 w 54857"/>
                    <a:gd name="connsiteY0" fmla="*/ 27429 h 54857"/>
                    <a:gd name="connsiteX1" fmla="*/ 0 w 54857"/>
                    <a:gd name="connsiteY1" fmla="*/ 54857 h 54857"/>
                    <a:gd name="connsiteX2" fmla="*/ 13714 w 54857"/>
                    <a:gd name="connsiteY2" fmla="*/ 27429 h 54857"/>
                    <a:gd name="connsiteX3" fmla="*/ 0 w 54857"/>
                    <a:gd name="connsiteY3" fmla="*/ 0 h 54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857" h="54857">
                      <a:moveTo>
                        <a:pt x="54857" y="27429"/>
                      </a:moveTo>
                      <a:lnTo>
                        <a:pt x="0" y="54857"/>
                      </a:lnTo>
                      <a:lnTo>
                        <a:pt x="13714" y="274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3714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图形 2">
                <a:extLst>
                  <a:ext uri="{FF2B5EF4-FFF2-40B4-BE49-F238E27FC236}">
                    <a16:creationId xmlns:a16="http://schemas.microsoft.com/office/drawing/2014/main" id="{1B810BC1-E892-75BA-1A9A-887B612B21A6}"/>
                  </a:ext>
                </a:extLst>
              </p:cNvPr>
              <p:cNvGrpSpPr/>
              <p:nvPr/>
            </p:nvGrpSpPr>
            <p:grpSpPr>
              <a:xfrm>
                <a:off x="1725394" y="2578713"/>
                <a:ext cx="713142" cy="248571"/>
                <a:chOff x="1725394" y="2578713"/>
                <a:chExt cx="713142" cy="248571"/>
              </a:xfrm>
              <a:solidFill>
                <a:srgbClr val="DAE8FC"/>
              </a:solidFill>
            </p:grpSpPr>
            <p:sp>
              <p:nvSpPr>
                <p:cNvPr id="18" name="任意多边形: 形状 17">
                  <a:extLst>
                    <a:ext uri="{FF2B5EF4-FFF2-40B4-BE49-F238E27FC236}">
                      <a16:creationId xmlns:a16="http://schemas.microsoft.com/office/drawing/2014/main" id="{09321B95-A9C4-5923-9152-AB3E72BE9423}"/>
                    </a:ext>
                  </a:extLst>
                </p:cNvPr>
                <p:cNvSpPr/>
                <p:nvPr/>
              </p:nvSpPr>
              <p:spPr>
                <a:xfrm>
                  <a:off x="1725394" y="2578713"/>
                  <a:ext cx="713142" cy="205714"/>
                </a:xfrm>
                <a:custGeom>
                  <a:avLst/>
                  <a:gdLst>
                    <a:gd name="connsiteX0" fmla="*/ 682286 w 713142"/>
                    <a:gd name="connsiteY0" fmla="*/ 0 h 205714"/>
                    <a:gd name="connsiteX1" fmla="*/ 713143 w 713142"/>
                    <a:gd name="connsiteY1" fmla="*/ 30857 h 205714"/>
                    <a:gd name="connsiteX2" fmla="*/ 713143 w 713142"/>
                    <a:gd name="connsiteY2" fmla="*/ 174857 h 205714"/>
                    <a:gd name="connsiteX3" fmla="*/ 682286 w 713142"/>
                    <a:gd name="connsiteY3" fmla="*/ 205714 h 205714"/>
                    <a:gd name="connsiteX4" fmla="*/ 30857 w 713142"/>
                    <a:gd name="connsiteY4" fmla="*/ 205714 h 205714"/>
                    <a:gd name="connsiteX5" fmla="*/ 0 w 713142"/>
                    <a:gd name="connsiteY5" fmla="*/ 174857 h 205714"/>
                    <a:gd name="connsiteX6" fmla="*/ 0 w 713142"/>
                    <a:gd name="connsiteY6" fmla="*/ 30857 h 205714"/>
                    <a:gd name="connsiteX7" fmla="*/ 30857 w 713142"/>
                    <a:gd name="connsiteY7" fmla="*/ 0 h 20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13142" h="205714">
                      <a:moveTo>
                        <a:pt x="682286" y="0"/>
                      </a:moveTo>
                      <a:cubicBezTo>
                        <a:pt x="699328" y="0"/>
                        <a:pt x="713143" y="13815"/>
                        <a:pt x="713143" y="30857"/>
                      </a:cubicBezTo>
                      <a:lnTo>
                        <a:pt x="713143" y="174857"/>
                      </a:lnTo>
                      <a:cubicBezTo>
                        <a:pt x="713143" y="191899"/>
                        <a:pt x="699328" y="205714"/>
                        <a:pt x="682286" y="205714"/>
                      </a:cubicBezTo>
                      <a:lnTo>
                        <a:pt x="30857" y="205714"/>
                      </a:lnTo>
                      <a:cubicBezTo>
                        <a:pt x="13815" y="205714"/>
                        <a:pt x="0" y="191899"/>
                        <a:pt x="0" y="174857"/>
                      </a:cubicBezTo>
                      <a:lnTo>
                        <a:pt x="0" y="30857"/>
                      </a:lnTo>
                      <a:cubicBezTo>
                        <a:pt x="0" y="13815"/>
                        <a:pt x="13815" y="0"/>
                        <a:pt x="30857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85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19" name="图片 18">
                  <a:extLst>
                    <a:ext uri="{FF2B5EF4-FFF2-40B4-BE49-F238E27FC236}">
                      <a16:creationId xmlns:a16="http://schemas.microsoft.com/office/drawing/2014/main" id="{BEA737A4-7DAD-8588-6275-91AA07DC79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31428" y="2578713"/>
                  <a:ext cx="699428" cy="248571"/>
                </a:xfrm>
                <a:custGeom>
                  <a:avLst/>
                  <a:gdLst>
                    <a:gd name="connsiteX0" fmla="*/ -1 w 699428"/>
                    <a:gd name="connsiteY0" fmla="*/ -1 h 248571"/>
                    <a:gd name="connsiteX1" fmla="*/ 699428 w 699428"/>
                    <a:gd name="connsiteY1" fmla="*/ -1 h 248571"/>
                    <a:gd name="connsiteX2" fmla="*/ 699428 w 699428"/>
                    <a:gd name="connsiteY2" fmla="*/ 248571 h 248571"/>
                    <a:gd name="connsiteX3" fmla="*/ -1 w 699428"/>
                    <a:gd name="connsiteY3" fmla="*/ 248571 h 248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9428" h="248571">
                      <a:moveTo>
                        <a:pt x="-1" y="-1"/>
                      </a:moveTo>
                      <a:lnTo>
                        <a:pt x="699428" y="-1"/>
                      </a:lnTo>
                      <a:lnTo>
                        <a:pt x="699428" y="248571"/>
                      </a:lnTo>
                      <a:lnTo>
                        <a:pt x="-1" y="24857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0" name="图形 2">
                <a:extLst>
                  <a:ext uri="{FF2B5EF4-FFF2-40B4-BE49-F238E27FC236}">
                    <a16:creationId xmlns:a16="http://schemas.microsoft.com/office/drawing/2014/main" id="{0D8E3C24-D2BC-E297-A997-94EB226CCCB7}"/>
                  </a:ext>
                </a:extLst>
              </p:cNvPr>
              <p:cNvGrpSpPr/>
              <p:nvPr/>
            </p:nvGrpSpPr>
            <p:grpSpPr>
              <a:xfrm>
                <a:off x="2438537" y="2996999"/>
                <a:ext cx="396068" cy="54857"/>
                <a:chOff x="2438537" y="2996999"/>
                <a:chExt cx="396068" cy="54857"/>
              </a:xfrm>
            </p:grpSpPr>
            <p:sp>
              <p:nvSpPr>
                <p:cNvPr id="21" name="任意多边形: 形状 20">
                  <a:extLst>
                    <a:ext uri="{FF2B5EF4-FFF2-40B4-BE49-F238E27FC236}">
                      <a16:creationId xmlns:a16="http://schemas.microsoft.com/office/drawing/2014/main" id="{3E0138D4-5634-AED1-AEE2-0F524E7E52CA}"/>
                    </a:ext>
                  </a:extLst>
                </p:cNvPr>
                <p:cNvSpPr/>
                <p:nvPr/>
              </p:nvSpPr>
              <p:spPr>
                <a:xfrm>
                  <a:off x="2438537" y="3024428"/>
                  <a:ext cx="354925" cy="6857"/>
                </a:xfrm>
                <a:custGeom>
                  <a:avLst/>
                  <a:gdLst>
                    <a:gd name="connsiteX0" fmla="*/ 0 w 354925"/>
                    <a:gd name="connsiteY0" fmla="*/ 0 h 6857"/>
                    <a:gd name="connsiteX1" fmla="*/ 354926 w 354925"/>
                    <a:gd name="connsiteY1" fmla="*/ 0 h 6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54925" h="6857">
                      <a:moveTo>
                        <a:pt x="0" y="0"/>
                      </a:moveTo>
                      <a:lnTo>
                        <a:pt x="354926" y="0"/>
                      </a:lnTo>
                    </a:path>
                  </a:pathLst>
                </a:custGeom>
                <a:noFill/>
                <a:ln w="13714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36AA9E82-D621-DE9A-70DA-C36895005832}"/>
                    </a:ext>
                  </a:extLst>
                </p:cNvPr>
                <p:cNvSpPr/>
                <p:nvPr/>
              </p:nvSpPr>
              <p:spPr>
                <a:xfrm>
                  <a:off x="2779748" y="2996999"/>
                  <a:ext cx="54857" cy="54857"/>
                </a:xfrm>
                <a:custGeom>
                  <a:avLst/>
                  <a:gdLst>
                    <a:gd name="connsiteX0" fmla="*/ 54857 w 54857"/>
                    <a:gd name="connsiteY0" fmla="*/ 27429 h 54857"/>
                    <a:gd name="connsiteX1" fmla="*/ 0 w 54857"/>
                    <a:gd name="connsiteY1" fmla="*/ 54857 h 54857"/>
                    <a:gd name="connsiteX2" fmla="*/ 13714 w 54857"/>
                    <a:gd name="connsiteY2" fmla="*/ 27429 h 54857"/>
                    <a:gd name="connsiteX3" fmla="*/ 0 w 54857"/>
                    <a:gd name="connsiteY3" fmla="*/ 0 h 54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857" h="54857">
                      <a:moveTo>
                        <a:pt x="54857" y="27429"/>
                      </a:moveTo>
                      <a:lnTo>
                        <a:pt x="0" y="54857"/>
                      </a:lnTo>
                      <a:lnTo>
                        <a:pt x="13714" y="274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3714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图形 2">
                <a:extLst>
                  <a:ext uri="{FF2B5EF4-FFF2-40B4-BE49-F238E27FC236}">
                    <a16:creationId xmlns:a16="http://schemas.microsoft.com/office/drawing/2014/main" id="{EF9ADF97-1086-AEF2-41FD-2550C5CBD376}"/>
                  </a:ext>
                </a:extLst>
              </p:cNvPr>
              <p:cNvGrpSpPr/>
              <p:nvPr/>
            </p:nvGrpSpPr>
            <p:grpSpPr>
              <a:xfrm>
                <a:off x="1725394" y="2921570"/>
                <a:ext cx="713142" cy="248571"/>
                <a:chOff x="1725394" y="2921570"/>
                <a:chExt cx="713142" cy="248571"/>
              </a:xfrm>
              <a:solidFill>
                <a:srgbClr val="DAE8FC"/>
              </a:solidFill>
            </p:grpSpPr>
            <p:sp>
              <p:nvSpPr>
                <p:cNvPr id="24" name="任意多边形: 形状 23">
                  <a:extLst>
                    <a:ext uri="{FF2B5EF4-FFF2-40B4-BE49-F238E27FC236}">
                      <a16:creationId xmlns:a16="http://schemas.microsoft.com/office/drawing/2014/main" id="{9E397C2F-9B7B-472F-8700-676E89A9D7D5}"/>
                    </a:ext>
                  </a:extLst>
                </p:cNvPr>
                <p:cNvSpPr/>
                <p:nvPr/>
              </p:nvSpPr>
              <p:spPr>
                <a:xfrm>
                  <a:off x="1725394" y="2921570"/>
                  <a:ext cx="713142" cy="205714"/>
                </a:xfrm>
                <a:custGeom>
                  <a:avLst/>
                  <a:gdLst>
                    <a:gd name="connsiteX0" fmla="*/ 682286 w 713142"/>
                    <a:gd name="connsiteY0" fmla="*/ 0 h 205714"/>
                    <a:gd name="connsiteX1" fmla="*/ 713143 w 713142"/>
                    <a:gd name="connsiteY1" fmla="*/ 30857 h 205714"/>
                    <a:gd name="connsiteX2" fmla="*/ 713143 w 713142"/>
                    <a:gd name="connsiteY2" fmla="*/ 174857 h 205714"/>
                    <a:gd name="connsiteX3" fmla="*/ 682286 w 713142"/>
                    <a:gd name="connsiteY3" fmla="*/ 205714 h 205714"/>
                    <a:gd name="connsiteX4" fmla="*/ 30857 w 713142"/>
                    <a:gd name="connsiteY4" fmla="*/ 205714 h 205714"/>
                    <a:gd name="connsiteX5" fmla="*/ 0 w 713142"/>
                    <a:gd name="connsiteY5" fmla="*/ 174857 h 205714"/>
                    <a:gd name="connsiteX6" fmla="*/ 0 w 713142"/>
                    <a:gd name="connsiteY6" fmla="*/ 30857 h 205714"/>
                    <a:gd name="connsiteX7" fmla="*/ 30857 w 713142"/>
                    <a:gd name="connsiteY7" fmla="*/ 0 h 20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13142" h="205714">
                      <a:moveTo>
                        <a:pt x="682286" y="0"/>
                      </a:moveTo>
                      <a:cubicBezTo>
                        <a:pt x="699328" y="0"/>
                        <a:pt x="713143" y="13815"/>
                        <a:pt x="713143" y="30857"/>
                      </a:cubicBezTo>
                      <a:lnTo>
                        <a:pt x="713143" y="174857"/>
                      </a:lnTo>
                      <a:cubicBezTo>
                        <a:pt x="713143" y="191899"/>
                        <a:pt x="699328" y="205714"/>
                        <a:pt x="682286" y="205714"/>
                      </a:cubicBezTo>
                      <a:lnTo>
                        <a:pt x="30857" y="205714"/>
                      </a:lnTo>
                      <a:cubicBezTo>
                        <a:pt x="13815" y="205714"/>
                        <a:pt x="0" y="191899"/>
                        <a:pt x="0" y="174857"/>
                      </a:cubicBezTo>
                      <a:lnTo>
                        <a:pt x="0" y="30857"/>
                      </a:lnTo>
                      <a:cubicBezTo>
                        <a:pt x="0" y="13815"/>
                        <a:pt x="13815" y="0"/>
                        <a:pt x="30857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85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25" name="图片 24">
                  <a:extLst>
                    <a:ext uri="{FF2B5EF4-FFF2-40B4-BE49-F238E27FC236}">
                      <a16:creationId xmlns:a16="http://schemas.microsoft.com/office/drawing/2014/main" id="{BABF1349-D403-2E3E-2313-F232C79FD0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31428" y="2921570"/>
                  <a:ext cx="699428" cy="248571"/>
                </a:xfrm>
                <a:custGeom>
                  <a:avLst/>
                  <a:gdLst>
                    <a:gd name="connsiteX0" fmla="*/ -1 w 699428"/>
                    <a:gd name="connsiteY0" fmla="*/ -1 h 248571"/>
                    <a:gd name="connsiteX1" fmla="*/ 699428 w 699428"/>
                    <a:gd name="connsiteY1" fmla="*/ -1 h 248571"/>
                    <a:gd name="connsiteX2" fmla="*/ 699428 w 699428"/>
                    <a:gd name="connsiteY2" fmla="*/ 248571 h 248571"/>
                    <a:gd name="connsiteX3" fmla="*/ -1 w 699428"/>
                    <a:gd name="connsiteY3" fmla="*/ 248571 h 248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9428" h="248571">
                      <a:moveTo>
                        <a:pt x="-1" y="-1"/>
                      </a:moveTo>
                      <a:lnTo>
                        <a:pt x="699428" y="-1"/>
                      </a:lnTo>
                      <a:lnTo>
                        <a:pt x="699428" y="248571"/>
                      </a:lnTo>
                      <a:lnTo>
                        <a:pt x="-1" y="24857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26" name="图形 2">
                <a:extLst>
                  <a:ext uri="{FF2B5EF4-FFF2-40B4-BE49-F238E27FC236}">
                    <a16:creationId xmlns:a16="http://schemas.microsoft.com/office/drawing/2014/main" id="{F0669014-7D71-0BC9-A9FE-47681E56431F}"/>
                  </a:ext>
                </a:extLst>
              </p:cNvPr>
              <p:cNvGrpSpPr/>
              <p:nvPr/>
            </p:nvGrpSpPr>
            <p:grpSpPr>
              <a:xfrm>
                <a:off x="2438537" y="2996999"/>
                <a:ext cx="396068" cy="370285"/>
                <a:chOff x="2438537" y="2996999"/>
                <a:chExt cx="396068" cy="370285"/>
              </a:xfrm>
            </p:grpSpPr>
            <p:sp>
              <p:nvSpPr>
                <p:cNvPr id="27" name="任意多边形: 形状 26">
                  <a:extLst>
                    <a:ext uri="{FF2B5EF4-FFF2-40B4-BE49-F238E27FC236}">
                      <a16:creationId xmlns:a16="http://schemas.microsoft.com/office/drawing/2014/main" id="{2EC0C3D0-DA75-9C7F-C20E-5FAFEB382AEF}"/>
                    </a:ext>
                  </a:extLst>
                </p:cNvPr>
                <p:cNvSpPr/>
                <p:nvPr/>
              </p:nvSpPr>
              <p:spPr>
                <a:xfrm>
                  <a:off x="2438537" y="3024428"/>
                  <a:ext cx="354925" cy="342857"/>
                </a:xfrm>
                <a:custGeom>
                  <a:avLst/>
                  <a:gdLst>
                    <a:gd name="connsiteX0" fmla="*/ 0 w 354925"/>
                    <a:gd name="connsiteY0" fmla="*/ 342857 h 342857"/>
                    <a:gd name="connsiteX1" fmla="*/ 47589 w 354925"/>
                    <a:gd name="connsiteY1" fmla="*/ 342857 h 342857"/>
                    <a:gd name="connsiteX2" fmla="*/ 95177 w 354925"/>
                    <a:gd name="connsiteY2" fmla="*/ 274286 h 342857"/>
                    <a:gd name="connsiteX3" fmla="*/ 95177 w 354925"/>
                    <a:gd name="connsiteY3" fmla="*/ 68571 h 342857"/>
                    <a:gd name="connsiteX4" fmla="*/ 163749 w 354925"/>
                    <a:gd name="connsiteY4" fmla="*/ 0 h 342857"/>
                    <a:gd name="connsiteX5" fmla="*/ 354926 w 354925"/>
                    <a:gd name="connsiteY5" fmla="*/ 0 h 34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4925" h="342857">
                      <a:moveTo>
                        <a:pt x="0" y="342857"/>
                      </a:moveTo>
                      <a:lnTo>
                        <a:pt x="47589" y="342857"/>
                      </a:lnTo>
                      <a:cubicBezTo>
                        <a:pt x="79314" y="342857"/>
                        <a:pt x="95177" y="320000"/>
                        <a:pt x="95177" y="274286"/>
                      </a:cubicBezTo>
                      <a:lnTo>
                        <a:pt x="95177" y="68571"/>
                      </a:lnTo>
                      <a:cubicBezTo>
                        <a:pt x="95177" y="22857"/>
                        <a:pt x="118034" y="0"/>
                        <a:pt x="163749" y="0"/>
                      </a:cubicBezTo>
                      <a:lnTo>
                        <a:pt x="354926" y="0"/>
                      </a:lnTo>
                    </a:path>
                  </a:pathLst>
                </a:custGeom>
                <a:noFill/>
                <a:ln w="13714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" name="任意多边形: 形状 27">
                  <a:extLst>
                    <a:ext uri="{FF2B5EF4-FFF2-40B4-BE49-F238E27FC236}">
                      <a16:creationId xmlns:a16="http://schemas.microsoft.com/office/drawing/2014/main" id="{146A9A11-C542-7E33-0A8D-058D30FF38C6}"/>
                    </a:ext>
                  </a:extLst>
                </p:cNvPr>
                <p:cNvSpPr/>
                <p:nvPr/>
              </p:nvSpPr>
              <p:spPr>
                <a:xfrm>
                  <a:off x="2779748" y="2996999"/>
                  <a:ext cx="54857" cy="54857"/>
                </a:xfrm>
                <a:custGeom>
                  <a:avLst/>
                  <a:gdLst>
                    <a:gd name="connsiteX0" fmla="*/ 54857 w 54857"/>
                    <a:gd name="connsiteY0" fmla="*/ 27429 h 54857"/>
                    <a:gd name="connsiteX1" fmla="*/ 0 w 54857"/>
                    <a:gd name="connsiteY1" fmla="*/ 54857 h 54857"/>
                    <a:gd name="connsiteX2" fmla="*/ 13714 w 54857"/>
                    <a:gd name="connsiteY2" fmla="*/ 27429 h 54857"/>
                    <a:gd name="connsiteX3" fmla="*/ 0 w 54857"/>
                    <a:gd name="connsiteY3" fmla="*/ 0 h 54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857" h="54857">
                      <a:moveTo>
                        <a:pt x="54857" y="27429"/>
                      </a:moveTo>
                      <a:lnTo>
                        <a:pt x="0" y="54857"/>
                      </a:lnTo>
                      <a:lnTo>
                        <a:pt x="13714" y="274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3714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图形 2">
                <a:extLst>
                  <a:ext uri="{FF2B5EF4-FFF2-40B4-BE49-F238E27FC236}">
                    <a16:creationId xmlns:a16="http://schemas.microsoft.com/office/drawing/2014/main" id="{1DCAF92B-EDC3-1F3E-2A91-B002005626FF}"/>
                  </a:ext>
                </a:extLst>
              </p:cNvPr>
              <p:cNvGrpSpPr/>
              <p:nvPr/>
            </p:nvGrpSpPr>
            <p:grpSpPr>
              <a:xfrm>
                <a:off x="1725394" y="3264428"/>
                <a:ext cx="713142" cy="248571"/>
                <a:chOff x="1725394" y="3264428"/>
                <a:chExt cx="713142" cy="248571"/>
              </a:xfrm>
              <a:solidFill>
                <a:srgbClr val="DAE8FC"/>
              </a:solidFill>
            </p:grpSpPr>
            <p:sp>
              <p:nvSpPr>
                <p:cNvPr id="30" name="任意多边形: 形状 29">
                  <a:extLst>
                    <a:ext uri="{FF2B5EF4-FFF2-40B4-BE49-F238E27FC236}">
                      <a16:creationId xmlns:a16="http://schemas.microsoft.com/office/drawing/2014/main" id="{027F55A8-6801-3D28-525D-D787D26AAE83}"/>
                    </a:ext>
                  </a:extLst>
                </p:cNvPr>
                <p:cNvSpPr/>
                <p:nvPr/>
              </p:nvSpPr>
              <p:spPr>
                <a:xfrm>
                  <a:off x="1725394" y="3264428"/>
                  <a:ext cx="713142" cy="205714"/>
                </a:xfrm>
                <a:custGeom>
                  <a:avLst/>
                  <a:gdLst>
                    <a:gd name="connsiteX0" fmla="*/ 682286 w 713142"/>
                    <a:gd name="connsiteY0" fmla="*/ 0 h 205714"/>
                    <a:gd name="connsiteX1" fmla="*/ 713143 w 713142"/>
                    <a:gd name="connsiteY1" fmla="*/ 30857 h 205714"/>
                    <a:gd name="connsiteX2" fmla="*/ 713143 w 713142"/>
                    <a:gd name="connsiteY2" fmla="*/ 174857 h 205714"/>
                    <a:gd name="connsiteX3" fmla="*/ 682286 w 713142"/>
                    <a:gd name="connsiteY3" fmla="*/ 205714 h 205714"/>
                    <a:gd name="connsiteX4" fmla="*/ 30857 w 713142"/>
                    <a:gd name="connsiteY4" fmla="*/ 205714 h 205714"/>
                    <a:gd name="connsiteX5" fmla="*/ 0 w 713142"/>
                    <a:gd name="connsiteY5" fmla="*/ 174857 h 205714"/>
                    <a:gd name="connsiteX6" fmla="*/ 0 w 713142"/>
                    <a:gd name="connsiteY6" fmla="*/ 30857 h 205714"/>
                    <a:gd name="connsiteX7" fmla="*/ 30857 w 713142"/>
                    <a:gd name="connsiteY7" fmla="*/ 0 h 20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13142" h="205714">
                      <a:moveTo>
                        <a:pt x="682286" y="0"/>
                      </a:moveTo>
                      <a:cubicBezTo>
                        <a:pt x="699328" y="0"/>
                        <a:pt x="713143" y="13815"/>
                        <a:pt x="713143" y="30857"/>
                      </a:cubicBezTo>
                      <a:lnTo>
                        <a:pt x="713143" y="174857"/>
                      </a:lnTo>
                      <a:cubicBezTo>
                        <a:pt x="713143" y="191899"/>
                        <a:pt x="699328" y="205714"/>
                        <a:pt x="682286" y="205714"/>
                      </a:cubicBezTo>
                      <a:lnTo>
                        <a:pt x="30857" y="205714"/>
                      </a:lnTo>
                      <a:cubicBezTo>
                        <a:pt x="13815" y="205714"/>
                        <a:pt x="0" y="191899"/>
                        <a:pt x="0" y="174857"/>
                      </a:cubicBezTo>
                      <a:lnTo>
                        <a:pt x="0" y="30857"/>
                      </a:lnTo>
                      <a:cubicBezTo>
                        <a:pt x="0" y="13815"/>
                        <a:pt x="13815" y="0"/>
                        <a:pt x="30857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85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31" name="图片 30">
                  <a:extLst>
                    <a:ext uri="{FF2B5EF4-FFF2-40B4-BE49-F238E27FC236}">
                      <a16:creationId xmlns:a16="http://schemas.microsoft.com/office/drawing/2014/main" id="{427844F4-437D-DDEE-2839-23091E9BE1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31428" y="3264428"/>
                  <a:ext cx="699428" cy="248571"/>
                </a:xfrm>
                <a:custGeom>
                  <a:avLst/>
                  <a:gdLst>
                    <a:gd name="connsiteX0" fmla="*/ -1 w 699428"/>
                    <a:gd name="connsiteY0" fmla="*/ -1 h 248571"/>
                    <a:gd name="connsiteX1" fmla="*/ 699428 w 699428"/>
                    <a:gd name="connsiteY1" fmla="*/ -1 h 248571"/>
                    <a:gd name="connsiteX2" fmla="*/ 699428 w 699428"/>
                    <a:gd name="connsiteY2" fmla="*/ 248571 h 248571"/>
                    <a:gd name="connsiteX3" fmla="*/ -1 w 699428"/>
                    <a:gd name="connsiteY3" fmla="*/ 248571 h 248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99428" h="248571">
                      <a:moveTo>
                        <a:pt x="-1" y="-1"/>
                      </a:moveTo>
                      <a:lnTo>
                        <a:pt x="699428" y="-1"/>
                      </a:lnTo>
                      <a:lnTo>
                        <a:pt x="699428" y="248571"/>
                      </a:lnTo>
                      <a:lnTo>
                        <a:pt x="-1" y="248571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32" name="图形 2">
                <a:extLst>
                  <a:ext uri="{FF2B5EF4-FFF2-40B4-BE49-F238E27FC236}">
                    <a16:creationId xmlns:a16="http://schemas.microsoft.com/office/drawing/2014/main" id="{2757C616-96EE-E5B8-DEBF-495CFDC37860}"/>
                  </a:ext>
                </a:extLst>
              </p:cNvPr>
              <p:cNvGrpSpPr/>
              <p:nvPr/>
            </p:nvGrpSpPr>
            <p:grpSpPr>
              <a:xfrm>
                <a:off x="2849965" y="2796428"/>
                <a:ext cx="754285" cy="476571"/>
                <a:chOff x="2849965" y="2796428"/>
                <a:chExt cx="754285" cy="476571"/>
              </a:xfrm>
              <a:solidFill>
                <a:srgbClr val="DAE8FC"/>
              </a:solidFill>
            </p:grpSpPr>
            <p:sp>
              <p:nvSpPr>
                <p:cNvPr id="33" name="任意多边形: 形状 32">
                  <a:extLst>
                    <a:ext uri="{FF2B5EF4-FFF2-40B4-BE49-F238E27FC236}">
                      <a16:creationId xmlns:a16="http://schemas.microsoft.com/office/drawing/2014/main" id="{B85BE898-8B5D-F8D0-B7CC-70212EC1C205}"/>
                    </a:ext>
                  </a:extLst>
                </p:cNvPr>
                <p:cNvSpPr/>
                <p:nvPr/>
              </p:nvSpPr>
              <p:spPr>
                <a:xfrm>
                  <a:off x="2849965" y="2796428"/>
                  <a:ext cx="754285" cy="455999"/>
                </a:xfrm>
                <a:custGeom>
                  <a:avLst/>
                  <a:gdLst>
                    <a:gd name="connsiteX0" fmla="*/ 685920 w 754285"/>
                    <a:gd name="connsiteY0" fmla="*/ 0 h 455999"/>
                    <a:gd name="connsiteX1" fmla="*/ 754286 w 754285"/>
                    <a:gd name="connsiteY1" fmla="*/ 68366 h 455999"/>
                    <a:gd name="connsiteX2" fmla="*/ 754286 w 754285"/>
                    <a:gd name="connsiteY2" fmla="*/ 387634 h 455999"/>
                    <a:gd name="connsiteX3" fmla="*/ 685920 w 754285"/>
                    <a:gd name="connsiteY3" fmla="*/ 456000 h 455999"/>
                    <a:gd name="connsiteX4" fmla="*/ 68366 w 754285"/>
                    <a:gd name="connsiteY4" fmla="*/ 456000 h 455999"/>
                    <a:gd name="connsiteX5" fmla="*/ 0 w 754285"/>
                    <a:gd name="connsiteY5" fmla="*/ 387634 h 455999"/>
                    <a:gd name="connsiteX6" fmla="*/ 0 w 754285"/>
                    <a:gd name="connsiteY6" fmla="*/ 68366 h 455999"/>
                    <a:gd name="connsiteX7" fmla="*/ 68366 w 754285"/>
                    <a:gd name="connsiteY7" fmla="*/ 0 h 4559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54285" h="455999">
                      <a:moveTo>
                        <a:pt x="685920" y="0"/>
                      </a:moveTo>
                      <a:cubicBezTo>
                        <a:pt x="723678" y="0"/>
                        <a:pt x="754286" y="30608"/>
                        <a:pt x="754286" y="68366"/>
                      </a:cubicBezTo>
                      <a:lnTo>
                        <a:pt x="754286" y="387634"/>
                      </a:lnTo>
                      <a:cubicBezTo>
                        <a:pt x="754286" y="425392"/>
                        <a:pt x="723677" y="456000"/>
                        <a:pt x="685920" y="456000"/>
                      </a:cubicBezTo>
                      <a:lnTo>
                        <a:pt x="68366" y="456000"/>
                      </a:lnTo>
                      <a:cubicBezTo>
                        <a:pt x="30609" y="456000"/>
                        <a:pt x="0" y="425392"/>
                        <a:pt x="0" y="387634"/>
                      </a:cubicBezTo>
                      <a:lnTo>
                        <a:pt x="0" y="68366"/>
                      </a:lnTo>
                      <a:cubicBezTo>
                        <a:pt x="0" y="30608"/>
                        <a:pt x="30609" y="0"/>
                        <a:pt x="68366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6857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34" name="图片 33">
                  <a:extLst>
                    <a:ext uri="{FF2B5EF4-FFF2-40B4-BE49-F238E27FC236}">
                      <a16:creationId xmlns:a16="http://schemas.microsoft.com/office/drawing/2014/main" id="{4D078545-1459-A43C-B1C1-4598E1298E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56000" y="2818713"/>
                  <a:ext cx="740571" cy="454285"/>
                </a:xfrm>
                <a:custGeom>
                  <a:avLst/>
                  <a:gdLst>
                    <a:gd name="connsiteX0" fmla="*/ -1 w 740571"/>
                    <a:gd name="connsiteY0" fmla="*/ -1 h 454285"/>
                    <a:gd name="connsiteX1" fmla="*/ 740571 w 740571"/>
                    <a:gd name="connsiteY1" fmla="*/ -1 h 454285"/>
                    <a:gd name="connsiteX2" fmla="*/ 740571 w 740571"/>
                    <a:gd name="connsiteY2" fmla="*/ 454285 h 454285"/>
                    <a:gd name="connsiteX3" fmla="*/ -1 w 740571"/>
                    <a:gd name="connsiteY3" fmla="*/ 454285 h 454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571" h="454285">
                      <a:moveTo>
                        <a:pt x="-1" y="-1"/>
                      </a:moveTo>
                      <a:lnTo>
                        <a:pt x="740571" y="-1"/>
                      </a:lnTo>
                      <a:lnTo>
                        <a:pt x="740571" y="454285"/>
                      </a:lnTo>
                      <a:lnTo>
                        <a:pt x="-1" y="454285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35" name="图形 2">
                <a:extLst>
                  <a:ext uri="{FF2B5EF4-FFF2-40B4-BE49-F238E27FC236}">
                    <a16:creationId xmlns:a16="http://schemas.microsoft.com/office/drawing/2014/main" id="{F8F32149-436C-477C-DC0D-17BC25F442CE}"/>
                  </a:ext>
                </a:extLst>
              </p:cNvPr>
              <p:cNvGrpSpPr/>
              <p:nvPr/>
            </p:nvGrpSpPr>
            <p:grpSpPr>
              <a:xfrm>
                <a:off x="2605714" y="2942142"/>
                <a:ext cx="144000" cy="198857"/>
                <a:chOff x="2605714" y="2942142"/>
                <a:chExt cx="144000" cy="198857"/>
              </a:xfrm>
              <a:solidFill>
                <a:srgbClr val="FFFFFF"/>
              </a:solidFill>
            </p:grpSpPr>
            <p:sp>
              <p:nvSpPr>
                <p:cNvPr id="36" name="任意多边形: 形状 35">
                  <a:extLst>
                    <a:ext uri="{FF2B5EF4-FFF2-40B4-BE49-F238E27FC236}">
                      <a16:creationId xmlns:a16="http://schemas.microsoft.com/office/drawing/2014/main" id="{BB3A9A2F-52D3-5698-C238-F76BE4B4901A}"/>
                    </a:ext>
                  </a:extLst>
                </p:cNvPr>
                <p:cNvSpPr/>
                <p:nvPr/>
              </p:nvSpPr>
              <p:spPr>
                <a:xfrm>
                  <a:off x="2605714" y="2952428"/>
                  <a:ext cx="144000" cy="143999"/>
                </a:xfrm>
                <a:custGeom>
                  <a:avLst/>
                  <a:gdLst>
                    <a:gd name="connsiteX0" fmla="*/ 144000 w 144000"/>
                    <a:gd name="connsiteY0" fmla="*/ 72000 h 143999"/>
                    <a:gd name="connsiteX1" fmla="*/ 72000 w 144000"/>
                    <a:gd name="connsiteY1" fmla="*/ 144000 h 143999"/>
                    <a:gd name="connsiteX2" fmla="*/ 0 w 144000"/>
                    <a:gd name="connsiteY2" fmla="*/ 72000 h 143999"/>
                    <a:gd name="connsiteX3" fmla="*/ 72000 w 144000"/>
                    <a:gd name="connsiteY3" fmla="*/ 0 h 143999"/>
                    <a:gd name="connsiteX4" fmla="*/ 144000 w 144000"/>
                    <a:gd name="connsiteY4" fmla="*/ 72000 h 1439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4000" h="143999">
                      <a:moveTo>
                        <a:pt x="144000" y="72000"/>
                      </a:moveTo>
                      <a:cubicBezTo>
                        <a:pt x="144000" y="111764"/>
                        <a:pt x="111764" y="144000"/>
                        <a:pt x="72000" y="144000"/>
                      </a:cubicBezTo>
                      <a:cubicBezTo>
                        <a:pt x="32236" y="144000"/>
                        <a:pt x="0" y="111764"/>
                        <a:pt x="0" y="72000"/>
                      </a:cubicBezTo>
                      <a:cubicBezTo>
                        <a:pt x="0" y="32236"/>
                        <a:pt x="32236" y="0"/>
                        <a:pt x="72000" y="0"/>
                      </a:cubicBezTo>
                      <a:cubicBezTo>
                        <a:pt x="111764" y="0"/>
                        <a:pt x="144000" y="32236"/>
                        <a:pt x="144000" y="7200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6857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37" name="图片 36">
                  <a:extLst>
                    <a:ext uri="{FF2B5EF4-FFF2-40B4-BE49-F238E27FC236}">
                      <a16:creationId xmlns:a16="http://schemas.microsoft.com/office/drawing/2014/main" id="{17B96C5D-DE2D-CEAC-D949-B98EBA0DDC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09142" y="2942142"/>
                  <a:ext cx="130285" cy="198857"/>
                </a:xfrm>
                <a:custGeom>
                  <a:avLst/>
                  <a:gdLst>
                    <a:gd name="connsiteX0" fmla="*/ -1 w 130285"/>
                    <a:gd name="connsiteY0" fmla="*/ -1 h 198857"/>
                    <a:gd name="connsiteX1" fmla="*/ 130285 w 130285"/>
                    <a:gd name="connsiteY1" fmla="*/ -1 h 198857"/>
                    <a:gd name="connsiteX2" fmla="*/ 130285 w 130285"/>
                    <a:gd name="connsiteY2" fmla="*/ 198857 h 198857"/>
                    <a:gd name="connsiteX3" fmla="*/ -1 w 130285"/>
                    <a:gd name="connsiteY3" fmla="*/ 198857 h 198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0285" h="198857">
                      <a:moveTo>
                        <a:pt x="-1" y="-1"/>
                      </a:moveTo>
                      <a:lnTo>
                        <a:pt x="130285" y="-1"/>
                      </a:lnTo>
                      <a:lnTo>
                        <a:pt x="130285" y="198857"/>
                      </a:lnTo>
                      <a:lnTo>
                        <a:pt x="-1" y="198857"/>
                      </a:lnTo>
                      <a:close/>
                    </a:path>
                  </a:pathLst>
                </a:custGeom>
              </p:spPr>
            </p:pic>
          </p:grpSp>
        </p:grp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4ACB001C-8334-00AA-4C22-4D5B6075626B}"/>
                </a:ext>
              </a:extLst>
            </p:cNvPr>
            <p:cNvSpPr/>
            <p:nvPr/>
          </p:nvSpPr>
          <p:spPr>
            <a:xfrm>
              <a:off x="3145714" y="4094142"/>
              <a:ext cx="4534285" cy="2420571"/>
            </a:xfrm>
            <a:custGeom>
              <a:avLst/>
              <a:gdLst>
                <a:gd name="connsiteX0" fmla="*/ 4413257 w 4534285"/>
                <a:gd name="connsiteY0" fmla="*/ 0 h 2420571"/>
                <a:gd name="connsiteX1" fmla="*/ 4534286 w 4534285"/>
                <a:gd name="connsiteY1" fmla="*/ 121029 h 2420571"/>
                <a:gd name="connsiteX2" fmla="*/ 4534286 w 4534285"/>
                <a:gd name="connsiteY2" fmla="*/ 2299543 h 2420571"/>
                <a:gd name="connsiteX3" fmla="*/ 4413257 w 4534285"/>
                <a:gd name="connsiteY3" fmla="*/ 2420572 h 2420571"/>
                <a:gd name="connsiteX4" fmla="*/ 121028 w 4534285"/>
                <a:gd name="connsiteY4" fmla="*/ 2420572 h 2420571"/>
                <a:gd name="connsiteX5" fmla="*/ 0 w 4534285"/>
                <a:gd name="connsiteY5" fmla="*/ 2299543 h 2420571"/>
                <a:gd name="connsiteX6" fmla="*/ 0 w 4534285"/>
                <a:gd name="connsiteY6" fmla="*/ 121029 h 2420571"/>
                <a:gd name="connsiteX7" fmla="*/ 121028 w 4534285"/>
                <a:gd name="connsiteY7" fmla="*/ 0 h 24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34285" h="2420571">
                  <a:moveTo>
                    <a:pt x="4413257" y="0"/>
                  </a:moveTo>
                  <a:cubicBezTo>
                    <a:pt x="4480099" y="0"/>
                    <a:pt x="4534286" y="54186"/>
                    <a:pt x="4534286" y="121029"/>
                  </a:cubicBezTo>
                  <a:lnTo>
                    <a:pt x="4534286" y="2299543"/>
                  </a:lnTo>
                  <a:cubicBezTo>
                    <a:pt x="4534286" y="2366385"/>
                    <a:pt x="4480099" y="2420572"/>
                    <a:pt x="4413257" y="2420572"/>
                  </a:cubicBezTo>
                  <a:lnTo>
                    <a:pt x="121028" y="2420572"/>
                  </a:lnTo>
                  <a:cubicBezTo>
                    <a:pt x="54186" y="2420572"/>
                    <a:pt x="0" y="2366386"/>
                    <a:pt x="0" y="2299543"/>
                  </a:cubicBezTo>
                  <a:lnTo>
                    <a:pt x="0" y="121029"/>
                  </a:lnTo>
                  <a:cubicBezTo>
                    <a:pt x="0" y="54187"/>
                    <a:pt x="54186" y="0"/>
                    <a:pt x="121028" y="0"/>
                  </a:cubicBezTo>
                  <a:close/>
                </a:path>
              </a:pathLst>
            </a:custGeom>
            <a:solidFill>
              <a:srgbClr val="FFF2CC"/>
            </a:solidFill>
            <a:ln w="13714" cap="flat">
              <a:solidFill>
                <a:srgbClr val="DBC06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EC4DB1A3-4CC6-D856-1229-6382DF01443E}"/>
                </a:ext>
              </a:extLst>
            </p:cNvPr>
            <p:cNvSpPr/>
            <p:nvPr/>
          </p:nvSpPr>
          <p:spPr>
            <a:xfrm>
              <a:off x="3291428" y="5287285"/>
              <a:ext cx="2948571" cy="1049142"/>
            </a:xfrm>
            <a:custGeom>
              <a:avLst/>
              <a:gdLst>
                <a:gd name="connsiteX0" fmla="*/ 2896114 w 2948571"/>
                <a:gd name="connsiteY0" fmla="*/ 0 h 1049142"/>
                <a:gd name="connsiteX1" fmla="*/ 2948572 w 2948571"/>
                <a:gd name="connsiteY1" fmla="*/ 52457 h 1049142"/>
                <a:gd name="connsiteX2" fmla="*/ 2948572 w 2948571"/>
                <a:gd name="connsiteY2" fmla="*/ 996686 h 1049142"/>
                <a:gd name="connsiteX3" fmla="*/ 2896114 w 2948571"/>
                <a:gd name="connsiteY3" fmla="*/ 1049143 h 1049142"/>
                <a:gd name="connsiteX4" fmla="*/ 52457 w 2948571"/>
                <a:gd name="connsiteY4" fmla="*/ 1049143 h 1049142"/>
                <a:gd name="connsiteX5" fmla="*/ 0 w 2948571"/>
                <a:gd name="connsiteY5" fmla="*/ 996686 h 1049142"/>
                <a:gd name="connsiteX6" fmla="*/ 0 w 2948571"/>
                <a:gd name="connsiteY6" fmla="*/ 52457 h 1049142"/>
                <a:gd name="connsiteX7" fmla="*/ 52457 w 2948571"/>
                <a:gd name="connsiteY7" fmla="*/ 0 h 1049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48571" h="1049142">
                  <a:moveTo>
                    <a:pt x="2896114" y="0"/>
                  </a:moveTo>
                  <a:cubicBezTo>
                    <a:pt x="2925086" y="0"/>
                    <a:pt x="2948572" y="23486"/>
                    <a:pt x="2948572" y="52457"/>
                  </a:cubicBezTo>
                  <a:lnTo>
                    <a:pt x="2948572" y="996686"/>
                  </a:lnTo>
                  <a:cubicBezTo>
                    <a:pt x="2948572" y="1025657"/>
                    <a:pt x="2925086" y="1049143"/>
                    <a:pt x="2896114" y="1049143"/>
                  </a:cubicBezTo>
                  <a:lnTo>
                    <a:pt x="52457" y="1049143"/>
                  </a:lnTo>
                  <a:cubicBezTo>
                    <a:pt x="23486" y="1049143"/>
                    <a:pt x="0" y="1025657"/>
                    <a:pt x="0" y="996686"/>
                  </a:cubicBezTo>
                  <a:lnTo>
                    <a:pt x="0" y="52457"/>
                  </a:lnTo>
                  <a:cubicBezTo>
                    <a:pt x="0" y="23486"/>
                    <a:pt x="23486" y="0"/>
                    <a:pt x="52457" y="0"/>
                  </a:cubicBezTo>
                  <a:close/>
                </a:path>
              </a:pathLst>
            </a:custGeom>
            <a:solidFill>
              <a:srgbClr val="FFFFDE"/>
            </a:solidFill>
            <a:ln w="13714" cap="flat">
              <a:solidFill>
                <a:srgbClr val="D6B6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63FBBC9-9C0E-2AFD-7645-59FB7B211474}"/>
                </a:ext>
              </a:extLst>
            </p:cNvPr>
            <p:cNvSpPr/>
            <p:nvPr/>
          </p:nvSpPr>
          <p:spPr>
            <a:xfrm>
              <a:off x="3291428" y="4152428"/>
              <a:ext cx="2948571" cy="1049142"/>
            </a:xfrm>
            <a:custGeom>
              <a:avLst/>
              <a:gdLst>
                <a:gd name="connsiteX0" fmla="*/ 2896114 w 2948571"/>
                <a:gd name="connsiteY0" fmla="*/ 0 h 1049142"/>
                <a:gd name="connsiteX1" fmla="*/ 2948572 w 2948571"/>
                <a:gd name="connsiteY1" fmla="*/ 52457 h 1049142"/>
                <a:gd name="connsiteX2" fmla="*/ 2948572 w 2948571"/>
                <a:gd name="connsiteY2" fmla="*/ 996686 h 1049142"/>
                <a:gd name="connsiteX3" fmla="*/ 2896114 w 2948571"/>
                <a:gd name="connsiteY3" fmla="*/ 1049143 h 1049142"/>
                <a:gd name="connsiteX4" fmla="*/ 52457 w 2948571"/>
                <a:gd name="connsiteY4" fmla="*/ 1049143 h 1049142"/>
                <a:gd name="connsiteX5" fmla="*/ 0 w 2948571"/>
                <a:gd name="connsiteY5" fmla="*/ 996686 h 1049142"/>
                <a:gd name="connsiteX6" fmla="*/ 0 w 2948571"/>
                <a:gd name="connsiteY6" fmla="*/ 52457 h 1049142"/>
                <a:gd name="connsiteX7" fmla="*/ 52457 w 2948571"/>
                <a:gd name="connsiteY7" fmla="*/ 0 h 1049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48571" h="1049142">
                  <a:moveTo>
                    <a:pt x="2896114" y="0"/>
                  </a:moveTo>
                  <a:cubicBezTo>
                    <a:pt x="2925086" y="0"/>
                    <a:pt x="2948572" y="23486"/>
                    <a:pt x="2948572" y="52457"/>
                  </a:cubicBezTo>
                  <a:lnTo>
                    <a:pt x="2948572" y="996686"/>
                  </a:lnTo>
                  <a:cubicBezTo>
                    <a:pt x="2948572" y="1025657"/>
                    <a:pt x="2925086" y="1049143"/>
                    <a:pt x="2896114" y="1049143"/>
                  </a:cubicBezTo>
                  <a:lnTo>
                    <a:pt x="52457" y="1049143"/>
                  </a:lnTo>
                  <a:cubicBezTo>
                    <a:pt x="23486" y="1049143"/>
                    <a:pt x="0" y="1025657"/>
                    <a:pt x="0" y="996686"/>
                  </a:cubicBezTo>
                  <a:lnTo>
                    <a:pt x="0" y="52457"/>
                  </a:lnTo>
                  <a:cubicBezTo>
                    <a:pt x="0" y="23486"/>
                    <a:pt x="23486" y="0"/>
                    <a:pt x="52457" y="0"/>
                  </a:cubicBezTo>
                  <a:close/>
                </a:path>
              </a:pathLst>
            </a:custGeom>
            <a:solidFill>
              <a:srgbClr val="FFFFDE"/>
            </a:solidFill>
            <a:ln w="13714" cap="flat">
              <a:solidFill>
                <a:srgbClr val="D6B6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B93EA640-88DD-F41E-029C-ABE696CFC113}"/>
                </a:ext>
              </a:extLst>
            </p:cNvPr>
            <p:cNvSpPr/>
            <p:nvPr/>
          </p:nvSpPr>
          <p:spPr>
            <a:xfrm>
              <a:off x="3099428" y="336428"/>
              <a:ext cx="4580571" cy="1652571"/>
            </a:xfrm>
            <a:custGeom>
              <a:avLst/>
              <a:gdLst>
                <a:gd name="connsiteX0" fmla="*/ 4497943 w 4580571"/>
                <a:gd name="connsiteY0" fmla="*/ 0 h 1652571"/>
                <a:gd name="connsiteX1" fmla="*/ 4580572 w 4580571"/>
                <a:gd name="connsiteY1" fmla="*/ 82629 h 1652571"/>
                <a:gd name="connsiteX2" fmla="*/ 4580572 w 4580571"/>
                <a:gd name="connsiteY2" fmla="*/ 1569943 h 1652571"/>
                <a:gd name="connsiteX3" fmla="*/ 4497943 w 4580571"/>
                <a:gd name="connsiteY3" fmla="*/ 1652571 h 1652571"/>
                <a:gd name="connsiteX4" fmla="*/ 82628 w 4580571"/>
                <a:gd name="connsiteY4" fmla="*/ 1652571 h 1652571"/>
                <a:gd name="connsiteX5" fmla="*/ 0 w 4580571"/>
                <a:gd name="connsiteY5" fmla="*/ 1569943 h 1652571"/>
                <a:gd name="connsiteX6" fmla="*/ 0 w 4580571"/>
                <a:gd name="connsiteY6" fmla="*/ 82629 h 1652571"/>
                <a:gd name="connsiteX7" fmla="*/ 82628 w 4580571"/>
                <a:gd name="connsiteY7" fmla="*/ 0 h 165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80571" h="1652571">
                  <a:moveTo>
                    <a:pt x="4497943" y="0"/>
                  </a:moveTo>
                  <a:cubicBezTo>
                    <a:pt x="4543577" y="0"/>
                    <a:pt x="4580572" y="36994"/>
                    <a:pt x="4580572" y="82629"/>
                  </a:cubicBezTo>
                  <a:lnTo>
                    <a:pt x="4580572" y="1569943"/>
                  </a:lnTo>
                  <a:cubicBezTo>
                    <a:pt x="4580572" y="1615577"/>
                    <a:pt x="4543577" y="1652571"/>
                    <a:pt x="4497943" y="1652571"/>
                  </a:cubicBezTo>
                  <a:lnTo>
                    <a:pt x="82628" y="1652571"/>
                  </a:lnTo>
                  <a:cubicBezTo>
                    <a:pt x="36994" y="1652571"/>
                    <a:pt x="0" y="1615577"/>
                    <a:pt x="0" y="1569943"/>
                  </a:cubicBezTo>
                  <a:lnTo>
                    <a:pt x="0" y="82629"/>
                  </a:lnTo>
                  <a:cubicBezTo>
                    <a:pt x="0" y="36994"/>
                    <a:pt x="36994" y="0"/>
                    <a:pt x="82628" y="0"/>
                  </a:cubicBezTo>
                  <a:close/>
                </a:path>
              </a:pathLst>
            </a:custGeom>
            <a:solidFill>
              <a:srgbClr val="FFF2CC"/>
            </a:solidFill>
            <a:ln w="13714" cap="flat">
              <a:solidFill>
                <a:srgbClr val="D6B6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2" name="图形 2">
              <a:extLst>
                <a:ext uri="{FF2B5EF4-FFF2-40B4-BE49-F238E27FC236}">
                  <a16:creationId xmlns:a16="http://schemas.microsoft.com/office/drawing/2014/main" id="{AEFCFD41-1060-D801-6C7F-F4F9B4CEB3A8}"/>
                </a:ext>
              </a:extLst>
            </p:cNvPr>
            <p:cNvGrpSpPr/>
            <p:nvPr/>
          </p:nvGrpSpPr>
          <p:grpSpPr>
            <a:xfrm>
              <a:off x="2948571" y="1234713"/>
              <a:ext cx="258925" cy="54857"/>
              <a:chOff x="2948571" y="1234713"/>
              <a:chExt cx="258925" cy="54857"/>
            </a:xfrm>
          </p:grpSpPr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2749A520-FAD1-3CBF-E06F-6EC61A94A2F3}"/>
                  </a:ext>
                </a:extLst>
              </p:cNvPr>
              <p:cNvSpPr/>
              <p:nvPr/>
            </p:nvSpPr>
            <p:spPr>
              <a:xfrm>
                <a:off x="2948571" y="1262142"/>
                <a:ext cx="217782" cy="6857"/>
              </a:xfrm>
              <a:custGeom>
                <a:avLst/>
                <a:gdLst>
                  <a:gd name="connsiteX0" fmla="*/ 0 w 217782"/>
                  <a:gd name="connsiteY0" fmla="*/ 0 h 6857"/>
                  <a:gd name="connsiteX1" fmla="*/ 217783 w 217782"/>
                  <a:gd name="connsiteY1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7782" h="6857">
                    <a:moveTo>
                      <a:pt x="0" y="0"/>
                    </a:moveTo>
                    <a:lnTo>
                      <a:pt x="217783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63B6403C-2E4F-3785-00F0-17CB92691959}"/>
                  </a:ext>
                </a:extLst>
              </p:cNvPr>
              <p:cNvSpPr/>
              <p:nvPr/>
            </p:nvSpPr>
            <p:spPr>
              <a:xfrm>
                <a:off x="3152640" y="1234713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5" name="图形 2">
              <a:extLst>
                <a:ext uri="{FF2B5EF4-FFF2-40B4-BE49-F238E27FC236}">
                  <a16:creationId xmlns:a16="http://schemas.microsoft.com/office/drawing/2014/main" id="{7ABD4229-779F-25A6-CBE0-C908938B25E1}"/>
                </a:ext>
              </a:extLst>
            </p:cNvPr>
            <p:cNvGrpSpPr/>
            <p:nvPr/>
          </p:nvGrpSpPr>
          <p:grpSpPr>
            <a:xfrm>
              <a:off x="1577142" y="1022142"/>
              <a:ext cx="1371428" cy="479999"/>
              <a:chOff x="1577142" y="1022142"/>
              <a:chExt cx="1371428" cy="479999"/>
            </a:xfrm>
            <a:solidFill>
              <a:srgbClr val="FFF2CC"/>
            </a:solidFill>
          </p:grpSpPr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7B08CBCF-9503-3C51-A3B3-95FE3B629E91}"/>
                  </a:ext>
                </a:extLst>
              </p:cNvPr>
              <p:cNvSpPr/>
              <p:nvPr/>
            </p:nvSpPr>
            <p:spPr>
              <a:xfrm>
                <a:off x="1577142" y="1022142"/>
                <a:ext cx="1371428" cy="479999"/>
              </a:xfrm>
              <a:custGeom>
                <a:avLst/>
                <a:gdLst>
                  <a:gd name="connsiteX0" fmla="*/ 1299429 w 1371428"/>
                  <a:gd name="connsiteY0" fmla="*/ 0 h 479999"/>
                  <a:gd name="connsiteX1" fmla="*/ 1371429 w 1371428"/>
                  <a:gd name="connsiteY1" fmla="*/ 72000 h 479999"/>
                  <a:gd name="connsiteX2" fmla="*/ 1371429 w 1371428"/>
                  <a:gd name="connsiteY2" fmla="*/ 408000 h 479999"/>
                  <a:gd name="connsiteX3" fmla="*/ 1299429 w 1371428"/>
                  <a:gd name="connsiteY3" fmla="*/ 480000 h 479999"/>
                  <a:gd name="connsiteX4" fmla="*/ 72000 w 1371428"/>
                  <a:gd name="connsiteY4" fmla="*/ 480000 h 479999"/>
                  <a:gd name="connsiteX5" fmla="*/ 0 w 1371428"/>
                  <a:gd name="connsiteY5" fmla="*/ 408000 h 479999"/>
                  <a:gd name="connsiteX6" fmla="*/ 0 w 1371428"/>
                  <a:gd name="connsiteY6" fmla="*/ 72000 h 479999"/>
                  <a:gd name="connsiteX7" fmla="*/ 72000 w 1371428"/>
                  <a:gd name="connsiteY7" fmla="*/ 0 h 479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71428" h="479999">
                    <a:moveTo>
                      <a:pt x="1299429" y="0"/>
                    </a:moveTo>
                    <a:cubicBezTo>
                      <a:pt x="1339193" y="0"/>
                      <a:pt x="1371429" y="32236"/>
                      <a:pt x="1371429" y="72000"/>
                    </a:cubicBezTo>
                    <a:lnTo>
                      <a:pt x="1371429" y="408000"/>
                    </a:lnTo>
                    <a:cubicBezTo>
                      <a:pt x="1371429" y="447765"/>
                      <a:pt x="1339193" y="480000"/>
                      <a:pt x="1299429" y="480000"/>
                    </a:cubicBezTo>
                    <a:lnTo>
                      <a:pt x="72000" y="480000"/>
                    </a:lnTo>
                    <a:cubicBezTo>
                      <a:pt x="32235" y="480000"/>
                      <a:pt x="0" y="447765"/>
                      <a:pt x="0" y="408000"/>
                    </a:cubicBezTo>
                    <a:lnTo>
                      <a:pt x="0" y="72000"/>
                    </a:lnTo>
                    <a:cubicBezTo>
                      <a:pt x="0" y="32236"/>
                      <a:pt x="32235" y="0"/>
                      <a:pt x="72000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13714" cap="flat">
                <a:solidFill>
                  <a:srgbClr val="D6B65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0F2E54F2-1335-F2CA-1E21-B7ED229CBF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80571" y="1159285"/>
                <a:ext cx="1357714" cy="248571"/>
              </a:xfrm>
              <a:custGeom>
                <a:avLst/>
                <a:gdLst>
                  <a:gd name="connsiteX0" fmla="*/ -1 w 1357714"/>
                  <a:gd name="connsiteY0" fmla="*/ -1 h 248571"/>
                  <a:gd name="connsiteX1" fmla="*/ 1357714 w 1357714"/>
                  <a:gd name="connsiteY1" fmla="*/ -1 h 248571"/>
                  <a:gd name="connsiteX2" fmla="*/ 1357714 w 1357714"/>
                  <a:gd name="connsiteY2" fmla="*/ 248571 h 248571"/>
                  <a:gd name="connsiteX3" fmla="*/ -1 w 1357714"/>
                  <a:gd name="connsiteY3" fmla="*/ 248571 h 248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714" h="248571">
                    <a:moveTo>
                      <a:pt x="-1" y="-1"/>
                    </a:moveTo>
                    <a:lnTo>
                      <a:pt x="1357714" y="-1"/>
                    </a:lnTo>
                    <a:lnTo>
                      <a:pt x="1357714" y="248571"/>
                    </a:lnTo>
                    <a:lnTo>
                      <a:pt x="-1" y="248571"/>
                    </a:lnTo>
                    <a:close/>
                  </a:path>
                </a:pathLst>
              </a:custGeom>
            </p:spPr>
          </p:pic>
        </p:grpSp>
        <p:grpSp>
          <p:nvGrpSpPr>
            <p:cNvPr id="48" name="图形 2">
              <a:extLst>
                <a:ext uri="{FF2B5EF4-FFF2-40B4-BE49-F238E27FC236}">
                  <a16:creationId xmlns:a16="http://schemas.microsoft.com/office/drawing/2014/main" id="{AF55BD9C-C350-1275-6243-309C9854F320}"/>
                </a:ext>
              </a:extLst>
            </p:cNvPr>
            <p:cNvGrpSpPr/>
            <p:nvPr/>
          </p:nvGrpSpPr>
          <p:grpSpPr>
            <a:xfrm>
              <a:off x="1244571" y="1234713"/>
              <a:ext cx="317211" cy="54857"/>
              <a:chOff x="1244571" y="1234713"/>
              <a:chExt cx="317211" cy="54857"/>
            </a:xfrm>
          </p:grpSpPr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EB553916-3CA3-FA5A-9AA8-075FCC92882D}"/>
                  </a:ext>
                </a:extLst>
              </p:cNvPr>
              <p:cNvSpPr/>
              <p:nvPr/>
            </p:nvSpPr>
            <p:spPr>
              <a:xfrm>
                <a:off x="1244571" y="1262142"/>
                <a:ext cx="276068" cy="6857"/>
              </a:xfrm>
              <a:custGeom>
                <a:avLst/>
                <a:gdLst>
                  <a:gd name="connsiteX0" fmla="*/ 0 w 276068"/>
                  <a:gd name="connsiteY0" fmla="*/ 0 h 6857"/>
                  <a:gd name="connsiteX1" fmla="*/ 276069 w 276068"/>
                  <a:gd name="connsiteY1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6068" h="6857">
                    <a:moveTo>
                      <a:pt x="0" y="0"/>
                    </a:moveTo>
                    <a:lnTo>
                      <a:pt x="276069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3F7A0A1D-3162-0FFF-64DE-EEC2C5AD6F37}"/>
                  </a:ext>
                </a:extLst>
              </p:cNvPr>
              <p:cNvSpPr/>
              <p:nvPr/>
            </p:nvSpPr>
            <p:spPr>
              <a:xfrm>
                <a:off x="1506925" y="1234713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1" name="图形 2">
              <a:extLst>
                <a:ext uri="{FF2B5EF4-FFF2-40B4-BE49-F238E27FC236}">
                  <a16:creationId xmlns:a16="http://schemas.microsoft.com/office/drawing/2014/main" id="{A7AB3E4A-6FB4-95A6-B4CE-B7231CC16BFA}"/>
                </a:ext>
              </a:extLst>
            </p:cNvPr>
            <p:cNvGrpSpPr/>
            <p:nvPr/>
          </p:nvGrpSpPr>
          <p:grpSpPr>
            <a:xfrm>
              <a:off x="42402" y="2808144"/>
              <a:ext cx="539018" cy="429069"/>
              <a:chOff x="42402" y="2808144"/>
              <a:chExt cx="539018" cy="429069"/>
            </a:xfrm>
          </p:grpSpPr>
          <p:grpSp>
            <p:nvGrpSpPr>
              <p:cNvPr id="52" name="图形 2">
                <a:extLst>
                  <a:ext uri="{FF2B5EF4-FFF2-40B4-BE49-F238E27FC236}">
                    <a16:creationId xmlns:a16="http://schemas.microsoft.com/office/drawing/2014/main" id="{9FEF9A88-4381-6F64-2565-9568785ABDBF}"/>
                  </a:ext>
                </a:extLst>
              </p:cNvPr>
              <p:cNvGrpSpPr/>
              <p:nvPr/>
            </p:nvGrpSpPr>
            <p:grpSpPr>
              <a:xfrm>
                <a:off x="42402" y="2808144"/>
                <a:ext cx="539018" cy="429069"/>
                <a:chOff x="42402" y="2808144"/>
                <a:chExt cx="539018" cy="429069"/>
              </a:xfrm>
              <a:solidFill>
                <a:srgbClr val="2C2C2C"/>
              </a:solidFill>
            </p:grpSpPr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CC4BC034-7581-687D-FB40-A0465658724D}"/>
                    </a:ext>
                  </a:extLst>
                </p:cNvPr>
                <p:cNvSpPr/>
                <p:nvPr/>
              </p:nvSpPr>
              <p:spPr>
                <a:xfrm>
                  <a:off x="42402" y="2808144"/>
                  <a:ext cx="539018" cy="429069"/>
                </a:xfrm>
                <a:custGeom>
                  <a:avLst/>
                  <a:gdLst>
                    <a:gd name="connsiteX0" fmla="*/ 503582 w 539018"/>
                    <a:gd name="connsiteY0" fmla="*/ 321683 h 429069"/>
                    <a:gd name="connsiteX1" fmla="*/ 503582 w 539018"/>
                    <a:gd name="connsiteY1" fmla="*/ 53514 h 429069"/>
                    <a:gd name="connsiteX2" fmla="*/ 455312 w 539018"/>
                    <a:gd name="connsiteY2" fmla="*/ -119 h 429069"/>
                    <a:gd name="connsiteX3" fmla="*/ 77194 w 539018"/>
                    <a:gd name="connsiteY3" fmla="*/ -119 h 429069"/>
                    <a:gd name="connsiteX4" fmla="*/ 31606 w 539018"/>
                    <a:gd name="connsiteY4" fmla="*/ 53514 h 429069"/>
                    <a:gd name="connsiteX5" fmla="*/ 31606 w 539018"/>
                    <a:gd name="connsiteY5" fmla="*/ 321683 h 429069"/>
                    <a:gd name="connsiteX6" fmla="*/ -575 w 539018"/>
                    <a:gd name="connsiteY6" fmla="*/ 321683 h 429069"/>
                    <a:gd name="connsiteX7" fmla="*/ -575 w 539018"/>
                    <a:gd name="connsiteY7" fmla="*/ 375317 h 429069"/>
                    <a:gd name="connsiteX8" fmla="*/ 47696 w 539018"/>
                    <a:gd name="connsiteY8" fmla="*/ 428950 h 429069"/>
                    <a:gd name="connsiteX9" fmla="*/ 490174 w 539018"/>
                    <a:gd name="connsiteY9" fmla="*/ 428950 h 429069"/>
                    <a:gd name="connsiteX10" fmla="*/ 538444 w 539018"/>
                    <a:gd name="connsiteY10" fmla="*/ 375317 h 429069"/>
                    <a:gd name="connsiteX11" fmla="*/ 538444 w 539018"/>
                    <a:gd name="connsiteY11" fmla="*/ 321683 h 429069"/>
                    <a:gd name="connsiteX12" fmla="*/ 503582 w 539018"/>
                    <a:gd name="connsiteY12" fmla="*/ 321683 h 429069"/>
                    <a:gd name="connsiteX13" fmla="*/ 63786 w 539018"/>
                    <a:gd name="connsiteY13" fmla="*/ 53514 h 429069"/>
                    <a:gd name="connsiteX14" fmla="*/ 79876 w 539018"/>
                    <a:gd name="connsiteY14" fmla="*/ 34743 h 429069"/>
                    <a:gd name="connsiteX15" fmla="*/ 457994 w 539018"/>
                    <a:gd name="connsiteY15" fmla="*/ 34743 h 429069"/>
                    <a:gd name="connsiteX16" fmla="*/ 474084 w 539018"/>
                    <a:gd name="connsiteY16" fmla="*/ 53514 h 429069"/>
                    <a:gd name="connsiteX17" fmla="*/ 474084 w 539018"/>
                    <a:gd name="connsiteY17" fmla="*/ 321683 h 429069"/>
                    <a:gd name="connsiteX18" fmla="*/ 63786 w 539018"/>
                    <a:gd name="connsiteY18" fmla="*/ 321683 h 429069"/>
                    <a:gd name="connsiteX19" fmla="*/ 63786 w 539018"/>
                    <a:gd name="connsiteY19" fmla="*/ 53514 h 429069"/>
                    <a:gd name="connsiteX20" fmla="*/ 503582 w 539018"/>
                    <a:gd name="connsiteY20" fmla="*/ 375317 h 429069"/>
                    <a:gd name="connsiteX21" fmla="*/ 487492 w 539018"/>
                    <a:gd name="connsiteY21" fmla="*/ 394088 h 429069"/>
                    <a:gd name="connsiteX22" fmla="*/ 47696 w 539018"/>
                    <a:gd name="connsiteY22" fmla="*/ 394088 h 429069"/>
                    <a:gd name="connsiteX23" fmla="*/ 31606 w 539018"/>
                    <a:gd name="connsiteY23" fmla="*/ 375317 h 429069"/>
                    <a:gd name="connsiteX24" fmla="*/ 31606 w 539018"/>
                    <a:gd name="connsiteY24" fmla="*/ 356545 h 429069"/>
                    <a:gd name="connsiteX25" fmla="*/ 503582 w 539018"/>
                    <a:gd name="connsiteY25" fmla="*/ 356545 h 429069"/>
                    <a:gd name="connsiteX26" fmla="*/ 503582 w 539018"/>
                    <a:gd name="connsiteY26" fmla="*/ 375317 h 4290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39018" h="429069">
                      <a:moveTo>
                        <a:pt x="503582" y="321683"/>
                      </a:moveTo>
                      <a:lnTo>
                        <a:pt x="503582" y="53514"/>
                      </a:lnTo>
                      <a:cubicBezTo>
                        <a:pt x="503582" y="24016"/>
                        <a:pt x="482129" y="-119"/>
                        <a:pt x="455312" y="-119"/>
                      </a:cubicBezTo>
                      <a:lnTo>
                        <a:pt x="77194" y="-119"/>
                      </a:lnTo>
                      <a:cubicBezTo>
                        <a:pt x="53059" y="-119"/>
                        <a:pt x="31606" y="24016"/>
                        <a:pt x="31606" y="53514"/>
                      </a:cubicBezTo>
                      <a:lnTo>
                        <a:pt x="31606" y="321683"/>
                      </a:lnTo>
                      <a:lnTo>
                        <a:pt x="-575" y="321683"/>
                      </a:lnTo>
                      <a:lnTo>
                        <a:pt x="-575" y="375317"/>
                      </a:lnTo>
                      <a:cubicBezTo>
                        <a:pt x="-575" y="404815"/>
                        <a:pt x="20879" y="428950"/>
                        <a:pt x="47696" y="428950"/>
                      </a:cubicBezTo>
                      <a:lnTo>
                        <a:pt x="490174" y="428950"/>
                      </a:lnTo>
                      <a:cubicBezTo>
                        <a:pt x="516991" y="428950"/>
                        <a:pt x="538444" y="404815"/>
                        <a:pt x="538444" y="375317"/>
                      </a:cubicBezTo>
                      <a:lnTo>
                        <a:pt x="538444" y="321683"/>
                      </a:lnTo>
                      <a:lnTo>
                        <a:pt x="503582" y="321683"/>
                      </a:lnTo>
                      <a:close/>
                      <a:moveTo>
                        <a:pt x="63786" y="53514"/>
                      </a:moveTo>
                      <a:cubicBezTo>
                        <a:pt x="63786" y="42788"/>
                        <a:pt x="71831" y="34743"/>
                        <a:pt x="79876" y="34743"/>
                      </a:cubicBezTo>
                      <a:lnTo>
                        <a:pt x="457994" y="34743"/>
                      </a:lnTo>
                      <a:cubicBezTo>
                        <a:pt x="466039" y="34743"/>
                        <a:pt x="474084" y="42788"/>
                        <a:pt x="474084" y="53514"/>
                      </a:cubicBezTo>
                      <a:lnTo>
                        <a:pt x="474084" y="321683"/>
                      </a:lnTo>
                      <a:lnTo>
                        <a:pt x="63786" y="321683"/>
                      </a:lnTo>
                      <a:lnTo>
                        <a:pt x="63786" y="53514"/>
                      </a:lnTo>
                      <a:close/>
                      <a:moveTo>
                        <a:pt x="503582" y="375317"/>
                      </a:moveTo>
                      <a:cubicBezTo>
                        <a:pt x="503582" y="386043"/>
                        <a:pt x="495537" y="394088"/>
                        <a:pt x="487492" y="394088"/>
                      </a:cubicBezTo>
                      <a:lnTo>
                        <a:pt x="47696" y="394088"/>
                      </a:lnTo>
                      <a:cubicBezTo>
                        <a:pt x="39651" y="394088"/>
                        <a:pt x="31606" y="386043"/>
                        <a:pt x="31606" y="375317"/>
                      </a:cubicBezTo>
                      <a:lnTo>
                        <a:pt x="31606" y="356545"/>
                      </a:lnTo>
                      <a:lnTo>
                        <a:pt x="503582" y="356545"/>
                      </a:lnTo>
                      <a:lnTo>
                        <a:pt x="503582" y="375317"/>
                      </a:lnTo>
                      <a:close/>
                    </a:path>
                  </a:pathLst>
                </a:custGeom>
                <a:solidFill>
                  <a:srgbClr val="2C2C2C"/>
                </a:solidFill>
                <a:ln w="5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89137E52-23C6-F130-9518-A668ABE3CB71}"/>
                    </a:ext>
                  </a:extLst>
                </p:cNvPr>
                <p:cNvSpPr/>
                <p:nvPr/>
              </p:nvSpPr>
              <p:spPr>
                <a:xfrm>
                  <a:off x="136261" y="2880550"/>
                  <a:ext cx="32180" cy="214534"/>
                </a:xfrm>
                <a:custGeom>
                  <a:avLst/>
                  <a:gdLst>
                    <a:gd name="connsiteX0" fmla="*/ -284 w 32180"/>
                    <a:gd name="connsiteY0" fmla="*/ -56 h 214534"/>
                    <a:gd name="connsiteX1" fmla="*/ 31896 w 32180"/>
                    <a:gd name="connsiteY1" fmla="*/ -56 h 214534"/>
                    <a:gd name="connsiteX2" fmla="*/ 31896 w 32180"/>
                    <a:gd name="connsiteY2" fmla="*/ 214479 h 214534"/>
                    <a:gd name="connsiteX3" fmla="*/ -284 w 32180"/>
                    <a:gd name="connsiteY3" fmla="*/ 214479 h 214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180" h="214534">
                      <a:moveTo>
                        <a:pt x="-284" y="-56"/>
                      </a:moveTo>
                      <a:lnTo>
                        <a:pt x="31896" y="-56"/>
                      </a:lnTo>
                      <a:lnTo>
                        <a:pt x="31896" y="214479"/>
                      </a:lnTo>
                      <a:lnTo>
                        <a:pt x="-284" y="214479"/>
                      </a:lnTo>
                      <a:close/>
                    </a:path>
                  </a:pathLst>
                </a:custGeom>
                <a:solidFill>
                  <a:srgbClr val="2C2C2C"/>
                </a:solidFill>
                <a:ln w="50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5" name="图形 2">
                <a:extLst>
                  <a:ext uri="{FF2B5EF4-FFF2-40B4-BE49-F238E27FC236}">
                    <a16:creationId xmlns:a16="http://schemas.microsoft.com/office/drawing/2014/main" id="{B5D08570-162E-E92D-89FF-34A1FF389332}"/>
                  </a:ext>
                </a:extLst>
              </p:cNvPr>
              <p:cNvGrpSpPr/>
              <p:nvPr/>
            </p:nvGrpSpPr>
            <p:grpSpPr>
              <a:xfrm>
                <a:off x="235328" y="2872885"/>
                <a:ext cx="193800" cy="214564"/>
                <a:chOff x="235328" y="2872885"/>
                <a:chExt cx="193800" cy="214564"/>
              </a:xfrm>
              <a:solidFill>
                <a:srgbClr val="000000"/>
              </a:solidFill>
            </p:grpSpPr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0334B8B7-E5D0-FE31-72E8-6ABDFD075673}"/>
                    </a:ext>
                  </a:extLst>
                </p:cNvPr>
                <p:cNvSpPr/>
                <p:nvPr/>
              </p:nvSpPr>
              <p:spPr>
                <a:xfrm>
                  <a:off x="311464" y="3032078"/>
                  <a:ext cx="41528" cy="55371"/>
                </a:xfrm>
                <a:custGeom>
                  <a:avLst/>
                  <a:gdLst>
                    <a:gd name="connsiteX0" fmla="*/ 27222 w 41528"/>
                    <a:gd name="connsiteY0" fmla="*/ 14567 h 55371"/>
                    <a:gd name="connsiteX1" fmla="*/ 27222 w 41528"/>
                    <a:gd name="connsiteY1" fmla="*/ 6456 h 55371"/>
                    <a:gd name="connsiteX2" fmla="*/ 20301 w 41528"/>
                    <a:gd name="connsiteY2" fmla="*/ -466 h 55371"/>
                    <a:gd name="connsiteX3" fmla="*/ 13379 w 41528"/>
                    <a:gd name="connsiteY3" fmla="*/ 6456 h 55371"/>
                    <a:gd name="connsiteX4" fmla="*/ 13379 w 41528"/>
                    <a:gd name="connsiteY4" fmla="*/ 14567 h 55371"/>
                    <a:gd name="connsiteX5" fmla="*/ -464 w 41528"/>
                    <a:gd name="connsiteY5" fmla="*/ 34141 h 55371"/>
                    <a:gd name="connsiteX6" fmla="*/ 20301 w 41528"/>
                    <a:gd name="connsiteY6" fmla="*/ 54906 h 55371"/>
                    <a:gd name="connsiteX7" fmla="*/ 41065 w 41528"/>
                    <a:gd name="connsiteY7" fmla="*/ 34141 h 55371"/>
                    <a:gd name="connsiteX8" fmla="*/ 27222 w 41528"/>
                    <a:gd name="connsiteY8" fmla="*/ 14567 h 55371"/>
                    <a:gd name="connsiteX9" fmla="*/ 20301 w 41528"/>
                    <a:gd name="connsiteY9" fmla="*/ 41063 h 55371"/>
                    <a:gd name="connsiteX10" fmla="*/ 13379 w 41528"/>
                    <a:gd name="connsiteY10" fmla="*/ 34141 h 55371"/>
                    <a:gd name="connsiteX11" fmla="*/ 20301 w 41528"/>
                    <a:gd name="connsiteY11" fmla="*/ 27220 h 55371"/>
                    <a:gd name="connsiteX12" fmla="*/ 27222 w 41528"/>
                    <a:gd name="connsiteY12" fmla="*/ 34141 h 55371"/>
                    <a:gd name="connsiteX13" fmla="*/ 20301 w 41528"/>
                    <a:gd name="connsiteY13" fmla="*/ 41063 h 553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1528" h="55371">
                      <a:moveTo>
                        <a:pt x="27222" y="14567"/>
                      </a:moveTo>
                      <a:lnTo>
                        <a:pt x="27222" y="6456"/>
                      </a:lnTo>
                      <a:cubicBezTo>
                        <a:pt x="27222" y="2627"/>
                        <a:pt x="24129" y="-466"/>
                        <a:pt x="20301" y="-466"/>
                      </a:cubicBezTo>
                      <a:cubicBezTo>
                        <a:pt x="16472" y="-466"/>
                        <a:pt x="13379" y="2627"/>
                        <a:pt x="13379" y="6456"/>
                      </a:cubicBezTo>
                      <a:lnTo>
                        <a:pt x="13379" y="14567"/>
                      </a:lnTo>
                      <a:cubicBezTo>
                        <a:pt x="5333" y="17422"/>
                        <a:pt x="-464" y="25122"/>
                        <a:pt x="-464" y="34141"/>
                      </a:cubicBezTo>
                      <a:cubicBezTo>
                        <a:pt x="-464" y="45583"/>
                        <a:pt x="8859" y="54906"/>
                        <a:pt x="20301" y="54906"/>
                      </a:cubicBezTo>
                      <a:cubicBezTo>
                        <a:pt x="31743" y="54906"/>
                        <a:pt x="41065" y="45583"/>
                        <a:pt x="41065" y="34141"/>
                      </a:cubicBezTo>
                      <a:cubicBezTo>
                        <a:pt x="41065" y="25122"/>
                        <a:pt x="35268" y="17422"/>
                        <a:pt x="27222" y="14567"/>
                      </a:cubicBezTo>
                      <a:close/>
                      <a:moveTo>
                        <a:pt x="20301" y="41063"/>
                      </a:moveTo>
                      <a:cubicBezTo>
                        <a:pt x="16494" y="41063"/>
                        <a:pt x="13379" y="37948"/>
                        <a:pt x="13379" y="34141"/>
                      </a:cubicBezTo>
                      <a:cubicBezTo>
                        <a:pt x="13379" y="30335"/>
                        <a:pt x="16494" y="27220"/>
                        <a:pt x="20301" y="27220"/>
                      </a:cubicBezTo>
                      <a:cubicBezTo>
                        <a:pt x="24108" y="27220"/>
                        <a:pt x="27222" y="30335"/>
                        <a:pt x="27222" y="34141"/>
                      </a:cubicBezTo>
                      <a:cubicBezTo>
                        <a:pt x="27222" y="37948"/>
                        <a:pt x="24108" y="41063"/>
                        <a:pt x="20301" y="4106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1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6DAAC516-6E2F-5D00-860F-868C27ADCD3B}"/>
                    </a:ext>
                  </a:extLst>
                </p:cNvPr>
                <p:cNvSpPr/>
                <p:nvPr/>
              </p:nvSpPr>
              <p:spPr>
                <a:xfrm>
                  <a:off x="235328" y="2872885"/>
                  <a:ext cx="193800" cy="186900"/>
                </a:xfrm>
                <a:custGeom>
                  <a:avLst/>
                  <a:gdLst>
                    <a:gd name="connsiteX0" fmla="*/ 165651 w 193800"/>
                    <a:gd name="connsiteY0" fmla="*/ 131460 h 186900"/>
                    <a:gd name="connsiteX1" fmla="*/ 148628 w 193800"/>
                    <a:gd name="connsiteY1" fmla="*/ 137321 h 186900"/>
                    <a:gd name="connsiteX2" fmla="*/ 134764 w 193800"/>
                    <a:gd name="connsiteY2" fmla="*/ 126658 h 186900"/>
                    <a:gd name="connsiteX3" fmla="*/ 137965 w 193800"/>
                    <a:gd name="connsiteY3" fmla="*/ 110695 h 186900"/>
                    <a:gd name="connsiteX4" fmla="*/ 103358 w 193800"/>
                    <a:gd name="connsiteY4" fmla="*/ 69751 h 186900"/>
                    <a:gd name="connsiteX5" fmla="*/ 103358 w 193800"/>
                    <a:gd name="connsiteY5" fmla="*/ 54459 h 186900"/>
                    <a:gd name="connsiteX6" fmla="*/ 124122 w 193800"/>
                    <a:gd name="connsiteY6" fmla="*/ 27638 h 186900"/>
                    <a:gd name="connsiteX7" fmla="*/ 96436 w 193800"/>
                    <a:gd name="connsiteY7" fmla="*/ -48 h 186900"/>
                    <a:gd name="connsiteX8" fmla="*/ 68751 w 193800"/>
                    <a:gd name="connsiteY8" fmla="*/ 27638 h 186900"/>
                    <a:gd name="connsiteX9" fmla="*/ 89515 w 193800"/>
                    <a:gd name="connsiteY9" fmla="*/ 54459 h 186900"/>
                    <a:gd name="connsiteX10" fmla="*/ 89515 w 193800"/>
                    <a:gd name="connsiteY10" fmla="*/ 69751 h 186900"/>
                    <a:gd name="connsiteX11" fmla="*/ 54908 w 193800"/>
                    <a:gd name="connsiteY11" fmla="*/ 110695 h 186900"/>
                    <a:gd name="connsiteX12" fmla="*/ 57979 w 193800"/>
                    <a:gd name="connsiteY12" fmla="*/ 126355 h 186900"/>
                    <a:gd name="connsiteX13" fmla="*/ 44093 w 193800"/>
                    <a:gd name="connsiteY13" fmla="*/ 137213 h 186900"/>
                    <a:gd name="connsiteX14" fmla="*/ 27222 w 193800"/>
                    <a:gd name="connsiteY14" fmla="*/ 131460 h 186900"/>
                    <a:gd name="connsiteX15" fmla="*/ -464 w 193800"/>
                    <a:gd name="connsiteY15" fmla="*/ 159145 h 186900"/>
                    <a:gd name="connsiteX16" fmla="*/ 27222 w 193800"/>
                    <a:gd name="connsiteY16" fmla="*/ 186831 h 186900"/>
                    <a:gd name="connsiteX17" fmla="*/ 54908 w 193800"/>
                    <a:gd name="connsiteY17" fmla="*/ 159145 h 186900"/>
                    <a:gd name="connsiteX18" fmla="*/ 52615 w 193800"/>
                    <a:gd name="connsiteY18" fmla="*/ 148114 h 186900"/>
                    <a:gd name="connsiteX19" fmla="*/ 65333 w 193800"/>
                    <a:gd name="connsiteY19" fmla="*/ 138186 h 186900"/>
                    <a:gd name="connsiteX20" fmla="*/ 96436 w 193800"/>
                    <a:gd name="connsiteY20" fmla="*/ 152246 h 186900"/>
                    <a:gd name="connsiteX21" fmla="*/ 127345 w 193800"/>
                    <a:gd name="connsiteY21" fmla="*/ 138424 h 186900"/>
                    <a:gd name="connsiteX22" fmla="*/ 140193 w 193800"/>
                    <a:gd name="connsiteY22" fmla="*/ 148309 h 186900"/>
                    <a:gd name="connsiteX23" fmla="*/ 137965 w 193800"/>
                    <a:gd name="connsiteY23" fmla="*/ 159167 h 186900"/>
                    <a:gd name="connsiteX24" fmla="*/ 165651 w 193800"/>
                    <a:gd name="connsiteY24" fmla="*/ 186853 h 186900"/>
                    <a:gd name="connsiteX25" fmla="*/ 193336 w 193800"/>
                    <a:gd name="connsiteY25" fmla="*/ 159167 h 186900"/>
                    <a:gd name="connsiteX26" fmla="*/ 165651 w 193800"/>
                    <a:gd name="connsiteY26" fmla="*/ 131460 h 186900"/>
                    <a:gd name="connsiteX27" fmla="*/ 27222 w 193800"/>
                    <a:gd name="connsiteY27" fmla="*/ 172988 h 186900"/>
                    <a:gd name="connsiteX28" fmla="*/ 13379 w 193800"/>
                    <a:gd name="connsiteY28" fmla="*/ 159145 h 186900"/>
                    <a:gd name="connsiteX29" fmla="*/ 27222 w 193800"/>
                    <a:gd name="connsiteY29" fmla="*/ 145302 h 186900"/>
                    <a:gd name="connsiteX30" fmla="*/ 41065 w 193800"/>
                    <a:gd name="connsiteY30" fmla="*/ 159145 h 186900"/>
                    <a:gd name="connsiteX31" fmla="*/ 27222 w 193800"/>
                    <a:gd name="connsiteY31" fmla="*/ 172988 h 186900"/>
                    <a:gd name="connsiteX32" fmla="*/ 82594 w 193800"/>
                    <a:gd name="connsiteY32" fmla="*/ 27638 h 186900"/>
                    <a:gd name="connsiteX33" fmla="*/ 96436 w 193800"/>
                    <a:gd name="connsiteY33" fmla="*/ 13795 h 186900"/>
                    <a:gd name="connsiteX34" fmla="*/ 110279 w 193800"/>
                    <a:gd name="connsiteY34" fmla="*/ 27638 h 186900"/>
                    <a:gd name="connsiteX35" fmla="*/ 96436 w 193800"/>
                    <a:gd name="connsiteY35" fmla="*/ 41481 h 186900"/>
                    <a:gd name="connsiteX36" fmla="*/ 82594 w 193800"/>
                    <a:gd name="connsiteY36" fmla="*/ 27638 h 186900"/>
                    <a:gd name="connsiteX37" fmla="*/ 96436 w 193800"/>
                    <a:gd name="connsiteY37" fmla="*/ 138381 h 186900"/>
                    <a:gd name="connsiteX38" fmla="*/ 68751 w 193800"/>
                    <a:gd name="connsiteY38" fmla="*/ 110695 h 186900"/>
                    <a:gd name="connsiteX39" fmla="*/ 96436 w 193800"/>
                    <a:gd name="connsiteY39" fmla="*/ 83010 h 186900"/>
                    <a:gd name="connsiteX40" fmla="*/ 124122 w 193800"/>
                    <a:gd name="connsiteY40" fmla="*/ 110695 h 186900"/>
                    <a:gd name="connsiteX41" fmla="*/ 96436 w 193800"/>
                    <a:gd name="connsiteY41" fmla="*/ 138381 h 186900"/>
                    <a:gd name="connsiteX42" fmla="*/ 165651 w 193800"/>
                    <a:gd name="connsiteY42" fmla="*/ 172988 h 186900"/>
                    <a:gd name="connsiteX43" fmla="*/ 151808 w 193800"/>
                    <a:gd name="connsiteY43" fmla="*/ 159145 h 186900"/>
                    <a:gd name="connsiteX44" fmla="*/ 165651 w 193800"/>
                    <a:gd name="connsiteY44" fmla="*/ 145302 h 186900"/>
                    <a:gd name="connsiteX45" fmla="*/ 179494 w 193800"/>
                    <a:gd name="connsiteY45" fmla="*/ 159145 h 186900"/>
                    <a:gd name="connsiteX46" fmla="*/ 165651 w 193800"/>
                    <a:gd name="connsiteY46" fmla="*/ 172988 h 186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</a:cxnLst>
                  <a:rect l="l" t="t" r="r" b="b"/>
                  <a:pathLst>
                    <a:path w="193800" h="186900">
                      <a:moveTo>
                        <a:pt x="165651" y="131460"/>
                      </a:moveTo>
                      <a:cubicBezTo>
                        <a:pt x="159248" y="131460"/>
                        <a:pt x="153322" y="133644"/>
                        <a:pt x="148628" y="137321"/>
                      </a:cubicBezTo>
                      <a:lnTo>
                        <a:pt x="134764" y="126658"/>
                      </a:lnTo>
                      <a:cubicBezTo>
                        <a:pt x="136819" y="121748"/>
                        <a:pt x="137965" y="116341"/>
                        <a:pt x="137965" y="110695"/>
                      </a:cubicBezTo>
                      <a:cubicBezTo>
                        <a:pt x="137965" y="90147"/>
                        <a:pt x="122976" y="73060"/>
                        <a:pt x="103358" y="69751"/>
                      </a:cubicBezTo>
                      <a:lnTo>
                        <a:pt x="103358" y="54459"/>
                      </a:lnTo>
                      <a:cubicBezTo>
                        <a:pt x="115276" y="51387"/>
                        <a:pt x="124122" y="40529"/>
                        <a:pt x="124122" y="27638"/>
                      </a:cubicBezTo>
                      <a:cubicBezTo>
                        <a:pt x="124122" y="12368"/>
                        <a:pt x="111707" y="-48"/>
                        <a:pt x="96436" y="-48"/>
                      </a:cubicBezTo>
                      <a:cubicBezTo>
                        <a:pt x="81166" y="-48"/>
                        <a:pt x="68751" y="12368"/>
                        <a:pt x="68751" y="27638"/>
                      </a:cubicBezTo>
                      <a:cubicBezTo>
                        <a:pt x="68751" y="40508"/>
                        <a:pt x="77597" y="51366"/>
                        <a:pt x="89515" y="54459"/>
                      </a:cubicBezTo>
                      <a:lnTo>
                        <a:pt x="89515" y="69751"/>
                      </a:lnTo>
                      <a:cubicBezTo>
                        <a:pt x="69897" y="73060"/>
                        <a:pt x="54908" y="90147"/>
                        <a:pt x="54908" y="110695"/>
                      </a:cubicBezTo>
                      <a:cubicBezTo>
                        <a:pt x="54908" y="116232"/>
                        <a:pt x="55989" y="121510"/>
                        <a:pt x="57979" y="126355"/>
                      </a:cubicBezTo>
                      <a:lnTo>
                        <a:pt x="44093" y="137213"/>
                      </a:lnTo>
                      <a:cubicBezTo>
                        <a:pt x="39400" y="133601"/>
                        <a:pt x="33560" y="131460"/>
                        <a:pt x="27222" y="131460"/>
                      </a:cubicBezTo>
                      <a:cubicBezTo>
                        <a:pt x="11952" y="131460"/>
                        <a:pt x="-464" y="143875"/>
                        <a:pt x="-464" y="159145"/>
                      </a:cubicBezTo>
                      <a:cubicBezTo>
                        <a:pt x="-464" y="174416"/>
                        <a:pt x="11952" y="186831"/>
                        <a:pt x="27222" y="186831"/>
                      </a:cubicBezTo>
                      <a:cubicBezTo>
                        <a:pt x="42493" y="186831"/>
                        <a:pt x="54908" y="174416"/>
                        <a:pt x="54908" y="159145"/>
                      </a:cubicBezTo>
                      <a:cubicBezTo>
                        <a:pt x="54908" y="155230"/>
                        <a:pt x="54086" y="151489"/>
                        <a:pt x="52615" y="148114"/>
                      </a:cubicBezTo>
                      <a:lnTo>
                        <a:pt x="65333" y="138186"/>
                      </a:lnTo>
                      <a:cubicBezTo>
                        <a:pt x="72947" y="146795"/>
                        <a:pt x="84064" y="152246"/>
                        <a:pt x="96436" y="152246"/>
                      </a:cubicBezTo>
                      <a:cubicBezTo>
                        <a:pt x="108700" y="152246"/>
                        <a:pt x="119731" y="146903"/>
                        <a:pt x="127345" y="138424"/>
                      </a:cubicBezTo>
                      <a:lnTo>
                        <a:pt x="140193" y="148309"/>
                      </a:lnTo>
                      <a:cubicBezTo>
                        <a:pt x="138765" y="151640"/>
                        <a:pt x="137965" y="155317"/>
                        <a:pt x="137965" y="159167"/>
                      </a:cubicBezTo>
                      <a:cubicBezTo>
                        <a:pt x="137965" y="174437"/>
                        <a:pt x="150380" y="186853"/>
                        <a:pt x="165651" y="186853"/>
                      </a:cubicBezTo>
                      <a:cubicBezTo>
                        <a:pt x="180921" y="186853"/>
                        <a:pt x="193336" y="174437"/>
                        <a:pt x="193336" y="159167"/>
                      </a:cubicBezTo>
                      <a:cubicBezTo>
                        <a:pt x="193336" y="143897"/>
                        <a:pt x="180921" y="131460"/>
                        <a:pt x="165651" y="131460"/>
                      </a:cubicBezTo>
                      <a:close/>
                      <a:moveTo>
                        <a:pt x="27222" y="172988"/>
                      </a:moveTo>
                      <a:cubicBezTo>
                        <a:pt x="19587" y="172988"/>
                        <a:pt x="13379" y="166781"/>
                        <a:pt x="13379" y="159145"/>
                      </a:cubicBezTo>
                      <a:cubicBezTo>
                        <a:pt x="13379" y="151510"/>
                        <a:pt x="19587" y="145302"/>
                        <a:pt x="27222" y="145302"/>
                      </a:cubicBezTo>
                      <a:cubicBezTo>
                        <a:pt x="34857" y="145302"/>
                        <a:pt x="41065" y="151510"/>
                        <a:pt x="41065" y="159145"/>
                      </a:cubicBezTo>
                      <a:cubicBezTo>
                        <a:pt x="41065" y="166781"/>
                        <a:pt x="34857" y="172988"/>
                        <a:pt x="27222" y="172988"/>
                      </a:cubicBezTo>
                      <a:close/>
                      <a:moveTo>
                        <a:pt x="82594" y="27638"/>
                      </a:moveTo>
                      <a:cubicBezTo>
                        <a:pt x="82594" y="20003"/>
                        <a:pt x="88801" y="13795"/>
                        <a:pt x="96436" y="13795"/>
                      </a:cubicBezTo>
                      <a:cubicBezTo>
                        <a:pt x="104072" y="13795"/>
                        <a:pt x="110279" y="20003"/>
                        <a:pt x="110279" y="27638"/>
                      </a:cubicBezTo>
                      <a:cubicBezTo>
                        <a:pt x="110279" y="35273"/>
                        <a:pt x="104072" y="41481"/>
                        <a:pt x="96436" y="41481"/>
                      </a:cubicBezTo>
                      <a:cubicBezTo>
                        <a:pt x="88801" y="41481"/>
                        <a:pt x="82594" y="35273"/>
                        <a:pt x="82594" y="27638"/>
                      </a:cubicBezTo>
                      <a:close/>
                      <a:moveTo>
                        <a:pt x="96436" y="138381"/>
                      </a:moveTo>
                      <a:cubicBezTo>
                        <a:pt x="81166" y="138381"/>
                        <a:pt x="68751" y="125966"/>
                        <a:pt x="68751" y="110695"/>
                      </a:cubicBezTo>
                      <a:cubicBezTo>
                        <a:pt x="68751" y="95425"/>
                        <a:pt x="81166" y="83010"/>
                        <a:pt x="96436" y="83010"/>
                      </a:cubicBezTo>
                      <a:cubicBezTo>
                        <a:pt x="111707" y="83010"/>
                        <a:pt x="124122" y="95425"/>
                        <a:pt x="124122" y="110695"/>
                      </a:cubicBezTo>
                      <a:cubicBezTo>
                        <a:pt x="124122" y="125966"/>
                        <a:pt x="111707" y="138381"/>
                        <a:pt x="96436" y="138381"/>
                      </a:cubicBezTo>
                      <a:close/>
                      <a:moveTo>
                        <a:pt x="165651" y="172988"/>
                      </a:moveTo>
                      <a:cubicBezTo>
                        <a:pt x="158016" y="172988"/>
                        <a:pt x="151808" y="166781"/>
                        <a:pt x="151808" y="159145"/>
                      </a:cubicBezTo>
                      <a:cubicBezTo>
                        <a:pt x="151808" y="151510"/>
                        <a:pt x="158016" y="145302"/>
                        <a:pt x="165651" y="145302"/>
                      </a:cubicBezTo>
                      <a:cubicBezTo>
                        <a:pt x="173286" y="145302"/>
                        <a:pt x="179494" y="151510"/>
                        <a:pt x="179494" y="159145"/>
                      </a:cubicBezTo>
                      <a:cubicBezTo>
                        <a:pt x="179494" y="166781"/>
                        <a:pt x="173286" y="172988"/>
                        <a:pt x="165651" y="17298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1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0CCE60D7-1A35-8D29-BC5E-37C04E0627BA}"/>
                    </a:ext>
                  </a:extLst>
                </p:cNvPr>
                <p:cNvSpPr/>
                <p:nvPr/>
              </p:nvSpPr>
              <p:spPr>
                <a:xfrm>
                  <a:off x="235350" y="2928235"/>
                  <a:ext cx="193778" cy="41550"/>
                </a:xfrm>
                <a:custGeom>
                  <a:avLst/>
                  <a:gdLst>
                    <a:gd name="connsiteX0" fmla="*/ 20279 w 193778"/>
                    <a:gd name="connsiteY0" fmla="*/ 41580 h 41550"/>
                    <a:gd name="connsiteX1" fmla="*/ 35225 w 193778"/>
                    <a:gd name="connsiteY1" fmla="*/ 35221 h 41550"/>
                    <a:gd name="connsiteX2" fmla="*/ 41303 w 193778"/>
                    <a:gd name="connsiteY2" fmla="*/ 37990 h 41550"/>
                    <a:gd name="connsiteX3" fmla="*/ 44158 w 193778"/>
                    <a:gd name="connsiteY3" fmla="*/ 38617 h 41550"/>
                    <a:gd name="connsiteX4" fmla="*/ 50474 w 193778"/>
                    <a:gd name="connsiteY4" fmla="*/ 34551 h 41550"/>
                    <a:gd name="connsiteX5" fmla="*/ 47035 w 193778"/>
                    <a:gd name="connsiteY5" fmla="*/ 25380 h 41550"/>
                    <a:gd name="connsiteX6" fmla="*/ 40978 w 193778"/>
                    <a:gd name="connsiteY6" fmla="*/ 22633 h 41550"/>
                    <a:gd name="connsiteX7" fmla="*/ 41065 w 193778"/>
                    <a:gd name="connsiteY7" fmla="*/ 20838 h 41550"/>
                    <a:gd name="connsiteX8" fmla="*/ 20301 w 193778"/>
                    <a:gd name="connsiteY8" fmla="*/ 73 h 41550"/>
                    <a:gd name="connsiteX9" fmla="*/ -464 w 193778"/>
                    <a:gd name="connsiteY9" fmla="*/ 20838 h 41550"/>
                    <a:gd name="connsiteX10" fmla="*/ 20279 w 193778"/>
                    <a:gd name="connsiteY10" fmla="*/ 41580 h 41550"/>
                    <a:gd name="connsiteX11" fmla="*/ 20279 w 193778"/>
                    <a:gd name="connsiteY11" fmla="*/ 13895 h 41550"/>
                    <a:gd name="connsiteX12" fmla="*/ 27200 w 193778"/>
                    <a:gd name="connsiteY12" fmla="*/ 20816 h 41550"/>
                    <a:gd name="connsiteX13" fmla="*/ 20279 w 193778"/>
                    <a:gd name="connsiteY13" fmla="*/ 27737 h 41550"/>
                    <a:gd name="connsiteX14" fmla="*/ 13358 w 193778"/>
                    <a:gd name="connsiteY14" fmla="*/ 20816 h 41550"/>
                    <a:gd name="connsiteX15" fmla="*/ 20279 w 193778"/>
                    <a:gd name="connsiteY15" fmla="*/ 13895 h 41550"/>
                    <a:gd name="connsiteX16" fmla="*/ 148672 w 193778"/>
                    <a:gd name="connsiteY16" fmla="*/ 38595 h 41550"/>
                    <a:gd name="connsiteX17" fmla="*/ 151527 w 193778"/>
                    <a:gd name="connsiteY17" fmla="*/ 37968 h 41550"/>
                    <a:gd name="connsiteX18" fmla="*/ 157605 w 193778"/>
                    <a:gd name="connsiteY18" fmla="*/ 35200 h 41550"/>
                    <a:gd name="connsiteX19" fmla="*/ 172550 w 193778"/>
                    <a:gd name="connsiteY19" fmla="*/ 41559 h 41550"/>
                    <a:gd name="connsiteX20" fmla="*/ 193315 w 193778"/>
                    <a:gd name="connsiteY20" fmla="*/ 20794 h 41550"/>
                    <a:gd name="connsiteX21" fmla="*/ 172550 w 193778"/>
                    <a:gd name="connsiteY21" fmla="*/ 30 h 41550"/>
                    <a:gd name="connsiteX22" fmla="*/ 151786 w 193778"/>
                    <a:gd name="connsiteY22" fmla="*/ 20794 h 41550"/>
                    <a:gd name="connsiteX23" fmla="*/ 151873 w 193778"/>
                    <a:gd name="connsiteY23" fmla="*/ 22590 h 41550"/>
                    <a:gd name="connsiteX24" fmla="*/ 145816 w 193778"/>
                    <a:gd name="connsiteY24" fmla="*/ 25337 h 41550"/>
                    <a:gd name="connsiteX25" fmla="*/ 142377 w 193778"/>
                    <a:gd name="connsiteY25" fmla="*/ 34507 h 41550"/>
                    <a:gd name="connsiteX26" fmla="*/ 148672 w 193778"/>
                    <a:gd name="connsiteY26" fmla="*/ 38595 h 41550"/>
                    <a:gd name="connsiteX27" fmla="*/ 172550 w 193778"/>
                    <a:gd name="connsiteY27" fmla="*/ 13895 h 41550"/>
                    <a:gd name="connsiteX28" fmla="*/ 179472 w 193778"/>
                    <a:gd name="connsiteY28" fmla="*/ 20816 h 41550"/>
                    <a:gd name="connsiteX29" fmla="*/ 172550 w 193778"/>
                    <a:gd name="connsiteY29" fmla="*/ 27737 h 41550"/>
                    <a:gd name="connsiteX30" fmla="*/ 165629 w 193778"/>
                    <a:gd name="connsiteY30" fmla="*/ 20816 h 41550"/>
                    <a:gd name="connsiteX31" fmla="*/ 172550 w 193778"/>
                    <a:gd name="connsiteY31" fmla="*/ 13895 h 41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193778" h="41550">
                      <a:moveTo>
                        <a:pt x="20279" y="41580"/>
                      </a:moveTo>
                      <a:cubicBezTo>
                        <a:pt x="26141" y="41580"/>
                        <a:pt x="31440" y="39136"/>
                        <a:pt x="35225" y="35221"/>
                      </a:cubicBezTo>
                      <a:lnTo>
                        <a:pt x="41303" y="37990"/>
                      </a:lnTo>
                      <a:cubicBezTo>
                        <a:pt x="42233" y="38422"/>
                        <a:pt x="43206" y="38617"/>
                        <a:pt x="44158" y="38617"/>
                      </a:cubicBezTo>
                      <a:cubicBezTo>
                        <a:pt x="46797" y="38617"/>
                        <a:pt x="49306" y="37103"/>
                        <a:pt x="50474" y="34551"/>
                      </a:cubicBezTo>
                      <a:cubicBezTo>
                        <a:pt x="52053" y="31068"/>
                        <a:pt x="50517" y="26959"/>
                        <a:pt x="47035" y="25380"/>
                      </a:cubicBezTo>
                      <a:lnTo>
                        <a:pt x="40978" y="22633"/>
                      </a:lnTo>
                      <a:cubicBezTo>
                        <a:pt x="41022" y="22049"/>
                        <a:pt x="41065" y="21443"/>
                        <a:pt x="41065" y="20838"/>
                      </a:cubicBezTo>
                      <a:cubicBezTo>
                        <a:pt x="41065" y="9396"/>
                        <a:pt x="31743" y="73"/>
                        <a:pt x="20301" y="73"/>
                      </a:cubicBezTo>
                      <a:cubicBezTo>
                        <a:pt x="8859" y="73"/>
                        <a:pt x="-464" y="9396"/>
                        <a:pt x="-464" y="20838"/>
                      </a:cubicBezTo>
                      <a:cubicBezTo>
                        <a:pt x="-464" y="32280"/>
                        <a:pt x="8837" y="41580"/>
                        <a:pt x="20279" y="41580"/>
                      </a:cubicBezTo>
                      <a:close/>
                      <a:moveTo>
                        <a:pt x="20279" y="13895"/>
                      </a:moveTo>
                      <a:cubicBezTo>
                        <a:pt x="24086" y="13895"/>
                        <a:pt x="27200" y="17009"/>
                        <a:pt x="27200" y="20816"/>
                      </a:cubicBezTo>
                      <a:cubicBezTo>
                        <a:pt x="27200" y="24623"/>
                        <a:pt x="24086" y="27737"/>
                        <a:pt x="20279" y="27737"/>
                      </a:cubicBezTo>
                      <a:cubicBezTo>
                        <a:pt x="16472" y="27737"/>
                        <a:pt x="13358" y="24623"/>
                        <a:pt x="13358" y="20816"/>
                      </a:cubicBezTo>
                      <a:cubicBezTo>
                        <a:pt x="13358" y="17009"/>
                        <a:pt x="16472" y="13895"/>
                        <a:pt x="20279" y="13895"/>
                      </a:cubicBezTo>
                      <a:close/>
                      <a:moveTo>
                        <a:pt x="148672" y="38595"/>
                      </a:moveTo>
                      <a:cubicBezTo>
                        <a:pt x="149623" y="38595"/>
                        <a:pt x="150597" y="38401"/>
                        <a:pt x="151527" y="37968"/>
                      </a:cubicBezTo>
                      <a:lnTo>
                        <a:pt x="157605" y="35200"/>
                      </a:lnTo>
                      <a:cubicBezTo>
                        <a:pt x="161390" y="39114"/>
                        <a:pt x="166689" y="41559"/>
                        <a:pt x="172550" y="41559"/>
                      </a:cubicBezTo>
                      <a:cubicBezTo>
                        <a:pt x="183992" y="41559"/>
                        <a:pt x="193315" y="32236"/>
                        <a:pt x="193315" y="20794"/>
                      </a:cubicBezTo>
                      <a:cubicBezTo>
                        <a:pt x="193315" y="9352"/>
                        <a:pt x="183992" y="30"/>
                        <a:pt x="172550" y="30"/>
                      </a:cubicBezTo>
                      <a:cubicBezTo>
                        <a:pt x="161109" y="30"/>
                        <a:pt x="151786" y="9352"/>
                        <a:pt x="151786" y="20794"/>
                      </a:cubicBezTo>
                      <a:cubicBezTo>
                        <a:pt x="151786" y="21400"/>
                        <a:pt x="151808" y="22006"/>
                        <a:pt x="151873" y="22590"/>
                      </a:cubicBezTo>
                      <a:lnTo>
                        <a:pt x="145816" y="25337"/>
                      </a:lnTo>
                      <a:cubicBezTo>
                        <a:pt x="142334" y="26915"/>
                        <a:pt x="140798" y="31025"/>
                        <a:pt x="142377" y="34507"/>
                      </a:cubicBezTo>
                      <a:cubicBezTo>
                        <a:pt x="143524" y="37081"/>
                        <a:pt x="146054" y="38595"/>
                        <a:pt x="148672" y="38595"/>
                      </a:cubicBezTo>
                      <a:close/>
                      <a:moveTo>
                        <a:pt x="172550" y="13895"/>
                      </a:moveTo>
                      <a:cubicBezTo>
                        <a:pt x="176357" y="13895"/>
                        <a:pt x="179472" y="17009"/>
                        <a:pt x="179472" y="20816"/>
                      </a:cubicBezTo>
                      <a:cubicBezTo>
                        <a:pt x="179472" y="24623"/>
                        <a:pt x="176357" y="27737"/>
                        <a:pt x="172550" y="27737"/>
                      </a:cubicBezTo>
                      <a:cubicBezTo>
                        <a:pt x="168744" y="27737"/>
                        <a:pt x="165629" y="24623"/>
                        <a:pt x="165629" y="20816"/>
                      </a:cubicBezTo>
                      <a:cubicBezTo>
                        <a:pt x="165629" y="17009"/>
                        <a:pt x="168744" y="13895"/>
                        <a:pt x="172550" y="1389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21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C0240203-D07B-A37D-2604-72FC43BC78AD}"/>
                </a:ext>
              </a:extLst>
            </p:cNvPr>
            <p:cNvSpPr/>
            <p:nvPr/>
          </p:nvSpPr>
          <p:spPr>
            <a:xfrm>
              <a:off x="608000" y="1371856"/>
              <a:ext cx="125714" cy="3359999"/>
            </a:xfrm>
            <a:custGeom>
              <a:avLst/>
              <a:gdLst>
                <a:gd name="connsiteX0" fmla="*/ 125714 w 125714"/>
                <a:gd name="connsiteY0" fmla="*/ 0 h 3359999"/>
                <a:gd name="connsiteX1" fmla="*/ 91429 w 125714"/>
                <a:gd name="connsiteY1" fmla="*/ 0 h 3359999"/>
                <a:gd name="connsiteX2" fmla="*/ 57143 w 125714"/>
                <a:gd name="connsiteY2" fmla="*/ 68571 h 3359999"/>
                <a:gd name="connsiteX3" fmla="*/ 57143 w 125714"/>
                <a:gd name="connsiteY3" fmla="*/ 1611429 h 3359999"/>
                <a:gd name="connsiteX4" fmla="*/ 22857 w 125714"/>
                <a:gd name="connsiteY4" fmla="*/ 1680000 h 3359999"/>
                <a:gd name="connsiteX5" fmla="*/ 5714 w 125714"/>
                <a:gd name="connsiteY5" fmla="*/ 1680000 h 3359999"/>
                <a:gd name="connsiteX6" fmla="*/ 22857 w 125714"/>
                <a:gd name="connsiteY6" fmla="*/ 1680000 h 3359999"/>
                <a:gd name="connsiteX7" fmla="*/ 40000 w 125714"/>
                <a:gd name="connsiteY7" fmla="*/ 1680000 h 3359999"/>
                <a:gd name="connsiteX8" fmla="*/ 57143 w 125714"/>
                <a:gd name="connsiteY8" fmla="*/ 1748571 h 3359999"/>
                <a:gd name="connsiteX9" fmla="*/ 57143 w 125714"/>
                <a:gd name="connsiteY9" fmla="*/ 3291429 h 3359999"/>
                <a:gd name="connsiteX10" fmla="*/ 91429 w 125714"/>
                <a:gd name="connsiteY10" fmla="*/ 3360000 h 3359999"/>
                <a:gd name="connsiteX11" fmla="*/ 125714 w 125714"/>
                <a:gd name="connsiteY11" fmla="*/ 3360000 h 33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714" h="3359999">
                  <a:moveTo>
                    <a:pt x="125714" y="0"/>
                  </a:moveTo>
                  <a:lnTo>
                    <a:pt x="91429" y="0"/>
                  </a:lnTo>
                  <a:cubicBezTo>
                    <a:pt x="68571" y="0"/>
                    <a:pt x="57143" y="22857"/>
                    <a:pt x="57143" y="68571"/>
                  </a:cubicBezTo>
                  <a:lnTo>
                    <a:pt x="57143" y="1611429"/>
                  </a:lnTo>
                  <a:cubicBezTo>
                    <a:pt x="57143" y="1657143"/>
                    <a:pt x="45714" y="1680000"/>
                    <a:pt x="22857" y="1680000"/>
                  </a:cubicBezTo>
                  <a:lnTo>
                    <a:pt x="5714" y="1680000"/>
                  </a:lnTo>
                  <a:cubicBezTo>
                    <a:pt x="-5714" y="1680000"/>
                    <a:pt x="0" y="1680000"/>
                    <a:pt x="22857" y="1680000"/>
                  </a:cubicBezTo>
                  <a:lnTo>
                    <a:pt x="40000" y="1680000"/>
                  </a:lnTo>
                  <a:cubicBezTo>
                    <a:pt x="51429" y="1680000"/>
                    <a:pt x="57143" y="1702857"/>
                    <a:pt x="57143" y="1748571"/>
                  </a:cubicBezTo>
                  <a:lnTo>
                    <a:pt x="57143" y="3291429"/>
                  </a:lnTo>
                  <a:cubicBezTo>
                    <a:pt x="57143" y="3337143"/>
                    <a:pt x="68571" y="3360000"/>
                    <a:pt x="91429" y="3360000"/>
                  </a:cubicBezTo>
                  <a:lnTo>
                    <a:pt x="125714" y="3360000"/>
                  </a:lnTo>
                </a:path>
              </a:pathLst>
            </a:custGeom>
            <a:noFill/>
            <a:ln w="20571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60" name="图形 2">
              <a:extLst>
                <a:ext uri="{FF2B5EF4-FFF2-40B4-BE49-F238E27FC236}">
                  <a16:creationId xmlns:a16="http://schemas.microsoft.com/office/drawing/2014/main" id="{E673240D-5235-DEBC-B257-5BE0B64B6883}"/>
                </a:ext>
              </a:extLst>
            </p:cNvPr>
            <p:cNvGrpSpPr/>
            <p:nvPr/>
          </p:nvGrpSpPr>
          <p:grpSpPr>
            <a:xfrm>
              <a:off x="1244571" y="2998028"/>
              <a:ext cx="465462" cy="54857"/>
              <a:chOff x="1244571" y="2998028"/>
              <a:chExt cx="465462" cy="54857"/>
            </a:xfrm>
          </p:grpSpPr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60A8B862-ECBA-7A08-F1F8-D5E54C205FCC}"/>
                  </a:ext>
                </a:extLst>
              </p:cNvPr>
              <p:cNvSpPr/>
              <p:nvPr/>
            </p:nvSpPr>
            <p:spPr>
              <a:xfrm>
                <a:off x="1244571" y="3025250"/>
                <a:ext cx="424320" cy="6034"/>
              </a:xfrm>
              <a:custGeom>
                <a:avLst/>
                <a:gdLst>
                  <a:gd name="connsiteX0" fmla="*/ 0 w 424320"/>
                  <a:gd name="connsiteY0" fmla="*/ 6034 h 6034"/>
                  <a:gd name="connsiteX1" fmla="*/ 424320 w 424320"/>
                  <a:gd name="connsiteY1" fmla="*/ 0 h 60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4320" h="6034">
                    <a:moveTo>
                      <a:pt x="0" y="6034"/>
                    </a:moveTo>
                    <a:lnTo>
                      <a:pt x="424320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30E6328B-F1E6-6FC8-2DC0-4A70D840D60B}"/>
                  </a:ext>
                </a:extLst>
              </p:cNvPr>
              <p:cNvSpPr/>
              <p:nvPr/>
            </p:nvSpPr>
            <p:spPr>
              <a:xfrm>
                <a:off x="1654834" y="2998028"/>
                <a:ext cx="55200" cy="54857"/>
              </a:xfrm>
              <a:custGeom>
                <a:avLst/>
                <a:gdLst>
                  <a:gd name="connsiteX0" fmla="*/ 55200 w 55200"/>
                  <a:gd name="connsiteY0" fmla="*/ 26606 h 54857"/>
                  <a:gd name="connsiteX1" fmla="*/ 754 w 55200"/>
                  <a:gd name="connsiteY1" fmla="*/ 54857 h 54857"/>
                  <a:gd name="connsiteX2" fmla="*/ 14057 w 55200"/>
                  <a:gd name="connsiteY2" fmla="*/ 27223 h 54857"/>
                  <a:gd name="connsiteX3" fmla="*/ 0 w 55200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00" h="54857">
                    <a:moveTo>
                      <a:pt x="55200" y="26606"/>
                    </a:moveTo>
                    <a:lnTo>
                      <a:pt x="754" y="54857"/>
                    </a:lnTo>
                    <a:lnTo>
                      <a:pt x="14057" y="272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3" name="图形 2">
              <a:extLst>
                <a:ext uri="{FF2B5EF4-FFF2-40B4-BE49-F238E27FC236}">
                  <a16:creationId xmlns:a16="http://schemas.microsoft.com/office/drawing/2014/main" id="{C3AEA2FF-5786-5EF2-52E0-897818D5066C}"/>
                </a:ext>
              </a:extLst>
            </p:cNvPr>
            <p:cNvGrpSpPr/>
            <p:nvPr/>
          </p:nvGrpSpPr>
          <p:grpSpPr>
            <a:xfrm>
              <a:off x="1244571" y="2654142"/>
              <a:ext cx="465462" cy="377142"/>
              <a:chOff x="1244571" y="2654142"/>
              <a:chExt cx="465462" cy="377142"/>
            </a:xfrm>
          </p:grpSpPr>
          <p:sp>
            <p:nvSpPr>
              <p:cNvPr id="64" name="任意多边形: 形状 63">
                <a:extLst>
                  <a:ext uri="{FF2B5EF4-FFF2-40B4-BE49-F238E27FC236}">
                    <a16:creationId xmlns:a16="http://schemas.microsoft.com/office/drawing/2014/main" id="{CE296A09-2BC4-30E7-DAD6-2567044BF8D4}"/>
                  </a:ext>
                </a:extLst>
              </p:cNvPr>
              <p:cNvSpPr/>
              <p:nvPr/>
            </p:nvSpPr>
            <p:spPr>
              <a:xfrm>
                <a:off x="1244571" y="2681570"/>
                <a:ext cx="424320" cy="349714"/>
              </a:xfrm>
              <a:custGeom>
                <a:avLst/>
                <a:gdLst>
                  <a:gd name="connsiteX0" fmla="*/ 0 w 424320"/>
                  <a:gd name="connsiteY0" fmla="*/ 349714 h 349714"/>
                  <a:gd name="connsiteX1" fmla="*/ 63429 w 424320"/>
                  <a:gd name="connsiteY1" fmla="*/ 339429 h 349714"/>
                  <a:gd name="connsiteX2" fmla="*/ 126857 w 424320"/>
                  <a:gd name="connsiteY2" fmla="*/ 260571 h 349714"/>
                  <a:gd name="connsiteX3" fmla="*/ 126857 w 424320"/>
                  <a:gd name="connsiteY3" fmla="*/ 68571 h 349714"/>
                  <a:gd name="connsiteX4" fmla="*/ 195429 w 424320"/>
                  <a:gd name="connsiteY4" fmla="*/ 0 h 349714"/>
                  <a:gd name="connsiteX5" fmla="*/ 424320 w 424320"/>
                  <a:gd name="connsiteY5" fmla="*/ 0 h 349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4320" h="349714">
                    <a:moveTo>
                      <a:pt x="0" y="349714"/>
                    </a:moveTo>
                    <a:lnTo>
                      <a:pt x="63429" y="339429"/>
                    </a:lnTo>
                    <a:cubicBezTo>
                      <a:pt x="105714" y="332571"/>
                      <a:pt x="126857" y="306286"/>
                      <a:pt x="126857" y="260571"/>
                    </a:cubicBezTo>
                    <a:lnTo>
                      <a:pt x="126857" y="68571"/>
                    </a:lnTo>
                    <a:cubicBezTo>
                      <a:pt x="126857" y="22857"/>
                      <a:pt x="149714" y="0"/>
                      <a:pt x="195429" y="0"/>
                    </a:cubicBezTo>
                    <a:lnTo>
                      <a:pt x="424320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id="{CEB11951-9A13-1BC5-B44E-B2AB9CDEC46A}"/>
                  </a:ext>
                </a:extLst>
              </p:cNvPr>
              <p:cNvSpPr/>
              <p:nvPr/>
            </p:nvSpPr>
            <p:spPr>
              <a:xfrm>
                <a:off x="1655177" y="2654142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6" name="图形 2">
              <a:extLst>
                <a:ext uri="{FF2B5EF4-FFF2-40B4-BE49-F238E27FC236}">
                  <a16:creationId xmlns:a16="http://schemas.microsoft.com/office/drawing/2014/main" id="{41B6B60A-6E28-4E1F-4C0C-1B30DF757E2E}"/>
                </a:ext>
              </a:extLst>
            </p:cNvPr>
            <p:cNvGrpSpPr/>
            <p:nvPr/>
          </p:nvGrpSpPr>
          <p:grpSpPr>
            <a:xfrm>
              <a:off x="1244571" y="3031285"/>
              <a:ext cx="465462" cy="363428"/>
              <a:chOff x="1244571" y="3031285"/>
              <a:chExt cx="465462" cy="363428"/>
            </a:xfrm>
          </p:grpSpPr>
          <p:sp>
            <p:nvSpPr>
              <p:cNvPr id="67" name="任意多边形: 形状 66">
                <a:extLst>
                  <a:ext uri="{FF2B5EF4-FFF2-40B4-BE49-F238E27FC236}">
                    <a16:creationId xmlns:a16="http://schemas.microsoft.com/office/drawing/2014/main" id="{F5537F4C-0670-CAA0-5921-822159659141}"/>
                  </a:ext>
                </a:extLst>
              </p:cNvPr>
              <p:cNvSpPr/>
              <p:nvPr/>
            </p:nvSpPr>
            <p:spPr>
              <a:xfrm>
                <a:off x="1244571" y="3031285"/>
                <a:ext cx="424320" cy="335999"/>
              </a:xfrm>
              <a:custGeom>
                <a:avLst/>
                <a:gdLst>
                  <a:gd name="connsiteX0" fmla="*/ 0 w 424320"/>
                  <a:gd name="connsiteY0" fmla="*/ 0 h 335999"/>
                  <a:gd name="connsiteX1" fmla="*/ 63429 w 424320"/>
                  <a:gd name="connsiteY1" fmla="*/ 24000 h 335999"/>
                  <a:gd name="connsiteX2" fmla="*/ 126857 w 424320"/>
                  <a:gd name="connsiteY2" fmla="*/ 116571 h 335999"/>
                  <a:gd name="connsiteX3" fmla="*/ 126857 w 424320"/>
                  <a:gd name="connsiteY3" fmla="*/ 267429 h 335999"/>
                  <a:gd name="connsiteX4" fmla="*/ 195429 w 424320"/>
                  <a:gd name="connsiteY4" fmla="*/ 336000 h 335999"/>
                  <a:gd name="connsiteX5" fmla="*/ 424320 w 424320"/>
                  <a:gd name="connsiteY5" fmla="*/ 336000 h 335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4320" h="335999">
                    <a:moveTo>
                      <a:pt x="0" y="0"/>
                    </a:moveTo>
                    <a:lnTo>
                      <a:pt x="63429" y="24000"/>
                    </a:lnTo>
                    <a:cubicBezTo>
                      <a:pt x="105714" y="40000"/>
                      <a:pt x="126857" y="70857"/>
                      <a:pt x="126857" y="116571"/>
                    </a:cubicBezTo>
                    <a:lnTo>
                      <a:pt x="126857" y="267429"/>
                    </a:lnTo>
                    <a:cubicBezTo>
                      <a:pt x="126857" y="313143"/>
                      <a:pt x="149714" y="336000"/>
                      <a:pt x="195429" y="336000"/>
                    </a:cubicBezTo>
                    <a:lnTo>
                      <a:pt x="424320" y="33600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D987D139-9A20-F9B4-6078-F36248189676}"/>
                  </a:ext>
                </a:extLst>
              </p:cNvPr>
              <p:cNvSpPr/>
              <p:nvPr/>
            </p:nvSpPr>
            <p:spPr>
              <a:xfrm>
                <a:off x="1655177" y="3339856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9" name="图形 2">
              <a:extLst>
                <a:ext uri="{FF2B5EF4-FFF2-40B4-BE49-F238E27FC236}">
                  <a16:creationId xmlns:a16="http://schemas.microsoft.com/office/drawing/2014/main" id="{A4FD5E6D-65FC-090E-DA55-2AD4312B1376}"/>
                </a:ext>
              </a:extLst>
            </p:cNvPr>
            <p:cNvGrpSpPr/>
            <p:nvPr/>
          </p:nvGrpSpPr>
          <p:grpSpPr>
            <a:xfrm>
              <a:off x="1244571" y="4649570"/>
              <a:ext cx="317211" cy="54857"/>
              <a:chOff x="1244571" y="4649570"/>
              <a:chExt cx="317211" cy="54857"/>
            </a:xfrm>
          </p:grpSpPr>
          <p:sp>
            <p:nvSpPr>
              <p:cNvPr id="70" name="任意多边形: 形状 69">
                <a:extLst>
                  <a:ext uri="{FF2B5EF4-FFF2-40B4-BE49-F238E27FC236}">
                    <a16:creationId xmlns:a16="http://schemas.microsoft.com/office/drawing/2014/main" id="{0FDCC3EA-0D8C-D123-191B-B1F36BADF8FC}"/>
                  </a:ext>
                </a:extLst>
              </p:cNvPr>
              <p:cNvSpPr/>
              <p:nvPr/>
            </p:nvSpPr>
            <p:spPr>
              <a:xfrm>
                <a:off x="1244571" y="4676999"/>
                <a:ext cx="276068" cy="6857"/>
              </a:xfrm>
              <a:custGeom>
                <a:avLst/>
                <a:gdLst>
                  <a:gd name="connsiteX0" fmla="*/ 0 w 276068"/>
                  <a:gd name="connsiteY0" fmla="*/ 0 h 6857"/>
                  <a:gd name="connsiteX1" fmla="*/ 276069 w 276068"/>
                  <a:gd name="connsiteY1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6068" h="6857">
                    <a:moveTo>
                      <a:pt x="0" y="0"/>
                    </a:moveTo>
                    <a:lnTo>
                      <a:pt x="276069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D9DE5E52-7F3F-9C8B-056F-8EE13737AC43}"/>
                  </a:ext>
                </a:extLst>
              </p:cNvPr>
              <p:cNvSpPr/>
              <p:nvPr/>
            </p:nvSpPr>
            <p:spPr>
              <a:xfrm>
                <a:off x="1506925" y="4649570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DF974C58-4743-0CC4-C83D-29B1D9A4BB91}"/>
                </a:ext>
              </a:extLst>
            </p:cNvPr>
            <p:cNvSpPr/>
            <p:nvPr/>
          </p:nvSpPr>
          <p:spPr>
            <a:xfrm rot="-5400000">
              <a:off x="820734" y="4440796"/>
              <a:ext cx="360187" cy="479401"/>
            </a:xfrm>
            <a:custGeom>
              <a:avLst/>
              <a:gdLst>
                <a:gd name="connsiteX0" fmla="*/ 359821 w 360187"/>
                <a:gd name="connsiteY0" fmla="*/ 60288 h 479401"/>
                <a:gd name="connsiteX1" fmla="*/ 299843 w 360187"/>
                <a:gd name="connsiteY1" fmla="*/ 310 h 479401"/>
                <a:gd name="connsiteX2" fmla="*/ 239865 w 360187"/>
                <a:gd name="connsiteY2" fmla="*/ 60288 h 479401"/>
                <a:gd name="connsiteX3" fmla="*/ 283049 w 360187"/>
                <a:gd name="connsiteY3" fmla="*/ 117867 h 479401"/>
                <a:gd name="connsiteX4" fmla="*/ 283049 w 360187"/>
                <a:gd name="connsiteY4" fmla="*/ 177846 h 479401"/>
                <a:gd name="connsiteX5" fmla="*/ 179886 w 360187"/>
                <a:gd name="connsiteY5" fmla="*/ 280210 h 479401"/>
                <a:gd name="connsiteX6" fmla="*/ 76522 w 360187"/>
                <a:gd name="connsiteY6" fmla="*/ 177646 h 479401"/>
                <a:gd name="connsiteX7" fmla="*/ 76522 w 360187"/>
                <a:gd name="connsiteY7" fmla="*/ 117667 h 479401"/>
                <a:gd name="connsiteX8" fmla="*/ 117178 w 360187"/>
                <a:gd name="connsiteY8" fmla="*/ 43223 h 479401"/>
                <a:gd name="connsiteX9" fmla="*/ 42734 w 360187"/>
                <a:gd name="connsiteY9" fmla="*/ 2567 h 479401"/>
                <a:gd name="connsiteX10" fmla="*/ 2078 w 360187"/>
                <a:gd name="connsiteY10" fmla="*/ 77011 h 479401"/>
                <a:gd name="connsiteX11" fmla="*/ 42734 w 360187"/>
                <a:gd name="connsiteY11" fmla="*/ 117667 h 479401"/>
                <a:gd name="connsiteX12" fmla="*/ 42734 w 360187"/>
                <a:gd name="connsiteY12" fmla="*/ 191241 h 479401"/>
                <a:gd name="connsiteX13" fmla="*/ 162691 w 360187"/>
                <a:gd name="connsiteY13" fmla="*/ 311199 h 479401"/>
                <a:gd name="connsiteX14" fmla="*/ 162691 w 360187"/>
                <a:gd name="connsiteY14" fmla="*/ 361981 h 479401"/>
                <a:gd name="connsiteX15" fmla="*/ 122035 w 360187"/>
                <a:gd name="connsiteY15" fmla="*/ 436425 h 479401"/>
                <a:gd name="connsiteX16" fmla="*/ 196479 w 360187"/>
                <a:gd name="connsiteY16" fmla="*/ 477081 h 479401"/>
                <a:gd name="connsiteX17" fmla="*/ 237135 w 360187"/>
                <a:gd name="connsiteY17" fmla="*/ 402637 h 479401"/>
                <a:gd name="connsiteX18" fmla="*/ 196479 w 360187"/>
                <a:gd name="connsiteY18" fmla="*/ 361981 h 479401"/>
                <a:gd name="connsiteX19" fmla="*/ 196479 w 360187"/>
                <a:gd name="connsiteY19" fmla="*/ 311598 h 479401"/>
                <a:gd name="connsiteX20" fmla="*/ 316438 w 360187"/>
                <a:gd name="connsiteY20" fmla="*/ 191641 h 479401"/>
                <a:gd name="connsiteX21" fmla="*/ 316438 w 360187"/>
                <a:gd name="connsiteY21" fmla="*/ 117867 h 479401"/>
                <a:gd name="connsiteX22" fmla="*/ 359822 w 360187"/>
                <a:gd name="connsiteY22" fmla="*/ 60288 h 47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0187" h="479401">
                  <a:moveTo>
                    <a:pt x="359821" y="60288"/>
                  </a:moveTo>
                  <a:cubicBezTo>
                    <a:pt x="359821" y="27163"/>
                    <a:pt x="332968" y="310"/>
                    <a:pt x="299843" y="310"/>
                  </a:cubicBezTo>
                  <a:cubicBezTo>
                    <a:pt x="266718" y="310"/>
                    <a:pt x="239864" y="27163"/>
                    <a:pt x="239865" y="60288"/>
                  </a:cubicBezTo>
                  <a:cubicBezTo>
                    <a:pt x="239865" y="86945"/>
                    <a:pt x="257458" y="110403"/>
                    <a:pt x="283049" y="117867"/>
                  </a:cubicBezTo>
                  <a:lnTo>
                    <a:pt x="283049" y="177846"/>
                  </a:lnTo>
                  <a:lnTo>
                    <a:pt x="179886" y="280210"/>
                  </a:lnTo>
                  <a:lnTo>
                    <a:pt x="76522" y="177646"/>
                  </a:lnTo>
                  <a:lnTo>
                    <a:pt x="76522" y="117667"/>
                  </a:lnTo>
                  <a:cubicBezTo>
                    <a:pt x="108306" y="108337"/>
                    <a:pt x="126508" y="75007"/>
                    <a:pt x="117178" y="43223"/>
                  </a:cubicBezTo>
                  <a:cubicBezTo>
                    <a:pt x="107848" y="11439"/>
                    <a:pt x="74518" y="-6763"/>
                    <a:pt x="42734" y="2567"/>
                  </a:cubicBezTo>
                  <a:cubicBezTo>
                    <a:pt x="10950" y="11898"/>
                    <a:pt x="-7252" y="45227"/>
                    <a:pt x="2078" y="77011"/>
                  </a:cubicBezTo>
                  <a:cubicBezTo>
                    <a:pt x="7828" y="96599"/>
                    <a:pt x="23146" y="111917"/>
                    <a:pt x="42734" y="117667"/>
                  </a:cubicBezTo>
                  <a:lnTo>
                    <a:pt x="42734" y="191241"/>
                  </a:lnTo>
                  <a:lnTo>
                    <a:pt x="162691" y="311199"/>
                  </a:lnTo>
                  <a:lnTo>
                    <a:pt x="162691" y="361981"/>
                  </a:lnTo>
                  <a:cubicBezTo>
                    <a:pt x="130907" y="371311"/>
                    <a:pt x="112705" y="404641"/>
                    <a:pt x="122035" y="436425"/>
                  </a:cubicBezTo>
                  <a:cubicBezTo>
                    <a:pt x="131365" y="468209"/>
                    <a:pt x="164695" y="486411"/>
                    <a:pt x="196479" y="477081"/>
                  </a:cubicBezTo>
                  <a:cubicBezTo>
                    <a:pt x="228263" y="467750"/>
                    <a:pt x="246465" y="434421"/>
                    <a:pt x="237135" y="402637"/>
                  </a:cubicBezTo>
                  <a:cubicBezTo>
                    <a:pt x="231385" y="383049"/>
                    <a:pt x="216067" y="367731"/>
                    <a:pt x="196479" y="361981"/>
                  </a:cubicBezTo>
                  <a:lnTo>
                    <a:pt x="196479" y="311598"/>
                  </a:lnTo>
                  <a:lnTo>
                    <a:pt x="316438" y="191641"/>
                  </a:lnTo>
                  <a:lnTo>
                    <a:pt x="316438" y="117867"/>
                  </a:lnTo>
                  <a:cubicBezTo>
                    <a:pt x="342108" y="110477"/>
                    <a:pt x="359796" y="87001"/>
                    <a:pt x="359822" y="60288"/>
                  </a:cubicBezTo>
                  <a:close/>
                </a:path>
              </a:pathLst>
            </a:custGeom>
            <a:solidFill>
              <a:srgbClr val="2C2C2C"/>
            </a:solidFill>
            <a:ln w="4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73" name="图形 2">
              <a:extLst>
                <a:ext uri="{FF2B5EF4-FFF2-40B4-BE49-F238E27FC236}">
                  <a16:creationId xmlns:a16="http://schemas.microsoft.com/office/drawing/2014/main" id="{19AAB3E3-76B6-B202-95CC-CC8DF7A0C315}"/>
                </a:ext>
              </a:extLst>
            </p:cNvPr>
            <p:cNvGrpSpPr/>
            <p:nvPr/>
          </p:nvGrpSpPr>
          <p:grpSpPr>
            <a:xfrm>
              <a:off x="2948571" y="4649570"/>
              <a:ext cx="444068" cy="54857"/>
              <a:chOff x="2948571" y="4649570"/>
              <a:chExt cx="444068" cy="54857"/>
            </a:xfrm>
          </p:grpSpPr>
          <p:sp>
            <p:nvSpPr>
              <p:cNvPr id="74" name="任意多边形: 形状 73">
                <a:extLst>
                  <a:ext uri="{FF2B5EF4-FFF2-40B4-BE49-F238E27FC236}">
                    <a16:creationId xmlns:a16="http://schemas.microsoft.com/office/drawing/2014/main" id="{E8733F5E-C9D9-375A-7012-3162B805C63B}"/>
                  </a:ext>
                </a:extLst>
              </p:cNvPr>
              <p:cNvSpPr/>
              <p:nvPr/>
            </p:nvSpPr>
            <p:spPr>
              <a:xfrm>
                <a:off x="2948571" y="4676999"/>
                <a:ext cx="402925" cy="6857"/>
              </a:xfrm>
              <a:custGeom>
                <a:avLst/>
                <a:gdLst>
                  <a:gd name="connsiteX0" fmla="*/ 0 w 402925"/>
                  <a:gd name="connsiteY0" fmla="*/ 0 h 6857"/>
                  <a:gd name="connsiteX1" fmla="*/ 402926 w 402925"/>
                  <a:gd name="connsiteY1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02925" h="6857">
                    <a:moveTo>
                      <a:pt x="0" y="0"/>
                    </a:moveTo>
                    <a:lnTo>
                      <a:pt x="402926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多边形: 形状 74">
                <a:extLst>
                  <a:ext uri="{FF2B5EF4-FFF2-40B4-BE49-F238E27FC236}">
                    <a16:creationId xmlns:a16="http://schemas.microsoft.com/office/drawing/2014/main" id="{6F2ECF65-E074-A3FD-81A9-588395B42468}"/>
                  </a:ext>
                </a:extLst>
              </p:cNvPr>
              <p:cNvSpPr/>
              <p:nvPr/>
            </p:nvSpPr>
            <p:spPr>
              <a:xfrm>
                <a:off x="3337782" y="4649570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6" name="图形 2">
              <a:extLst>
                <a:ext uri="{FF2B5EF4-FFF2-40B4-BE49-F238E27FC236}">
                  <a16:creationId xmlns:a16="http://schemas.microsoft.com/office/drawing/2014/main" id="{1F896310-2DC3-09F8-C146-5386C808ACC6}"/>
                </a:ext>
              </a:extLst>
            </p:cNvPr>
            <p:cNvGrpSpPr/>
            <p:nvPr/>
          </p:nvGrpSpPr>
          <p:grpSpPr>
            <a:xfrm>
              <a:off x="2948571" y="4676999"/>
              <a:ext cx="444068" cy="1136571"/>
              <a:chOff x="2948571" y="4676999"/>
              <a:chExt cx="444068" cy="1136571"/>
            </a:xfrm>
          </p:grpSpPr>
          <p:sp>
            <p:nvSpPr>
              <p:cNvPr id="77" name="任意多边形: 形状 76">
                <a:extLst>
                  <a:ext uri="{FF2B5EF4-FFF2-40B4-BE49-F238E27FC236}">
                    <a16:creationId xmlns:a16="http://schemas.microsoft.com/office/drawing/2014/main" id="{15AAD2B6-54B0-F2BD-0A16-2291B3582B48}"/>
                  </a:ext>
                </a:extLst>
              </p:cNvPr>
              <p:cNvSpPr/>
              <p:nvPr/>
            </p:nvSpPr>
            <p:spPr>
              <a:xfrm>
                <a:off x="2948571" y="4676999"/>
                <a:ext cx="402925" cy="1109142"/>
              </a:xfrm>
              <a:custGeom>
                <a:avLst/>
                <a:gdLst>
                  <a:gd name="connsiteX0" fmla="*/ 0 w 402925"/>
                  <a:gd name="connsiteY0" fmla="*/ 0 h 1109142"/>
                  <a:gd name="connsiteX1" fmla="*/ 161143 w 402925"/>
                  <a:gd name="connsiteY1" fmla="*/ 0 h 1109142"/>
                  <a:gd name="connsiteX2" fmla="*/ 229714 w 402925"/>
                  <a:gd name="connsiteY2" fmla="*/ 68571 h 1109142"/>
                  <a:gd name="connsiteX3" fmla="*/ 229714 w 402925"/>
                  <a:gd name="connsiteY3" fmla="*/ 1040571 h 1109142"/>
                  <a:gd name="connsiteX4" fmla="*/ 298286 w 402925"/>
                  <a:gd name="connsiteY4" fmla="*/ 1109143 h 1109142"/>
                  <a:gd name="connsiteX5" fmla="*/ 402926 w 402925"/>
                  <a:gd name="connsiteY5" fmla="*/ 1109143 h 1109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2925" h="1109142">
                    <a:moveTo>
                      <a:pt x="0" y="0"/>
                    </a:moveTo>
                    <a:lnTo>
                      <a:pt x="161143" y="0"/>
                    </a:lnTo>
                    <a:cubicBezTo>
                      <a:pt x="206857" y="0"/>
                      <a:pt x="229714" y="22857"/>
                      <a:pt x="229714" y="68571"/>
                    </a:cubicBezTo>
                    <a:lnTo>
                      <a:pt x="229714" y="1040571"/>
                    </a:lnTo>
                    <a:cubicBezTo>
                      <a:pt x="229714" y="1086286"/>
                      <a:pt x="252572" y="1109143"/>
                      <a:pt x="298286" y="1109143"/>
                    </a:cubicBezTo>
                    <a:lnTo>
                      <a:pt x="402926" y="1109143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975E06A7-D53E-D666-A689-A5835796FFC7}"/>
                  </a:ext>
                </a:extLst>
              </p:cNvPr>
              <p:cNvSpPr/>
              <p:nvPr/>
            </p:nvSpPr>
            <p:spPr>
              <a:xfrm>
                <a:off x="3337782" y="5758713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9" name="图形 2">
              <a:extLst>
                <a:ext uri="{FF2B5EF4-FFF2-40B4-BE49-F238E27FC236}">
                  <a16:creationId xmlns:a16="http://schemas.microsoft.com/office/drawing/2014/main" id="{965C4BF0-A4DE-FEF1-640E-0D7C80521CB5}"/>
                </a:ext>
              </a:extLst>
            </p:cNvPr>
            <p:cNvGrpSpPr/>
            <p:nvPr/>
          </p:nvGrpSpPr>
          <p:grpSpPr>
            <a:xfrm>
              <a:off x="1577142" y="4436999"/>
              <a:ext cx="1371428" cy="479999"/>
              <a:chOff x="1577142" y="4436999"/>
              <a:chExt cx="1371428" cy="479999"/>
            </a:xfrm>
            <a:solidFill>
              <a:srgbClr val="FFF2CC"/>
            </a:solidFill>
          </p:grpSpPr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98D3B699-F31E-3BA3-7BDF-DABFD663FB23}"/>
                  </a:ext>
                </a:extLst>
              </p:cNvPr>
              <p:cNvSpPr/>
              <p:nvPr/>
            </p:nvSpPr>
            <p:spPr>
              <a:xfrm>
                <a:off x="1577142" y="4436999"/>
                <a:ext cx="1371428" cy="479999"/>
              </a:xfrm>
              <a:custGeom>
                <a:avLst/>
                <a:gdLst>
                  <a:gd name="connsiteX0" fmla="*/ 1299429 w 1371428"/>
                  <a:gd name="connsiteY0" fmla="*/ 0 h 479999"/>
                  <a:gd name="connsiteX1" fmla="*/ 1371429 w 1371428"/>
                  <a:gd name="connsiteY1" fmla="*/ 72000 h 479999"/>
                  <a:gd name="connsiteX2" fmla="*/ 1371429 w 1371428"/>
                  <a:gd name="connsiteY2" fmla="*/ 408000 h 479999"/>
                  <a:gd name="connsiteX3" fmla="*/ 1299429 w 1371428"/>
                  <a:gd name="connsiteY3" fmla="*/ 480000 h 479999"/>
                  <a:gd name="connsiteX4" fmla="*/ 72000 w 1371428"/>
                  <a:gd name="connsiteY4" fmla="*/ 480000 h 479999"/>
                  <a:gd name="connsiteX5" fmla="*/ 0 w 1371428"/>
                  <a:gd name="connsiteY5" fmla="*/ 408000 h 479999"/>
                  <a:gd name="connsiteX6" fmla="*/ 0 w 1371428"/>
                  <a:gd name="connsiteY6" fmla="*/ 72000 h 479999"/>
                  <a:gd name="connsiteX7" fmla="*/ 72000 w 1371428"/>
                  <a:gd name="connsiteY7" fmla="*/ 0 h 479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71428" h="479999">
                    <a:moveTo>
                      <a:pt x="1299429" y="0"/>
                    </a:moveTo>
                    <a:cubicBezTo>
                      <a:pt x="1339193" y="0"/>
                      <a:pt x="1371429" y="32235"/>
                      <a:pt x="1371429" y="72000"/>
                    </a:cubicBezTo>
                    <a:lnTo>
                      <a:pt x="1371429" y="408000"/>
                    </a:lnTo>
                    <a:cubicBezTo>
                      <a:pt x="1371429" y="447765"/>
                      <a:pt x="1339193" y="480000"/>
                      <a:pt x="1299429" y="480000"/>
                    </a:cubicBezTo>
                    <a:lnTo>
                      <a:pt x="72000" y="480000"/>
                    </a:lnTo>
                    <a:cubicBezTo>
                      <a:pt x="32235" y="480000"/>
                      <a:pt x="0" y="447765"/>
                      <a:pt x="0" y="408000"/>
                    </a:cubicBezTo>
                    <a:lnTo>
                      <a:pt x="0" y="72000"/>
                    </a:lnTo>
                    <a:cubicBezTo>
                      <a:pt x="0" y="32235"/>
                      <a:pt x="32235" y="0"/>
                      <a:pt x="72000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13714" cap="flat">
                <a:solidFill>
                  <a:srgbClr val="D6B65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81" name="图片 80">
                <a:extLst>
                  <a:ext uri="{FF2B5EF4-FFF2-40B4-BE49-F238E27FC236}">
                    <a16:creationId xmlns:a16="http://schemas.microsoft.com/office/drawing/2014/main" id="{AE87C149-A722-0D6D-158D-DF2DFB11C3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80571" y="4574142"/>
                <a:ext cx="1357714" cy="248571"/>
              </a:xfrm>
              <a:custGeom>
                <a:avLst/>
                <a:gdLst>
                  <a:gd name="connsiteX0" fmla="*/ -1 w 1357714"/>
                  <a:gd name="connsiteY0" fmla="*/ -1 h 248571"/>
                  <a:gd name="connsiteX1" fmla="*/ 1357714 w 1357714"/>
                  <a:gd name="connsiteY1" fmla="*/ -1 h 248571"/>
                  <a:gd name="connsiteX2" fmla="*/ 1357714 w 1357714"/>
                  <a:gd name="connsiteY2" fmla="*/ 248571 h 248571"/>
                  <a:gd name="connsiteX3" fmla="*/ -1 w 1357714"/>
                  <a:gd name="connsiteY3" fmla="*/ 248571 h 248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7714" h="248571">
                    <a:moveTo>
                      <a:pt x="-1" y="-1"/>
                    </a:moveTo>
                    <a:lnTo>
                      <a:pt x="1357714" y="-1"/>
                    </a:lnTo>
                    <a:lnTo>
                      <a:pt x="1357714" y="248571"/>
                    </a:lnTo>
                    <a:lnTo>
                      <a:pt x="-1" y="248571"/>
                    </a:lnTo>
                    <a:close/>
                  </a:path>
                </a:pathLst>
              </a:custGeom>
            </p:spPr>
          </p:pic>
        </p:grp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3E194C5E-EC2B-9745-54B4-C5B725E482EB}"/>
                </a:ext>
              </a:extLst>
            </p:cNvPr>
            <p:cNvSpPr/>
            <p:nvPr/>
          </p:nvSpPr>
          <p:spPr>
            <a:xfrm>
              <a:off x="770742" y="1018713"/>
              <a:ext cx="465600" cy="479995"/>
            </a:xfrm>
            <a:custGeom>
              <a:avLst/>
              <a:gdLst>
                <a:gd name="connsiteX0" fmla="*/ 296538 w 465600"/>
                <a:gd name="connsiteY0" fmla="*/ -376 h 479995"/>
                <a:gd name="connsiteX1" fmla="*/ 327052 w 465600"/>
                <a:gd name="connsiteY1" fmla="*/ 12248 h 479995"/>
                <a:gd name="connsiteX2" fmla="*/ 414997 w 465600"/>
                <a:gd name="connsiteY2" fmla="*/ 100006 h 479995"/>
                <a:gd name="connsiteX3" fmla="*/ 427679 w 465600"/>
                <a:gd name="connsiteY3" fmla="*/ 130582 h 479995"/>
                <a:gd name="connsiteX4" fmla="*/ 427679 w 465600"/>
                <a:gd name="connsiteY4" fmla="*/ 187126 h 479995"/>
                <a:gd name="connsiteX5" fmla="*/ 465229 w 465600"/>
                <a:gd name="connsiteY5" fmla="*/ 224667 h 479995"/>
                <a:gd name="connsiteX6" fmla="*/ 465229 w 465600"/>
                <a:gd name="connsiteY6" fmla="*/ 374571 h 479995"/>
                <a:gd name="connsiteX7" fmla="*/ 428874 w 465600"/>
                <a:gd name="connsiteY7" fmla="*/ 412102 h 479995"/>
                <a:gd name="connsiteX8" fmla="*/ 427679 w 465600"/>
                <a:gd name="connsiteY8" fmla="*/ 412116 h 479995"/>
                <a:gd name="connsiteX9" fmla="*/ 427679 w 465600"/>
                <a:gd name="connsiteY9" fmla="*/ 434619 h 479995"/>
                <a:gd name="connsiteX10" fmla="*/ 382621 w 465600"/>
                <a:gd name="connsiteY10" fmla="*/ 479619 h 479995"/>
                <a:gd name="connsiteX11" fmla="*/ 82237 w 465600"/>
                <a:gd name="connsiteY11" fmla="*/ 479619 h 479995"/>
                <a:gd name="connsiteX12" fmla="*/ 37180 w 465600"/>
                <a:gd name="connsiteY12" fmla="*/ 434619 h 479995"/>
                <a:gd name="connsiteX13" fmla="*/ 37180 w 465600"/>
                <a:gd name="connsiteY13" fmla="*/ 412116 h 479995"/>
                <a:gd name="connsiteX14" fmla="*/ -371 w 465600"/>
                <a:gd name="connsiteY14" fmla="*/ 374576 h 479995"/>
                <a:gd name="connsiteX15" fmla="*/ -371 w 465600"/>
                <a:gd name="connsiteY15" fmla="*/ 224672 h 479995"/>
                <a:gd name="connsiteX16" fmla="*/ 35984 w 465600"/>
                <a:gd name="connsiteY16" fmla="*/ 187140 h 479995"/>
                <a:gd name="connsiteX17" fmla="*/ 37180 w 465600"/>
                <a:gd name="connsiteY17" fmla="*/ 187121 h 479995"/>
                <a:gd name="connsiteX18" fmla="*/ 37180 w 465600"/>
                <a:gd name="connsiteY18" fmla="*/ 44624 h 479995"/>
                <a:gd name="connsiteX19" fmla="*/ 82237 w 465600"/>
                <a:gd name="connsiteY19" fmla="*/ -376 h 479995"/>
                <a:gd name="connsiteX20" fmla="*/ 296538 w 465600"/>
                <a:gd name="connsiteY20" fmla="*/ -376 h 479995"/>
                <a:gd name="connsiteX21" fmla="*/ 382621 w 465600"/>
                <a:gd name="connsiteY21" fmla="*/ 412121 h 479995"/>
                <a:gd name="connsiteX22" fmla="*/ 82237 w 465600"/>
                <a:gd name="connsiteY22" fmla="*/ 412121 h 479995"/>
                <a:gd name="connsiteX23" fmla="*/ 82237 w 465600"/>
                <a:gd name="connsiteY23" fmla="*/ 420224 h 479995"/>
                <a:gd name="connsiteX24" fmla="*/ 96637 w 465600"/>
                <a:gd name="connsiteY24" fmla="*/ 434624 h 479995"/>
                <a:gd name="connsiteX25" fmla="*/ 368221 w 465600"/>
                <a:gd name="connsiteY25" fmla="*/ 434624 h 479995"/>
                <a:gd name="connsiteX26" fmla="*/ 382621 w 465600"/>
                <a:gd name="connsiteY26" fmla="*/ 420224 h 479995"/>
                <a:gd name="connsiteX27" fmla="*/ 382621 w 465600"/>
                <a:gd name="connsiteY27" fmla="*/ 412121 h 479995"/>
                <a:gd name="connsiteX28" fmla="*/ 226669 w 465600"/>
                <a:gd name="connsiteY28" fmla="*/ 260148 h 479995"/>
                <a:gd name="connsiteX29" fmla="*/ 206788 w 465600"/>
                <a:gd name="connsiteY29" fmla="*/ 264526 h 479995"/>
                <a:gd name="connsiteX30" fmla="*/ 191653 w 465600"/>
                <a:gd name="connsiteY30" fmla="*/ 277760 h 479995"/>
                <a:gd name="connsiteX31" fmla="*/ 185461 w 465600"/>
                <a:gd name="connsiteY31" fmla="*/ 290681 h 479995"/>
                <a:gd name="connsiteX32" fmla="*/ 183272 w 465600"/>
                <a:gd name="connsiteY32" fmla="*/ 306132 h 479995"/>
                <a:gd name="connsiteX33" fmla="*/ 192052 w 465600"/>
                <a:gd name="connsiteY33" fmla="*/ 330046 h 479995"/>
                <a:gd name="connsiteX34" fmla="*/ 216493 w 465600"/>
                <a:gd name="connsiteY34" fmla="*/ 338672 h 479995"/>
                <a:gd name="connsiteX35" fmla="*/ 235660 w 465600"/>
                <a:gd name="connsiteY35" fmla="*/ 334371 h 479995"/>
                <a:gd name="connsiteX36" fmla="*/ 250453 w 465600"/>
                <a:gd name="connsiteY36" fmla="*/ 321900 h 479995"/>
                <a:gd name="connsiteX37" fmla="*/ 257255 w 465600"/>
                <a:gd name="connsiteY37" fmla="*/ 308216 h 479995"/>
                <a:gd name="connsiteX38" fmla="*/ 259736 w 465600"/>
                <a:gd name="connsiteY38" fmla="*/ 292318 h 479995"/>
                <a:gd name="connsiteX39" fmla="*/ 250981 w 465600"/>
                <a:gd name="connsiteY39" fmla="*/ 268664 h 479995"/>
                <a:gd name="connsiteX40" fmla="*/ 226669 w 465600"/>
                <a:gd name="connsiteY40" fmla="*/ 260148 h 479995"/>
                <a:gd name="connsiteX41" fmla="*/ 317269 w 465600"/>
                <a:gd name="connsiteY41" fmla="*/ 260043 h 479995"/>
                <a:gd name="connsiteX42" fmla="*/ 294805 w 465600"/>
                <a:gd name="connsiteY42" fmla="*/ 263364 h 479995"/>
                <a:gd name="connsiteX43" fmla="*/ 278720 w 465600"/>
                <a:gd name="connsiteY43" fmla="*/ 273857 h 479995"/>
                <a:gd name="connsiteX44" fmla="*/ 270416 w 465600"/>
                <a:gd name="connsiteY44" fmla="*/ 286856 h 479995"/>
                <a:gd name="connsiteX45" fmla="*/ 267594 w 465600"/>
                <a:gd name="connsiteY45" fmla="*/ 302811 h 479995"/>
                <a:gd name="connsiteX46" fmla="*/ 277612 w 465600"/>
                <a:gd name="connsiteY46" fmla="*/ 329019 h 479995"/>
                <a:gd name="connsiteX47" fmla="*/ 305826 w 465600"/>
                <a:gd name="connsiteY47" fmla="*/ 338355 h 479995"/>
                <a:gd name="connsiteX48" fmla="*/ 319698 w 465600"/>
                <a:gd name="connsiteY48" fmla="*/ 337428 h 479995"/>
                <a:gd name="connsiteX49" fmla="*/ 331612 w 465600"/>
                <a:gd name="connsiteY49" fmla="*/ 334664 h 479995"/>
                <a:gd name="connsiteX50" fmla="*/ 340472 w 465600"/>
                <a:gd name="connsiteY50" fmla="*/ 293211 h 479995"/>
                <a:gd name="connsiteX51" fmla="*/ 309253 w 465600"/>
                <a:gd name="connsiteY51" fmla="*/ 293211 h 479995"/>
                <a:gd name="connsiteX52" fmla="*/ 306349 w 465600"/>
                <a:gd name="connsiteY52" fmla="*/ 306824 h 479995"/>
                <a:gd name="connsiteX53" fmla="*/ 318685 w 465600"/>
                <a:gd name="connsiteY53" fmla="*/ 306824 h 479995"/>
                <a:gd name="connsiteX54" fmla="*/ 315311 w 465600"/>
                <a:gd name="connsiteY54" fmla="*/ 322486 h 479995"/>
                <a:gd name="connsiteX55" fmla="*/ 311092 w 465600"/>
                <a:gd name="connsiteY55" fmla="*/ 323355 h 479995"/>
                <a:gd name="connsiteX56" fmla="*/ 307300 w 465600"/>
                <a:gd name="connsiteY56" fmla="*/ 323643 h 479995"/>
                <a:gd name="connsiteX57" fmla="*/ 293058 w 465600"/>
                <a:gd name="connsiteY57" fmla="*/ 318161 h 479995"/>
                <a:gd name="connsiteX58" fmla="*/ 287888 w 465600"/>
                <a:gd name="connsiteY58" fmla="*/ 303027 h 479995"/>
                <a:gd name="connsiteX59" fmla="*/ 296327 w 465600"/>
                <a:gd name="connsiteY59" fmla="*/ 282195 h 479995"/>
                <a:gd name="connsiteX60" fmla="*/ 319636 w 465600"/>
                <a:gd name="connsiteY60" fmla="*/ 274601 h 479995"/>
                <a:gd name="connsiteX61" fmla="*/ 329048 w 465600"/>
                <a:gd name="connsiteY61" fmla="*/ 275734 h 479995"/>
                <a:gd name="connsiteX62" fmla="*/ 337780 w 465600"/>
                <a:gd name="connsiteY62" fmla="*/ 279137 h 479995"/>
                <a:gd name="connsiteX63" fmla="*/ 342100 w 465600"/>
                <a:gd name="connsiteY63" fmla="*/ 263739 h 479995"/>
                <a:gd name="connsiteX64" fmla="*/ 330234 w 465600"/>
                <a:gd name="connsiteY64" fmla="*/ 260945 h 479995"/>
                <a:gd name="connsiteX65" fmla="*/ 317264 w 465600"/>
                <a:gd name="connsiteY65" fmla="*/ 260048 h 479995"/>
                <a:gd name="connsiteX66" fmla="*/ 155845 w 465600"/>
                <a:gd name="connsiteY66" fmla="*/ 261886 h 479995"/>
                <a:gd name="connsiteX67" fmla="*/ 135652 w 465600"/>
                <a:gd name="connsiteY67" fmla="*/ 261886 h 479995"/>
                <a:gd name="connsiteX68" fmla="*/ 119672 w 465600"/>
                <a:gd name="connsiteY68" fmla="*/ 336824 h 479995"/>
                <a:gd name="connsiteX69" fmla="*/ 170720 w 465600"/>
                <a:gd name="connsiteY69" fmla="*/ 336824 h 479995"/>
                <a:gd name="connsiteX70" fmla="*/ 173984 w 465600"/>
                <a:gd name="connsiteY70" fmla="*/ 321896 h 479995"/>
                <a:gd name="connsiteX71" fmla="*/ 142981 w 465600"/>
                <a:gd name="connsiteY71" fmla="*/ 321896 h 479995"/>
                <a:gd name="connsiteX72" fmla="*/ 155845 w 465600"/>
                <a:gd name="connsiteY72" fmla="*/ 261886 h 479995"/>
                <a:gd name="connsiteX73" fmla="*/ 225349 w 465600"/>
                <a:gd name="connsiteY73" fmla="*/ 274068 h 479995"/>
                <a:gd name="connsiteX74" fmla="*/ 235477 w 465600"/>
                <a:gd name="connsiteY74" fmla="*/ 278552 h 479995"/>
                <a:gd name="connsiteX75" fmla="*/ 239063 w 465600"/>
                <a:gd name="connsiteY75" fmla="*/ 291262 h 479995"/>
                <a:gd name="connsiteX76" fmla="*/ 237431 w 465600"/>
                <a:gd name="connsiteY76" fmla="*/ 303070 h 479995"/>
                <a:gd name="connsiteX77" fmla="*/ 233159 w 465600"/>
                <a:gd name="connsiteY77" fmla="*/ 313304 h 479995"/>
                <a:gd name="connsiteX78" fmla="*/ 225671 w 465600"/>
                <a:gd name="connsiteY78" fmla="*/ 321348 h 479995"/>
                <a:gd name="connsiteX79" fmla="*/ 217175 w 465600"/>
                <a:gd name="connsiteY79" fmla="*/ 323955 h 479995"/>
                <a:gd name="connsiteX80" fmla="*/ 207210 w 465600"/>
                <a:gd name="connsiteY80" fmla="*/ 319395 h 479995"/>
                <a:gd name="connsiteX81" fmla="*/ 203572 w 465600"/>
                <a:gd name="connsiteY81" fmla="*/ 306924 h 479995"/>
                <a:gd name="connsiteX82" fmla="*/ 205204 w 465600"/>
                <a:gd name="connsiteY82" fmla="*/ 295030 h 479995"/>
                <a:gd name="connsiteX83" fmla="*/ 209476 w 465600"/>
                <a:gd name="connsiteY83" fmla="*/ 284672 h 479995"/>
                <a:gd name="connsiteX84" fmla="*/ 216728 w 465600"/>
                <a:gd name="connsiteY84" fmla="*/ 276761 h 479995"/>
                <a:gd name="connsiteX85" fmla="*/ 225354 w 465600"/>
                <a:gd name="connsiteY85" fmla="*/ 274073 h 479995"/>
                <a:gd name="connsiteX86" fmla="*/ 275192 w 465600"/>
                <a:gd name="connsiteY86" fmla="*/ 41024 h 479995"/>
                <a:gd name="connsiteX87" fmla="*/ 96637 w 465600"/>
                <a:gd name="connsiteY87" fmla="*/ 41024 h 479995"/>
                <a:gd name="connsiteX88" fmla="*/ 82237 w 465600"/>
                <a:gd name="connsiteY88" fmla="*/ 55424 h 479995"/>
                <a:gd name="connsiteX89" fmla="*/ 82237 w 465600"/>
                <a:gd name="connsiteY89" fmla="*/ 187121 h 479995"/>
                <a:gd name="connsiteX90" fmla="*/ 382621 w 465600"/>
                <a:gd name="connsiteY90" fmla="*/ 187121 h 479995"/>
                <a:gd name="connsiteX91" fmla="*/ 382621 w 465600"/>
                <a:gd name="connsiteY91" fmla="*/ 148889 h 479995"/>
                <a:gd name="connsiteX92" fmla="*/ 318402 w 465600"/>
                <a:gd name="connsiteY92" fmla="*/ 148889 h 479995"/>
                <a:gd name="connsiteX93" fmla="*/ 275202 w 465600"/>
                <a:gd name="connsiteY93" fmla="*/ 105689 h 479995"/>
                <a:gd name="connsiteX94" fmla="*/ 275188 w 465600"/>
                <a:gd name="connsiteY94" fmla="*/ 41024 h 479995"/>
                <a:gd name="connsiteX95" fmla="*/ 320250 w 465600"/>
                <a:gd name="connsiteY95" fmla="*/ 69075 h 479995"/>
                <a:gd name="connsiteX96" fmla="*/ 320250 w 465600"/>
                <a:gd name="connsiteY96" fmla="*/ 96689 h 479995"/>
                <a:gd name="connsiteX97" fmla="*/ 327450 w 465600"/>
                <a:gd name="connsiteY97" fmla="*/ 103889 h 479995"/>
                <a:gd name="connsiteX98" fmla="*/ 355146 w 465600"/>
                <a:gd name="connsiteY98" fmla="*/ 103889 h 479995"/>
                <a:gd name="connsiteX99" fmla="*/ 320250 w 465600"/>
                <a:gd name="connsiteY99" fmla="*/ 69075 h 479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465600" h="479995">
                  <a:moveTo>
                    <a:pt x="296538" y="-376"/>
                  </a:moveTo>
                  <a:cubicBezTo>
                    <a:pt x="307980" y="-375"/>
                    <a:pt x="318954" y="4165"/>
                    <a:pt x="327052" y="12248"/>
                  </a:cubicBezTo>
                  <a:lnTo>
                    <a:pt x="414997" y="100006"/>
                  </a:lnTo>
                  <a:cubicBezTo>
                    <a:pt x="423116" y="108110"/>
                    <a:pt x="427679" y="119110"/>
                    <a:pt x="427679" y="130582"/>
                  </a:cubicBezTo>
                  <a:lnTo>
                    <a:pt x="427679" y="187126"/>
                  </a:lnTo>
                  <a:cubicBezTo>
                    <a:pt x="448414" y="187126"/>
                    <a:pt x="465224" y="203932"/>
                    <a:pt x="465229" y="224667"/>
                  </a:cubicBezTo>
                  <a:lnTo>
                    <a:pt x="465229" y="374571"/>
                  </a:lnTo>
                  <a:cubicBezTo>
                    <a:pt x="465229" y="394844"/>
                    <a:pt x="449137" y="411457"/>
                    <a:pt x="428874" y="412102"/>
                  </a:cubicBezTo>
                  <a:lnTo>
                    <a:pt x="427679" y="412116"/>
                  </a:lnTo>
                  <a:lnTo>
                    <a:pt x="427679" y="434619"/>
                  </a:lnTo>
                  <a:cubicBezTo>
                    <a:pt x="427679" y="459473"/>
                    <a:pt x="407509" y="479619"/>
                    <a:pt x="382621" y="479619"/>
                  </a:cubicBezTo>
                  <a:lnTo>
                    <a:pt x="82237" y="479619"/>
                  </a:lnTo>
                  <a:cubicBezTo>
                    <a:pt x="57349" y="479619"/>
                    <a:pt x="37180" y="459473"/>
                    <a:pt x="37180" y="434619"/>
                  </a:cubicBezTo>
                  <a:lnTo>
                    <a:pt x="37180" y="412116"/>
                  </a:lnTo>
                  <a:cubicBezTo>
                    <a:pt x="16445" y="412116"/>
                    <a:pt x="-365" y="395310"/>
                    <a:pt x="-371" y="374576"/>
                  </a:cubicBezTo>
                  <a:lnTo>
                    <a:pt x="-371" y="224672"/>
                  </a:lnTo>
                  <a:cubicBezTo>
                    <a:pt x="-371" y="204398"/>
                    <a:pt x="15722" y="187786"/>
                    <a:pt x="35984" y="187140"/>
                  </a:cubicBezTo>
                  <a:lnTo>
                    <a:pt x="37180" y="187121"/>
                  </a:lnTo>
                  <a:lnTo>
                    <a:pt x="37180" y="44624"/>
                  </a:lnTo>
                  <a:cubicBezTo>
                    <a:pt x="37180" y="19769"/>
                    <a:pt x="57349" y="-376"/>
                    <a:pt x="82237" y="-376"/>
                  </a:cubicBezTo>
                  <a:lnTo>
                    <a:pt x="296538" y="-376"/>
                  </a:lnTo>
                  <a:close/>
                  <a:moveTo>
                    <a:pt x="382621" y="412121"/>
                  </a:moveTo>
                  <a:lnTo>
                    <a:pt x="82237" y="412121"/>
                  </a:lnTo>
                  <a:lnTo>
                    <a:pt x="82237" y="420224"/>
                  </a:lnTo>
                  <a:cubicBezTo>
                    <a:pt x="82237" y="428176"/>
                    <a:pt x="88684" y="434624"/>
                    <a:pt x="96637" y="434624"/>
                  </a:cubicBezTo>
                  <a:lnTo>
                    <a:pt x="368221" y="434624"/>
                  </a:lnTo>
                  <a:cubicBezTo>
                    <a:pt x="376174" y="434624"/>
                    <a:pt x="382621" y="428176"/>
                    <a:pt x="382621" y="420224"/>
                  </a:cubicBezTo>
                  <a:lnTo>
                    <a:pt x="382621" y="412121"/>
                  </a:lnTo>
                  <a:close/>
                  <a:moveTo>
                    <a:pt x="226669" y="260148"/>
                  </a:moveTo>
                  <a:cubicBezTo>
                    <a:pt x="219220" y="260148"/>
                    <a:pt x="212591" y="261607"/>
                    <a:pt x="206788" y="264526"/>
                  </a:cubicBezTo>
                  <a:cubicBezTo>
                    <a:pt x="200989" y="267444"/>
                    <a:pt x="195940" y="271856"/>
                    <a:pt x="191653" y="277760"/>
                  </a:cubicBezTo>
                  <a:cubicBezTo>
                    <a:pt x="188984" y="281417"/>
                    <a:pt x="186916" y="285728"/>
                    <a:pt x="185461" y="290681"/>
                  </a:cubicBezTo>
                  <a:cubicBezTo>
                    <a:pt x="183993" y="295700"/>
                    <a:pt x="183256" y="300904"/>
                    <a:pt x="183272" y="306132"/>
                  </a:cubicBezTo>
                  <a:cubicBezTo>
                    <a:pt x="183272" y="316328"/>
                    <a:pt x="186200" y="324300"/>
                    <a:pt x="192052" y="330046"/>
                  </a:cubicBezTo>
                  <a:cubicBezTo>
                    <a:pt x="197908" y="335796"/>
                    <a:pt x="206053" y="338672"/>
                    <a:pt x="216493" y="338672"/>
                  </a:cubicBezTo>
                  <a:cubicBezTo>
                    <a:pt x="223487" y="338672"/>
                    <a:pt x="229880" y="337236"/>
                    <a:pt x="235660" y="334371"/>
                  </a:cubicBezTo>
                  <a:cubicBezTo>
                    <a:pt x="241444" y="331505"/>
                    <a:pt x="246378" y="327348"/>
                    <a:pt x="250453" y="321900"/>
                  </a:cubicBezTo>
                  <a:cubicBezTo>
                    <a:pt x="253333" y="317998"/>
                    <a:pt x="255604" y="313438"/>
                    <a:pt x="257255" y="308216"/>
                  </a:cubicBezTo>
                  <a:cubicBezTo>
                    <a:pt x="258911" y="302993"/>
                    <a:pt x="259736" y="297694"/>
                    <a:pt x="259736" y="292318"/>
                  </a:cubicBezTo>
                  <a:cubicBezTo>
                    <a:pt x="259736" y="282228"/>
                    <a:pt x="256818" y="274342"/>
                    <a:pt x="250981" y="268664"/>
                  </a:cubicBezTo>
                  <a:cubicBezTo>
                    <a:pt x="245144" y="262985"/>
                    <a:pt x="237042" y="260148"/>
                    <a:pt x="226669" y="260148"/>
                  </a:cubicBezTo>
                  <a:close/>
                  <a:moveTo>
                    <a:pt x="317269" y="260043"/>
                  </a:moveTo>
                  <a:cubicBezTo>
                    <a:pt x="308442" y="260043"/>
                    <a:pt x="300954" y="261147"/>
                    <a:pt x="294805" y="263364"/>
                  </a:cubicBezTo>
                  <a:cubicBezTo>
                    <a:pt x="288695" y="265551"/>
                    <a:pt x="283184" y="269146"/>
                    <a:pt x="278720" y="273857"/>
                  </a:cubicBezTo>
                  <a:cubicBezTo>
                    <a:pt x="275077" y="277564"/>
                    <a:pt x="272249" y="281992"/>
                    <a:pt x="270416" y="286856"/>
                  </a:cubicBezTo>
                  <a:cubicBezTo>
                    <a:pt x="268506" y="291956"/>
                    <a:pt x="267549" y="297364"/>
                    <a:pt x="267594" y="302811"/>
                  </a:cubicBezTo>
                  <a:cubicBezTo>
                    <a:pt x="267594" y="314062"/>
                    <a:pt x="270930" y="322798"/>
                    <a:pt x="277612" y="329019"/>
                  </a:cubicBezTo>
                  <a:cubicBezTo>
                    <a:pt x="284293" y="335240"/>
                    <a:pt x="293692" y="338355"/>
                    <a:pt x="305826" y="338355"/>
                  </a:cubicBezTo>
                  <a:cubicBezTo>
                    <a:pt x="310852" y="338355"/>
                    <a:pt x="315474" y="338048"/>
                    <a:pt x="319698" y="337428"/>
                  </a:cubicBezTo>
                  <a:cubicBezTo>
                    <a:pt x="323742" y="336854"/>
                    <a:pt x="327728" y="335929"/>
                    <a:pt x="331612" y="334664"/>
                  </a:cubicBezTo>
                  <a:lnTo>
                    <a:pt x="340472" y="293211"/>
                  </a:lnTo>
                  <a:lnTo>
                    <a:pt x="309253" y="293211"/>
                  </a:lnTo>
                  <a:lnTo>
                    <a:pt x="306349" y="306824"/>
                  </a:lnTo>
                  <a:lnTo>
                    <a:pt x="318685" y="306824"/>
                  </a:lnTo>
                  <a:lnTo>
                    <a:pt x="315311" y="322486"/>
                  </a:lnTo>
                  <a:cubicBezTo>
                    <a:pt x="313920" y="322847"/>
                    <a:pt x="312512" y="323137"/>
                    <a:pt x="311092" y="323355"/>
                  </a:cubicBezTo>
                  <a:cubicBezTo>
                    <a:pt x="309796" y="323547"/>
                    <a:pt x="308528" y="323643"/>
                    <a:pt x="307300" y="323643"/>
                  </a:cubicBezTo>
                  <a:cubicBezTo>
                    <a:pt x="301252" y="323643"/>
                    <a:pt x="296500" y="321819"/>
                    <a:pt x="293058" y="318161"/>
                  </a:cubicBezTo>
                  <a:cubicBezTo>
                    <a:pt x="289612" y="314504"/>
                    <a:pt x="287888" y="309459"/>
                    <a:pt x="287888" y="303027"/>
                  </a:cubicBezTo>
                  <a:cubicBezTo>
                    <a:pt x="287888" y="294200"/>
                    <a:pt x="290701" y="287259"/>
                    <a:pt x="296327" y="282195"/>
                  </a:cubicBezTo>
                  <a:cubicBezTo>
                    <a:pt x="301952" y="277136"/>
                    <a:pt x="309719" y="274601"/>
                    <a:pt x="319636" y="274601"/>
                  </a:cubicBezTo>
                  <a:cubicBezTo>
                    <a:pt x="322904" y="274601"/>
                    <a:pt x="326044" y="274980"/>
                    <a:pt x="329048" y="275734"/>
                  </a:cubicBezTo>
                  <a:cubicBezTo>
                    <a:pt x="332088" y="276503"/>
                    <a:pt x="335021" y="277646"/>
                    <a:pt x="337780" y="279137"/>
                  </a:cubicBezTo>
                  <a:lnTo>
                    <a:pt x="342100" y="263739"/>
                  </a:lnTo>
                  <a:cubicBezTo>
                    <a:pt x="338235" y="262458"/>
                    <a:pt x="334264" y="261523"/>
                    <a:pt x="330234" y="260945"/>
                  </a:cubicBezTo>
                  <a:cubicBezTo>
                    <a:pt x="325938" y="260334"/>
                    <a:pt x="321604" y="260034"/>
                    <a:pt x="317264" y="260048"/>
                  </a:cubicBezTo>
                  <a:close/>
                  <a:moveTo>
                    <a:pt x="155845" y="261886"/>
                  </a:moveTo>
                  <a:lnTo>
                    <a:pt x="135652" y="261886"/>
                  </a:lnTo>
                  <a:lnTo>
                    <a:pt x="119672" y="336824"/>
                  </a:lnTo>
                  <a:lnTo>
                    <a:pt x="170720" y="336824"/>
                  </a:lnTo>
                  <a:lnTo>
                    <a:pt x="173984" y="321896"/>
                  </a:lnTo>
                  <a:lnTo>
                    <a:pt x="142981" y="321896"/>
                  </a:lnTo>
                  <a:lnTo>
                    <a:pt x="155845" y="261886"/>
                  </a:lnTo>
                  <a:close/>
                  <a:moveTo>
                    <a:pt x="225349" y="274068"/>
                  </a:moveTo>
                  <a:cubicBezTo>
                    <a:pt x="229712" y="274068"/>
                    <a:pt x="233087" y="275566"/>
                    <a:pt x="235477" y="278552"/>
                  </a:cubicBezTo>
                  <a:cubicBezTo>
                    <a:pt x="237868" y="281542"/>
                    <a:pt x="239063" y="285776"/>
                    <a:pt x="239063" y="291262"/>
                  </a:cubicBezTo>
                  <a:cubicBezTo>
                    <a:pt x="239063" y="295092"/>
                    <a:pt x="238520" y="299033"/>
                    <a:pt x="237431" y="303070"/>
                  </a:cubicBezTo>
                  <a:cubicBezTo>
                    <a:pt x="236336" y="307116"/>
                    <a:pt x="234916" y="310529"/>
                    <a:pt x="233159" y="313304"/>
                  </a:cubicBezTo>
                  <a:cubicBezTo>
                    <a:pt x="230768" y="316928"/>
                    <a:pt x="228272" y="319606"/>
                    <a:pt x="225671" y="321348"/>
                  </a:cubicBezTo>
                  <a:cubicBezTo>
                    <a:pt x="223168" y="323057"/>
                    <a:pt x="220205" y="323966"/>
                    <a:pt x="217175" y="323955"/>
                  </a:cubicBezTo>
                  <a:cubicBezTo>
                    <a:pt x="212960" y="323955"/>
                    <a:pt x="209639" y="322438"/>
                    <a:pt x="207210" y="319395"/>
                  </a:cubicBezTo>
                  <a:cubicBezTo>
                    <a:pt x="204786" y="316356"/>
                    <a:pt x="203572" y="312195"/>
                    <a:pt x="203572" y="306924"/>
                  </a:cubicBezTo>
                  <a:cubicBezTo>
                    <a:pt x="203572" y="303056"/>
                    <a:pt x="204119" y="299091"/>
                    <a:pt x="205204" y="295030"/>
                  </a:cubicBezTo>
                  <a:cubicBezTo>
                    <a:pt x="206298" y="290969"/>
                    <a:pt x="207724" y="287518"/>
                    <a:pt x="209476" y="284672"/>
                  </a:cubicBezTo>
                  <a:cubicBezTo>
                    <a:pt x="211626" y="281187"/>
                    <a:pt x="214040" y="278552"/>
                    <a:pt x="216728" y="276761"/>
                  </a:cubicBezTo>
                  <a:cubicBezTo>
                    <a:pt x="219267" y="275015"/>
                    <a:pt x="222273" y="274078"/>
                    <a:pt x="225354" y="274073"/>
                  </a:cubicBezTo>
                  <a:close/>
                  <a:moveTo>
                    <a:pt x="275192" y="41024"/>
                  </a:moveTo>
                  <a:lnTo>
                    <a:pt x="96637" y="41024"/>
                  </a:lnTo>
                  <a:cubicBezTo>
                    <a:pt x="88684" y="41024"/>
                    <a:pt x="82237" y="47471"/>
                    <a:pt x="82237" y="55424"/>
                  </a:cubicBezTo>
                  <a:lnTo>
                    <a:pt x="82237" y="187121"/>
                  </a:lnTo>
                  <a:lnTo>
                    <a:pt x="382621" y="187121"/>
                  </a:lnTo>
                  <a:lnTo>
                    <a:pt x="382621" y="148889"/>
                  </a:lnTo>
                  <a:lnTo>
                    <a:pt x="318402" y="148889"/>
                  </a:lnTo>
                  <a:cubicBezTo>
                    <a:pt x="294546" y="148884"/>
                    <a:pt x="275207" y="129545"/>
                    <a:pt x="275202" y="105689"/>
                  </a:cubicBezTo>
                  <a:lnTo>
                    <a:pt x="275188" y="41024"/>
                  </a:lnTo>
                  <a:close/>
                  <a:moveTo>
                    <a:pt x="320250" y="69075"/>
                  </a:moveTo>
                  <a:lnTo>
                    <a:pt x="320250" y="96689"/>
                  </a:lnTo>
                  <a:cubicBezTo>
                    <a:pt x="320250" y="100666"/>
                    <a:pt x="323474" y="103889"/>
                    <a:pt x="327450" y="103889"/>
                  </a:cubicBezTo>
                  <a:lnTo>
                    <a:pt x="355146" y="103889"/>
                  </a:lnTo>
                  <a:lnTo>
                    <a:pt x="320250" y="69075"/>
                  </a:lnTo>
                  <a:close/>
                </a:path>
              </a:pathLst>
            </a:custGeom>
            <a:solidFill>
              <a:srgbClr val="2C2C2C"/>
            </a:solidFill>
            <a:ln w="4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>
              <a:extLst>
                <a:ext uri="{FF2B5EF4-FFF2-40B4-BE49-F238E27FC236}">
                  <a16:creationId xmlns:a16="http://schemas.microsoft.com/office/drawing/2014/main" id="{64DEB9D7-3523-682D-0ABF-2D9D1F5185D1}"/>
                </a:ext>
              </a:extLst>
            </p:cNvPr>
            <p:cNvSpPr/>
            <p:nvPr/>
          </p:nvSpPr>
          <p:spPr>
            <a:xfrm>
              <a:off x="781142" y="2807856"/>
              <a:ext cx="439999" cy="439999"/>
            </a:xfrm>
            <a:custGeom>
              <a:avLst/>
              <a:gdLst>
                <a:gd name="connsiteX0" fmla="*/ 359634 w 439999"/>
                <a:gd name="connsiteY0" fmla="*/ 268882 h 439999"/>
                <a:gd name="connsiteX1" fmla="*/ 399634 w 439999"/>
                <a:gd name="connsiteY1" fmla="*/ 229881 h 439999"/>
                <a:gd name="connsiteX2" fmla="*/ 439634 w 439999"/>
                <a:gd name="connsiteY2" fmla="*/ 269882 h 439999"/>
                <a:gd name="connsiteX3" fmla="*/ 399634 w 439999"/>
                <a:gd name="connsiteY3" fmla="*/ 309882 h 439999"/>
                <a:gd name="connsiteX4" fmla="*/ 364634 w 439999"/>
                <a:gd name="connsiteY4" fmla="*/ 288882 h 439999"/>
                <a:gd name="connsiteX5" fmla="*/ 311634 w 439999"/>
                <a:gd name="connsiteY5" fmla="*/ 288882 h 439999"/>
                <a:gd name="connsiteX6" fmla="*/ 301634 w 439999"/>
                <a:gd name="connsiteY6" fmla="*/ 281882 h 439999"/>
                <a:gd name="connsiteX7" fmla="*/ 256634 w 439999"/>
                <a:gd name="connsiteY7" fmla="*/ 109882 h 439999"/>
                <a:gd name="connsiteX8" fmla="*/ 190634 w 439999"/>
                <a:gd name="connsiteY8" fmla="*/ 362881 h 439999"/>
                <a:gd name="connsiteX9" fmla="*/ 171634 w 439999"/>
                <a:gd name="connsiteY9" fmla="*/ 363882 h 439999"/>
                <a:gd name="connsiteX10" fmla="*/ 123634 w 439999"/>
                <a:gd name="connsiteY10" fmla="*/ 213882 h 439999"/>
                <a:gd name="connsiteX11" fmla="*/ 88634 w 439999"/>
                <a:gd name="connsiteY11" fmla="*/ 284882 h 439999"/>
                <a:gd name="connsiteX12" fmla="*/ 79634 w 439999"/>
                <a:gd name="connsiteY12" fmla="*/ 290882 h 439999"/>
                <a:gd name="connsiteX13" fmla="*/ 39634 w 439999"/>
                <a:gd name="connsiteY13" fmla="*/ 290882 h 439999"/>
                <a:gd name="connsiteX14" fmla="*/ 29634 w 439999"/>
                <a:gd name="connsiteY14" fmla="*/ 280882 h 439999"/>
                <a:gd name="connsiteX15" fmla="*/ 39634 w 439999"/>
                <a:gd name="connsiteY15" fmla="*/ 270882 h 439999"/>
                <a:gd name="connsiteX16" fmla="*/ 72634 w 439999"/>
                <a:gd name="connsiteY16" fmla="*/ 270882 h 439999"/>
                <a:gd name="connsiteX17" fmla="*/ 115634 w 439999"/>
                <a:gd name="connsiteY17" fmla="*/ 183882 h 439999"/>
                <a:gd name="connsiteX18" fmla="*/ 133634 w 439999"/>
                <a:gd name="connsiteY18" fmla="*/ 184882 h 439999"/>
                <a:gd name="connsiteX19" fmla="*/ 179634 w 439999"/>
                <a:gd name="connsiteY19" fmla="*/ 323881 h 439999"/>
                <a:gd name="connsiteX20" fmla="*/ 246634 w 439999"/>
                <a:gd name="connsiteY20" fmla="*/ 66882 h 439999"/>
                <a:gd name="connsiteX21" fmla="*/ 265634 w 439999"/>
                <a:gd name="connsiteY21" fmla="*/ 66882 h 439999"/>
                <a:gd name="connsiteX22" fmla="*/ 318634 w 439999"/>
                <a:gd name="connsiteY22" fmla="*/ 268882 h 439999"/>
                <a:gd name="connsiteX23" fmla="*/ 359634 w 439999"/>
                <a:gd name="connsiteY23" fmla="*/ 268882 h 439999"/>
                <a:gd name="connsiteX24" fmla="*/ 399634 w 439999"/>
                <a:gd name="connsiteY24" fmla="*/ 289881 h 439999"/>
                <a:gd name="connsiteX25" fmla="*/ 419634 w 439999"/>
                <a:gd name="connsiteY25" fmla="*/ 269882 h 439999"/>
                <a:gd name="connsiteX26" fmla="*/ 399634 w 439999"/>
                <a:gd name="connsiteY26" fmla="*/ 249882 h 439999"/>
                <a:gd name="connsiteX27" fmla="*/ 379634 w 439999"/>
                <a:gd name="connsiteY27" fmla="*/ 269882 h 439999"/>
                <a:gd name="connsiteX28" fmla="*/ 399634 w 439999"/>
                <a:gd name="connsiteY28" fmla="*/ 289881 h 439999"/>
                <a:gd name="connsiteX29" fmla="*/ 19634 w 439999"/>
                <a:gd name="connsiteY29" fmla="*/ 419882 h 439999"/>
                <a:gd name="connsiteX30" fmla="*/ 429634 w 439999"/>
                <a:gd name="connsiteY30" fmla="*/ 419882 h 439999"/>
                <a:gd name="connsiteX31" fmla="*/ 439634 w 439999"/>
                <a:gd name="connsiteY31" fmla="*/ 429882 h 439999"/>
                <a:gd name="connsiteX32" fmla="*/ 429634 w 439999"/>
                <a:gd name="connsiteY32" fmla="*/ 439881 h 439999"/>
                <a:gd name="connsiteX33" fmla="*/ 9634 w 439999"/>
                <a:gd name="connsiteY33" fmla="*/ 439881 h 439999"/>
                <a:gd name="connsiteX34" fmla="*/ -366 w 439999"/>
                <a:gd name="connsiteY34" fmla="*/ 429882 h 439999"/>
                <a:gd name="connsiteX35" fmla="*/ -366 w 439999"/>
                <a:gd name="connsiteY35" fmla="*/ 9881 h 439999"/>
                <a:gd name="connsiteX36" fmla="*/ 9634 w 439999"/>
                <a:gd name="connsiteY36" fmla="*/ -118 h 439999"/>
                <a:gd name="connsiteX37" fmla="*/ 19634 w 439999"/>
                <a:gd name="connsiteY37" fmla="*/ 9881 h 439999"/>
                <a:gd name="connsiteX38" fmla="*/ 19634 w 439999"/>
                <a:gd name="connsiteY38" fmla="*/ 419882 h 43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9999" h="439999">
                  <a:moveTo>
                    <a:pt x="359634" y="268882"/>
                  </a:moveTo>
                  <a:cubicBezTo>
                    <a:pt x="359634" y="246881"/>
                    <a:pt x="377634" y="229881"/>
                    <a:pt x="399634" y="229881"/>
                  </a:cubicBezTo>
                  <a:cubicBezTo>
                    <a:pt x="421634" y="229881"/>
                    <a:pt x="439634" y="247882"/>
                    <a:pt x="439634" y="269882"/>
                  </a:cubicBezTo>
                  <a:cubicBezTo>
                    <a:pt x="439634" y="291881"/>
                    <a:pt x="421634" y="309882"/>
                    <a:pt x="399634" y="309882"/>
                  </a:cubicBezTo>
                  <a:cubicBezTo>
                    <a:pt x="384634" y="309882"/>
                    <a:pt x="371634" y="301882"/>
                    <a:pt x="364634" y="288882"/>
                  </a:cubicBezTo>
                  <a:lnTo>
                    <a:pt x="311634" y="288882"/>
                  </a:lnTo>
                  <a:cubicBezTo>
                    <a:pt x="306634" y="288882"/>
                    <a:pt x="302634" y="285882"/>
                    <a:pt x="301634" y="281882"/>
                  </a:cubicBezTo>
                  <a:lnTo>
                    <a:pt x="256634" y="109882"/>
                  </a:lnTo>
                  <a:lnTo>
                    <a:pt x="190634" y="362881"/>
                  </a:lnTo>
                  <a:cubicBezTo>
                    <a:pt x="187634" y="372882"/>
                    <a:pt x="174634" y="372882"/>
                    <a:pt x="171634" y="363882"/>
                  </a:cubicBezTo>
                  <a:lnTo>
                    <a:pt x="123634" y="213882"/>
                  </a:lnTo>
                  <a:lnTo>
                    <a:pt x="88634" y="284882"/>
                  </a:lnTo>
                  <a:cubicBezTo>
                    <a:pt x="86634" y="287882"/>
                    <a:pt x="83634" y="290882"/>
                    <a:pt x="79634" y="290882"/>
                  </a:cubicBezTo>
                  <a:lnTo>
                    <a:pt x="39634" y="290882"/>
                  </a:lnTo>
                  <a:cubicBezTo>
                    <a:pt x="33634" y="290882"/>
                    <a:pt x="29634" y="286882"/>
                    <a:pt x="29634" y="280882"/>
                  </a:cubicBezTo>
                  <a:cubicBezTo>
                    <a:pt x="29634" y="274881"/>
                    <a:pt x="33634" y="270882"/>
                    <a:pt x="39634" y="270882"/>
                  </a:cubicBezTo>
                  <a:lnTo>
                    <a:pt x="72634" y="270882"/>
                  </a:lnTo>
                  <a:lnTo>
                    <a:pt x="115634" y="183882"/>
                  </a:lnTo>
                  <a:cubicBezTo>
                    <a:pt x="119634" y="175882"/>
                    <a:pt x="131634" y="176882"/>
                    <a:pt x="133634" y="184882"/>
                  </a:cubicBezTo>
                  <a:lnTo>
                    <a:pt x="179634" y="323881"/>
                  </a:lnTo>
                  <a:lnTo>
                    <a:pt x="246634" y="66882"/>
                  </a:lnTo>
                  <a:cubicBezTo>
                    <a:pt x="249634" y="56881"/>
                    <a:pt x="263634" y="56881"/>
                    <a:pt x="265634" y="66882"/>
                  </a:cubicBezTo>
                  <a:lnTo>
                    <a:pt x="318634" y="268882"/>
                  </a:lnTo>
                  <a:lnTo>
                    <a:pt x="359634" y="268882"/>
                  </a:lnTo>
                  <a:close/>
                  <a:moveTo>
                    <a:pt x="399634" y="289881"/>
                  </a:moveTo>
                  <a:cubicBezTo>
                    <a:pt x="410634" y="289881"/>
                    <a:pt x="419634" y="280882"/>
                    <a:pt x="419634" y="269882"/>
                  </a:cubicBezTo>
                  <a:cubicBezTo>
                    <a:pt x="419634" y="258882"/>
                    <a:pt x="410634" y="249882"/>
                    <a:pt x="399634" y="249882"/>
                  </a:cubicBezTo>
                  <a:cubicBezTo>
                    <a:pt x="388634" y="249882"/>
                    <a:pt x="379634" y="258882"/>
                    <a:pt x="379634" y="269882"/>
                  </a:cubicBezTo>
                  <a:cubicBezTo>
                    <a:pt x="379634" y="280882"/>
                    <a:pt x="388634" y="289881"/>
                    <a:pt x="399634" y="289881"/>
                  </a:cubicBezTo>
                  <a:close/>
                  <a:moveTo>
                    <a:pt x="19634" y="419882"/>
                  </a:moveTo>
                  <a:lnTo>
                    <a:pt x="429634" y="419882"/>
                  </a:lnTo>
                  <a:cubicBezTo>
                    <a:pt x="435634" y="419882"/>
                    <a:pt x="439634" y="423882"/>
                    <a:pt x="439634" y="429882"/>
                  </a:cubicBezTo>
                  <a:cubicBezTo>
                    <a:pt x="439634" y="435881"/>
                    <a:pt x="435634" y="439881"/>
                    <a:pt x="429634" y="439881"/>
                  </a:cubicBezTo>
                  <a:lnTo>
                    <a:pt x="9634" y="439881"/>
                  </a:lnTo>
                  <a:cubicBezTo>
                    <a:pt x="3634" y="439881"/>
                    <a:pt x="-366" y="435881"/>
                    <a:pt x="-366" y="429882"/>
                  </a:cubicBezTo>
                  <a:lnTo>
                    <a:pt x="-366" y="9881"/>
                  </a:lnTo>
                  <a:cubicBezTo>
                    <a:pt x="-366" y="3881"/>
                    <a:pt x="3634" y="-118"/>
                    <a:pt x="9634" y="-118"/>
                  </a:cubicBezTo>
                  <a:cubicBezTo>
                    <a:pt x="15634" y="-118"/>
                    <a:pt x="19634" y="3881"/>
                    <a:pt x="19634" y="9881"/>
                  </a:cubicBezTo>
                  <a:lnTo>
                    <a:pt x="19634" y="419882"/>
                  </a:lnTo>
                  <a:close/>
                </a:path>
              </a:pathLst>
            </a:custGeom>
            <a:solidFill>
              <a:srgbClr val="2C2C2C"/>
            </a:solidFill>
            <a:ln w="4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84" name="图形 2">
              <a:extLst>
                <a:ext uri="{FF2B5EF4-FFF2-40B4-BE49-F238E27FC236}">
                  <a16:creationId xmlns:a16="http://schemas.microsoft.com/office/drawing/2014/main" id="{8FD8E77A-DBFC-9C95-95D0-C2855871C031}"/>
                </a:ext>
              </a:extLst>
            </p:cNvPr>
            <p:cNvGrpSpPr/>
            <p:nvPr/>
          </p:nvGrpSpPr>
          <p:grpSpPr>
            <a:xfrm>
              <a:off x="8208000" y="1262142"/>
              <a:ext cx="476571" cy="1668068"/>
              <a:chOff x="8208000" y="1262142"/>
              <a:chExt cx="476571" cy="1668068"/>
            </a:xfrm>
          </p:grpSpPr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B2980422-612A-74E8-20DA-D6B565BF9755}"/>
                  </a:ext>
                </a:extLst>
              </p:cNvPr>
              <p:cNvSpPr/>
              <p:nvPr/>
            </p:nvSpPr>
            <p:spPr>
              <a:xfrm>
                <a:off x="8208000" y="1262142"/>
                <a:ext cx="449142" cy="1626925"/>
              </a:xfrm>
              <a:custGeom>
                <a:avLst/>
                <a:gdLst>
                  <a:gd name="connsiteX0" fmla="*/ 0 w 449142"/>
                  <a:gd name="connsiteY0" fmla="*/ 0 h 1626925"/>
                  <a:gd name="connsiteX1" fmla="*/ 380571 w 449142"/>
                  <a:gd name="connsiteY1" fmla="*/ 0 h 1626925"/>
                  <a:gd name="connsiteX2" fmla="*/ 449143 w 449142"/>
                  <a:gd name="connsiteY2" fmla="*/ 68571 h 1626925"/>
                  <a:gd name="connsiteX3" fmla="*/ 449143 w 449142"/>
                  <a:gd name="connsiteY3" fmla="*/ 1626926 h 162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9142" h="1626925">
                    <a:moveTo>
                      <a:pt x="0" y="0"/>
                    </a:moveTo>
                    <a:lnTo>
                      <a:pt x="380571" y="0"/>
                    </a:lnTo>
                    <a:cubicBezTo>
                      <a:pt x="426285" y="0"/>
                      <a:pt x="449143" y="22857"/>
                      <a:pt x="449143" y="68571"/>
                    </a:cubicBezTo>
                    <a:lnTo>
                      <a:pt x="449143" y="1626926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7D9BFDB1-A098-28C7-E0D6-E9B15B38B27F}"/>
                  </a:ext>
                </a:extLst>
              </p:cNvPr>
              <p:cNvSpPr/>
              <p:nvPr/>
            </p:nvSpPr>
            <p:spPr>
              <a:xfrm>
                <a:off x="8629714" y="2875353"/>
                <a:ext cx="54857" cy="54857"/>
              </a:xfrm>
              <a:custGeom>
                <a:avLst/>
                <a:gdLst>
                  <a:gd name="connsiteX0" fmla="*/ 27429 w 54857"/>
                  <a:gd name="connsiteY0" fmla="*/ 54857 h 54857"/>
                  <a:gd name="connsiteX1" fmla="*/ 0 w 54857"/>
                  <a:gd name="connsiteY1" fmla="*/ 0 h 54857"/>
                  <a:gd name="connsiteX2" fmla="*/ 27429 w 54857"/>
                  <a:gd name="connsiteY2" fmla="*/ 13714 h 54857"/>
                  <a:gd name="connsiteX3" fmla="*/ 54857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27429" y="54857"/>
                    </a:moveTo>
                    <a:lnTo>
                      <a:pt x="0" y="0"/>
                    </a:lnTo>
                    <a:lnTo>
                      <a:pt x="27429" y="13714"/>
                    </a:lnTo>
                    <a:lnTo>
                      <a:pt x="5485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7" name="图形 2">
              <a:extLst>
                <a:ext uri="{FF2B5EF4-FFF2-40B4-BE49-F238E27FC236}">
                  <a16:creationId xmlns:a16="http://schemas.microsoft.com/office/drawing/2014/main" id="{819C79C3-F273-F242-D283-313A8267AC52}"/>
                </a:ext>
              </a:extLst>
            </p:cNvPr>
            <p:cNvGrpSpPr/>
            <p:nvPr/>
          </p:nvGrpSpPr>
          <p:grpSpPr>
            <a:xfrm>
              <a:off x="7865142" y="679285"/>
              <a:ext cx="342857" cy="1165714"/>
              <a:chOff x="7865142" y="679285"/>
              <a:chExt cx="342857" cy="1165714"/>
            </a:xfrm>
            <a:solidFill>
              <a:srgbClr val="DAE8FC"/>
            </a:solidFill>
          </p:grpSpPr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B7A9ADB3-BA10-1893-57A3-24C3BBA095EE}"/>
                  </a:ext>
                </a:extLst>
              </p:cNvPr>
              <p:cNvSpPr/>
              <p:nvPr/>
            </p:nvSpPr>
            <p:spPr>
              <a:xfrm rot="10800000" flipV="1">
                <a:off x="7865142" y="679285"/>
                <a:ext cx="342857" cy="1165714"/>
              </a:xfrm>
              <a:custGeom>
                <a:avLst/>
                <a:gdLst>
                  <a:gd name="connsiteX0" fmla="*/ 291429 w 342857"/>
                  <a:gd name="connsiteY0" fmla="*/ 0 h 1165714"/>
                  <a:gd name="connsiteX1" fmla="*/ 342857 w 342857"/>
                  <a:gd name="connsiteY1" fmla="*/ 51429 h 1165714"/>
                  <a:gd name="connsiteX2" fmla="*/ 342857 w 342857"/>
                  <a:gd name="connsiteY2" fmla="*/ 1114286 h 1165714"/>
                  <a:gd name="connsiteX3" fmla="*/ 291429 w 342857"/>
                  <a:gd name="connsiteY3" fmla="*/ 1165714 h 1165714"/>
                  <a:gd name="connsiteX4" fmla="*/ 51429 w 342857"/>
                  <a:gd name="connsiteY4" fmla="*/ 1165714 h 1165714"/>
                  <a:gd name="connsiteX5" fmla="*/ 0 w 342857"/>
                  <a:gd name="connsiteY5" fmla="*/ 1114286 h 1165714"/>
                  <a:gd name="connsiteX6" fmla="*/ 0 w 342857"/>
                  <a:gd name="connsiteY6" fmla="*/ 51429 h 1165714"/>
                  <a:gd name="connsiteX7" fmla="*/ 51429 w 342857"/>
                  <a:gd name="connsiteY7" fmla="*/ 0 h 11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857" h="1165714">
                    <a:moveTo>
                      <a:pt x="291429" y="0"/>
                    </a:moveTo>
                    <a:cubicBezTo>
                      <a:pt x="319831" y="0"/>
                      <a:pt x="342857" y="23025"/>
                      <a:pt x="342857" y="51429"/>
                    </a:cubicBezTo>
                    <a:lnTo>
                      <a:pt x="342857" y="1114286"/>
                    </a:lnTo>
                    <a:cubicBezTo>
                      <a:pt x="342857" y="1142689"/>
                      <a:pt x="319831" y="1165714"/>
                      <a:pt x="291429" y="1165714"/>
                    </a:cubicBezTo>
                    <a:lnTo>
                      <a:pt x="51429" y="1165714"/>
                    </a:lnTo>
                    <a:cubicBezTo>
                      <a:pt x="23026" y="1165714"/>
                      <a:pt x="0" y="1142689"/>
                      <a:pt x="0" y="1114286"/>
                    </a:cubicBezTo>
                    <a:lnTo>
                      <a:pt x="0" y="51429"/>
                    </a:lnTo>
                    <a:cubicBezTo>
                      <a:pt x="0" y="23025"/>
                      <a:pt x="23026" y="0"/>
                      <a:pt x="5142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89" name="图片 88">
                <a:extLst>
                  <a:ext uri="{FF2B5EF4-FFF2-40B4-BE49-F238E27FC236}">
                    <a16:creationId xmlns:a16="http://schemas.microsoft.com/office/drawing/2014/main" id="{1324E723-DEE1-65DC-F576-6604893862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68571" y="953570"/>
                <a:ext cx="329142" cy="659999"/>
              </a:xfrm>
              <a:custGeom>
                <a:avLst/>
                <a:gdLst>
                  <a:gd name="connsiteX0" fmla="*/ -1 w 329142"/>
                  <a:gd name="connsiteY0" fmla="*/ -1 h 659999"/>
                  <a:gd name="connsiteX1" fmla="*/ 329142 w 329142"/>
                  <a:gd name="connsiteY1" fmla="*/ -1 h 659999"/>
                  <a:gd name="connsiteX2" fmla="*/ 329142 w 329142"/>
                  <a:gd name="connsiteY2" fmla="*/ 660000 h 659999"/>
                  <a:gd name="connsiteX3" fmla="*/ -1 w 329142"/>
                  <a:gd name="connsiteY3" fmla="*/ 660000 h 659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2" h="659999">
                    <a:moveTo>
                      <a:pt x="-1" y="-1"/>
                    </a:moveTo>
                    <a:lnTo>
                      <a:pt x="329142" y="-1"/>
                    </a:lnTo>
                    <a:lnTo>
                      <a:pt x="329142" y="660000"/>
                    </a:lnTo>
                    <a:lnTo>
                      <a:pt x="-1" y="660000"/>
                    </a:lnTo>
                    <a:close/>
                  </a:path>
                </a:pathLst>
              </a:custGeom>
            </p:spPr>
          </p:pic>
        </p:grpSp>
        <p:grpSp>
          <p:nvGrpSpPr>
            <p:cNvPr id="90" name="图形 2">
              <a:extLst>
                <a:ext uri="{FF2B5EF4-FFF2-40B4-BE49-F238E27FC236}">
                  <a16:creationId xmlns:a16="http://schemas.microsoft.com/office/drawing/2014/main" id="{C5A98708-8C1B-B181-4BB8-9BEA5F036A37}"/>
                </a:ext>
              </a:extLst>
            </p:cNvPr>
            <p:cNvGrpSpPr/>
            <p:nvPr/>
          </p:nvGrpSpPr>
          <p:grpSpPr>
            <a:xfrm>
              <a:off x="8208000" y="2990142"/>
              <a:ext cx="361782" cy="54857"/>
              <a:chOff x="8208000" y="2990142"/>
              <a:chExt cx="361782" cy="54857"/>
            </a:xfrm>
          </p:grpSpPr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58BDF4F1-164F-FC5B-9C19-25FA657B2381}"/>
                  </a:ext>
                </a:extLst>
              </p:cNvPr>
              <p:cNvSpPr/>
              <p:nvPr/>
            </p:nvSpPr>
            <p:spPr>
              <a:xfrm>
                <a:off x="8208000" y="3017570"/>
                <a:ext cx="320640" cy="6857"/>
              </a:xfrm>
              <a:custGeom>
                <a:avLst/>
                <a:gdLst>
                  <a:gd name="connsiteX0" fmla="*/ 0 w 320640"/>
                  <a:gd name="connsiteY0" fmla="*/ 0 h 6857"/>
                  <a:gd name="connsiteX1" fmla="*/ 320640 w 320640"/>
                  <a:gd name="connsiteY1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20640" h="6857">
                    <a:moveTo>
                      <a:pt x="0" y="0"/>
                    </a:moveTo>
                    <a:lnTo>
                      <a:pt x="320640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135539E1-D068-9D30-C72C-E2183A257D48}"/>
                  </a:ext>
                </a:extLst>
              </p:cNvPr>
              <p:cNvSpPr/>
              <p:nvPr/>
            </p:nvSpPr>
            <p:spPr>
              <a:xfrm>
                <a:off x="8514925" y="2990142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3" name="图形 2">
              <a:extLst>
                <a:ext uri="{FF2B5EF4-FFF2-40B4-BE49-F238E27FC236}">
                  <a16:creationId xmlns:a16="http://schemas.microsoft.com/office/drawing/2014/main" id="{69A50AEA-38A0-9AFF-7683-983E7C1502EE}"/>
                </a:ext>
              </a:extLst>
            </p:cNvPr>
            <p:cNvGrpSpPr/>
            <p:nvPr/>
          </p:nvGrpSpPr>
          <p:grpSpPr>
            <a:xfrm>
              <a:off x="7865142" y="2434713"/>
              <a:ext cx="342857" cy="1165714"/>
              <a:chOff x="7865142" y="2434713"/>
              <a:chExt cx="342857" cy="1165714"/>
            </a:xfrm>
            <a:solidFill>
              <a:srgbClr val="DAE8FC"/>
            </a:solidFill>
          </p:grpSpPr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A8884BAD-F627-E696-EE72-85AF57A93006}"/>
                  </a:ext>
                </a:extLst>
              </p:cNvPr>
              <p:cNvSpPr/>
              <p:nvPr/>
            </p:nvSpPr>
            <p:spPr>
              <a:xfrm rot="10800000" flipV="1">
                <a:off x="7865142" y="2434713"/>
                <a:ext cx="342857" cy="1165714"/>
              </a:xfrm>
              <a:custGeom>
                <a:avLst/>
                <a:gdLst>
                  <a:gd name="connsiteX0" fmla="*/ 291429 w 342857"/>
                  <a:gd name="connsiteY0" fmla="*/ 0 h 1165714"/>
                  <a:gd name="connsiteX1" fmla="*/ 342857 w 342857"/>
                  <a:gd name="connsiteY1" fmla="*/ 51429 h 1165714"/>
                  <a:gd name="connsiteX2" fmla="*/ 342857 w 342857"/>
                  <a:gd name="connsiteY2" fmla="*/ 1114286 h 1165714"/>
                  <a:gd name="connsiteX3" fmla="*/ 291429 w 342857"/>
                  <a:gd name="connsiteY3" fmla="*/ 1165714 h 1165714"/>
                  <a:gd name="connsiteX4" fmla="*/ 51429 w 342857"/>
                  <a:gd name="connsiteY4" fmla="*/ 1165714 h 1165714"/>
                  <a:gd name="connsiteX5" fmla="*/ 0 w 342857"/>
                  <a:gd name="connsiteY5" fmla="*/ 1114286 h 1165714"/>
                  <a:gd name="connsiteX6" fmla="*/ 0 w 342857"/>
                  <a:gd name="connsiteY6" fmla="*/ 51429 h 1165714"/>
                  <a:gd name="connsiteX7" fmla="*/ 51429 w 342857"/>
                  <a:gd name="connsiteY7" fmla="*/ 0 h 11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857" h="1165714">
                    <a:moveTo>
                      <a:pt x="291429" y="0"/>
                    </a:moveTo>
                    <a:cubicBezTo>
                      <a:pt x="319831" y="0"/>
                      <a:pt x="342857" y="23025"/>
                      <a:pt x="342857" y="51429"/>
                    </a:cubicBezTo>
                    <a:lnTo>
                      <a:pt x="342857" y="1114286"/>
                    </a:lnTo>
                    <a:cubicBezTo>
                      <a:pt x="342857" y="1142689"/>
                      <a:pt x="319831" y="1165714"/>
                      <a:pt x="291429" y="1165714"/>
                    </a:cubicBezTo>
                    <a:lnTo>
                      <a:pt x="51429" y="1165714"/>
                    </a:lnTo>
                    <a:cubicBezTo>
                      <a:pt x="23026" y="1165714"/>
                      <a:pt x="0" y="1142689"/>
                      <a:pt x="0" y="1114286"/>
                    </a:cubicBezTo>
                    <a:lnTo>
                      <a:pt x="0" y="51429"/>
                    </a:lnTo>
                    <a:cubicBezTo>
                      <a:pt x="0" y="23025"/>
                      <a:pt x="23026" y="0"/>
                      <a:pt x="5142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95" name="图片 94">
                <a:extLst>
                  <a:ext uri="{FF2B5EF4-FFF2-40B4-BE49-F238E27FC236}">
                    <a16:creationId xmlns:a16="http://schemas.microsoft.com/office/drawing/2014/main" id="{B28B3610-CFA9-A679-D937-8F7398173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68571" y="2708999"/>
                <a:ext cx="329142" cy="659999"/>
              </a:xfrm>
              <a:custGeom>
                <a:avLst/>
                <a:gdLst>
                  <a:gd name="connsiteX0" fmla="*/ -1 w 329142"/>
                  <a:gd name="connsiteY0" fmla="*/ -1 h 659999"/>
                  <a:gd name="connsiteX1" fmla="*/ 329142 w 329142"/>
                  <a:gd name="connsiteY1" fmla="*/ -1 h 659999"/>
                  <a:gd name="connsiteX2" fmla="*/ 329142 w 329142"/>
                  <a:gd name="connsiteY2" fmla="*/ 660000 h 659999"/>
                  <a:gd name="connsiteX3" fmla="*/ -1 w 329142"/>
                  <a:gd name="connsiteY3" fmla="*/ 660000 h 659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2" h="659999">
                    <a:moveTo>
                      <a:pt x="-1" y="-1"/>
                    </a:moveTo>
                    <a:lnTo>
                      <a:pt x="329142" y="-1"/>
                    </a:lnTo>
                    <a:lnTo>
                      <a:pt x="329142" y="660000"/>
                    </a:lnTo>
                    <a:lnTo>
                      <a:pt x="-1" y="660000"/>
                    </a:lnTo>
                    <a:close/>
                  </a:path>
                </a:pathLst>
              </a:custGeom>
            </p:spPr>
          </p:pic>
        </p:grpSp>
        <p:grpSp>
          <p:nvGrpSpPr>
            <p:cNvPr id="96" name="图形 2">
              <a:extLst>
                <a:ext uri="{FF2B5EF4-FFF2-40B4-BE49-F238E27FC236}">
                  <a16:creationId xmlns:a16="http://schemas.microsoft.com/office/drawing/2014/main" id="{21606D37-E655-E0CB-1CC4-4709D403AC46}"/>
                </a:ext>
              </a:extLst>
            </p:cNvPr>
            <p:cNvGrpSpPr/>
            <p:nvPr/>
          </p:nvGrpSpPr>
          <p:grpSpPr>
            <a:xfrm>
              <a:off x="8208000" y="3104930"/>
              <a:ext cx="476571" cy="2113782"/>
              <a:chOff x="8208000" y="3104930"/>
              <a:chExt cx="476571" cy="2113782"/>
            </a:xfrm>
          </p:grpSpPr>
          <p:sp>
            <p:nvSpPr>
              <p:cNvPr id="97" name="任意多边形: 形状 96">
                <a:extLst>
                  <a:ext uri="{FF2B5EF4-FFF2-40B4-BE49-F238E27FC236}">
                    <a16:creationId xmlns:a16="http://schemas.microsoft.com/office/drawing/2014/main" id="{5674D552-1242-3D22-F573-40088D65FF00}"/>
                  </a:ext>
                </a:extLst>
              </p:cNvPr>
              <p:cNvSpPr/>
              <p:nvPr/>
            </p:nvSpPr>
            <p:spPr>
              <a:xfrm>
                <a:off x="8208000" y="3146073"/>
                <a:ext cx="449142" cy="2072640"/>
              </a:xfrm>
              <a:custGeom>
                <a:avLst/>
                <a:gdLst>
                  <a:gd name="connsiteX0" fmla="*/ 0 w 449142"/>
                  <a:gd name="connsiteY0" fmla="*/ 2072640 h 2072640"/>
                  <a:gd name="connsiteX1" fmla="*/ 380571 w 449142"/>
                  <a:gd name="connsiteY1" fmla="*/ 2072640 h 2072640"/>
                  <a:gd name="connsiteX2" fmla="*/ 449143 w 449142"/>
                  <a:gd name="connsiteY2" fmla="*/ 2004069 h 2072640"/>
                  <a:gd name="connsiteX3" fmla="*/ 449143 w 449142"/>
                  <a:gd name="connsiteY3" fmla="*/ 0 h 2072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9142" h="2072640">
                    <a:moveTo>
                      <a:pt x="0" y="2072640"/>
                    </a:moveTo>
                    <a:lnTo>
                      <a:pt x="380571" y="2072640"/>
                    </a:lnTo>
                    <a:cubicBezTo>
                      <a:pt x="426285" y="2072640"/>
                      <a:pt x="449143" y="2049783"/>
                      <a:pt x="449143" y="2004069"/>
                    </a:cubicBezTo>
                    <a:lnTo>
                      <a:pt x="449143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8" name="任意多边形: 形状 97">
                <a:extLst>
                  <a:ext uri="{FF2B5EF4-FFF2-40B4-BE49-F238E27FC236}">
                    <a16:creationId xmlns:a16="http://schemas.microsoft.com/office/drawing/2014/main" id="{5605AC38-F689-FE31-EC7A-7792741AD1A6}"/>
                  </a:ext>
                </a:extLst>
              </p:cNvPr>
              <p:cNvSpPr/>
              <p:nvPr/>
            </p:nvSpPr>
            <p:spPr>
              <a:xfrm>
                <a:off x="8629714" y="3104930"/>
                <a:ext cx="54857" cy="54857"/>
              </a:xfrm>
              <a:custGeom>
                <a:avLst/>
                <a:gdLst>
                  <a:gd name="connsiteX0" fmla="*/ 27429 w 54857"/>
                  <a:gd name="connsiteY0" fmla="*/ 0 h 54857"/>
                  <a:gd name="connsiteX1" fmla="*/ 54857 w 54857"/>
                  <a:gd name="connsiteY1" fmla="*/ 54857 h 54857"/>
                  <a:gd name="connsiteX2" fmla="*/ 27429 w 54857"/>
                  <a:gd name="connsiteY2" fmla="*/ 41143 h 54857"/>
                  <a:gd name="connsiteX3" fmla="*/ 0 w 54857"/>
                  <a:gd name="connsiteY3" fmla="*/ 54857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27429" y="0"/>
                    </a:moveTo>
                    <a:lnTo>
                      <a:pt x="54857" y="54857"/>
                    </a:lnTo>
                    <a:lnTo>
                      <a:pt x="27429" y="41143"/>
                    </a:lnTo>
                    <a:lnTo>
                      <a:pt x="0" y="54857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9" name="图形 2">
              <a:extLst>
                <a:ext uri="{FF2B5EF4-FFF2-40B4-BE49-F238E27FC236}">
                  <a16:creationId xmlns:a16="http://schemas.microsoft.com/office/drawing/2014/main" id="{58A8BD0A-A4A1-6680-8C1E-6C884D78B2C4}"/>
                </a:ext>
              </a:extLst>
            </p:cNvPr>
            <p:cNvGrpSpPr/>
            <p:nvPr/>
          </p:nvGrpSpPr>
          <p:grpSpPr>
            <a:xfrm>
              <a:off x="7865142" y="4635856"/>
              <a:ext cx="342857" cy="1165714"/>
              <a:chOff x="7865142" y="4635856"/>
              <a:chExt cx="342857" cy="1165714"/>
            </a:xfrm>
            <a:solidFill>
              <a:srgbClr val="DAE8FC"/>
            </a:solidFill>
          </p:grpSpPr>
          <p:sp>
            <p:nvSpPr>
              <p:cNvPr id="100" name="任意多边形: 形状 99">
                <a:extLst>
                  <a:ext uri="{FF2B5EF4-FFF2-40B4-BE49-F238E27FC236}">
                    <a16:creationId xmlns:a16="http://schemas.microsoft.com/office/drawing/2014/main" id="{A94A454E-007E-1685-CBC5-E22DC9EFF73B}"/>
                  </a:ext>
                </a:extLst>
              </p:cNvPr>
              <p:cNvSpPr/>
              <p:nvPr/>
            </p:nvSpPr>
            <p:spPr>
              <a:xfrm rot="10800000" flipV="1">
                <a:off x="7865142" y="4635856"/>
                <a:ext cx="342857" cy="1165714"/>
              </a:xfrm>
              <a:custGeom>
                <a:avLst/>
                <a:gdLst>
                  <a:gd name="connsiteX0" fmla="*/ 291429 w 342857"/>
                  <a:gd name="connsiteY0" fmla="*/ 0 h 1165714"/>
                  <a:gd name="connsiteX1" fmla="*/ 342857 w 342857"/>
                  <a:gd name="connsiteY1" fmla="*/ 51429 h 1165714"/>
                  <a:gd name="connsiteX2" fmla="*/ 342857 w 342857"/>
                  <a:gd name="connsiteY2" fmla="*/ 1114286 h 1165714"/>
                  <a:gd name="connsiteX3" fmla="*/ 291429 w 342857"/>
                  <a:gd name="connsiteY3" fmla="*/ 1165714 h 1165714"/>
                  <a:gd name="connsiteX4" fmla="*/ 51429 w 342857"/>
                  <a:gd name="connsiteY4" fmla="*/ 1165714 h 1165714"/>
                  <a:gd name="connsiteX5" fmla="*/ 0 w 342857"/>
                  <a:gd name="connsiteY5" fmla="*/ 1114286 h 1165714"/>
                  <a:gd name="connsiteX6" fmla="*/ 0 w 342857"/>
                  <a:gd name="connsiteY6" fmla="*/ 51429 h 1165714"/>
                  <a:gd name="connsiteX7" fmla="*/ 51429 w 342857"/>
                  <a:gd name="connsiteY7" fmla="*/ 0 h 11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857" h="1165714">
                    <a:moveTo>
                      <a:pt x="291429" y="0"/>
                    </a:moveTo>
                    <a:cubicBezTo>
                      <a:pt x="319831" y="0"/>
                      <a:pt x="342857" y="23025"/>
                      <a:pt x="342857" y="51429"/>
                    </a:cubicBezTo>
                    <a:lnTo>
                      <a:pt x="342857" y="1114286"/>
                    </a:lnTo>
                    <a:cubicBezTo>
                      <a:pt x="342857" y="1142689"/>
                      <a:pt x="319831" y="1165714"/>
                      <a:pt x="291429" y="1165714"/>
                    </a:cubicBezTo>
                    <a:lnTo>
                      <a:pt x="51429" y="1165714"/>
                    </a:lnTo>
                    <a:cubicBezTo>
                      <a:pt x="23026" y="1165714"/>
                      <a:pt x="0" y="1142689"/>
                      <a:pt x="0" y="1114286"/>
                    </a:cubicBezTo>
                    <a:lnTo>
                      <a:pt x="0" y="51429"/>
                    </a:lnTo>
                    <a:cubicBezTo>
                      <a:pt x="0" y="23025"/>
                      <a:pt x="23026" y="0"/>
                      <a:pt x="5142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01" name="图片 100">
                <a:extLst>
                  <a:ext uri="{FF2B5EF4-FFF2-40B4-BE49-F238E27FC236}">
                    <a16:creationId xmlns:a16="http://schemas.microsoft.com/office/drawing/2014/main" id="{60706DB4-ECBC-0457-2163-D784EE9466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68571" y="4910142"/>
                <a:ext cx="329142" cy="659999"/>
              </a:xfrm>
              <a:custGeom>
                <a:avLst/>
                <a:gdLst>
                  <a:gd name="connsiteX0" fmla="*/ -1 w 329142"/>
                  <a:gd name="connsiteY0" fmla="*/ -1 h 659999"/>
                  <a:gd name="connsiteX1" fmla="*/ 329142 w 329142"/>
                  <a:gd name="connsiteY1" fmla="*/ -1 h 659999"/>
                  <a:gd name="connsiteX2" fmla="*/ 329142 w 329142"/>
                  <a:gd name="connsiteY2" fmla="*/ 660000 h 659999"/>
                  <a:gd name="connsiteX3" fmla="*/ -1 w 329142"/>
                  <a:gd name="connsiteY3" fmla="*/ 660000 h 659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2" h="659999">
                    <a:moveTo>
                      <a:pt x="-1" y="-1"/>
                    </a:moveTo>
                    <a:lnTo>
                      <a:pt x="329142" y="-1"/>
                    </a:lnTo>
                    <a:lnTo>
                      <a:pt x="329142" y="660000"/>
                    </a:lnTo>
                    <a:lnTo>
                      <a:pt x="-1" y="660000"/>
                    </a:lnTo>
                    <a:close/>
                  </a:path>
                </a:pathLst>
              </a:custGeom>
            </p:spPr>
          </p:pic>
        </p:grpSp>
        <p:grpSp>
          <p:nvGrpSpPr>
            <p:cNvPr id="102" name="图形 2">
              <a:extLst>
                <a:ext uri="{FF2B5EF4-FFF2-40B4-BE49-F238E27FC236}">
                  <a16:creationId xmlns:a16="http://schemas.microsoft.com/office/drawing/2014/main" id="{F321B1FF-4FE8-45BA-D38B-5E9A4E9B6232}"/>
                </a:ext>
              </a:extLst>
            </p:cNvPr>
            <p:cNvGrpSpPr/>
            <p:nvPr/>
          </p:nvGrpSpPr>
          <p:grpSpPr>
            <a:xfrm>
              <a:off x="7479428" y="1234713"/>
              <a:ext cx="370354" cy="54857"/>
              <a:chOff x="7479428" y="1234713"/>
              <a:chExt cx="370354" cy="54857"/>
            </a:xfrm>
          </p:grpSpPr>
          <p:sp>
            <p:nvSpPr>
              <p:cNvPr id="103" name="任意多边形: 形状 102">
                <a:extLst>
                  <a:ext uri="{FF2B5EF4-FFF2-40B4-BE49-F238E27FC236}">
                    <a16:creationId xmlns:a16="http://schemas.microsoft.com/office/drawing/2014/main" id="{A3486382-8F33-CCAE-0F7D-191D5C1D5EFA}"/>
                  </a:ext>
                </a:extLst>
              </p:cNvPr>
              <p:cNvSpPr/>
              <p:nvPr/>
            </p:nvSpPr>
            <p:spPr>
              <a:xfrm>
                <a:off x="7479428" y="1262142"/>
                <a:ext cx="329211" cy="68"/>
              </a:xfrm>
              <a:custGeom>
                <a:avLst/>
                <a:gdLst>
                  <a:gd name="connsiteX0" fmla="*/ 0 w 329211"/>
                  <a:gd name="connsiteY0" fmla="*/ 69 h 68"/>
                  <a:gd name="connsiteX1" fmla="*/ 329212 w 329211"/>
                  <a:gd name="connsiteY1" fmla="*/ 0 h 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29211" h="68">
                    <a:moveTo>
                      <a:pt x="0" y="69"/>
                    </a:moveTo>
                    <a:lnTo>
                      <a:pt x="329212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4" name="任意多边形: 形状 103">
                <a:extLst>
                  <a:ext uri="{FF2B5EF4-FFF2-40B4-BE49-F238E27FC236}">
                    <a16:creationId xmlns:a16="http://schemas.microsoft.com/office/drawing/2014/main" id="{AAB695DC-3A14-DE01-3886-C870BB43890D}"/>
                  </a:ext>
                </a:extLst>
              </p:cNvPr>
              <p:cNvSpPr/>
              <p:nvPr/>
            </p:nvSpPr>
            <p:spPr>
              <a:xfrm>
                <a:off x="7794925" y="1234713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05" name="图形 2">
              <a:extLst>
                <a:ext uri="{FF2B5EF4-FFF2-40B4-BE49-F238E27FC236}">
                  <a16:creationId xmlns:a16="http://schemas.microsoft.com/office/drawing/2014/main" id="{0DBE4414-501B-0422-5F78-B8E69A16F16A}"/>
                </a:ext>
              </a:extLst>
            </p:cNvPr>
            <p:cNvGrpSpPr/>
            <p:nvPr/>
          </p:nvGrpSpPr>
          <p:grpSpPr>
            <a:xfrm>
              <a:off x="7494857" y="2988222"/>
              <a:ext cx="354925" cy="54788"/>
              <a:chOff x="7494857" y="2988222"/>
              <a:chExt cx="354925" cy="54788"/>
            </a:xfrm>
          </p:grpSpPr>
          <p:sp>
            <p:nvSpPr>
              <p:cNvPr id="106" name="任意多边形: 形状 105">
                <a:extLst>
                  <a:ext uri="{FF2B5EF4-FFF2-40B4-BE49-F238E27FC236}">
                    <a16:creationId xmlns:a16="http://schemas.microsoft.com/office/drawing/2014/main" id="{83A37A50-987F-7330-BB6B-CA98F45AB540}"/>
                  </a:ext>
                </a:extLst>
              </p:cNvPr>
              <p:cNvSpPr/>
              <p:nvPr/>
            </p:nvSpPr>
            <p:spPr>
              <a:xfrm>
                <a:off x="7494857" y="3012428"/>
                <a:ext cx="313851" cy="3565"/>
              </a:xfrm>
              <a:custGeom>
                <a:avLst/>
                <a:gdLst>
                  <a:gd name="connsiteX0" fmla="*/ 0 w 313851"/>
                  <a:gd name="connsiteY0" fmla="*/ 0 h 3565"/>
                  <a:gd name="connsiteX1" fmla="*/ 185143 w 313851"/>
                  <a:gd name="connsiteY1" fmla="*/ 0 h 3565"/>
                  <a:gd name="connsiteX2" fmla="*/ 313852 w 313851"/>
                  <a:gd name="connsiteY2" fmla="*/ 3566 h 3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1" h="3565">
                    <a:moveTo>
                      <a:pt x="0" y="0"/>
                    </a:moveTo>
                    <a:lnTo>
                      <a:pt x="185143" y="0"/>
                    </a:lnTo>
                    <a:lnTo>
                      <a:pt x="313852" y="3566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: 形状 106">
                <a:extLst>
                  <a:ext uri="{FF2B5EF4-FFF2-40B4-BE49-F238E27FC236}">
                    <a16:creationId xmlns:a16="http://schemas.microsoft.com/office/drawing/2014/main" id="{F31A3D59-2912-DC4D-49F9-D80298A895C3}"/>
                  </a:ext>
                </a:extLst>
              </p:cNvPr>
              <p:cNvSpPr/>
              <p:nvPr/>
            </p:nvSpPr>
            <p:spPr>
              <a:xfrm>
                <a:off x="7794240" y="2988222"/>
                <a:ext cx="55542" cy="54788"/>
              </a:xfrm>
              <a:custGeom>
                <a:avLst/>
                <a:gdLst>
                  <a:gd name="connsiteX0" fmla="*/ 55543 w 55542"/>
                  <a:gd name="connsiteY0" fmla="*/ 28937 h 54788"/>
                  <a:gd name="connsiteX1" fmla="*/ 0 w 55542"/>
                  <a:gd name="connsiteY1" fmla="*/ 54789 h 54788"/>
                  <a:gd name="connsiteX2" fmla="*/ 14468 w 55542"/>
                  <a:gd name="connsiteY2" fmla="*/ 27771 h 54788"/>
                  <a:gd name="connsiteX3" fmla="*/ 1508 w 55542"/>
                  <a:gd name="connsiteY3" fmla="*/ 0 h 54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542" h="54788">
                    <a:moveTo>
                      <a:pt x="55543" y="28937"/>
                    </a:moveTo>
                    <a:lnTo>
                      <a:pt x="0" y="54789"/>
                    </a:lnTo>
                    <a:lnTo>
                      <a:pt x="14468" y="27771"/>
                    </a:lnTo>
                    <a:lnTo>
                      <a:pt x="150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08" name="图形 2">
              <a:extLst>
                <a:ext uri="{FF2B5EF4-FFF2-40B4-BE49-F238E27FC236}">
                  <a16:creationId xmlns:a16="http://schemas.microsoft.com/office/drawing/2014/main" id="{9E7FD85A-B89C-F231-120F-C095203C5640}"/>
                </a:ext>
              </a:extLst>
            </p:cNvPr>
            <p:cNvGrpSpPr/>
            <p:nvPr/>
          </p:nvGrpSpPr>
          <p:grpSpPr>
            <a:xfrm>
              <a:off x="7542857" y="5189776"/>
              <a:ext cx="306925" cy="54857"/>
              <a:chOff x="7542857" y="5189776"/>
              <a:chExt cx="306925" cy="54857"/>
            </a:xfrm>
          </p:grpSpPr>
          <p:sp>
            <p:nvSpPr>
              <p:cNvPr id="109" name="任意多边形: 形状 108">
                <a:extLst>
                  <a:ext uri="{FF2B5EF4-FFF2-40B4-BE49-F238E27FC236}">
                    <a16:creationId xmlns:a16="http://schemas.microsoft.com/office/drawing/2014/main" id="{3FCFD467-A3ED-9E54-CB8F-2C55F3A52926}"/>
                  </a:ext>
                </a:extLst>
              </p:cNvPr>
              <p:cNvSpPr/>
              <p:nvPr/>
            </p:nvSpPr>
            <p:spPr>
              <a:xfrm>
                <a:off x="7542857" y="5215285"/>
                <a:ext cx="265851" cy="2194"/>
              </a:xfrm>
              <a:custGeom>
                <a:avLst/>
                <a:gdLst>
                  <a:gd name="connsiteX0" fmla="*/ 0 w 265851"/>
                  <a:gd name="connsiteY0" fmla="*/ 0 h 2194"/>
                  <a:gd name="connsiteX1" fmla="*/ 161143 w 265851"/>
                  <a:gd name="connsiteY1" fmla="*/ 0 h 2194"/>
                  <a:gd name="connsiteX2" fmla="*/ 265852 w 265851"/>
                  <a:gd name="connsiteY2" fmla="*/ 2194 h 2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851" h="2194">
                    <a:moveTo>
                      <a:pt x="0" y="0"/>
                    </a:moveTo>
                    <a:lnTo>
                      <a:pt x="161143" y="0"/>
                    </a:lnTo>
                    <a:lnTo>
                      <a:pt x="265852" y="2194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421B8C5C-958C-08B4-BC7A-0EEB1084EEBE}"/>
                  </a:ext>
                </a:extLst>
              </p:cNvPr>
              <p:cNvSpPr/>
              <p:nvPr/>
            </p:nvSpPr>
            <p:spPr>
              <a:xfrm>
                <a:off x="7794377" y="5189776"/>
                <a:ext cx="55405" cy="54857"/>
              </a:xfrm>
              <a:custGeom>
                <a:avLst/>
                <a:gdLst>
                  <a:gd name="connsiteX0" fmla="*/ 55405 w 55405"/>
                  <a:gd name="connsiteY0" fmla="*/ 28594 h 54857"/>
                  <a:gd name="connsiteX1" fmla="*/ 0 w 55405"/>
                  <a:gd name="connsiteY1" fmla="*/ 54857 h 54857"/>
                  <a:gd name="connsiteX2" fmla="*/ 14331 w 55405"/>
                  <a:gd name="connsiteY2" fmla="*/ 27703 h 54857"/>
                  <a:gd name="connsiteX3" fmla="*/ 1165 w 55405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405" h="54857">
                    <a:moveTo>
                      <a:pt x="55405" y="28594"/>
                    </a:moveTo>
                    <a:lnTo>
                      <a:pt x="0" y="54857"/>
                    </a:lnTo>
                    <a:lnTo>
                      <a:pt x="14331" y="27703"/>
                    </a:lnTo>
                    <a:lnTo>
                      <a:pt x="1165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1" name="图形 2">
              <a:extLst>
                <a:ext uri="{FF2B5EF4-FFF2-40B4-BE49-F238E27FC236}">
                  <a16:creationId xmlns:a16="http://schemas.microsoft.com/office/drawing/2014/main" id="{A6D5566C-F520-CB53-57F0-DED2A043889F}"/>
                </a:ext>
              </a:extLst>
            </p:cNvPr>
            <p:cNvGrpSpPr/>
            <p:nvPr/>
          </p:nvGrpSpPr>
          <p:grpSpPr>
            <a:xfrm>
              <a:off x="7062857" y="5187856"/>
              <a:ext cx="121782" cy="54857"/>
              <a:chOff x="7062857" y="5187856"/>
              <a:chExt cx="121782" cy="54857"/>
            </a:xfrm>
          </p:grpSpPr>
          <p:sp>
            <p:nvSpPr>
              <p:cNvPr id="112" name="任意多边形: 形状 111">
                <a:extLst>
                  <a:ext uri="{FF2B5EF4-FFF2-40B4-BE49-F238E27FC236}">
                    <a16:creationId xmlns:a16="http://schemas.microsoft.com/office/drawing/2014/main" id="{6E3EDBDF-3989-EAF3-1E2E-C547BF78803E}"/>
                  </a:ext>
                </a:extLst>
              </p:cNvPr>
              <p:cNvSpPr/>
              <p:nvPr/>
            </p:nvSpPr>
            <p:spPr>
              <a:xfrm>
                <a:off x="7062857" y="5215285"/>
                <a:ext cx="80640" cy="6857"/>
              </a:xfrm>
              <a:custGeom>
                <a:avLst/>
                <a:gdLst>
                  <a:gd name="connsiteX0" fmla="*/ 0 w 80640"/>
                  <a:gd name="connsiteY0" fmla="*/ 0 h 6857"/>
                  <a:gd name="connsiteX1" fmla="*/ 80640 w 80640"/>
                  <a:gd name="connsiteY1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0640" h="6857">
                    <a:moveTo>
                      <a:pt x="0" y="0"/>
                    </a:moveTo>
                    <a:lnTo>
                      <a:pt x="80640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" name="任意多边形: 形状 112">
                <a:extLst>
                  <a:ext uri="{FF2B5EF4-FFF2-40B4-BE49-F238E27FC236}">
                    <a16:creationId xmlns:a16="http://schemas.microsoft.com/office/drawing/2014/main" id="{B445AC1F-CFA9-0292-299A-6B108516C4DC}"/>
                  </a:ext>
                </a:extLst>
              </p:cNvPr>
              <p:cNvSpPr/>
              <p:nvPr/>
            </p:nvSpPr>
            <p:spPr>
              <a:xfrm>
                <a:off x="7129782" y="5187856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4" name="图形 2">
              <a:extLst>
                <a:ext uri="{FF2B5EF4-FFF2-40B4-BE49-F238E27FC236}">
                  <a16:creationId xmlns:a16="http://schemas.microsoft.com/office/drawing/2014/main" id="{EDF1EBE2-9644-0230-B06B-31575D38A6AF}"/>
                </a:ext>
              </a:extLst>
            </p:cNvPr>
            <p:cNvGrpSpPr/>
            <p:nvPr/>
          </p:nvGrpSpPr>
          <p:grpSpPr>
            <a:xfrm>
              <a:off x="6720000" y="4544999"/>
              <a:ext cx="342857" cy="1340571"/>
              <a:chOff x="6720000" y="4544999"/>
              <a:chExt cx="342857" cy="1340571"/>
            </a:xfrm>
            <a:solidFill>
              <a:srgbClr val="DAE8FC"/>
            </a:solidFill>
          </p:grpSpPr>
          <p:sp>
            <p:nvSpPr>
              <p:cNvPr id="115" name="任意多边形: 形状 114">
                <a:extLst>
                  <a:ext uri="{FF2B5EF4-FFF2-40B4-BE49-F238E27FC236}">
                    <a16:creationId xmlns:a16="http://schemas.microsoft.com/office/drawing/2014/main" id="{0C44C586-0925-E48B-97DF-53EF649C6114}"/>
                  </a:ext>
                </a:extLst>
              </p:cNvPr>
              <p:cNvSpPr/>
              <p:nvPr/>
            </p:nvSpPr>
            <p:spPr>
              <a:xfrm>
                <a:off x="6720000" y="4544999"/>
                <a:ext cx="342857" cy="1340571"/>
              </a:xfrm>
              <a:custGeom>
                <a:avLst/>
                <a:gdLst>
                  <a:gd name="connsiteX0" fmla="*/ 291429 w 342857"/>
                  <a:gd name="connsiteY0" fmla="*/ 0 h 1340571"/>
                  <a:gd name="connsiteX1" fmla="*/ 342857 w 342857"/>
                  <a:gd name="connsiteY1" fmla="*/ 51429 h 1340571"/>
                  <a:gd name="connsiteX2" fmla="*/ 342857 w 342857"/>
                  <a:gd name="connsiteY2" fmla="*/ 1289143 h 1340571"/>
                  <a:gd name="connsiteX3" fmla="*/ 291429 w 342857"/>
                  <a:gd name="connsiteY3" fmla="*/ 1340571 h 1340571"/>
                  <a:gd name="connsiteX4" fmla="*/ 51429 w 342857"/>
                  <a:gd name="connsiteY4" fmla="*/ 1340571 h 1340571"/>
                  <a:gd name="connsiteX5" fmla="*/ 0 w 342857"/>
                  <a:gd name="connsiteY5" fmla="*/ 1289143 h 1340571"/>
                  <a:gd name="connsiteX6" fmla="*/ 0 w 342857"/>
                  <a:gd name="connsiteY6" fmla="*/ 51429 h 1340571"/>
                  <a:gd name="connsiteX7" fmla="*/ 51429 w 342857"/>
                  <a:gd name="connsiteY7" fmla="*/ 0 h 1340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857" h="1340571">
                    <a:moveTo>
                      <a:pt x="291429" y="0"/>
                    </a:moveTo>
                    <a:cubicBezTo>
                      <a:pt x="319831" y="0"/>
                      <a:pt x="342857" y="23025"/>
                      <a:pt x="342857" y="51429"/>
                    </a:cubicBezTo>
                    <a:lnTo>
                      <a:pt x="342857" y="1289143"/>
                    </a:lnTo>
                    <a:cubicBezTo>
                      <a:pt x="342857" y="1317546"/>
                      <a:pt x="319831" y="1340571"/>
                      <a:pt x="291429" y="1340571"/>
                    </a:cubicBezTo>
                    <a:lnTo>
                      <a:pt x="51429" y="1340571"/>
                    </a:lnTo>
                    <a:cubicBezTo>
                      <a:pt x="23025" y="1340571"/>
                      <a:pt x="0" y="1317546"/>
                      <a:pt x="0" y="1289143"/>
                    </a:cubicBezTo>
                    <a:lnTo>
                      <a:pt x="0" y="51429"/>
                    </a:lnTo>
                    <a:cubicBezTo>
                      <a:pt x="0" y="23025"/>
                      <a:pt x="23025" y="0"/>
                      <a:pt x="5142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16" name="图片 115">
                <a:extLst>
                  <a:ext uri="{FF2B5EF4-FFF2-40B4-BE49-F238E27FC236}">
                    <a16:creationId xmlns:a16="http://schemas.microsoft.com/office/drawing/2014/main" id="{25E2DC33-A7D2-914A-6B2A-FA1E7E7BE1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23428" y="4601570"/>
                <a:ext cx="329142" cy="1277142"/>
              </a:xfrm>
              <a:custGeom>
                <a:avLst/>
                <a:gdLst>
                  <a:gd name="connsiteX0" fmla="*/ -1 w 329142"/>
                  <a:gd name="connsiteY0" fmla="*/ -1 h 1277142"/>
                  <a:gd name="connsiteX1" fmla="*/ 329142 w 329142"/>
                  <a:gd name="connsiteY1" fmla="*/ -1 h 1277142"/>
                  <a:gd name="connsiteX2" fmla="*/ 329142 w 329142"/>
                  <a:gd name="connsiteY2" fmla="*/ 1277142 h 1277142"/>
                  <a:gd name="connsiteX3" fmla="*/ -1 w 329142"/>
                  <a:gd name="connsiteY3" fmla="*/ 1277142 h 1277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2" h="1277142">
                    <a:moveTo>
                      <a:pt x="-1" y="-1"/>
                    </a:moveTo>
                    <a:lnTo>
                      <a:pt x="329142" y="-1"/>
                    </a:lnTo>
                    <a:lnTo>
                      <a:pt x="329142" y="1277142"/>
                    </a:lnTo>
                    <a:lnTo>
                      <a:pt x="-1" y="1277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117" name="图形 2">
              <a:extLst>
                <a:ext uri="{FF2B5EF4-FFF2-40B4-BE49-F238E27FC236}">
                  <a16:creationId xmlns:a16="http://schemas.microsoft.com/office/drawing/2014/main" id="{A6F03EBA-DFDA-D9C9-ADB6-1D9E483CBA41}"/>
                </a:ext>
              </a:extLst>
            </p:cNvPr>
            <p:cNvGrpSpPr/>
            <p:nvPr/>
          </p:nvGrpSpPr>
          <p:grpSpPr>
            <a:xfrm>
              <a:off x="7200000" y="4632428"/>
              <a:ext cx="342857" cy="1165714"/>
              <a:chOff x="7200000" y="4632428"/>
              <a:chExt cx="342857" cy="1165714"/>
            </a:xfrm>
            <a:solidFill>
              <a:srgbClr val="D5E8D4"/>
            </a:solidFill>
          </p:grpSpPr>
          <p:sp>
            <p:nvSpPr>
              <p:cNvPr id="118" name="任意多边形: 形状 117">
                <a:extLst>
                  <a:ext uri="{FF2B5EF4-FFF2-40B4-BE49-F238E27FC236}">
                    <a16:creationId xmlns:a16="http://schemas.microsoft.com/office/drawing/2014/main" id="{AFF5B153-6C67-3278-0577-CEA7A8BD8E13}"/>
                  </a:ext>
                </a:extLst>
              </p:cNvPr>
              <p:cNvSpPr/>
              <p:nvPr/>
            </p:nvSpPr>
            <p:spPr>
              <a:xfrm rot="10800000" flipV="1">
                <a:off x="7200000" y="4632428"/>
                <a:ext cx="342857" cy="1165714"/>
              </a:xfrm>
              <a:custGeom>
                <a:avLst/>
                <a:gdLst>
                  <a:gd name="connsiteX0" fmla="*/ 291429 w 342857"/>
                  <a:gd name="connsiteY0" fmla="*/ 0 h 1165714"/>
                  <a:gd name="connsiteX1" fmla="*/ 342857 w 342857"/>
                  <a:gd name="connsiteY1" fmla="*/ 51429 h 1165714"/>
                  <a:gd name="connsiteX2" fmla="*/ 342857 w 342857"/>
                  <a:gd name="connsiteY2" fmla="*/ 1114286 h 1165714"/>
                  <a:gd name="connsiteX3" fmla="*/ 291429 w 342857"/>
                  <a:gd name="connsiteY3" fmla="*/ 1165714 h 1165714"/>
                  <a:gd name="connsiteX4" fmla="*/ 51429 w 342857"/>
                  <a:gd name="connsiteY4" fmla="*/ 1165714 h 1165714"/>
                  <a:gd name="connsiteX5" fmla="*/ 0 w 342857"/>
                  <a:gd name="connsiteY5" fmla="*/ 1114286 h 1165714"/>
                  <a:gd name="connsiteX6" fmla="*/ 0 w 342857"/>
                  <a:gd name="connsiteY6" fmla="*/ 51429 h 1165714"/>
                  <a:gd name="connsiteX7" fmla="*/ 51429 w 342857"/>
                  <a:gd name="connsiteY7" fmla="*/ 0 h 11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857" h="1165714">
                    <a:moveTo>
                      <a:pt x="291429" y="0"/>
                    </a:moveTo>
                    <a:cubicBezTo>
                      <a:pt x="319831" y="0"/>
                      <a:pt x="342857" y="23025"/>
                      <a:pt x="342857" y="51429"/>
                    </a:cubicBezTo>
                    <a:lnTo>
                      <a:pt x="342857" y="1114286"/>
                    </a:lnTo>
                    <a:cubicBezTo>
                      <a:pt x="342857" y="1142689"/>
                      <a:pt x="319831" y="1165714"/>
                      <a:pt x="291429" y="1165714"/>
                    </a:cubicBezTo>
                    <a:lnTo>
                      <a:pt x="51429" y="1165714"/>
                    </a:lnTo>
                    <a:cubicBezTo>
                      <a:pt x="23026" y="1165714"/>
                      <a:pt x="0" y="1142689"/>
                      <a:pt x="0" y="1114286"/>
                    </a:cubicBezTo>
                    <a:lnTo>
                      <a:pt x="0" y="51429"/>
                    </a:lnTo>
                    <a:cubicBezTo>
                      <a:pt x="0" y="23025"/>
                      <a:pt x="23026" y="0"/>
                      <a:pt x="51429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3714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19" name="图片 118">
                <a:extLst>
                  <a:ext uri="{FF2B5EF4-FFF2-40B4-BE49-F238E27FC236}">
                    <a16:creationId xmlns:a16="http://schemas.microsoft.com/office/drawing/2014/main" id="{099F207D-0100-A05A-AA52-9C6EBDA4D6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03428" y="4910142"/>
                <a:ext cx="329142" cy="659999"/>
              </a:xfrm>
              <a:custGeom>
                <a:avLst/>
                <a:gdLst>
                  <a:gd name="connsiteX0" fmla="*/ -1 w 329142"/>
                  <a:gd name="connsiteY0" fmla="*/ -1 h 659999"/>
                  <a:gd name="connsiteX1" fmla="*/ 329142 w 329142"/>
                  <a:gd name="connsiteY1" fmla="*/ -1 h 659999"/>
                  <a:gd name="connsiteX2" fmla="*/ 329142 w 329142"/>
                  <a:gd name="connsiteY2" fmla="*/ 660000 h 659999"/>
                  <a:gd name="connsiteX3" fmla="*/ -1 w 329142"/>
                  <a:gd name="connsiteY3" fmla="*/ 660000 h 659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2" h="659999">
                    <a:moveTo>
                      <a:pt x="-1" y="-1"/>
                    </a:moveTo>
                    <a:lnTo>
                      <a:pt x="329142" y="-1"/>
                    </a:lnTo>
                    <a:lnTo>
                      <a:pt x="329142" y="660000"/>
                    </a:lnTo>
                    <a:lnTo>
                      <a:pt x="-1" y="660000"/>
                    </a:lnTo>
                    <a:close/>
                  </a:path>
                </a:pathLst>
              </a:custGeom>
            </p:spPr>
          </p:pic>
        </p:grpSp>
        <p:grpSp>
          <p:nvGrpSpPr>
            <p:cNvPr id="120" name="图形 2">
              <a:extLst>
                <a:ext uri="{FF2B5EF4-FFF2-40B4-BE49-F238E27FC236}">
                  <a16:creationId xmlns:a16="http://schemas.microsoft.com/office/drawing/2014/main" id="{B57040C8-1B34-6011-C4AE-39201B50B899}"/>
                </a:ext>
              </a:extLst>
            </p:cNvPr>
            <p:cNvGrpSpPr/>
            <p:nvPr/>
          </p:nvGrpSpPr>
          <p:grpSpPr>
            <a:xfrm>
              <a:off x="6027497" y="4675285"/>
              <a:ext cx="677142" cy="570857"/>
              <a:chOff x="6027497" y="4675285"/>
              <a:chExt cx="677142" cy="570857"/>
            </a:xfrm>
          </p:grpSpPr>
          <p:sp>
            <p:nvSpPr>
              <p:cNvPr id="121" name="任意多边形: 形状 120">
                <a:extLst>
                  <a:ext uri="{FF2B5EF4-FFF2-40B4-BE49-F238E27FC236}">
                    <a16:creationId xmlns:a16="http://schemas.microsoft.com/office/drawing/2014/main" id="{C8EEDC9A-1745-9E5C-E035-B114F23235B9}"/>
                  </a:ext>
                </a:extLst>
              </p:cNvPr>
              <p:cNvSpPr/>
              <p:nvPr/>
            </p:nvSpPr>
            <p:spPr>
              <a:xfrm>
                <a:off x="6027497" y="4675285"/>
                <a:ext cx="636000" cy="543428"/>
              </a:xfrm>
              <a:custGeom>
                <a:avLst/>
                <a:gdLst>
                  <a:gd name="connsiteX0" fmla="*/ 0 w 636000"/>
                  <a:gd name="connsiteY0" fmla="*/ 0 h 543428"/>
                  <a:gd name="connsiteX1" fmla="*/ 281074 w 636000"/>
                  <a:gd name="connsiteY1" fmla="*/ 0 h 543428"/>
                  <a:gd name="connsiteX2" fmla="*/ 349646 w 636000"/>
                  <a:gd name="connsiteY2" fmla="*/ 68571 h 543428"/>
                  <a:gd name="connsiteX3" fmla="*/ 349646 w 636000"/>
                  <a:gd name="connsiteY3" fmla="*/ 474857 h 543428"/>
                  <a:gd name="connsiteX4" fmla="*/ 418217 w 636000"/>
                  <a:gd name="connsiteY4" fmla="*/ 543429 h 543428"/>
                  <a:gd name="connsiteX5" fmla="*/ 636000 w 636000"/>
                  <a:gd name="connsiteY5" fmla="*/ 543429 h 543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6000" h="543428">
                    <a:moveTo>
                      <a:pt x="0" y="0"/>
                    </a:moveTo>
                    <a:lnTo>
                      <a:pt x="281074" y="0"/>
                    </a:lnTo>
                    <a:cubicBezTo>
                      <a:pt x="326789" y="0"/>
                      <a:pt x="349646" y="22857"/>
                      <a:pt x="349646" y="68571"/>
                    </a:cubicBezTo>
                    <a:lnTo>
                      <a:pt x="349646" y="474857"/>
                    </a:lnTo>
                    <a:cubicBezTo>
                      <a:pt x="349646" y="520572"/>
                      <a:pt x="372503" y="543429"/>
                      <a:pt x="418217" y="543429"/>
                    </a:cubicBezTo>
                    <a:lnTo>
                      <a:pt x="636000" y="543429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2" name="任意多边形: 形状 121">
                <a:extLst>
                  <a:ext uri="{FF2B5EF4-FFF2-40B4-BE49-F238E27FC236}">
                    <a16:creationId xmlns:a16="http://schemas.microsoft.com/office/drawing/2014/main" id="{52F60B5D-A9CC-5BC3-548C-008FE232DC0D}"/>
                  </a:ext>
                </a:extLst>
              </p:cNvPr>
              <p:cNvSpPr/>
              <p:nvPr/>
            </p:nvSpPr>
            <p:spPr>
              <a:xfrm>
                <a:off x="6649782" y="5191285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23" name="图形 2">
              <a:extLst>
                <a:ext uri="{FF2B5EF4-FFF2-40B4-BE49-F238E27FC236}">
                  <a16:creationId xmlns:a16="http://schemas.microsoft.com/office/drawing/2014/main" id="{00C0A641-80EF-D2DD-9500-5C89823D8934}"/>
                </a:ext>
              </a:extLst>
            </p:cNvPr>
            <p:cNvGrpSpPr/>
            <p:nvPr/>
          </p:nvGrpSpPr>
          <p:grpSpPr>
            <a:xfrm>
              <a:off x="6027497" y="5187856"/>
              <a:ext cx="677142" cy="598285"/>
              <a:chOff x="6027497" y="5187856"/>
              <a:chExt cx="677142" cy="598285"/>
            </a:xfrm>
          </p:grpSpPr>
          <p:sp>
            <p:nvSpPr>
              <p:cNvPr id="124" name="任意多边形: 形状 123">
                <a:extLst>
                  <a:ext uri="{FF2B5EF4-FFF2-40B4-BE49-F238E27FC236}">
                    <a16:creationId xmlns:a16="http://schemas.microsoft.com/office/drawing/2014/main" id="{F75A90FA-6EE5-0BAC-916F-2180AEF9243D}"/>
                  </a:ext>
                </a:extLst>
              </p:cNvPr>
              <p:cNvSpPr/>
              <p:nvPr/>
            </p:nvSpPr>
            <p:spPr>
              <a:xfrm>
                <a:off x="6027497" y="5215285"/>
                <a:ext cx="636000" cy="570857"/>
              </a:xfrm>
              <a:custGeom>
                <a:avLst/>
                <a:gdLst>
                  <a:gd name="connsiteX0" fmla="*/ 0 w 636000"/>
                  <a:gd name="connsiteY0" fmla="*/ 570857 h 570857"/>
                  <a:gd name="connsiteX1" fmla="*/ 281074 w 636000"/>
                  <a:gd name="connsiteY1" fmla="*/ 570857 h 570857"/>
                  <a:gd name="connsiteX2" fmla="*/ 349646 w 636000"/>
                  <a:gd name="connsiteY2" fmla="*/ 502286 h 570857"/>
                  <a:gd name="connsiteX3" fmla="*/ 349646 w 636000"/>
                  <a:gd name="connsiteY3" fmla="*/ 68571 h 570857"/>
                  <a:gd name="connsiteX4" fmla="*/ 418217 w 636000"/>
                  <a:gd name="connsiteY4" fmla="*/ 0 h 570857"/>
                  <a:gd name="connsiteX5" fmla="*/ 636000 w 636000"/>
                  <a:gd name="connsiteY5" fmla="*/ 0 h 570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6000" h="570857">
                    <a:moveTo>
                      <a:pt x="0" y="570857"/>
                    </a:moveTo>
                    <a:lnTo>
                      <a:pt x="281074" y="570857"/>
                    </a:lnTo>
                    <a:cubicBezTo>
                      <a:pt x="326789" y="570857"/>
                      <a:pt x="349646" y="548000"/>
                      <a:pt x="349646" y="502286"/>
                    </a:cubicBezTo>
                    <a:lnTo>
                      <a:pt x="349646" y="68571"/>
                    </a:lnTo>
                    <a:cubicBezTo>
                      <a:pt x="349646" y="22857"/>
                      <a:pt x="372503" y="0"/>
                      <a:pt x="418217" y="0"/>
                    </a:cubicBezTo>
                    <a:lnTo>
                      <a:pt x="636000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5" name="任意多边形: 形状 124">
                <a:extLst>
                  <a:ext uri="{FF2B5EF4-FFF2-40B4-BE49-F238E27FC236}">
                    <a16:creationId xmlns:a16="http://schemas.microsoft.com/office/drawing/2014/main" id="{B995AB2F-49E5-418C-78CD-9DC707B1209C}"/>
                  </a:ext>
                </a:extLst>
              </p:cNvPr>
              <p:cNvSpPr/>
              <p:nvPr/>
            </p:nvSpPr>
            <p:spPr>
              <a:xfrm>
                <a:off x="6649782" y="5187856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26" name="图形 2">
              <a:extLst>
                <a:ext uri="{FF2B5EF4-FFF2-40B4-BE49-F238E27FC236}">
                  <a16:creationId xmlns:a16="http://schemas.microsoft.com/office/drawing/2014/main" id="{B8856650-82C8-EB73-B17F-822AC8E40EF1}"/>
                </a:ext>
              </a:extLst>
            </p:cNvPr>
            <p:cNvGrpSpPr/>
            <p:nvPr/>
          </p:nvGrpSpPr>
          <p:grpSpPr>
            <a:xfrm>
              <a:off x="6432000" y="5115856"/>
              <a:ext cx="192000" cy="248571"/>
              <a:chOff x="6432000" y="5115856"/>
              <a:chExt cx="192000" cy="248571"/>
            </a:xfrm>
            <a:solidFill>
              <a:srgbClr val="FFFFFF"/>
            </a:solidFill>
          </p:grpSpPr>
          <p:sp>
            <p:nvSpPr>
              <p:cNvPr id="127" name="任意多边形: 形状 126">
                <a:extLst>
                  <a:ext uri="{FF2B5EF4-FFF2-40B4-BE49-F238E27FC236}">
                    <a16:creationId xmlns:a16="http://schemas.microsoft.com/office/drawing/2014/main" id="{E9E6DBE1-F25A-6E2D-3467-98941F21BA55}"/>
                  </a:ext>
                </a:extLst>
              </p:cNvPr>
              <p:cNvSpPr/>
              <p:nvPr/>
            </p:nvSpPr>
            <p:spPr>
              <a:xfrm>
                <a:off x="6432000" y="5122713"/>
                <a:ext cx="192000" cy="191999"/>
              </a:xfrm>
              <a:custGeom>
                <a:avLst/>
                <a:gdLst>
                  <a:gd name="connsiteX0" fmla="*/ 192000 w 192000"/>
                  <a:gd name="connsiteY0" fmla="*/ 96000 h 191999"/>
                  <a:gd name="connsiteX1" fmla="*/ 96000 w 192000"/>
                  <a:gd name="connsiteY1" fmla="*/ 192000 h 191999"/>
                  <a:gd name="connsiteX2" fmla="*/ 0 w 192000"/>
                  <a:gd name="connsiteY2" fmla="*/ 96000 h 191999"/>
                  <a:gd name="connsiteX3" fmla="*/ 96000 w 192000"/>
                  <a:gd name="connsiteY3" fmla="*/ 0 h 191999"/>
                  <a:gd name="connsiteX4" fmla="*/ 192000 w 192000"/>
                  <a:gd name="connsiteY4" fmla="*/ 96000 h 19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000" h="191999">
                    <a:moveTo>
                      <a:pt x="192000" y="96000"/>
                    </a:moveTo>
                    <a:cubicBezTo>
                      <a:pt x="192000" y="149019"/>
                      <a:pt x="149019" y="192000"/>
                      <a:pt x="96000" y="192000"/>
                    </a:cubicBezTo>
                    <a:cubicBezTo>
                      <a:pt x="42981" y="192000"/>
                      <a:pt x="0" y="149019"/>
                      <a:pt x="0" y="96000"/>
                    </a:cubicBezTo>
                    <a:cubicBezTo>
                      <a:pt x="0" y="42981"/>
                      <a:pt x="42981" y="0"/>
                      <a:pt x="96000" y="0"/>
                    </a:cubicBezTo>
                    <a:cubicBezTo>
                      <a:pt x="149019" y="0"/>
                      <a:pt x="192000" y="42981"/>
                      <a:pt x="192000" y="96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28" name="图片 127">
                <a:extLst>
                  <a:ext uri="{FF2B5EF4-FFF2-40B4-BE49-F238E27FC236}">
                    <a16:creationId xmlns:a16="http://schemas.microsoft.com/office/drawing/2014/main" id="{088EFB33-7323-CF50-DAFB-7F1E9EB5A6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35428" y="5115856"/>
                <a:ext cx="178285" cy="248571"/>
              </a:xfrm>
              <a:custGeom>
                <a:avLst/>
                <a:gdLst>
                  <a:gd name="connsiteX0" fmla="*/ -1 w 178285"/>
                  <a:gd name="connsiteY0" fmla="*/ -1 h 248571"/>
                  <a:gd name="connsiteX1" fmla="*/ 178285 w 178285"/>
                  <a:gd name="connsiteY1" fmla="*/ -1 h 248571"/>
                  <a:gd name="connsiteX2" fmla="*/ 178285 w 178285"/>
                  <a:gd name="connsiteY2" fmla="*/ 248571 h 248571"/>
                  <a:gd name="connsiteX3" fmla="*/ -1 w 178285"/>
                  <a:gd name="connsiteY3" fmla="*/ 248571 h 248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8285" h="248571">
                    <a:moveTo>
                      <a:pt x="-1" y="-1"/>
                    </a:moveTo>
                    <a:lnTo>
                      <a:pt x="178285" y="-1"/>
                    </a:lnTo>
                    <a:lnTo>
                      <a:pt x="178285" y="248571"/>
                    </a:lnTo>
                    <a:lnTo>
                      <a:pt x="-1" y="248571"/>
                    </a:lnTo>
                    <a:close/>
                  </a:path>
                </a:pathLst>
              </a:custGeom>
            </p:spPr>
          </p:pic>
        </p:grpSp>
        <p:grpSp>
          <p:nvGrpSpPr>
            <p:cNvPr id="129" name="图形 2">
              <a:extLst>
                <a:ext uri="{FF2B5EF4-FFF2-40B4-BE49-F238E27FC236}">
                  <a16:creationId xmlns:a16="http://schemas.microsoft.com/office/drawing/2014/main" id="{2BBDDEDE-6E64-7605-B0C2-0A827BCA65C0}"/>
                </a:ext>
              </a:extLst>
            </p:cNvPr>
            <p:cNvGrpSpPr/>
            <p:nvPr/>
          </p:nvGrpSpPr>
          <p:grpSpPr>
            <a:xfrm>
              <a:off x="4676571" y="2996999"/>
              <a:ext cx="176640" cy="54857"/>
              <a:chOff x="4676571" y="2996999"/>
              <a:chExt cx="176640" cy="54857"/>
            </a:xfrm>
          </p:grpSpPr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36F8CE51-A4AB-FB4A-E8E4-17A09A8112FF}"/>
                  </a:ext>
                </a:extLst>
              </p:cNvPr>
              <p:cNvSpPr/>
              <p:nvPr/>
            </p:nvSpPr>
            <p:spPr>
              <a:xfrm>
                <a:off x="4676571" y="3024428"/>
                <a:ext cx="137142" cy="6857"/>
              </a:xfrm>
              <a:custGeom>
                <a:avLst/>
                <a:gdLst>
                  <a:gd name="connsiteX0" fmla="*/ 0 w 137142"/>
                  <a:gd name="connsiteY0" fmla="*/ 0 h 6857"/>
                  <a:gd name="connsiteX1" fmla="*/ 137143 w 137142"/>
                  <a:gd name="connsiteY1" fmla="*/ 0 h 6857"/>
                  <a:gd name="connsiteX2" fmla="*/ 54857 w 137142"/>
                  <a:gd name="connsiteY2" fmla="*/ 0 h 6857"/>
                  <a:gd name="connsiteX3" fmla="*/ 135497 w 137142"/>
                  <a:gd name="connsiteY3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142" h="6857">
                    <a:moveTo>
                      <a:pt x="0" y="0"/>
                    </a:moveTo>
                    <a:lnTo>
                      <a:pt x="137143" y="0"/>
                    </a:lnTo>
                    <a:lnTo>
                      <a:pt x="54857" y="0"/>
                    </a:lnTo>
                    <a:lnTo>
                      <a:pt x="135497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: 形状 130">
                <a:extLst>
                  <a:ext uri="{FF2B5EF4-FFF2-40B4-BE49-F238E27FC236}">
                    <a16:creationId xmlns:a16="http://schemas.microsoft.com/office/drawing/2014/main" id="{0614D521-2FA4-A723-2E52-B3D56A60BB4C}"/>
                  </a:ext>
                </a:extLst>
              </p:cNvPr>
              <p:cNvSpPr/>
              <p:nvPr/>
            </p:nvSpPr>
            <p:spPr>
              <a:xfrm>
                <a:off x="4798354" y="2996999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32" name="图形 2">
              <a:extLst>
                <a:ext uri="{FF2B5EF4-FFF2-40B4-BE49-F238E27FC236}">
                  <a16:creationId xmlns:a16="http://schemas.microsoft.com/office/drawing/2014/main" id="{9D1EF384-76A6-65C4-8BB9-B13CB909CD7F}"/>
                </a:ext>
              </a:extLst>
            </p:cNvPr>
            <p:cNvGrpSpPr/>
            <p:nvPr/>
          </p:nvGrpSpPr>
          <p:grpSpPr>
            <a:xfrm>
              <a:off x="3793782" y="2784428"/>
              <a:ext cx="882857" cy="488571"/>
              <a:chOff x="3793782" y="2784428"/>
              <a:chExt cx="882857" cy="488571"/>
            </a:xfrm>
            <a:solidFill>
              <a:srgbClr val="D5E8D4"/>
            </a:solidFill>
          </p:grpSpPr>
          <p:sp>
            <p:nvSpPr>
              <p:cNvPr id="133" name="任意多边形: 形状 132">
                <a:extLst>
                  <a:ext uri="{FF2B5EF4-FFF2-40B4-BE49-F238E27FC236}">
                    <a16:creationId xmlns:a16="http://schemas.microsoft.com/office/drawing/2014/main" id="{6C6C3FBD-D9D3-A722-5A9A-02DD1867101A}"/>
                  </a:ext>
                </a:extLst>
              </p:cNvPr>
              <p:cNvSpPr/>
              <p:nvPr/>
            </p:nvSpPr>
            <p:spPr>
              <a:xfrm rot="10800000" flipV="1">
                <a:off x="3793782" y="2784428"/>
                <a:ext cx="882857" cy="479999"/>
              </a:xfrm>
              <a:custGeom>
                <a:avLst/>
                <a:gdLst>
                  <a:gd name="connsiteX0" fmla="*/ 810857 w 882857"/>
                  <a:gd name="connsiteY0" fmla="*/ 0 h 479999"/>
                  <a:gd name="connsiteX1" fmla="*/ 882857 w 882857"/>
                  <a:gd name="connsiteY1" fmla="*/ 72000 h 479999"/>
                  <a:gd name="connsiteX2" fmla="*/ 882857 w 882857"/>
                  <a:gd name="connsiteY2" fmla="*/ 408000 h 479999"/>
                  <a:gd name="connsiteX3" fmla="*/ 810857 w 882857"/>
                  <a:gd name="connsiteY3" fmla="*/ 480000 h 479999"/>
                  <a:gd name="connsiteX4" fmla="*/ 72000 w 882857"/>
                  <a:gd name="connsiteY4" fmla="*/ 480000 h 479999"/>
                  <a:gd name="connsiteX5" fmla="*/ 0 w 882857"/>
                  <a:gd name="connsiteY5" fmla="*/ 408000 h 479999"/>
                  <a:gd name="connsiteX6" fmla="*/ 0 w 882857"/>
                  <a:gd name="connsiteY6" fmla="*/ 72000 h 479999"/>
                  <a:gd name="connsiteX7" fmla="*/ 72000 w 882857"/>
                  <a:gd name="connsiteY7" fmla="*/ 0 h 479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2857" h="479999">
                    <a:moveTo>
                      <a:pt x="810857" y="0"/>
                    </a:moveTo>
                    <a:cubicBezTo>
                      <a:pt x="850622" y="0"/>
                      <a:pt x="882857" y="32236"/>
                      <a:pt x="882857" y="72000"/>
                    </a:cubicBezTo>
                    <a:lnTo>
                      <a:pt x="882857" y="408000"/>
                    </a:lnTo>
                    <a:cubicBezTo>
                      <a:pt x="882857" y="447764"/>
                      <a:pt x="850622" y="480000"/>
                      <a:pt x="810857" y="480000"/>
                    </a:cubicBezTo>
                    <a:lnTo>
                      <a:pt x="72000" y="480000"/>
                    </a:lnTo>
                    <a:cubicBezTo>
                      <a:pt x="32235" y="480000"/>
                      <a:pt x="0" y="447764"/>
                      <a:pt x="0" y="408000"/>
                    </a:cubicBezTo>
                    <a:lnTo>
                      <a:pt x="0" y="72000"/>
                    </a:lnTo>
                    <a:cubicBezTo>
                      <a:pt x="0" y="32236"/>
                      <a:pt x="32235" y="0"/>
                      <a:pt x="72000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3714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34" name="图片 133">
                <a:extLst>
                  <a:ext uri="{FF2B5EF4-FFF2-40B4-BE49-F238E27FC236}">
                    <a16:creationId xmlns:a16="http://schemas.microsoft.com/office/drawing/2014/main" id="{C5398B22-738A-E0C5-9AF5-F9BB38D4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95428" y="2818713"/>
                <a:ext cx="870857" cy="454285"/>
              </a:xfrm>
              <a:custGeom>
                <a:avLst/>
                <a:gdLst>
                  <a:gd name="connsiteX0" fmla="*/ -1 w 870857"/>
                  <a:gd name="connsiteY0" fmla="*/ -1 h 454285"/>
                  <a:gd name="connsiteX1" fmla="*/ 870857 w 870857"/>
                  <a:gd name="connsiteY1" fmla="*/ -1 h 454285"/>
                  <a:gd name="connsiteX2" fmla="*/ 870857 w 870857"/>
                  <a:gd name="connsiteY2" fmla="*/ 454285 h 454285"/>
                  <a:gd name="connsiteX3" fmla="*/ -1 w 870857"/>
                  <a:gd name="connsiteY3" fmla="*/ 454285 h 454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0857" h="454285">
                    <a:moveTo>
                      <a:pt x="-1" y="-1"/>
                    </a:moveTo>
                    <a:lnTo>
                      <a:pt x="870857" y="-1"/>
                    </a:lnTo>
                    <a:lnTo>
                      <a:pt x="870857" y="454285"/>
                    </a:lnTo>
                    <a:lnTo>
                      <a:pt x="-1" y="454285"/>
                    </a:lnTo>
                    <a:close/>
                  </a:path>
                </a:pathLst>
              </a:custGeom>
            </p:spPr>
          </p:pic>
        </p:grpSp>
        <p:grpSp>
          <p:nvGrpSpPr>
            <p:cNvPr id="135" name="图形 2">
              <a:extLst>
                <a:ext uri="{FF2B5EF4-FFF2-40B4-BE49-F238E27FC236}">
                  <a16:creationId xmlns:a16="http://schemas.microsoft.com/office/drawing/2014/main" id="{4061DB59-75A1-D0A7-A5BE-B47DDE7B1CA2}"/>
                </a:ext>
              </a:extLst>
            </p:cNvPr>
            <p:cNvGrpSpPr/>
            <p:nvPr/>
          </p:nvGrpSpPr>
          <p:grpSpPr>
            <a:xfrm>
              <a:off x="3604251" y="2996999"/>
              <a:ext cx="174102" cy="54857"/>
              <a:chOff x="3604251" y="2996999"/>
              <a:chExt cx="174102" cy="54857"/>
            </a:xfrm>
          </p:grpSpPr>
          <p:sp>
            <p:nvSpPr>
              <p:cNvPr id="136" name="任意多边形: 形状 135">
                <a:extLst>
                  <a:ext uri="{FF2B5EF4-FFF2-40B4-BE49-F238E27FC236}">
                    <a16:creationId xmlns:a16="http://schemas.microsoft.com/office/drawing/2014/main" id="{33E6129D-AF90-6A1A-6DBA-DD9359E1773C}"/>
                  </a:ext>
                </a:extLst>
              </p:cNvPr>
              <p:cNvSpPr/>
              <p:nvPr/>
            </p:nvSpPr>
            <p:spPr>
              <a:xfrm>
                <a:off x="3604251" y="3024428"/>
                <a:ext cx="136320" cy="6857"/>
              </a:xfrm>
              <a:custGeom>
                <a:avLst/>
                <a:gdLst>
                  <a:gd name="connsiteX0" fmla="*/ 0 w 136320"/>
                  <a:gd name="connsiteY0" fmla="*/ 0 h 6857"/>
                  <a:gd name="connsiteX1" fmla="*/ 136320 w 136320"/>
                  <a:gd name="connsiteY1" fmla="*/ 0 h 6857"/>
                  <a:gd name="connsiteX2" fmla="*/ 132960 w 136320"/>
                  <a:gd name="connsiteY2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6320" h="6857">
                    <a:moveTo>
                      <a:pt x="0" y="0"/>
                    </a:moveTo>
                    <a:lnTo>
                      <a:pt x="136320" y="0"/>
                    </a:lnTo>
                    <a:lnTo>
                      <a:pt x="132960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734B0CBC-4E43-7E6E-8311-AA80C5D5DF52}"/>
                  </a:ext>
                </a:extLst>
              </p:cNvPr>
              <p:cNvSpPr/>
              <p:nvPr/>
            </p:nvSpPr>
            <p:spPr>
              <a:xfrm>
                <a:off x="3723497" y="2996999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38" name="图形 2">
              <a:extLst>
                <a:ext uri="{FF2B5EF4-FFF2-40B4-BE49-F238E27FC236}">
                  <a16:creationId xmlns:a16="http://schemas.microsoft.com/office/drawing/2014/main" id="{0D9E2C2F-4FB7-D335-84EF-7C8EDA5D1E8A}"/>
                </a:ext>
              </a:extLst>
            </p:cNvPr>
            <p:cNvGrpSpPr/>
            <p:nvPr/>
          </p:nvGrpSpPr>
          <p:grpSpPr>
            <a:xfrm>
              <a:off x="5211428" y="2996999"/>
              <a:ext cx="162925" cy="54857"/>
              <a:chOff x="5211428" y="2996999"/>
              <a:chExt cx="162925" cy="54857"/>
            </a:xfrm>
          </p:grpSpPr>
          <p:sp>
            <p:nvSpPr>
              <p:cNvPr id="139" name="任意多边形: 形状 138">
                <a:extLst>
                  <a:ext uri="{FF2B5EF4-FFF2-40B4-BE49-F238E27FC236}">
                    <a16:creationId xmlns:a16="http://schemas.microsoft.com/office/drawing/2014/main" id="{E6C56D03-675C-C845-3E2C-B309F9B3526A}"/>
                  </a:ext>
                </a:extLst>
              </p:cNvPr>
              <p:cNvSpPr/>
              <p:nvPr/>
            </p:nvSpPr>
            <p:spPr>
              <a:xfrm>
                <a:off x="5211428" y="3024428"/>
                <a:ext cx="121782" cy="6857"/>
              </a:xfrm>
              <a:custGeom>
                <a:avLst/>
                <a:gdLst>
                  <a:gd name="connsiteX0" fmla="*/ 0 w 121782"/>
                  <a:gd name="connsiteY0" fmla="*/ 0 h 6857"/>
                  <a:gd name="connsiteX1" fmla="*/ 121783 w 121782"/>
                  <a:gd name="connsiteY1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782" h="6857">
                    <a:moveTo>
                      <a:pt x="0" y="0"/>
                    </a:moveTo>
                    <a:lnTo>
                      <a:pt x="121783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0" name="任意多边形: 形状 139">
                <a:extLst>
                  <a:ext uri="{FF2B5EF4-FFF2-40B4-BE49-F238E27FC236}">
                    <a16:creationId xmlns:a16="http://schemas.microsoft.com/office/drawing/2014/main" id="{2D0D18FC-6071-32A2-83EA-D52CE4053859}"/>
                  </a:ext>
                </a:extLst>
              </p:cNvPr>
              <p:cNvSpPr/>
              <p:nvPr/>
            </p:nvSpPr>
            <p:spPr>
              <a:xfrm>
                <a:off x="5319497" y="2996999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1" name="图形 2">
              <a:extLst>
                <a:ext uri="{FF2B5EF4-FFF2-40B4-BE49-F238E27FC236}">
                  <a16:creationId xmlns:a16="http://schemas.microsoft.com/office/drawing/2014/main" id="{3B6D63C3-CD07-001E-8A38-69979FDAA536}"/>
                </a:ext>
              </a:extLst>
            </p:cNvPr>
            <p:cNvGrpSpPr/>
            <p:nvPr/>
          </p:nvGrpSpPr>
          <p:grpSpPr>
            <a:xfrm>
              <a:off x="4868571" y="2578713"/>
              <a:ext cx="342857" cy="899999"/>
              <a:chOff x="4868571" y="2578713"/>
              <a:chExt cx="342857" cy="899999"/>
            </a:xfrm>
            <a:solidFill>
              <a:srgbClr val="DAE8FC"/>
            </a:solidFill>
          </p:grpSpPr>
          <p:sp>
            <p:nvSpPr>
              <p:cNvPr id="142" name="任意多边形: 形状 141">
                <a:extLst>
                  <a:ext uri="{FF2B5EF4-FFF2-40B4-BE49-F238E27FC236}">
                    <a16:creationId xmlns:a16="http://schemas.microsoft.com/office/drawing/2014/main" id="{34DF1255-01AF-4D8D-203C-AE44B3625428}"/>
                  </a:ext>
                </a:extLst>
              </p:cNvPr>
              <p:cNvSpPr/>
              <p:nvPr/>
            </p:nvSpPr>
            <p:spPr>
              <a:xfrm rot="10800000" flipV="1">
                <a:off x="4868571" y="2578713"/>
                <a:ext cx="342857" cy="891428"/>
              </a:xfrm>
              <a:custGeom>
                <a:avLst/>
                <a:gdLst>
                  <a:gd name="connsiteX0" fmla="*/ 291429 w 342857"/>
                  <a:gd name="connsiteY0" fmla="*/ 0 h 891428"/>
                  <a:gd name="connsiteX1" fmla="*/ 342857 w 342857"/>
                  <a:gd name="connsiteY1" fmla="*/ 51429 h 891428"/>
                  <a:gd name="connsiteX2" fmla="*/ 342857 w 342857"/>
                  <a:gd name="connsiteY2" fmla="*/ 840000 h 891428"/>
                  <a:gd name="connsiteX3" fmla="*/ 291429 w 342857"/>
                  <a:gd name="connsiteY3" fmla="*/ 891429 h 891428"/>
                  <a:gd name="connsiteX4" fmla="*/ 51429 w 342857"/>
                  <a:gd name="connsiteY4" fmla="*/ 891429 h 891428"/>
                  <a:gd name="connsiteX5" fmla="*/ 0 w 342857"/>
                  <a:gd name="connsiteY5" fmla="*/ 840000 h 891428"/>
                  <a:gd name="connsiteX6" fmla="*/ 0 w 342857"/>
                  <a:gd name="connsiteY6" fmla="*/ 51429 h 891428"/>
                  <a:gd name="connsiteX7" fmla="*/ 51429 w 342857"/>
                  <a:gd name="connsiteY7" fmla="*/ 0 h 891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857" h="891428">
                    <a:moveTo>
                      <a:pt x="291429" y="0"/>
                    </a:moveTo>
                    <a:cubicBezTo>
                      <a:pt x="319832" y="0"/>
                      <a:pt x="342857" y="23025"/>
                      <a:pt x="342857" y="51429"/>
                    </a:cubicBezTo>
                    <a:lnTo>
                      <a:pt x="342857" y="840000"/>
                    </a:lnTo>
                    <a:cubicBezTo>
                      <a:pt x="342857" y="868403"/>
                      <a:pt x="319832" y="891429"/>
                      <a:pt x="291429" y="891429"/>
                    </a:cubicBezTo>
                    <a:lnTo>
                      <a:pt x="51429" y="891429"/>
                    </a:lnTo>
                    <a:cubicBezTo>
                      <a:pt x="23025" y="891429"/>
                      <a:pt x="0" y="868403"/>
                      <a:pt x="0" y="840000"/>
                    </a:cubicBezTo>
                    <a:lnTo>
                      <a:pt x="0" y="51429"/>
                    </a:lnTo>
                    <a:cubicBezTo>
                      <a:pt x="0" y="23025"/>
                      <a:pt x="23025" y="0"/>
                      <a:pt x="5142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43" name="图片 142">
                <a:extLst>
                  <a:ext uri="{FF2B5EF4-FFF2-40B4-BE49-F238E27FC236}">
                    <a16:creationId xmlns:a16="http://schemas.microsoft.com/office/drawing/2014/main" id="{AFED140D-EE32-9227-E526-B37E905E9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72000" y="2612999"/>
                <a:ext cx="329142" cy="865714"/>
              </a:xfrm>
              <a:custGeom>
                <a:avLst/>
                <a:gdLst>
                  <a:gd name="connsiteX0" fmla="*/ -1 w 329142"/>
                  <a:gd name="connsiteY0" fmla="*/ -1 h 865714"/>
                  <a:gd name="connsiteX1" fmla="*/ 329142 w 329142"/>
                  <a:gd name="connsiteY1" fmla="*/ -1 h 865714"/>
                  <a:gd name="connsiteX2" fmla="*/ 329142 w 329142"/>
                  <a:gd name="connsiteY2" fmla="*/ 865714 h 865714"/>
                  <a:gd name="connsiteX3" fmla="*/ -1 w 329142"/>
                  <a:gd name="connsiteY3" fmla="*/ 865714 h 8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2" h="865714">
                    <a:moveTo>
                      <a:pt x="-1" y="-1"/>
                    </a:moveTo>
                    <a:lnTo>
                      <a:pt x="329142" y="-1"/>
                    </a:lnTo>
                    <a:lnTo>
                      <a:pt x="329142" y="865714"/>
                    </a:lnTo>
                    <a:lnTo>
                      <a:pt x="-1" y="865714"/>
                    </a:lnTo>
                    <a:close/>
                  </a:path>
                </a:pathLst>
              </a:custGeom>
            </p:spPr>
          </p:pic>
        </p:grpSp>
        <p:grpSp>
          <p:nvGrpSpPr>
            <p:cNvPr id="144" name="图形 2">
              <a:extLst>
                <a:ext uri="{FF2B5EF4-FFF2-40B4-BE49-F238E27FC236}">
                  <a16:creationId xmlns:a16="http://schemas.microsoft.com/office/drawing/2014/main" id="{32D6B0AB-AD90-1408-1FB7-C82E710B9ACE}"/>
                </a:ext>
              </a:extLst>
            </p:cNvPr>
            <p:cNvGrpSpPr/>
            <p:nvPr/>
          </p:nvGrpSpPr>
          <p:grpSpPr>
            <a:xfrm>
              <a:off x="5732571" y="2626165"/>
              <a:ext cx="320640" cy="398262"/>
              <a:chOff x="5732571" y="2626165"/>
              <a:chExt cx="320640" cy="398262"/>
            </a:xfrm>
          </p:grpSpPr>
          <p:sp>
            <p:nvSpPr>
              <p:cNvPr id="145" name="任意多边形: 形状 144">
                <a:extLst>
                  <a:ext uri="{FF2B5EF4-FFF2-40B4-BE49-F238E27FC236}">
                    <a16:creationId xmlns:a16="http://schemas.microsoft.com/office/drawing/2014/main" id="{4FF989ED-5B3B-C783-6E7B-6736F6B65428}"/>
                  </a:ext>
                </a:extLst>
              </p:cNvPr>
              <p:cNvSpPr/>
              <p:nvPr/>
            </p:nvSpPr>
            <p:spPr>
              <a:xfrm>
                <a:off x="5732571" y="2653525"/>
                <a:ext cx="279497" cy="370902"/>
              </a:xfrm>
              <a:custGeom>
                <a:avLst/>
                <a:gdLst>
                  <a:gd name="connsiteX0" fmla="*/ 0 w 279497"/>
                  <a:gd name="connsiteY0" fmla="*/ 370903 h 370902"/>
                  <a:gd name="connsiteX1" fmla="*/ 99429 w 279497"/>
                  <a:gd name="connsiteY1" fmla="*/ 370903 h 370902"/>
                  <a:gd name="connsiteX2" fmla="*/ 168000 w 279497"/>
                  <a:gd name="connsiteY2" fmla="*/ 302331 h 370902"/>
                  <a:gd name="connsiteX3" fmla="*/ 168000 w 279497"/>
                  <a:gd name="connsiteY3" fmla="*/ 69189 h 370902"/>
                  <a:gd name="connsiteX4" fmla="*/ 223749 w 279497"/>
                  <a:gd name="connsiteY4" fmla="*/ 343 h 370902"/>
                  <a:gd name="connsiteX5" fmla="*/ 279497 w 279497"/>
                  <a:gd name="connsiteY5" fmla="*/ 0 h 370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9497" h="370902">
                    <a:moveTo>
                      <a:pt x="0" y="370903"/>
                    </a:moveTo>
                    <a:lnTo>
                      <a:pt x="99429" y="370903"/>
                    </a:lnTo>
                    <a:cubicBezTo>
                      <a:pt x="145143" y="370903"/>
                      <a:pt x="168000" y="348046"/>
                      <a:pt x="168000" y="302331"/>
                    </a:cubicBezTo>
                    <a:lnTo>
                      <a:pt x="168000" y="69189"/>
                    </a:lnTo>
                    <a:cubicBezTo>
                      <a:pt x="168000" y="23474"/>
                      <a:pt x="186583" y="526"/>
                      <a:pt x="223749" y="343"/>
                    </a:cubicBezTo>
                    <a:lnTo>
                      <a:pt x="279497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6" name="任意多边形: 形状 145">
                <a:extLst>
                  <a:ext uri="{FF2B5EF4-FFF2-40B4-BE49-F238E27FC236}">
                    <a16:creationId xmlns:a16="http://schemas.microsoft.com/office/drawing/2014/main" id="{13A62CEA-5880-DB25-710C-C4198D4E1D86}"/>
                  </a:ext>
                </a:extLst>
              </p:cNvPr>
              <p:cNvSpPr/>
              <p:nvPr/>
            </p:nvSpPr>
            <p:spPr>
              <a:xfrm>
                <a:off x="5998217" y="2626165"/>
                <a:ext cx="54994" cy="54857"/>
              </a:xfrm>
              <a:custGeom>
                <a:avLst/>
                <a:gdLst>
                  <a:gd name="connsiteX0" fmla="*/ 54994 w 54994"/>
                  <a:gd name="connsiteY0" fmla="*/ 27154 h 54857"/>
                  <a:gd name="connsiteX1" fmla="*/ 343 w 54994"/>
                  <a:gd name="connsiteY1" fmla="*/ 54857 h 54857"/>
                  <a:gd name="connsiteX2" fmla="*/ 13852 w 54994"/>
                  <a:gd name="connsiteY2" fmla="*/ 27360 h 54857"/>
                  <a:gd name="connsiteX3" fmla="*/ 0 w 54994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994" h="54857">
                    <a:moveTo>
                      <a:pt x="54994" y="27154"/>
                    </a:moveTo>
                    <a:lnTo>
                      <a:pt x="343" y="54857"/>
                    </a:lnTo>
                    <a:lnTo>
                      <a:pt x="13852" y="273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7" name="图形 2">
              <a:extLst>
                <a:ext uri="{FF2B5EF4-FFF2-40B4-BE49-F238E27FC236}">
                  <a16:creationId xmlns:a16="http://schemas.microsoft.com/office/drawing/2014/main" id="{B124A08F-C0DF-611A-3AD1-A85BC4D69E26}"/>
                </a:ext>
              </a:extLst>
            </p:cNvPr>
            <p:cNvGrpSpPr/>
            <p:nvPr/>
          </p:nvGrpSpPr>
          <p:grpSpPr>
            <a:xfrm>
              <a:off x="5732571" y="3024428"/>
              <a:ext cx="320640" cy="431451"/>
              <a:chOff x="5732571" y="3024428"/>
              <a:chExt cx="320640" cy="431451"/>
            </a:xfrm>
          </p:grpSpPr>
          <p:sp>
            <p:nvSpPr>
              <p:cNvPr id="148" name="任意多边形: 形状 147">
                <a:extLst>
                  <a:ext uri="{FF2B5EF4-FFF2-40B4-BE49-F238E27FC236}">
                    <a16:creationId xmlns:a16="http://schemas.microsoft.com/office/drawing/2014/main" id="{72A1A31C-37CB-D98E-46C0-92CFC3A87AFD}"/>
                  </a:ext>
                </a:extLst>
              </p:cNvPr>
              <p:cNvSpPr/>
              <p:nvPr/>
            </p:nvSpPr>
            <p:spPr>
              <a:xfrm>
                <a:off x="5732571" y="3024428"/>
                <a:ext cx="279497" cy="404298"/>
              </a:xfrm>
              <a:custGeom>
                <a:avLst/>
                <a:gdLst>
                  <a:gd name="connsiteX0" fmla="*/ 0 w 279497"/>
                  <a:gd name="connsiteY0" fmla="*/ 0 h 404298"/>
                  <a:gd name="connsiteX1" fmla="*/ 99429 w 279497"/>
                  <a:gd name="connsiteY1" fmla="*/ 0 h 404298"/>
                  <a:gd name="connsiteX2" fmla="*/ 168000 w 279497"/>
                  <a:gd name="connsiteY2" fmla="*/ 68571 h 404298"/>
                  <a:gd name="connsiteX3" fmla="*/ 168000 w 279497"/>
                  <a:gd name="connsiteY3" fmla="*/ 336000 h 404298"/>
                  <a:gd name="connsiteX4" fmla="*/ 223749 w 279497"/>
                  <a:gd name="connsiteY4" fmla="*/ 404297 h 404298"/>
                  <a:gd name="connsiteX5" fmla="*/ 279497 w 279497"/>
                  <a:gd name="connsiteY5" fmla="*/ 403954 h 404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9497" h="404298">
                    <a:moveTo>
                      <a:pt x="0" y="0"/>
                    </a:moveTo>
                    <a:lnTo>
                      <a:pt x="99429" y="0"/>
                    </a:lnTo>
                    <a:cubicBezTo>
                      <a:pt x="145143" y="0"/>
                      <a:pt x="168000" y="22857"/>
                      <a:pt x="168000" y="68571"/>
                    </a:cubicBezTo>
                    <a:lnTo>
                      <a:pt x="168000" y="336000"/>
                    </a:lnTo>
                    <a:cubicBezTo>
                      <a:pt x="168000" y="381714"/>
                      <a:pt x="186583" y="404480"/>
                      <a:pt x="223749" y="404297"/>
                    </a:cubicBezTo>
                    <a:lnTo>
                      <a:pt x="279497" y="403954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9" name="任意多边形: 形状 148">
                <a:extLst>
                  <a:ext uri="{FF2B5EF4-FFF2-40B4-BE49-F238E27FC236}">
                    <a16:creationId xmlns:a16="http://schemas.microsoft.com/office/drawing/2014/main" id="{A33DD3A4-6EF2-9C45-4E48-E2E43C429FD2}"/>
                  </a:ext>
                </a:extLst>
              </p:cNvPr>
              <p:cNvSpPr/>
              <p:nvPr/>
            </p:nvSpPr>
            <p:spPr>
              <a:xfrm>
                <a:off x="5998217" y="3401022"/>
                <a:ext cx="54994" cy="54857"/>
              </a:xfrm>
              <a:custGeom>
                <a:avLst/>
                <a:gdLst>
                  <a:gd name="connsiteX0" fmla="*/ 54994 w 54994"/>
                  <a:gd name="connsiteY0" fmla="*/ 27154 h 54857"/>
                  <a:gd name="connsiteX1" fmla="*/ 343 w 54994"/>
                  <a:gd name="connsiteY1" fmla="*/ 54857 h 54857"/>
                  <a:gd name="connsiteX2" fmla="*/ 13852 w 54994"/>
                  <a:gd name="connsiteY2" fmla="*/ 27360 h 54857"/>
                  <a:gd name="connsiteX3" fmla="*/ 0 w 54994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994" h="54857">
                    <a:moveTo>
                      <a:pt x="54994" y="27154"/>
                    </a:moveTo>
                    <a:lnTo>
                      <a:pt x="343" y="54857"/>
                    </a:lnTo>
                    <a:lnTo>
                      <a:pt x="13852" y="273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50" name="图形 2">
              <a:extLst>
                <a:ext uri="{FF2B5EF4-FFF2-40B4-BE49-F238E27FC236}">
                  <a16:creationId xmlns:a16="http://schemas.microsoft.com/office/drawing/2014/main" id="{48027241-F011-F1A5-5873-A796995F7826}"/>
                </a:ext>
              </a:extLst>
            </p:cNvPr>
            <p:cNvGrpSpPr/>
            <p:nvPr/>
          </p:nvGrpSpPr>
          <p:grpSpPr>
            <a:xfrm>
              <a:off x="5389714" y="2487856"/>
              <a:ext cx="342857" cy="1093714"/>
              <a:chOff x="5389714" y="2487856"/>
              <a:chExt cx="342857" cy="1093714"/>
            </a:xfrm>
            <a:solidFill>
              <a:srgbClr val="DAE8FC"/>
            </a:solidFill>
          </p:grpSpPr>
          <p:sp>
            <p:nvSpPr>
              <p:cNvPr id="151" name="任意多边形: 形状 150">
                <a:extLst>
                  <a:ext uri="{FF2B5EF4-FFF2-40B4-BE49-F238E27FC236}">
                    <a16:creationId xmlns:a16="http://schemas.microsoft.com/office/drawing/2014/main" id="{960576BE-A262-5A4E-A4EF-467715CA5938}"/>
                  </a:ext>
                </a:extLst>
              </p:cNvPr>
              <p:cNvSpPr/>
              <p:nvPr/>
            </p:nvSpPr>
            <p:spPr>
              <a:xfrm rot="10800000" flipV="1">
                <a:off x="5389714" y="2487856"/>
                <a:ext cx="342857" cy="1073142"/>
              </a:xfrm>
              <a:custGeom>
                <a:avLst/>
                <a:gdLst>
                  <a:gd name="connsiteX0" fmla="*/ 291429 w 342857"/>
                  <a:gd name="connsiteY0" fmla="*/ 0 h 1073142"/>
                  <a:gd name="connsiteX1" fmla="*/ 342857 w 342857"/>
                  <a:gd name="connsiteY1" fmla="*/ 51429 h 1073142"/>
                  <a:gd name="connsiteX2" fmla="*/ 342857 w 342857"/>
                  <a:gd name="connsiteY2" fmla="*/ 1021714 h 1073142"/>
                  <a:gd name="connsiteX3" fmla="*/ 291429 w 342857"/>
                  <a:gd name="connsiteY3" fmla="*/ 1073143 h 1073142"/>
                  <a:gd name="connsiteX4" fmla="*/ 51429 w 342857"/>
                  <a:gd name="connsiteY4" fmla="*/ 1073143 h 1073142"/>
                  <a:gd name="connsiteX5" fmla="*/ 0 w 342857"/>
                  <a:gd name="connsiteY5" fmla="*/ 1021714 h 1073142"/>
                  <a:gd name="connsiteX6" fmla="*/ 0 w 342857"/>
                  <a:gd name="connsiteY6" fmla="*/ 51429 h 1073142"/>
                  <a:gd name="connsiteX7" fmla="*/ 51429 w 342857"/>
                  <a:gd name="connsiteY7" fmla="*/ 0 h 1073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857" h="1073142">
                    <a:moveTo>
                      <a:pt x="291429" y="0"/>
                    </a:moveTo>
                    <a:cubicBezTo>
                      <a:pt x="319832" y="0"/>
                      <a:pt x="342857" y="23025"/>
                      <a:pt x="342857" y="51429"/>
                    </a:cubicBezTo>
                    <a:lnTo>
                      <a:pt x="342857" y="1021714"/>
                    </a:lnTo>
                    <a:cubicBezTo>
                      <a:pt x="342857" y="1050118"/>
                      <a:pt x="319832" y="1073143"/>
                      <a:pt x="291429" y="1073143"/>
                    </a:cubicBezTo>
                    <a:lnTo>
                      <a:pt x="51429" y="1073143"/>
                    </a:lnTo>
                    <a:cubicBezTo>
                      <a:pt x="23025" y="1073143"/>
                      <a:pt x="0" y="1050118"/>
                      <a:pt x="0" y="1021714"/>
                    </a:cubicBezTo>
                    <a:lnTo>
                      <a:pt x="0" y="51429"/>
                    </a:lnTo>
                    <a:cubicBezTo>
                      <a:pt x="0" y="23025"/>
                      <a:pt x="23025" y="0"/>
                      <a:pt x="5142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52" name="图片 151">
                <a:extLst>
                  <a:ext uri="{FF2B5EF4-FFF2-40B4-BE49-F238E27FC236}">
                    <a16:creationId xmlns:a16="http://schemas.microsoft.com/office/drawing/2014/main" id="{CF05A14A-4923-05C5-F80E-EFDC9E8E8E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93142" y="2510142"/>
                <a:ext cx="329142" cy="1071428"/>
              </a:xfrm>
              <a:custGeom>
                <a:avLst/>
                <a:gdLst>
                  <a:gd name="connsiteX0" fmla="*/ -1 w 329142"/>
                  <a:gd name="connsiteY0" fmla="*/ -1 h 1071428"/>
                  <a:gd name="connsiteX1" fmla="*/ 329142 w 329142"/>
                  <a:gd name="connsiteY1" fmla="*/ -1 h 1071428"/>
                  <a:gd name="connsiteX2" fmla="*/ 329142 w 329142"/>
                  <a:gd name="connsiteY2" fmla="*/ 1071428 h 1071428"/>
                  <a:gd name="connsiteX3" fmla="*/ -1 w 329142"/>
                  <a:gd name="connsiteY3" fmla="*/ 1071428 h 1071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2" h="1071428">
                    <a:moveTo>
                      <a:pt x="-1" y="-1"/>
                    </a:moveTo>
                    <a:lnTo>
                      <a:pt x="329142" y="-1"/>
                    </a:lnTo>
                    <a:lnTo>
                      <a:pt x="329142" y="1071428"/>
                    </a:lnTo>
                    <a:lnTo>
                      <a:pt x="-1" y="1071428"/>
                    </a:lnTo>
                    <a:close/>
                  </a:path>
                </a:pathLst>
              </a:custGeom>
            </p:spPr>
          </p:pic>
        </p:grpSp>
        <p:grpSp>
          <p:nvGrpSpPr>
            <p:cNvPr id="153" name="图形 2">
              <a:extLst>
                <a:ext uri="{FF2B5EF4-FFF2-40B4-BE49-F238E27FC236}">
                  <a16:creationId xmlns:a16="http://schemas.microsoft.com/office/drawing/2014/main" id="{74663903-3D2D-3C21-C478-4BA219F2AB49}"/>
                </a:ext>
              </a:extLst>
            </p:cNvPr>
            <p:cNvGrpSpPr/>
            <p:nvPr/>
          </p:nvGrpSpPr>
          <p:grpSpPr>
            <a:xfrm>
              <a:off x="6857142" y="2653182"/>
              <a:ext cx="279497" cy="386674"/>
              <a:chOff x="6857142" y="2653182"/>
              <a:chExt cx="279497" cy="386674"/>
            </a:xfrm>
          </p:grpSpPr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64C7C005-EA3E-4950-23AF-0D21A6B4BAA8}"/>
                  </a:ext>
                </a:extLst>
              </p:cNvPr>
              <p:cNvSpPr/>
              <p:nvPr/>
            </p:nvSpPr>
            <p:spPr>
              <a:xfrm>
                <a:off x="6857142" y="2653182"/>
                <a:ext cx="238354" cy="359245"/>
              </a:xfrm>
              <a:custGeom>
                <a:avLst/>
                <a:gdLst>
                  <a:gd name="connsiteX0" fmla="*/ 0 w 238354"/>
                  <a:gd name="connsiteY0" fmla="*/ 0 h 359245"/>
                  <a:gd name="connsiteX1" fmla="*/ 78857 w 238354"/>
                  <a:gd name="connsiteY1" fmla="*/ 549 h 359245"/>
                  <a:gd name="connsiteX2" fmla="*/ 147429 w 238354"/>
                  <a:gd name="connsiteY2" fmla="*/ 69532 h 359245"/>
                  <a:gd name="connsiteX3" fmla="*/ 147429 w 238354"/>
                  <a:gd name="connsiteY3" fmla="*/ 290674 h 359245"/>
                  <a:gd name="connsiteX4" fmla="*/ 192891 w 238354"/>
                  <a:gd name="connsiteY4" fmla="*/ 359246 h 359245"/>
                  <a:gd name="connsiteX5" fmla="*/ 238354 w 238354"/>
                  <a:gd name="connsiteY5" fmla="*/ 359246 h 35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8354" h="359245">
                    <a:moveTo>
                      <a:pt x="0" y="0"/>
                    </a:moveTo>
                    <a:lnTo>
                      <a:pt x="78857" y="549"/>
                    </a:lnTo>
                    <a:cubicBezTo>
                      <a:pt x="124572" y="823"/>
                      <a:pt x="147429" y="23817"/>
                      <a:pt x="147429" y="69532"/>
                    </a:cubicBezTo>
                    <a:lnTo>
                      <a:pt x="147429" y="290674"/>
                    </a:lnTo>
                    <a:cubicBezTo>
                      <a:pt x="147429" y="336389"/>
                      <a:pt x="162583" y="359246"/>
                      <a:pt x="192891" y="359246"/>
                    </a:cubicBezTo>
                    <a:lnTo>
                      <a:pt x="238354" y="359246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73FC02CA-EE2D-D7C4-33E7-558EBF4BB43A}"/>
                  </a:ext>
                </a:extLst>
              </p:cNvPr>
              <p:cNvSpPr/>
              <p:nvPr/>
            </p:nvSpPr>
            <p:spPr>
              <a:xfrm>
                <a:off x="7081782" y="2984999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56" name="图形 2">
              <a:extLst>
                <a:ext uri="{FF2B5EF4-FFF2-40B4-BE49-F238E27FC236}">
                  <a16:creationId xmlns:a16="http://schemas.microsoft.com/office/drawing/2014/main" id="{DB9FEF98-F23E-041C-8F33-252E79BDF0A0}"/>
                </a:ext>
              </a:extLst>
            </p:cNvPr>
            <p:cNvGrpSpPr/>
            <p:nvPr/>
          </p:nvGrpSpPr>
          <p:grpSpPr>
            <a:xfrm>
              <a:off x="6857142" y="2984999"/>
              <a:ext cx="279497" cy="443591"/>
              <a:chOff x="6857142" y="2984999"/>
              <a:chExt cx="279497" cy="443591"/>
            </a:xfrm>
          </p:grpSpPr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632A9994-D017-B2EF-18BB-F259EF0FADCB}"/>
                  </a:ext>
                </a:extLst>
              </p:cNvPr>
              <p:cNvSpPr/>
              <p:nvPr/>
            </p:nvSpPr>
            <p:spPr>
              <a:xfrm>
                <a:off x="6857142" y="3012428"/>
                <a:ext cx="238354" cy="416162"/>
              </a:xfrm>
              <a:custGeom>
                <a:avLst/>
                <a:gdLst>
                  <a:gd name="connsiteX0" fmla="*/ 0 w 238354"/>
                  <a:gd name="connsiteY0" fmla="*/ 415611 h 416162"/>
                  <a:gd name="connsiteX1" fmla="*/ 78857 w 238354"/>
                  <a:gd name="connsiteY1" fmla="*/ 416160 h 416162"/>
                  <a:gd name="connsiteX2" fmla="*/ 147429 w 238354"/>
                  <a:gd name="connsiteY2" fmla="*/ 348000 h 416162"/>
                  <a:gd name="connsiteX3" fmla="*/ 147429 w 238354"/>
                  <a:gd name="connsiteY3" fmla="*/ 68571 h 416162"/>
                  <a:gd name="connsiteX4" fmla="*/ 192891 w 238354"/>
                  <a:gd name="connsiteY4" fmla="*/ 0 h 416162"/>
                  <a:gd name="connsiteX5" fmla="*/ 238354 w 238354"/>
                  <a:gd name="connsiteY5" fmla="*/ 0 h 416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8354" h="416162">
                    <a:moveTo>
                      <a:pt x="0" y="415611"/>
                    </a:moveTo>
                    <a:lnTo>
                      <a:pt x="78857" y="416160"/>
                    </a:lnTo>
                    <a:cubicBezTo>
                      <a:pt x="124572" y="416434"/>
                      <a:pt x="147429" y="393714"/>
                      <a:pt x="147429" y="348000"/>
                    </a:cubicBezTo>
                    <a:lnTo>
                      <a:pt x="147429" y="68571"/>
                    </a:lnTo>
                    <a:cubicBezTo>
                      <a:pt x="147429" y="22857"/>
                      <a:pt x="162583" y="0"/>
                      <a:pt x="192891" y="0"/>
                    </a:cubicBezTo>
                    <a:lnTo>
                      <a:pt x="238354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8" name="任意多边形: 形状 157">
                <a:extLst>
                  <a:ext uri="{FF2B5EF4-FFF2-40B4-BE49-F238E27FC236}">
                    <a16:creationId xmlns:a16="http://schemas.microsoft.com/office/drawing/2014/main" id="{20297FEA-4866-F3A1-2362-CEBFEFC39E33}"/>
                  </a:ext>
                </a:extLst>
              </p:cNvPr>
              <p:cNvSpPr/>
              <p:nvPr/>
            </p:nvSpPr>
            <p:spPr>
              <a:xfrm>
                <a:off x="7081782" y="2984999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59" name="图形 2">
              <a:extLst>
                <a:ext uri="{FF2B5EF4-FFF2-40B4-BE49-F238E27FC236}">
                  <a16:creationId xmlns:a16="http://schemas.microsoft.com/office/drawing/2014/main" id="{F8C6D3B5-CED1-D922-DBE9-3D2F595D4B14}"/>
                </a:ext>
              </a:extLst>
            </p:cNvPr>
            <p:cNvGrpSpPr/>
            <p:nvPr/>
          </p:nvGrpSpPr>
          <p:grpSpPr>
            <a:xfrm>
              <a:off x="6932571" y="2928428"/>
              <a:ext cx="144000" cy="198857"/>
              <a:chOff x="6932571" y="2928428"/>
              <a:chExt cx="144000" cy="198857"/>
            </a:xfrm>
            <a:solidFill>
              <a:srgbClr val="FFFFFF"/>
            </a:solidFill>
          </p:grpSpPr>
          <p:sp>
            <p:nvSpPr>
              <p:cNvPr id="160" name="任意多边形: 形状 159">
                <a:extLst>
                  <a:ext uri="{FF2B5EF4-FFF2-40B4-BE49-F238E27FC236}">
                    <a16:creationId xmlns:a16="http://schemas.microsoft.com/office/drawing/2014/main" id="{C69DB482-A742-34E1-5072-C4AD672D366A}"/>
                  </a:ext>
                </a:extLst>
              </p:cNvPr>
              <p:cNvSpPr/>
              <p:nvPr/>
            </p:nvSpPr>
            <p:spPr>
              <a:xfrm>
                <a:off x="6932571" y="2940428"/>
                <a:ext cx="144000" cy="143999"/>
              </a:xfrm>
              <a:custGeom>
                <a:avLst/>
                <a:gdLst>
                  <a:gd name="connsiteX0" fmla="*/ 144000 w 144000"/>
                  <a:gd name="connsiteY0" fmla="*/ 72000 h 143999"/>
                  <a:gd name="connsiteX1" fmla="*/ 72000 w 144000"/>
                  <a:gd name="connsiteY1" fmla="*/ 144000 h 143999"/>
                  <a:gd name="connsiteX2" fmla="*/ 0 w 144000"/>
                  <a:gd name="connsiteY2" fmla="*/ 72000 h 143999"/>
                  <a:gd name="connsiteX3" fmla="*/ 72000 w 144000"/>
                  <a:gd name="connsiteY3" fmla="*/ 0 h 143999"/>
                  <a:gd name="connsiteX4" fmla="*/ 144000 w 144000"/>
                  <a:gd name="connsiteY4" fmla="*/ 72000 h 143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000" h="143999">
                    <a:moveTo>
                      <a:pt x="144000" y="72000"/>
                    </a:moveTo>
                    <a:cubicBezTo>
                      <a:pt x="144000" y="111764"/>
                      <a:pt x="111764" y="144000"/>
                      <a:pt x="72000" y="144000"/>
                    </a:cubicBezTo>
                    <a:cubicBezTo>
                      <a:pt x="32235" y="144000"/>
                      <a:pt x="0" y="111764"/>
                      <a:pt x="0" y="72000"/>
                    </a:cubicBezTo>
                    <a:cubicBezTo>
                      <a:pt x="0" y="32236"/>
                      <a:pt x="32235" y="0"/>
                      <a:pt x="72000" y="0"/>
                    </a:cubicBezTo>
                    <a:cubicBezTo>
                      <a:pt x="111764" y="0"/>
                      <a:pt x="144000" y="32236"/>
                      <a:pt x="144000" y="72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61" name="图片 160">
                <a:extLst>
                  <a:ext uri="{FF2B5EF4-FFF2-40B4-BE49-F238E27FC236}">
                    <a16:creationId xmlns:a16="http://schemas.microsoft.com/office/drawing/2014/main" id="{71DAD650-74FD-15B1-FC39-E06DABCB6A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36000" y="2928428"/>
                <a:ext cx="130285" cy="198857"/>
              </a:xfrm>
              <a:custGeom>
                <a:avLst/>
                <a:gdLst>
                  <a:gd name="connsiteX0" fmla="*/ -1 w 130285"/>
                  <a:gd name="connsiteY0" fmla="*/ -1 h 198857"/>
                  <a:gd name="connsiteX1" fmla="*/ 130285 w 130285"/>
                  <a:gd name="connsiteY1" fmla="*/ -1 h 198857"/>
                  <a:gd name="connsiteX2" fmla="*/ 130285 w 130285"/>
                  <a:gd name="connsiteY2" fmla="*/ 198857 h 198857"/>
                  <a:gd name="connsiteX3" fmla="*/ -1 w 130285"/>
                  <a:gd name="connsiteY3" fmla="*/ 198857 h 19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285" h="198857">
                    <a:moveTo>
                      <a:pt x="-1" y="-1"/>
                    </a:moveTo>
                    <a:lnTo>
                      <a:pt x="130285" y="-1"/>
                    </a:lnTo>
                    <a:lnTo>
                      <a:pt x="130285" y="198857"/>
                    </a:lnTo>
                    <a:lnTo>
                      <a:pt x="-1" y="198857"/>
                    </a:lnTo>
                    <a:close/>
                  </a:path>
                </a:pathLst>
              </a:custGeom>
            </p:spPr>
          </p:pic>
        </p:grpSp>
        <p:grpSp>
          <p:nvGrpSpPr>
            <p:cNvPr id="162" name="图形 2">
              <a:extLst>
                <a:ext uri="{FF2B5EF4-FFF2-40B4-BE49-F238E27FC236}">
                  <a16:creationId xmlns:a16="http://schemas.microsoft.com/office/drawing/2014/main" id="{B4262D97-8C89-80CC-5301-7174ABB80400}"/>
                </a:ext>
              </a:extLst>
            </p:cNvPr>
            <p:cNvGrpSpPr/>
            <p:nvPr/>
          </p:nvGrpSpPr>
          <p:grpSpPr>
            <a:xfrm>
              <a:off x="7152000" y="2429570"/>
              <a:ext cx="342857" cy="1165714"/>
              <a:chOff x="7152000" y="2429570"/>
              <a:chExt cx="342857" cy="1165714"/>
            </a:xfrm>
            <a:solidFill>
              <a:srgbClr val="D5E8D4"/>
            </a:solidFill>
          </p:grpSpPr>
          <p:sp>
            <p:nvSpPr>
              <p:cNvPr id="163" name="任意多边形: 形状 162">
                <a:extLst>
                  <a:ext uri="{FF2B5EF4-FFF2-40B4-BE49-F238E27FC236}">
                    <a16:creationId xmlns:a16="http://schemas.microsoft.com/office/drawing/2014/main" id="{A2164795-8333-B105-FF41-A333C925B7E2}"/>
                  </a:ext>
                </a:extLst>
              </p:cNvPr>
              <p:cNvSpPr/>
              <p:nvPr/>
            </p:nvSpPr>
            <p:spPr>
              <a:xfrm rot="10800000" flipV="1">
                <a:off x="7152000" y="2429570"/>
                <a:ext cx="342857" cy="1165714"/>
              </a:xfrm>
              <a:custGeom>
                <a:avLst/>
                <a:gdLst>
                  <a:gd name="connsiteX0" fmla="*/ 291429 w 342857"/>
                  <a:gd name="connsiteY0" fmla="*/ 0 h 1165714"/>
                  <a:gd name="connsiteX1" fmla="*/ 342857 w 342857"/>
                  <a:gd name="connsiteY1" fmla="*/ 51429 h 1165714"/>
                  <a:gd name="connsiteX2" fmla="*/ 342857 w 342857"/>
                  <a:gd name="connsiteY2" fmla="*/ 1114286 h 1165714"/>
                  <a:gd name="connsiteX3" fmla="*/ 291429 w 342857"/>
                  <a:gd name="connsiteY3" fmla="*/ 1165714 h 1165714"/>
                  <a:gd name="connsiteX4" fmla="*/ 51429 w 342857"/>
                  <a:gd name="connsiteY4" fmla="*/ 1165714 h 1165714"/>
                  <a:gd name="connsiteX5" fmla="*/ 0 w 342857"/>
                  <a:gd name="connsiteY5" fmla="*/ 1114286 h 1165714"/>
                  <a:gd name="connsiteX6" fmla="*/ 0 w 342857"/>
                  <a:gd name="connsiteY6" fmla="*/ 51429 h 1165714"/>
                  <a:gd name="connsiteX7" fmla="*/ 51429 w 342857"/>
                  <a:gd name="connsiteY7" fmla="*/ 0 h 11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857" h="1165714">
                    <a:moveTo>
                      <a:pt x="291429" y="0"/>
                    </a:moveTo>
                    <a:cubicBezTo>
                      <a:pt x="319831" y="0"/>
                      <a:pt x="342857" y="23025"/>
                      <a:pt x="342857" y="51429"/>
                    </a:cubicBezTo>
                    <a:lnTo>
                      <a:pt x="342857" y="1114286"/>
                    </a:lnTo>
                    <a:cubicBezTo>
                      <a:pt x="342857" y="1142689"/>
                      <a:pt x="319831" y="1165714"/>
                      <a:pt x="291429" y="1165714"/>
                    </a:cubicBezTo>
                    <a:lnTo>
                      <a:pt x="51429" y="1165714"/>
                    </a:lnTo>
                    <a:cubicBezTo>
                      <a:pt x="23026" y="1165714"/>
                      <a:pt x="0" y="1142689"/>
                      <a:pt x="0" y="1114286"/>
                    </a:cubicBezTo>
                    <a:lnTo>
                      <a:pt x="0" y="51429"/>
                    </a:lnTo>
                    <a:cubicBezTo>
                      <a:pt x="0" y="23025"/>
                      <a:pt x="23026" y="0"/>
                      <a:pt x="51429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3714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64" name="图片 163">
                <a:extLst>
                  <a:ext uri="{FF2B5EF4-FFF2-40B4-BE49-F238E27FC236}">
                    <a16:creationId xmlns:a16="http://schemas.microsoft.com/office/drawing/2014/main" id="{8AC040D4-8AA1-666B-3922-A2A1654543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55428" y="2702142"/>
                <a:ext cx="329142" cy="659999"/>
              </a:xfrm>
              <a:custGeom>
                <a:avLst/>
                <a:gdLst>
                  <a:gd name="connsiteX0" fmla="*/ -1 w 329142"/>
                  <a:gd name="connsiteY0" fmla="*/ -1 h 659999"/>
                  <a:gd name="connsiteX1" fmla="*/ 329142 w 329142"/>
                  <a:gd name="connsiteY1" fmla="*/ -1 h 659999"/>
                  <a:gd name="connsiteX2" fmla="*/ 329142 w 329142"/>
                  <a:gd name="connsiteY2" fmla="*/ 660000 h 659999"/>
                  <a:gd name="connsiteX3" fmla="*/ -1 w 329142"/>
                  <a:gd name="connsiteY3" fmla="*/ 660000 h 659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2" h="659999">
                    <a:moveTo>
                      <a:pt x="-1" y="-1"/>
                    </a:moveTo>
                    <a:lnTo>
                      <a:pt x="329142" y="-1"/>
                    </a:lnTo>
                    <a:lnTo>
                      <a:pt x="329142" y="660000"/>
                    </a:lnTo>
                    <a:lnTo>
                      <a:pt x="-1" y="660000"/>
                    </a:lnTo>
                    <a:close/>
                  </a:path>
                </a:pathLst>
              </a:custGeom>
            </p:spPr>
          </p:pic>
        </p:grpSp>
        <p:grpSp>
          <p:nvGrpSpPr>
            <p:cNvPr id="165" name="图形 2">
              <a:extLst>
                <a:ext uri="{FF2B5EF4-FFF2-40B4-BE49-F238E27FC236}">
                  <a16:creationId xmlns:a16="http://schemas.microsoft.com/office/drawing/2014/main" id="{A467BD2E-B5E1-6189-10FF-70BB4EDE0988}"/>
                </a:ext>
              </a:extLst>
            </p:cNvPr>
            <p:cNvGrpSpPr/>
            <p:nvPr/>
          </p:nvGrpSpPr>
          <p:grpSpPr>
            <a:xfrm>
              <a:off x="6068571" y="3280816"/>
              <a:ext cx="788571" cy="294514"/>
              <a:chOff x="6068571" y="3280816"/>
              <a:chExt cx="788571" cy="294514"/>
            </a:xfrm>
            <a:solidFill>
              <a:srgbClr val="DAE8FC"/>
            </a:solidFill>
          </p:grpSpPr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DF3BA911-422E-1185-78D6-EC41D4A3998D}"/>
                  </a:ext>
                </a:extLst>
              </p:cNvPr>
              <p:cNvSpPr/>
              <p:nvPr/>
            </p:nvSpPr>
            <p:spPr>
              <a:xfrm>
                <a:off x="6068571" y="3280816"/>
                <a:ext cx="788571" cy="294514"/>
              </a:xfrm>
              <a:custGeom>
                <a:avLst/>
                <a:gdLst>
                  <a:gd name="connsiteX0" fmla="*/ 744411 w 788571"/>
                  <a:gd name="connsiteY0" fmla="*/ 0 h 294514"/>
                  <a:gd name="connsiteX1" fmla="*/ 788571 w 788571"/>
                  <a:gd name="connsiteY1" fmla="*/ 44160 h 294514"/>
                  <a:gd name="connsiteX2" fmla="*/ 788571 w 788571"/>
                  <a:gd name="connsiteY2" fmla="*/ 250354 h 294514"/>
                  <a:gd name="connsiteX3" fmla="*/ 744411 w 788571"/>
                  <a:gd name="connsiteY3" fmla="*/ 294514 h 294514"/>
                  <a:gd name="connsiteX4" fmla="*/ 44160 w 788571"/>
                  <a:gd name="connsiteY4" fmla="*/ 294514 h 294514"/>
                  <a:gd name="connsiteX5" fmla="*/ 0 w 788571"/>
                  <a:gd name="connsiteY5" fmla="*/ 250354 h 294514"/>
                  <a:gd name="connsiteX6" fmla="*/ 0 w 788571"/>
                  <a:gd name="connsiteY6" fmla="*/ 44160 h 294514"/>
                  <a:gd name="connsiteX7" fmla="*/ 44160 w 788571"/>
                  <a:gd name="connsiteY7" fmla="*/ 0 h 294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88571" h="294514">
                    <a:moveTo>
                      <a:pt x="744411" y="0"/>
                    </a:moveTo>
                    <a:cubicBezTo>
                      <a:pt x="768800" y="0"/>
                      <a:pt x="788571" y="19771"/>
                      <a:pt x="788571" y="44160"/>
                    </a:cubicBezTo>
                    <a:lnTo>
                      <a:pt x="788571" y="250354"/>
                    </a:lnTo>
                    <a:cubicBezTo>
                      <a:pt x="788571" y="274743"/>
                      <a:pt x="768800" y="294514"/>
                      <a:pt x="744411" y="294514"/>
                    </a:cubicBezTo>
                    <a:lnTo>
                      <a:pt x="44160" y="294514"/>
                    </a:lnTo>
                    <a:cubicBezTo>
                      <a:pt x="19771" y="294514"/>
                      <a:pt x="0" y="274743"/>
                      <a:pt x="0" y="250354"/>
                    </a:cubicBezTo>
                    <a:lnTo>
                      <a:pt x="0" y="44160"/>
                    </a:lnTo>
                    <a:cubicBezTo>
                      <a:pt x="0" y="19771"/>
                      <a:pt x="19771" y="0"/>
                      <a:pt x="4416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67" name="图片 166">
                <a:extLst>
                  <a:ext uri="{FF2B5EF4-FFF2-40B4-BE49-F238E27FC236}">
                    <a16:creationId xmlns:a16="http://schemas.microsoft.com/office/drawing/2014/main" id="{9A279FD6-AFDA-E547-C4E0-522D639DEA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72000" y="3326142"/>
                <a:ext cx="774857" cy="248571"/>
              </a:xfrm>
              <a:custGeom>
                <a:avLst/>
                <a:gdLst>
                  <a:gd name="connsiteX0" fmla="*/ -1 w 774857"/>
                  <a:gd name="connsiteY0" fmla="*/ -1 h 248571"/>
                  <a:gd name="connsiteX1" fmla="*/ 774857 w 774857"/>
                  <a:gd name="connsiteY1" fmla="*/ -1 h 248571"/>
                  <a:gd name="connsiteX2" fmla="*/ 774857 w 774857"/>
                  <a:gd name="connsiteY2" fmla="*/ 248571 h 248571"/>
                  <a:gd name="connsiteX3" fmla="*/ -1 w 774857"/>
                  <a:gd name="connsiteY3" fmla="*/ 248571 h 248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4857" h="248571">
                    <a:moveTo>
                      <a:pt x="-1" y="-1"/>
                    </a:moveTo>
                    <a:lnTo>
                      <a:pt x="774857" y="-1"/>
                    </a:lnTo>
                    <a:lnTo>
                      <a:pt x="774857" y="248571"/>
                    </a:lnTo>
                    <a:lnTo>
                      <a:pt x="-1" y="248571"/>
                    </a:lnTo>
                    <a:close/>
                  </a:path>
                </a:pathLst>
              </a:custGeom>
            </p:spPr>
          </p:pic>
        </p:grpSp>
        <p:grpSp>
          <p:nvGrpSpPr>
            <p:cNvPr id="168" name="图形 2">
              <a:extLst>
                <a:ext uri="{FF2B5EF4-FFF2-40B4-BE49-F238E27FC236}">
                  <a16:creationId xmlns:a16="http://schemas.microsoft.com/office/drawing/2014/main" id="{14F3C1DC-444F-FBF0-710D-8763ADF807DE}"/>
                </a:ext>
              </a:extLst>
            </p:cNvPr>
            <p:cNvGrpSpPr/>
            <p:nvPr/>
          </p:nvGrpSpPr>
          <p:grpSpPr>
            <a:xfrm>
              <a:off x="6068571" y="2505959"/>
              <a:ext cx="788571" cy="294514"/>
              <a:chOff x="6068571" y="2505959"/>
              <a:chExt cx="788571" cy="294514"/>
            </a:xfrm>
            <a:solidFill>
              <a:srgbClr val="DAE8FC"/>
            </a:solidFill>
          </p:grpSpPr>
          <p:sp>
            <p:nvSpPr>
              <p:cNvPr id="169" name="任意多边形: 形状 168">
                <a:extLst>
                  <a:ext uri="{FF2B5EF4-FFF2-40B4-BE49-F238E27FC236}">
                    <a16:creationId xmlns:a16="http://schemas.microsoft.com/office/drawing/2014/main" id="{E01E38A5-E265-987A-B349-A00C00AA0018}"/>
                  </a:ext>
                </a:extLst>
              </p:cNvPr>
              <p:cNvSpPr/>
              <p:nvPr/>
            </p:nvSpPr>
            <p:spPr>
              <a:xfrm>
                <a:off x="6068571" y="2505959"/>
                <a:ext cx="788571" cy="294514"/>
              </a:xfrm>
              <a:custGeom>
                <a:avLst/>
                <a:gdLst>
                  <a:gd name="connsiteX0" fmla="*/ 744411 w 788571"/>
                  <a:gd name="connsiteY0" fmla="*/ 0 h 294514"/>
                  <a:gd name="connsiteX1" fmla="*/ 788571 w 788571"/>
                  <a:gd name="connsiteY1" fmla="*/ 44160 h 294514"/>
                  <a:gd name="connsiteX2" fmla="*/ 788571 w 788571"/>
                  <a:gd name="connsiteY2" fmla="*/ 250354 h 294514"/>
                  <a:gd name="connsiteX3" fmla="*/ 744411 w 788571"/>
                  <a:gd name="connsiteY3" fmla="*/ 294514 h 294514"/>
                  <a:gd name="connsiteX4" fmla="*/ 44160 w 788571"/>
                  <a:gd name="connsiteY4" fmla="*/ 294514 h 294514"/>
                  <a:gd name="connsiteX5" fmla="*/ 0 w 788571"/>
                  <a:gd name="connsiteY5" fmla="*/ 250354 h 294514"/>
                  <a:gd name="connsiteX6" fmla="*/ 0 w 788571"/>
                  <a:gd name="connsiteY6" fmla="*/ 44160 h 294514"/>
                  <a:gd name="connsiteX7" fmla="*/ 44160 w 788571"/>
                  <a:gd name="connsiteY7" fmla="*/ 0 h 294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88571" h="294514">
                    <a:moveTo>
                      <a:pt x="744411" y="0"/>
                    </a:moveTo>
                    <a:cubicBezTo>
                      <a:pt x="768800" y="0"/>
                      <a:pt x="788571" y="19771"/>
                      <a:pt x="788571" y="44160"/>
                    </a:cubicBezTo>
                    <a:lnTo>
                      <a:pt x="788571" y="250354"/>
                    </a:lnTo>
                    <a:cubicBezTo>
                      <a:pt x="788571" y="274743"/>
                      <a:pt x="768800" y="294514"/>
                      <a:pt x="744411" y="294514"/>
                    </a:cubicBezTo>
                    <a:lnTo>
                      <a:pt x="44160" y="294514"/>
                    </a:lnTo>
                    <a:cubicBezTo>
                      <a:pt x="19771" y="294514"/>
                      <a:pt x="0" y="274743"/>
                      <a:pt x="0" y="250354"/>
                    </a:cubicBezTo>
                    <a:lnTo>
                      <a:pt x="0" y="44160"/>
                    </a:lnTo>
                    <a:cubicBezTo>
                      <a:pt x="0" y="19771"/>
                      <a:pt x="19771" y="0"/>
                      <a:pt x="4416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70" name="图片 169">
                <a:extLst>
                  <a:ext uri="{FF2B5EF4-FFF2-40B4-BE49-F238E27FC236}">
                    <a16:creationId xmlns:a16="http://schemas.microsoft.com/office/drawing/2014/main" id="{AA9B442A-E322-1E38-2942-12E525315E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72000" y="2551285"/>
                <a:ext cx="774857" cy="248571"/>
              </a:xfrm>
              <a:custGeom>
                <a:avLst/>
                <a:gdLst>
                  <a:gd name="connsiteX0" fmla="*/ -1 w 774857"/>
                  <a:gd name="connsiteY0" fmla="*/ -1 h 248571"/>
                  <a:gd name="connsiteX1" fmla="*/ 774857 w 774857"/>
                  <a:gd name="connsiteY1" fmla="*/ -1 h 248571"/>
                  <a:gd name="connsiteX2" fmla="*/ 774857 w 774857"/>
                  <a:gd name="connsiteY2" fmla="*/ 248571 h 248571"/>
                  <a:gd name="connsiteX3" fmla="*/ -1 w 774857"/>
                  <a:gd name="connsiteY3" fmla="*/ 248571 h 248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4857" h="248571">
                    <a:moveTo>
                      <a:pt x="-1" y="-1"/>
                    </a:moveTo>
                    <a:lnTo>
                      <a:pt x="774857" y="-1"/>
                    </a:lnTo>
                    <a:lnTo>
                      <a:pt x="774857" y="248571"/>
                    </a:lnTo>
                    <a:lnTo>
                      <a:pt x="-1" y="248571"/>
                    </a:lnTo>
                    <a:close/>
                  </a:path>
                </a:pathLst>
              </a:custGeom>
            </p:spPr>
          </p:pic>
        </p:grpSp>
        <p:grpSp>
          <p:nvGrpSpPr>
            <p:cNvPr id="171" name="图形 2">
              <a:extLst>
                <a:ext uri="{FF2B5EF4-FFF2-40B4-BE49-F238E27FC236}">
                  <a16:creationId xmlns:a16="http://schemas.microsoft.com/office/drawing/2014/main" id="{01E0DC38-C496-5A51-4466-36F462AE5AFF}"/>
                </a:ext>
              </a:extLst>
            </p:cNvPr>
            <p:cNvGrpSpPr/>
            <p:nvPr/>
          </p:nvGrpSpPr>
          <p:grpSpPr>
            <a:xfrm>
              <a:off x="4100571" y="1234713"/>
              <a:ext cx="142285" cy="54857"/>
              <a:chOff x="4100571" y="1234713"/>
              <a:chExt cx="142285" cy="54857"/>
            </a:xfrm>
          </p:grpSpPr>
          <p:sp>
            <p:nvSpPr>
              <p:cNvPr id="172" name="任意多边形: 形状 171">
                <a:extLst>
                  <a:ext uri="{FF2B5EF4-FFF2-40B4-BE49-F238E27FC236}">
                    <a16:creationId xmlns:a16="http://schemas.microsoft.com/office/drawing/2014/main" id="{342F6403-A952-E573-5DD3-14B90C3A62F1}"/>
                  </a:ext>
                </a:extLst>
              </p:cNvPr>
              <p:cNvSpPr/>
              <p:nvPr/>
            </p:nvSpPr>
            <p:spPr>
              <a:xfrm>
                <a:off x="4100571" y="1262142"/>
                <a:ext cx="142285" cy="6857"/>
              </a:xfrm>
              <a:custGeom>
                <a:avLst/>
                <a:gdLst>
                  <a:gd name="connsiteX0" fmla="*/ 5143 w 142285"/>
                  <a:gd name="connsiteY0" fmla="*/ 0 h 6857"/>
                  <a:gd name="connsiteX1" fmla="*/ 142286 w 142285"/>
                  <a:gd name="connsiteY1" fmla="*/ 0 h 6857"/>
                  <a:gd name="connsiteX2" fmla="*/ 0 w 142285"/>
                  <a:gd name="connsiteY2" fmla="*/ 0 h 6857"/>
                  <a:gd name="connsiteX3" fmla="*/ 80640 w 142285"/>
                  <a:gd name="connsiteY3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2285" h="6857">
                    <a:moveTo>
                      <a:pt x="5143" y="0"/>
                    </a:moveTo>
                    <a:lnTo>
                      <a:pt x="142286" y="0"/>
                    </a:lnTo>
                    <a:lnTo>
                      <a:pt x="0" y="0"/>
                    </a:lnTo>
                    <a:lnTo>
                      <a:pt x="80640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9C8D4327-5FF0-0D3B-FF84-FE5E6E288DCB}"/>
                  </a:ext>
                </a:extLst>
              </p:cNvPr>
              <p:cNvSpPr/>
              <p:nvPr/>
            </p:nvSpPr>
            <p:spPr>
              <a:xfrm>
                <a:off x="4167497" y="1234713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74" name="图形 2">
              <a:extLst>
                <a:ext uri="{FF2B5EF4-FFF2-40B4-BE49-F238E27FC236}">
                  <a16:creationId xmlns:a16="http://schemas.microsoft.com/office/drawing/2014/main" id="{E9A98B55-FA23-4417-5CB9-9BD0B158BA63}"/>
                </a:ext>
              </a:extLst>
            </p:cNvPr>
            <p:cNvGrpSpPr/>
            <p:nvPr/>
          </p:nvGrpSpPr>
          <p:grpSpPr>
            <a:xfrm>
              <a:off x="3222857" y="1022210"/>
              <a:ext cx="882857" cy="488502"/>
              <a:chOff x="3222857" y="1022210"/>
              <a:chExt cx="882857" cy="488502"/>
            </a:xfrm>
            <a:solidFill>
              <a:srgbClr val="D5E8D4"/>
            </a:solidFill>
          </p:grpSpPr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0309BEF0-2FCD-B381-085D-BBB7FF1E236D}"/>
                  </a:ext>
                </a:extLst>
              </p:cNvPr>
              <p:cNvSpPr/>
              <p:nvPr/>
            </p:nvSpPr>
            <p:spPr>
              <a:xfrm>
                <a:off x="3222857" y="1022210"/>
                <a:ext cx="882857" cy="479999"/>
              </a:xfrm>
              <a:custGeom>
                <a:avLst/>
                <a:gdLst>
                  <a:gd name="connsiteX0" fmla="*/ 810857 w 882857"/>
                  <a:gd name="connsiteY0" fmla="*/ 0 h 479999"/>
                  <a:gd name="connsiteX1" fmla="*/ 882857 w 882857"/>
                  <a:gd name="connsiteY1" fmla="*/ 72000 h 479999"/>
                  <a:gd name="connsiteX2" fmla="*/ 882857 w 882857"/>
                  <a:gd name="connsiteY2" fmla="*/ 408000 h 479999"/>
                  <a:gd name="connsiteX3" fmla="*/ 810857 w 882857"/>
                  <a:gd name="connsiteY3" fmla="*/ 480000 h 479999"/>
                  <a:gd name="connsiteX4" fmla="*/ 72000 w 882857"/>
                  <a:gd name="connsiteY4" fmla="*/ 480000 h 479999"/>
                  <a:gd name="connsiteX5" fmla="*/ 0 w 882857"/>
                  <a:gd name="connsiteY5" fmla="*/ 408000 h 479999"/>
                  <a:gd name="connsiteX6" fmla="*/ 0 w 882857"/>
                  <a:gd name="connsiteY6" fmla="*/ 72000 h 479999"/>
                  <a:gd name="connsiteX7" fmla="*/ 72000 w 882857"/>
                  <a:gd name="connsiteY7" fmla="*/ 0 h 479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2857" h="479999">
                    <a:moveTo>
                      <a:pt x="810857" y="0"/>
                    </a:moveTo>
                    <a:cubicBezTo>
                      <a:pt x="850622" y="0"/>
                      <a:pt x="882857" y="32236"/>
                      <a:pt x="882857" y="72000"/>
                    </a:cubicBezTo>
                    <a:lnTo>
                      <a:pt x="882857" y="408000"/>
                    </a:lnTo>
                    <a:cubicBezTo>
                      <a:pt x="882857" y="447765"/>
                      <a:pt x="850622" y="480000"/>
                      <a:pt x="810857" y="480000"/>
                    </a:cubicBezTo>
                    <a:lnTo>
                      <a:pt x="72000" y="480000"/>
                    </a:lnTo>
                    <a:cubicBezTo>
                      <a:pt x="32236" y="480000"/>
                      <a:pt x="0" y="447765"/>
                      <a:pt x="0" y="408000"/>
                    </a:cubicBezTo>
                    <a:lnTo>
                      <a:pt x="0" y="72000"/>
                    </a:lnTo>
                    <a:cubicBezTo>
                      <a:pt x="0" y="32236"/>
                      <a:pt x="32236" y="0"/>
                      <a:pt x="72000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3714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76" name="图片 175">
                <a:extLst>
                  <a:ext uri="{FF2B5EF4-FFF2-40B4-BE49-F238E27FC236}">
                    <a16:creationId xmlns:a16="http://schemas.microsoft.com/office/drawing/2014/main" id="{BD9F8251-132F-47B9-7D77-46EECC7CF4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26285" y="1056428"/>
                <a:ext cx="870857" cy="454285"/>
              </a:xfrm>
              <a:custGeom>
                <a:avLst/>
                <a:gdLst>
                  <a:gd name="connsiteX0" fmla="*/ -1 w 870857"/>
                  <a:gd name="connsiteY0" fmla="*/ -1 h 454285"/>
                  <a:gd name="connsiteX1" fmla="*/ 870857 w 870857"/>
                  <a:gd name="connsiteY1" fmla="*/ -1 h 454285"/>
                  <a:gd name="connsiteX2" fmla="*/ 870857 w 870857"/>
                  <a:gd name="connsiteY2" fmla="*/ 454285 h 454285"/>
                  <a:gd name="connsiteX3" fmla="*/ -1 w 870857"/>
                  <a:gd name="connsiteY3" fmla="*/ 454285 h 454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0857" h="454285">
                    <a:moveTo>
                      <a:pt x="-1" y="-1"/>
                    </a:moveTo>
                    <a:lnTo>
                      <a:pt x="870857" y="-1"/>
                    </a:lnTo>
                    <a:lnTo>
                      <a:pt x="870857" y="454285"/>
                    </a:lnTo>
                    <a:lnTo>
                      <a:pt x="-1" y="454285"/>
                    </a:lnTo>
                    <a:close/>
                  </a:path>
                </a:pathLst>
              </a:custGeom>
            </p:spPr>
          </p:pic>
        </p:grpSp>
        <p:grpSp>
          <p:nvGrpSpPr>
            <p:cNvPr id="177" name="图形 2">
              <a:extLst>
                <a:ext uri="{FF2B5EF4-FFF2-40B4-BE49-F238E27FC236}">
                  <a16:creationId xmlns:a16="http://schemas.microsoft.com/office/drawing/2014/main" id="{66400E13-4753-8E77-5418-F7032A3D38FE}"/>
                </a:ext>
              </a:extLst>
            </p:cNvPr>
            <p:cNvGrpSpPr/>
            <p:nvPr/>
          </p:nvGrpSpPr>
          <p:grpSpPr>
            <a:xfrm>
              <a:off x="5732571" y="867925"/>
              <a:ext cx="279565" cy="394217"/>
              <a:chOff x="5732571" y="867925"/>
              <a:chExt cx="279565" cy="394217"/>
            </a:xfrm>
          </p:grpSpPr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0BF998FB-5A29-89F1-B79D-68DCD4FD4A6E}"/>
                  </a:ext>
                </a:extLst>
              </p:cNvPr>
              <p:cNvSpPr/>
              <p:nvPr/>
            </p:nvSpPr>
            <p:spPr>
              <a:xfrm>
                <a:off x="5732571" y="895285"/>
                <a:ext cx="238422" cy="366857"/>
              </a:xfrm>
              <a:custGeom>
                <a:avLst/>
                <a:gdLst>
                  <a:gd name="connsiteX0" fmla="*/ 0 w 238422"/>
                  <a:gd name="connsiteY0" fmla="*/ 366857 h 366857"/>
                  <a:gd name="connsiteX1" fmla="*/ 78857 w 238422"/>
                  <a:gd name="connsiteY1" fmla="*/ 366857 h 366857"/>
                  <a:gd name="connsiteX2" fmla="*/ 147429 w 238422"/>
                  <a:gd name="connsiteY2" fmla="*/ 298286 h 366857"/>
                  <a:gd name="connsiteX3" fmla="*/ 147429 w 238422"/>
                  <a:gd name="connsiteY3" fmla="*/ 68571 h 366857"/>
                  <a:gd name="connsiteX4" fmla="*/ 192960 w 238422"/>
                  <a:gd name="connsiteY4" fmla="*/ 0 h 366857"/>
                  <a:gd name="connsiteX5" fmla="*/ 238423 w 238422"/>
                  <a:gd name="connsiteY5" fmla="*/ 69 h 36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8422" h="366857">
                    <a:moveTo>
                      <a:pt x="0" y="366857"/>
                    </a:moveTo>
                    <a:lnTo>
                      <a:pt x="78857" y="366857"/>
                    </a:lnTo>
                    <a:cubicBezTo>
                      <a:pt x="124572" y="366857"/>
                      <a:pt x="147429" y="344000"/>
                      <a:pt x="147429" y="298286"/>
                    </a:cubicBezTo>
                    <a:lnTo>
                      <a:pt x="147429" y="68571"/>
                    </a:lnTo>
                    <a:cubicBezTo>
                      <a:pt x="147429" y="22857"/>
                      <a:pt x="162606" y="0"/>
                      <a:pt x="192960" y="0"/>
                    </a:cubicBezTo>
                    <a:lnTo>
                      <a:pt x="238423" y="69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F9271DAC-6320-E2EB-D148-1CA5A5462361}"/>
                  </a:ext>
                </a:extLst>
              </p:cNvPr>
              <p:cNvSpPr/>
              <p:nvPr/>
            </p:nvSpPr>
            <p:spPr>
              <a:xfrm>
                <a:off x="5957280" y="867925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69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0" name="图形 2">
              <a:extLst>
                <a:ext uri="{FF2B5EF4-FFF2-40B4-BE49-F238E27FC236}">
                  <a16:creationId xmlns:a16="http://schemas.microsoft.com/office/drawing/2014/main" id="{B0E155D8-929A-6BFB-FBB0-0EA981668898}"/>
                </a:ext>
              </a:extLst>
            </p:cNvPr>
            <p:cNvGrpSpPr/>
            <p:nvPr/>
          </p:nvGrpSpPr>
          <p:grpSpPr>
            <a:xfrm>
              <a:off x="5732571" y="1262142"/>
              <a:ext cx="286422" cy="408137"/>
              <a:chOff x="5732571" y="1262142"/>
              <a:chExt cx="286422" cy="408137"/>
            </a:xfrm>
          </p:grpSpPr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D78D5C50-8FB6-0BA9-62BC-7FAC2172AFC4}"/>
                  </a:ext>
                </a:extLst>
              </p:cNvPr>
              <p:cNvSpPr/>
              <p:nvPr/>
            </p:nvSpPr>
            <p:spPr>
              <a:xfrm>
                <a:off x="5732571" y="1262142"/>
                <a:ext cx="245280" cy="380777"/>
              </a:xfrm>
              <a:custGeom>
                <a:avLst/>
                <a:gdLst>
                  <a:gd name="connsiteX0" fmla="*/ 0 w 245280"/>
                  <a:gd name="connsiteY0" fmla="*/ 0 h 380777"/>
                  <a:gd name="connsiteX1" fmla="*/ 82286 w 245280"/>
                  <a:gd name="connsiteY1" fmla="*/ 0 h 380777"/>
                  <a:gd name="connsiteX2" fmla="*/ 150857 w 245280"/>
                  <a:gd name="connsiteY2" fmla="*/ 68571 h 380777"/>
                  <a:gd name="connsiteX3" fmla="*/ 150857 w 245280"/>
                  <a:gd name="connsiteY3" fmla="*/ 312000 h 380777"/>
                  <a:gd name="connsiteX4" fmla="*/ 198103 w 245280"/>
                  <a:gd name="connsiteY4" fmla="*/ 380640 h 380777"/>
                  <a:gd name="connsiteX5" fmla="*/ 245280 w 245280"/>
                  <a:gd name="connsiteY5" fmla="*/ 380777 h 380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5280" h="380777">
                    <a:moveTo>
                      <a:pt x="0" y="0"/>
                    </a:moveTo>
                    <a:lnTo>
                      <a:pt x="82286" y="0"/>
                    </a:lnTo>
                    <a:cubicBezTo>
                      <a:pt x="128000" y="0"/>
                      <a:pt x="150857" y="22857"/>
                      <a:pt x="150857" y="68571"/>
                    </a:cubicBezTo>
                    <a:lnTo>
                      <a:pt x="150857" y="312000"/>
                    </a:lnTo>
                    <a:cubicBezTo>
                      <a:pt x="150857" y="357714"/>
                      <a:pt x="166606" y="380594"/>
                      <a:pt x="198103" y="380640"/>
                    </a:cubicBezTo>
                    <a:lnTo>
                      <a:pt x="245280" y="380777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BF3401E3-52F9-491B-2960-E774E547DFF7}"/>
                  </a:ext>
                </a:extLst>
              </p:cNvPr>
              <p:cNvSpPr/>
              <p:nvPr/>
            </p:nvSpPr>
            <p:spPr>
              <a:xfrm>
                <a:off x="5964137" y="1615422"/>
                <a:ext cx="54857" cy="54857"/>
              </a:xfrm>
              <a:custGeom>
                <a:avLst/>
                <a:gdLst>
                  <a:gd name="connsiteX0" fmla="*/ 54857 w 54857"/>
                  <a:gd name="connsiteY0" fmla="*/ 27566 h 54857"/>
                  <a:gd name="connsiteX1" fmla="*/ 0 w 54857"/>
                  <a:gd name="connsiteY1" fmla="*/ 54857 h 54857"/>
                  <a:gd name="connsiteX2" fmla="*/ 13714 w 54857"/>
                  <a:gd name="connsiteY2" fmla="*/ 27497 h 54857"/>
                  <a:gd name="connsiteX3" fmla="*/ 69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566"/>
                    </a:moveTo>
                    <a:lnTo>
                      <a:pt x="0" y="54857"/>
                    </a:lnTo>
                    <a:lnTo>
                      <a:pt x="13714" y="27497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3" name="图形 2">
              <a:extLst>
                <a:ext uri="{FF2B5EF4-FFF2-40B4-BE49-F238E27FC236}">
                  <a16:creationId xmlns:a16="http://schemas.microsoft.com/office/drawing/2014/main" id="{4FF7387F-80D5-25C9-1D67-7E3313D3A3D5}"/>
                </a:ext>
              </a:extLst>
            </p:cNvPr>
            <p:cNvGrpSpPr/>
            <p:nvPr/>
          </p:nvGrpSpPr>
          <p:grpSpPr>
            <a:xfrm>
              <a:off x="5389714" y="593570"/>
              <a:ext cx="342857" cy="1337211"/>
              <a:chOff x="5389714" y="593570"/>
              <a:chExt cx="342857" cy="1337211"/>
            </a:xfrm>
            <a:solidFill>
              <a:srgbClr val="DAE8FC"/>
            </a:solidFill>
          </p:grpSpPr>
          <p:sp>
            <p:nvSpPr>
              <p:cNvPr id="184" name="任意多边形: 形状 183">
                <a:extLst>
                  <a:ext uri="{FF2B5EF4-FFF2-40B4-BE49-F238E27FC236}">
                    <a16:creationId xmlns:a16="http://schemas.microsoft.com/office/drawing/2014/main" id="{8F14B375-B621-A7FB-A2EF-B14EDE2AE524}"/>
                  </a:ext>
                </a:extLst>
              </p:cNvPr>
              <p:cNvSpPr/>
              <p:nvPr/>
            </p:nvSpPr>
            <p:spPr>
              <a:xfrm>
                <a:off x="5389714" y="593570"/>
                <a:ext cx="342857" cy="1337211"/>
              </a:xfrm>
              <a:custGeom>
                <a:avLst/>
                <a:gdLst>
                  <a:gd name="connsiteX0" fmla="*/ 291429 w 342857"/>
                  <a:gd name="connsiteY0" fmla="*/ 0 h 1337211"/>
                  <a:gd name="connsiteX1" fmla="*/ 342857 w 342857"/>
                  <a:gd name="connsiteY1" fmla="*/ 51429 h 1337211"/>
                  <a:gd name="connsiteX2" fmla="*/ 342857 w 342857"/>
                  <a:gd name="connsiteY2" fmla="*/ 1285783 h 1337211"/>
                  <a:gd name="connsiteX3" fmla="*/ 291429 w 342857"/>
                  <a:gd name="connsiteY3" fmla="*/ 1337211 h 1337211"/>
                  <a:gd name="connsiteX4" fmla="*/ 51429 w 342857"/>
                  <a:gd name="connsiteY4" fmla="*/ 1337211 h 1337211"/>
                  <a:gd name="connsiteX5" fmla="*/ 0 w 342857"/>
                  <a:gd name="connsiteY5" fmla="*/ 1285783 h 1337211"/>
                  <a:gd name="connsiteX6" fmla="*/ 0 w 342857"/>
                  <a:gd name="connsiteY6" fmla="*/ 51429 h 1337211"/>
                  <a:gd name="connsiteX7" fmla="*/ 51429 w 342857"/>
                  <a:gd name="connsiteY7" fmla="*/ 0 h 1337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857" h="1337211">
                    <a:moveTo>
                      <a:pt x="291429" y="0"/>
                    </a:moveTo>
                    <a:cubicBezTo>
                      <a:pt x="319832" y="0"/>
                      <a:pt x="342857" y="23025"/>
                      <a:pt x="342857" y="51429"/>
                    </a:cubicBezTo>
                    <a:lnTo>
                      <a:pt x="342857" y="1285783"/>
                    </a:lnTo>
                    <a:cubicBezTo>
                      <a:pt x="342857" y="1314186"/>
                      <a:pt x="319832" y="1337211"/>
                      <a:pt x="291429" y="1337211"/>
                    </a:cubicBezTo>
                    <a:lnTo>
                      <a:pt x="51429" y="1337211"/>
                    </a:lnTo>
                    <a:cubicBezTo>
                      <a:pt x="23025" y="1337211"/>
                      <a:pt x="0" y="1314186"/>
                      <a:pt x="0" y="1285783"/>
                    </a:cubicBezTo>
                    <a:lnTo>
                      <a:pt x="0" y="51429"/>
                    </a:lnTo>
                    <a:cubicBezTo>
                      <a:pt x="0" y="23025"/>
                      <a:pt x="23025" y="0"/>
                      <a:pt x="5142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85" name="图片 184">
                <a:extLst>
                  <a:ext uri="{FF2B5EF4-FFF2-40B4-BE49-F238E27FC236}">
                    <a16:creationId xmlns:a16="http://schemas.microsoft.com/office/drawing/2014/main" id="{F8991B30-9607-4841-7797-816A269445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393142" y="644999"/>
                <a:ext cx="329142" cy="1277142"/>
              </a:xfrm>
              <a:custGeom>
                <a:avLst/>
                <a:gdLst>
                  <a:gd name="connsiteX0" fmla="*/ -1 w 329142"/>
                  <a:gd name="connsiteY0" fmla="*/ -1 h 1277142"/>
                  <a:gd name="connsiteX1" fmla="*/ 329142 w 329142"/>
                  <a:gd name="connsiteY1" fmla="*/ -1 h 1277142"/>
                  <a:gd name="connsiteX2" fmla="*/ 329142 w 329142"/>
                  <a:gd name="connsiteY2" fmla="*/ 1277142 h 1277142"/>
                  <a:gd name="connsiteX3" fmla="*/ -1 w 329142"/>
                  <a:gd name="connsiteY3" fmla="*/ 1277142 h 1277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2" h="1277142">
                    <a:moveTo>
                      <a:pt x="-1" y="-1"/>
                    </a:moveTo>
                    <a:lnTo>
                      <a:pt x="329142" y="-1"/>
                    </a:lnTo>
                    <a:lnTo>
                      <a:pt x="329142" y="1277142"/>
                    </a:lnTo>
                    <a:lnTo>
                      <a:pt x="-1" y="1277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186" name="图形 2">
              <a:extLst>
                <a:ext uri="{FF2B5EF4-FFF2-40B4-BE49-F238E27FC236}">
                  <a16:creationId xmlns:a16="http://schemas.microsoft.com/office/drawing/2014/main" id="{DC96942E-0A6A-021A-606E-34C903DB4463}"/>
                </a:ext>
              </a:extLst>
            </p:cNvPr>
            <p:cNvGrpSpPr/>
            <p:nvPr/>
          </p:nvGrpSpPr>
          <p:grpSpPr>
            <a:xfrm>
              <a:off x="6034354" y="1502142"/>
              <a:ext cx="754217" cy="289714"/>
              <a:chOff x="6034354" y="1502142"/>
              <a:chExt cx="754217" cy="289714"/>
            </a:xfrm>
            <a:solidFill>
              <a:srgbClr val="DAE8FC"/>
            </a:solidFill>
          </p:grpSpPr>
          <p:sp>
            <p:nvSpPr>
              <p:cNvPr id="187" name="任意多边形: 形状 186">
                <a:extLst>
                  <a:ext uri="{FF2B5EF4-FFF2-40B4-BE49-F238E27FC236}">
                    <a16:creationId xmlns:a16="http://schemas.microsoft.com/office/drawing/2014/main" id="{465FFDC9-3C53-F448-A7CC-F7E22DD908FF}"/>
                  </a:ext>
                </a:extLst>
              </p:cNvPr>
              <p:cNvSpPr/>
              <p:nvPr/>
            </p:nvSpPr>
            <p:spPr>
              <a:xfrm>
                <a:off x="6034354" y="1502142"/>
                <a:ext cx="754217" cy="281691"/>
              </a:xfrm>
              <a:custGeom>
                <a:avLst/>
                <a:gdLst>
                  <a:gd name="connsiteX0" fmla="*/ 711977 w 754217"/>
                  <a:gd name="connsiteY0" fmla="*/ 0 h 281691"/>
                  <a:gd name="connsiteX1" fmla="*/ 754217 w 754217"/>
                  <a:gd name="connsiteY1" fmla="*/ 42240 h 281691"/>
                  <a:gd name="connsiteX2" fmla="*/ 754217 w 754217"/>
                  <a:gd name="connsiteY2" fmla="*/ 239451 h 281691"/>
                  <a:gd name="connsiteX3" fmla="*/ 711977 w 754217"/>
                  <a:gd name="connsiteY3" fmla="*/ 281691 h 281691"/>
                  <a:gd name="connsiteX4" fmla="*/ 42240 w 754217"/>
                  <a:gd name="connsiteY4" fmla="*/ 281691 h 281691"/>
                  <a:gd name="connsiteX5" fmla="*/ 0 w 754217"/>
                  <a:gd name="connsiteY5" fmla="*/ 239451 h 281691"/>
                  <a:gd name="connsiteX6" fmla="*/ 0 w 754217"/>
                  <a:gd name="connsiteY6" fmla="*/ 42240 h 281691"/>
                  <a:gd name="connsiteX7" fmla="*/ 42240 w 754217"/>
                  <a:gd name="connsiteY7" fmla="*/ 0 h 281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54217" h="281691">
                    <a:moveTo>
                      <a:pt x="711977" y="0"/>
                    </a:moveTo>
                    <a:cubicBezTo>
                      <a:pt x="735306" y="0"/>
                      <a:pt x="754217" y="18911"/>
                      <a:pt x="754217" y="42240"/>
                    </a:cubicBezTo>
                    <a:lnTo>
                      <a:pt x="754217" y="239451"/>
                    </a:lnTo>
                    <a:cubicBezTo>
                      <a:pt x="754217" y="262780"/>
                      <a:pt x="735306" y="281691"/>
                      <a:pt x="711977" y="281691"/>
                    </a:cubicBezTo>
                    <a:lnTo>
                      <a:pt x="42240" y="281691"/>
                    </a:lnTo>
                    <a:cubicBezTo>
                      <a:pt x="18912" y="281691"/>
                      <a:pt x="0" y="262780"/>
                      <a:pt x="0" y="239451"/>
                    </a:cubicBezTo>
                    <a:lnTo>
                      <a:pt x="0" y="42240"/>
                    </a:lnTo>
                    <a:cubicBezTo>
                      <a:pt x="0" y="18912"/>
                      <a:pt x="18912" y="0"/>
                      <a:pt x="4224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88" name="图片 187">
                <a:extLst>
                  <a:ext uri="{FF2B5EF4-FFF2-40B4-BE49-F238E27FC236}">
                    <a16:creationId xmlns:a16="http://schemas.microsoft.com/office/drawing/2014/main" id="{02CBD414-7F37-A5F3-9A1F-1F78BFDFF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37714" y="1543285"/>
                <a:ext cx="740571" cy="248571"/>
              </a:xfrm>
              <a:custGeom>
                <a:avLst/>
                <a:gdLst>
                  <a:gd name="connsiteX0" fmla="*/ -1 w 740571"/>
                  <a:gd name="connsiteY0" fmla="*/ -1 h 248571"/>
                  <a:gd name="connsiteX1" fmla="*/ 740571 w 740571"/>
                  <a:gd name="connsiteY1" fmla="*/ -1 h 248571"/>
                  <a:gd name="connsiteX2" fmla="*/ 740571 w 740571"/>
                  <a:gd name="connsiteY2" fmla="*/ 248571 h 248571"/>
                  <a:gd name="connsiteX3" fmla="*/ -1 w 740571"/>
                  <a:gd name="connsiteY3" fmla="*/ 248571 h 248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0571" h="248571">
                    <a:moveTo>
                      <a:pt x="-1" y="-1"/>
                    </a:moveTo>
                    <a:lnTo>
                      <a:pt x="740571" y="-1"/>
                    </a:lnTo>
                    <a:lnTo>
                      <a:pt x="740571" y="248571"/>
                    </a:lnTo>
                    <a:lnTo>
                      <a:pt x="-1" y="248571"/>
                    </a:lnTo>
                    <a:close/>
                  </a:path>
                </a:pathLst>
              </a:custGeom>
            </p:spPr>
          </p:pic>
        </p:grpSp>
        <p:grpSp>
          <p:nvGrpSpPr>
            <p:cNvPr id="189" name="图形 2">
              <a:extLst>
                <a:ext uri="{FF2B5EF4-FFF2-40B4-BE49-F238E27FC236}">
                  <a16:creationId xmlns:a16="http://schemas.microsoft.com/office/drawing/2014/main" id="{ACE74750-48B1-B782-70D6-3ABACE6E7653}"/>
                </a:ext>
              </a:extLst>
            </p:cNvPr>
            <p:cNvGrpSpPr/>
            <p:nvPr/>
          </p:nvGrpSpPr>
          <p:grpSpPr>
            <a:xfrm>
              <a:off x="6027497" y="753273"/>
              <a:ext cx="761074" cy="291154"/>
              <a:chOff x="6027497" y="753273"/>
              <a:chExt cx="761074" cy="291154"/>
            </a:xfrm>
            <a:solidFill>
              <a:srgbClr val="DAE8FC"/>
            </a:solidFill>
          </p:grpSpPr>
          <p:sp>
            <p:nvSpPr>
              <p:cNvPr id="190" name="任意多边形: 形状 189">
                <a:extLst>
                  <a:ext uri="{FF2B5EF4-FFF2-40B4-BE49-F238E27FC236}">
                    <a16:creationId xmlns:a16="http://schemas.microsoft.com/office/drawing/2014/main" id="{B36C9DC3-4C04-E87D-A332-7734D4567D97}"/>
                  </a:ext>
                </a:extLst>
              </p:cNvPr>
              <p:cNvSpPr/>
              <p:nvPr/>
            </p:nvSpPr>
            <p:spPr>
              <a:xfrm>
                <a:off x="6027497" y="753273"/>
                <a:ext cx="761074" cy="284228"/>
              </a:xfrm>
              <a:custGeom>
                <a:avLst/>
                <a:gdLst>
                  <a:gd name="connsiteX0" fmla="*/ 718423 w 761074"/>
                  <a:gd name="connsiteY0" fmla="*/ 0 h 284228"/>
                  <a:gd name="connsiteX1" fmla="*/ 761074 w 761074"/>
                  <a:gd name="connsiteY1" fmla="*/ 42651 h 284228"/>
                  <a:gd name="connsiteX2" fmla="*/ 761074 w 761074"/>
                  <a:gd name="connsiteY2" fmla="*/ 241577 h 284228"/>
                  <a:gd name="connsiteX3" fmla="*/ 718423 w 761074"/>
                  <a:gd name="connsiteY3" fmla="*/ 284229 h 284228"/>
                  <a:gd name="connsiteX4" fmla="*/ 42652 w 761074"/>
                  <a:gd name="connsiteY4" fmla="*/ 284229 h 284228"/>
                  <a:gd name="connsiteX5" fmla="*/ 0 w 761074"/>
                  <a:gd name="connsiteY5" fmla="*/ 241577 h 284228"/>
                  <a:gd name="connsiteX6" fmla="*/ 0 w 761074"/>
                  <a:gd name="connsiteY6" fmla="*/ 42651 h 284228"/>
                  <a:gd name="connsiteX7" fmla="*/ 42652 w 761074"/>
                  <a:gd name="connsiteY7" fmla="*/ 0 h 284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1074" h="284228">
                    <a:moveTo>
                      <a:pt x="718423" y="0"/>
                    </a:moveTo>
                    <a:cubicBezTo>
                      <a:pt x="741979" y="0"/>
                      <a:pt x="761074" y="19096"/>
                      <a:pt x="761074" y="42651"/>
                    </a:cubicBezTo>
                    <a:lnTo>
                      <a:pt x="761074" y="241577"/>
                    </a:lnTo>
                    <a:cubicBezTo>
                      <a:pt x="761074" y="265133"/>
                      <a:pt x="741979" y="284229"/>
                      <a:pt x="718423" y="284229"/>
                    </a:cubicBezTo>
                    <a:lnTo>
                      <a:pt x="42652" y="284229"/>
                    </a:lnTo>
                    <a:cubicBezTo>
                      <a:pt x="19096" y="284229"/>
                      <a:pt x="0" y="265133"/>
                      <a:pt x="0" y="241577"/>
                    </a:cubicBezTo>
                    <a:lnTo>
                      <a:pt x="0" y="42651"/>
                    </a:lnTo>
                    <a:cubicBezTo>
                      <a:pt x="0" y="19096"/>
                      <a:pt x="19096" y="0"/>
                      <a:pt x="4265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91" name="图片 190">
                <a:extLst>
                  <a:ext uri="{FF2B5EF4-FFF2-40B4-BE49-F238E27FC236}">
                    <a16:creationId xmlns:a16="http://schemas.microsoft.com/office/drawing/2014/main" id="{845611B8-F18A-5880-A30E-3EC004A999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030857" y="795856"/>
                <a:ext cx="747428" cy="248571"/>
              </a:xfrm>
              <a:custGeom>
                <a:avLst/>
                <a:gdLst>
                  <a:gd name="connsiteX0" fmla="*/ -1 w 747428"/>
                  <a:gd name="connsiteY0" fmla="*/ -1 h 248571"/>
                  <a:gd name="connsiteX1" fmla="*/ 747428 w 747428"/>
                  <a:gd name="connsiteY1" fmla="*/ -1 h 248571"/>
                  <a:gd name="connsiteX2" fmla="*/ 747428 w 747428"/>
                  <a:gd name="connsiteY2" fmla="*/ 248571 h 248571"/>
                  <a:gd name="connsiteX3" fmla="*/ -1 w 747428"/>
                  <a:gd name="connsiteY3" fmla="*/ 248571 h 248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7428" h="248571">
                    <a:moveTo>
                      <a:pt x="-1" y="-1"/>
                    </a:moveTo>
                    <a:lnTo>
                      <a:pt x="747428" y="-1"/>
                    </a:lnTo>
                    <a:lnTo>
                      <a:pt x="747428" y="248571"/>
                    </a:lnTo>
                    <a:lnTo>
                      <a:pt x="-1" y="248571"/>
                    </a:lnTo>
                    <a:close/>
                  </a:path>
                </a:pathLst>
              </a:custGeom>
            </p:spPr>
          </p:pic>
        </p:grpSp>
        <p:grpSp>
          <p:nvGrpSpPr>
            <p:cNvPr id="192" name="图形 2">
              <a:extLst>
                <a:ext uri="{FF2B5EF4-FFF2-40B4-BE49-F238E27FC236}">
                  <a16:creationId xmlns:a16="http://schemas.microsoft.com/office/drawing/2014/main" id="{9A54DF83-E3CD-353E-7652-A159D66E9A03}"/>
                </a:ext>
              </a:extLst>
            </p:cNvPr>
            <p:cNvGrpSpPr/>
            <p:nvPr/>
          </p:nvGrpSpPr>
          <p:grpSpPr>
            <a:xfrm>
              <a:off x="6788571" y="895353"/>
              <a:ext cx="332640" cy="394285"/>
              <a:chOff x="6788571" y="895353"/>
              <a:chExt cx="332640" cy="394285"/>
            </a:xfrm>
          </p:grpSpPr>
          <p:sp>
            <p:nvSpPr>
              <p:cNvPr id="193" name="任意多边形: 形状 192">
                <a:extLst>
                  <a:ext uri="{FF2B5EF4-FFF2-40B4-BE49-F238E27FC236}">
                    <a16:creationId xmlns:a16="http://schemas.microsoft.com/office/drawing/2014/main" id="{EAB290D3-2525-545C-8052-4C759C4C1557}"/>
                  </a:ext>
                </a:extLst>
              </p:cNvPr>
              <p:cNvSpPr/>
              <p:nvPr/>
            </p:nvSpPr>
            <p:spPr>
              <a:xfrm>
                <a:off x="6788571" y="895353"/>
                <a:ext cx="291497" cy="366857"/>
              </a:xfrm>
              <a:custGeom>
                <a:avLst/>
                <a:gdLst>
                  <a:gd name="connsiteX0" fmla="*/ 0 w 291497"/>
                  <a:gd name="connsiteY0" fmla="*/ 0 h 366857"/>
                  <a:gd name="connsiteX1" fmla="*/ 106286 w 291497"/>
                  <a:gd name="connsiteY1" fmla="*/ 0 h 366857"/>
                  <a:gd name="connsiteX2" fmla="*/ 174857 w 291497"/>
                  <a:gd name="connsiteY2" fmla="*/ 68503 h 366857"/>
                  <a:gd name="connsiteX3" fmla="*/ 174857 w 291497"/>
                  <a:gd name="connsiteY3" fmla="*/ 298217 h 366857"/>
                  <a:gd name="connsiteX4" fmla="*/ 233212 w 291497"/>
                  <a:gd name="connsiteY4" fmla="*/ 366789 h 366857"/>
                  <a:gd name="connsiteX5" fmla="*/ 291497 w 291497"/>
                  <a:gd name="connsiteY5" fmla="*/ 366857 h 36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1497" h="366857">
                    <a:moveTo>
                      <a:pt x="0" y="0"/>
                    </a:moveTo>
                    <a:lnTo>
                      <a:pt x="106286" y="0"/>
                    </a:lnTo>
                    <a:cubicBezTo>
                      <a:pt x="152000" y="-46"/>
                      <a:pt x="174857" y="22789"/>
                      <a:pt x="174857" y="68503"/>
                    </a:cubicBezTo>
                    <a:lnTo>
                      <a:pt x="174857" y="298217"/>
                    </a:lnTo>
                    <a:cubicBezTo>
                      <a:pt x="174857" y="343932"/>
                      <a:pt x="194309" y="366789"/>
                      <a:pt x="233212" y="366789"/>
                    </a:cubicBezTo>
                    <a:lnTo>
                      <a:pt x="291497" y="366857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" name="任意多边形: 形状 193">
                <a:extLst>
                  <a:ext uri="{FF2B5EF4-FFF2-40B4-BE49-F238E27FC236}">
                    <a16:creationId xmlns:a16="http://schemas.microsoft.com/office/drawing/2014/main" id="{F0BFF309-9101-EDA5-CB32-7486B3486EAB}"/>
                  </a:ext>
                </a:extLst>
              </p:cNvPr>
              <p:cNvSpPr/>
              <p:nvPr/>
            </p:nvSpPr>
            <p:spPr>
              <a:xfrm>
                <a:off x="7066354" y="1234782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69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95" name="图形 2">
              <a:extLst>
                <a:ext uri="{FF2B5EF4-FFF2-40B4-BE49-F238E27FC236}">
                  <a16:creationId xmlns:a16="http://schemas.microsoft.com/office/drawing/2014/main" id="{187286BD-E9BB-E226-D542-ED8E7544F970}"/>
                </a:ext>
              </a:extLst>
            </p:cNvPr>
            <p:cNvGrpSpPr/>
            <p:nvPr/>
          </p:nvGrpSpPr>
          <p:grpSpPr>
            <a:xfrm>
              <a:off x="6788571" y="1234782"/>
              <a:ext cx="332640" cy="408205"/>
              <a:chOff x="6788571" y="1234782"/>
              <a:chExt cx="332640" cy="408205"/>
            </a:xfrm>
          </p:grpSpPr>
          <p:sp>
            <p:nvSpPr>
              <p:cNvPr id="196" name="任意多边形: 形状 195">
                <a:extLst>
                  <a:ext uri="{FF2B5EF4-FFF2-40B4-BE49-F238E27FC236}">
                    <a16:creationId xmlns:a16="http://schemas.microsoft.com/office/drawing/2014/main" id="{2446B970-39FE-6096-95E7-3E801AA47DF9}"/>
                  </a:ext>
                </a:extLst>
              </p:cNvPr>
              <p:cNvSpPr/>
              <p:nvPr/>
            </p:nvSpPr>
            <p:spPr>
              <a:xfrm>
                <a:off x="6788571" y="1262142"/>
                <a:ext cx="291497" cy="380845"/>
              </a:xfrm>
              <a:custGeom>
                <a:avLst/>
                <a:gdLst>
                  <a:gd name="connsiteX0" fmla="*/ 0 w 291497"/>
                  <a:gd name="connsiteY0" fmla="*/ 380846 h 380845"/>
                  <a:gd name="connsiteX1" fmla="*/ 106286 w 291497"/>
                  <a:gd name="connsiteY1" fmla="*/ 380709 h 380845"/>
                  <a:gd name="connsiteX2" fmla="*/ 174857 w 291497"/>
                  <a:gd name="connsiteY2" fmla="*/ 312000 h 380845"/>
                  <a:gd name="connsiteX3" fmla="*/ 174857 w 291497"/>
                  <a:gd name="connsiteY3" fmla="*/ 68571 h 380845"/>
                  <a:gd name="connsiteX4" fmla="*/ 233212 w 291497"/>
                  <a:gd name="connsiteY4" fmla="*/ 0 h 380845"/>
                  <a:gd name="connsiteX5" fmla="*/ 291497 w 291497"/>
                  <a:gd name="connsiteY5" fmla="*/ 69 h 380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1497" h="380845">
                    <a:moveTo>
                      <a:pt x="0" y="380846"/>
                    </a:moveTo>
                    <a:lnTo>
                      <a:pt x="106286" y="380709"/>
                    </a:lnTo>
                    <a:cubicBezTo>
                      <a:pt x="152000" y="380617"/>
                      <a:pt x="174857" y="357714"/>
                      <a:pt x="174857" y="312000"/>
                    </a:cubicBezTo>
                    <a:lnTo>
                      <a:pt x="174857" y="68571"/>
                    </a:lnTo>
                    <a:cubicBezTo>
                      <a:pt x="174857" y="22857"/>
                      <a:pt x="194309" y="0"/>
                      <a:pt x="233212" y="0"/>
                    </a:cubicBezTo>
                    <a:lnTo>
                      <a:pt x="291497" y="69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" name="任意多边形: 形状 196">
                <a:extLst>
                  <a:ext uri="{FF2B5EF4-FFF2-40B4-BE49-F238E27FC236}">
                    <a16:creationId xmlns:a16="http://schemas.microsoft.com/office/drawing/2014/main" id="{266D3B78-E7A2-0190-1BD2-47D78C3382DD}"/>
                  </a:ext>
                </a:extLst>
              </p:cNvPr>
              <p:cNvSpPr/>
              <p:nvPr/>
            </p:nvSpPr>
            <p:spPr>
              <a:xfrm>
                <a:off x="7066354" y="1234782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69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98" name="图形 2">
              <a:extLst>
                <a:ext uri="{FF2B5EF4-FFF2-40B4-BE49-F238E27FC236}">
                  <a16:creationId xmlns:a16="http://schemas.microsoft.com/office/drawing/2014/main" id="{CE8D57CF-3DDF-31DD-0F4C-B98F2935FF34}"/>
                </a:ext>
              </a:extLst>
            </p:cNvPr>
            <p:cNvGrpSpPr/>
            <p:nvPr/>
          </p:nvGrpSpPr>
          <p:grpSpPr>
            <a:xfrm>
              <a:off x="6864000" y="1172999"/>
              <a:ext cx="144000" cy="198857"/>
              <a:chOff x="6864000" y="1172999"/>
              <a:chExt cx="144000" cy="198857"/>
            </a:xfrm>
            <a:solidFill>
              <a:srgbClr val="FFFFFF"/>
            </a:solidFill>
          </p:grpSpPr>
          <p:sp>
            <p:nvSpPr>
              <p:cNvPr id="199" name="任意多边形: 形状 198">
                <a:extLst>
                  <a:ext uri="{FF2B5EF4-FFF2-40B4-BE49-F238E27FC236}">
                    <a16:creationId xmlns:a16="http://schemas.microsoft.com/office/drawing/2014/main" id="{9A973B2F-939E-4D38-1E5B-915E91BFCCF0}"/>
                  </a:ext>
                </a:extLst>
              </p:cNvPr>
              <p:cNvSpPr/>
              <p:nvPr/>
            </p:nvSpPr>
            <p:spPr>
              <a:xfrm>
                <a:off x="6864000" y="1179856"/>
                <a:ext cx="144000" cy="143999"/>
              </a:xfrm>
              <a:custGeom>
                <a:avLst/>
                <a:gdLst>
                  <a:gd name="connsiteX0" fmla="*/ 144000 w 144000"/>
                  <a:gd name="connsiteY0" fmla="*/ 72000 h 143999"/>
                  <a:gd name="connsiteX1" fmla="*/ 72000 w 144000"/>
                  <a:gd name="connsiteY1" fmla="*/ 144000 h 143999"/>
                  <a:gd name="connsiteX2" fmla="*/ 0 w 144000"/>
                  <a:gd name="connsiteY2" fmla="*/ 72000 h 143999"/>
                  <a:gd name="connsiteX3" fmla="*/ 72000 w 144000"/>
                  <a:gd name="connsiteY3" fmla="*/ 0 h 143999"/>
                  <a:gd name="connsiteX4" fmla="*/ 144000 w 144000"/>
                  <a:gd name="connsiteY4" fmla="*/ 72000 h 143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000" h="143999">
                    <a:moveTo>
                      <a:pt x="144000" y="72000"/>
                    </a:moveTo>
                    <a:cubicBezTo>
                      <a:pt x="144000" y="111765"/>
                      <a:pt x="111765" y="144000"/>
                      <a:pt x="72000" y="144000"/>
                    </a:cubicBezTo>
                    <a:cubicBezTo>
                      <a:pt x="32235" y="144000"/>
                      <a:pt x="0" y="111765"/>
                      <a:pt x="0" y="72000"/>
                    </a:cubicBezTo>
                    <a:cubicBezTo>
                      <a:pt x="0" y="32235"/>
                      <a:pt x="32235" y="0"/>
                      <a:pt x="72000" y="0"/>
                    </a:cubicBezTo>
                    <a:cubicBezTo>
                      <a:pt x="111765" y="0"/>
                      <a:pt x="144000" y="32235"/>
                      <a:pt x="144000" y="72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00" name="图片 199">
                <a:extLst>
                  <a:ext uri="{FF2B5EF4-FFF2-40B4-BE49-F238E27FC236}">
                    <a16:creationId xmlns:a16="http://schemas.microsoft.com/office/drawing/2014/main" id="{AF1E6B68-A84A-CFA6-025E-6AFA826885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67428" y="1172999"/>
                <a:ext cx="130285" cy="198857"/>
              </a:xfrm>
              <a:custGeom>
                <a:avLst/>
                <a:gdLst>
                  <a:gd name="connsiteX0" fmla="*/ -1 w 130285"/>
                  <a:gd name="connsiteY0" fmla="*/ -1 h 198857"/>
                  <a:gd name="connsiteX1" fmla="*/ 130285 w 130285"/>
                  <a:gd name="connsiteY1" fmla="*/ -1 h 198857"/>
                  <a:gd name="connsiteX2" fmla="*/ 130285 w 130285"/>
                  <a:gd name="connsiteY2" fmla="*/ 198857 h 198857"/>
                  <a:gd name="connsiteX3" fmla="*/ -1 w 130285"/>
                  <a:gd name="connsiteY3" fmla="*/ 198857 h 19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285" h="198857">
                    <a:moveTo>
                      <a:pt x="-1" y="-1"/>
                    </a:moveTo>
                    <a:lnTo>
                      <a:pt x="130285" y="-1"/>
                    </a:lnTo>
                    <a:lnTo>
                      <a:pt x="130285" y="198857"/>
                    </a:lnTo>
                    <a:lnTo>
                      <a:pt x="-1" y="198857"/>
                    </a:lnTo>
                    <a:close/>
                  </a:path>
                </a:pathLst>
              </a:custGeom>
            </p:spPr>
          </p:pic>
        </p:grpSp>
        <p:grpSp>
          <p:nvGrpSpPr>
            <p:cNvPr id="201" name="图形 2">
              <a:extLst>
                <a:ext uri="{FF2B5EF4-FFF2-40B4-BE49-F238E27FC236}">
                  <a16:creationId xmlns:a16="http://schemas.microsoft.com/office/drawing/2014/main" id="{9C4984D8-90BF-5C16-04B0-56342C98096F}"/>
                </a:ext>
              </a:extLst>
            </p:cNvPr>
            <p:cNvGrpSpPr/>
            <p:nvPr/>
          </p:nvGrpSpPr>
          <p:grpSpPr>
            <a:xfrm>
              <a:off x="4580571" y="1234713"/>
              <a:ext cx="204068" cy="54857"/>
              <a:chOff x="4580571" y="1234713"/>
              <a:chExt cx="204068" cy="54857"/>
            </a:xfrm>
          </p:grpSpPr>
          <p:sp>
            <p:nvSpPr>
              <p:cNvPr id="202" name="任意多边形: 形状 201">
                <a:extLst>
                  <a:ext uri="{FF2B5EF4-FFF2-40B4-BE49-F238E27FC236}">
                    <a16:creationId xmlns:a16="http://schemas.microsoft.com/office/drawing/2014/main" id="{C5D649A4-A9CD-224F-040D-B6998016EF0E}"/>
                  </a:ext>
                </a:extLst>
              </p:cNvPr>
              <p:cNvSpPr/>
              <p:nvPr/>
            </p:nvSpPr>
            <p:spPr>
              <a:xfrm>
                <a:off x="4580571" y="1262142"/>
                <a:ext cx="162925" cy="6857"/>
              </a:xfrm>
              <a:custGeom>
                <a:avLst/>
                <a:gdLst>
                  <a:gd name="connsiteX0" fmla="*/ 0 w 162925"/>
                  <a:gd name="connsiteY0" fmla="*/ 0 h 6857"/>
                  <a:gd name="connsiteX1" fmla="*/ 137143 w 162925"/>
                  <a:gd name="connsiteY1" fmla="*/ 0 h 6857"/>
                  <a:gd name="connsiteX2" fmla="*/ 82286 w 162925"/>
                  <a:gd name="connsiteY2" fmla="*/ 0 h 6857"/>
                  <a:gd name="connsiteX3" fmla="*/ 162926 w 162925"/>
                  <a:gd name="connsiteY3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2925" h="6857">
                    <a:moveTo>
                      <a:pt x="0" y="0"/>
                    </a:moveTo>
                    <a:lnTo>
                      <a:pt x="137143" y="0"/>
                    </a:lnTo>
                    <a:lnTo>
                      <a:pt x="82286" y="0"/>
                    </a:lnTo>
                    <a:lnTo>
                      <a:pt x="162926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" name="任意多边形: 形状 202">
                <a:extLst>
                  <a:ext uri="{FF2B5EF4-FFF2-40B4-BE49-F238E27FC236}">
                    <a16:creationId xmlns:a16="http://schemas.microsoft.com/office/drawing/2014/main" id="{37C81C31-D21F-3058-1D2B-92A63B49BE20}"/>
                  </a:ext>
                </a:extLst>
              </p:cNvPr>
              <p:cNvSpPr/>
              <p:nvPr/>
            </p:nvSpPr>
            <p:spPr>
              <a:xfrm>
                <a:off x="4729782" y="1234713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04" name="图形 2">
              <a:extLst>
                <a:ext uri="{FF2B5EF4-FFF2-40B4-BE49-F238E27FC236}">
                  <a16:creationId xmlns:a16="http://schemas.microsoft.com/office/drawing/2014/main" id="{A6E7EADE-8B06-E029-939B-1C161C356730}"/>
                </a:ext>
              </a:extLst>
            </p:cNvPr>
            <p:cNvGrpSpPr/>
            <p:nvPr/>
          </p:nvGrpSpPr>
          <p:grpSpPr>
            <a:xfrm>
              <a:off x="4237714" y="816496"/>
              <a:ext cx="342857" cy="899931"/>
              <a:chOff x="4237714" y="816496"/>
              <a:chExt cx="342857" cy="899931"/>
            </a:xfrm>
            <a:solidFill>
              <a:srgbClr val="DAE8FC"/>
            </a:solidFill>
          </p:grpSpPr>
          <p:sp>
            <p:nvSpPr>
              <p:cNvPr id="205" name="任意多边形: 形状 204">
                <a:extLst>
                  <a:ext uri="{FF2B5EF4-FFF2-40B4-BE49-F238E27FC236}">
                    <a16:creationId xmlns:a16="http://schemas.microsoft.com/office/drawing/2014/main" id="{89773F9E-A44E-81FE-BC15-D0F24BD77284}"/>
                  </a:ext>
                </a:extLst>
              </p:cNvPr>
              <p:cNvSpPr/>
              <p:nvPr/>
            </p:nvSpPr>
            <p:spPr>
              <a:xfrm rot="10800000" flipV="1">
                <a:off x="4237714" y="816496"/>
                <a:ext cx="342857" cy="891428"/>
              </a:xfrm>
              <a:custGeom>
                <a:avLst/>
                <a:gdLst>
                  <a:gd name="connsiteX0" fmla="*/ 291429 w 342857"/>
                  <a:gd name="connsiteY0" fmla="*/ 0 h 891428"/>
                  <a:gd name="connsiteX1" fmla="*/ 342857 w 342857"/>
                  <a:gd name="connsiteY1" fmla="*/ 51429 h 891428"/>
                  <a:gd name="connsiteX2" fmla="*/ 342857 w 342857"/>
                  <a:gd name="connsiteY2" fmla="*/ 840000 h 891428"/>
                  <a:gd name="connsiteX3" fmla="*/ 291429 w 342857"/>
                  <a:gd name="connsiteY3" fmla="*/ 891429 h 891428"/>
                  <a:gd name="connsiteX4" fmla="*/ 51429 w 342857"/>
                  <a:gd name="connsiteY4" fmla="*/ 891429 h 891428"/>
                  <a:gd name="connsiteX5" fmla="*/ 0 w 342857"/>
                  <a:gd name="connsiteY5" fmla="*/ 840000 h 891428"/>
                  <a:gd name="connsiteX6" fmla="*/ 0 w 342857"/>
                  <a:gd name="connsiteY6" fmla="*/ 51429 h 891428"/>
                  <a:gd name="connsiteX7" fmla="*/ 51429 w 342857"/>
                  <a:gd name="connsiteY7" fmla="*/ 0 h 891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857" h="891428">
                    <a:moveTo>
                      <a:pt x="291429" y="0"/>
                    </a:moveTo>
                    <a:cubicBezTo>
                      <a:pt x="319832" y="0"/>
                      <a:pt x="342857" y="23025"/>
                      <a:pt x="342857" y="51429"/>
                    </a:cubicBezTo>
                    <a:lnTo>
                      <a:pt x="342857" y="840000"/>
                    </a:lnTo>
                    <a:cubicBezTo>
                      <a:pt x="342857" y="868403"/>
                      <a:pt x="319832" y="891429"/>
                      <a:pt x="291429" y="891429"/>
                    </a:cubicBezTo>
                    <a:lnTo>
                      <a:pt x="51429" y="891429"/>
                    </a:lnTo>
                    <a:cubicBezTo>
                      <a:pt x="23025" y="891429"/>
                      <a:pt x="0" y="868403"/>
                      <a:pt x="0" y="840000"/>
                    </a:cubicBezTo>
                    <a:lnTo>
                      <a:pt x="0" y="51429"/>
                    </a:lnTo>
                    <a:cubicBezTo>
                      <a:pt x="0" y="23025"/>
                      <a:pt x="23025" y="0"/>
                      <a:pt x="5142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06" name="图片 205">
                <a:extLst>
                  <a:ext uri="{FF2B5EF4-FFF2-40B4-BE49-F238E27FC236}">
                    <a16:creationId xmlns:a16="http://schemas.microsoft.com/office/drawing/2014/main" id="{9F962960-B8D8-C578-E7AA-352726B53D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41142" y="850713"/>
                <a:ext cx="329142" cy="865714"/>
              </a:xfrm>
              <a:custGeom>
                <a:avLst/>
                <a:gdLst>
                  <a:gd name="connsiteX0" fmla="*/ -1 w 329142"/>
                  <a:gd name="connsiteY0" fmla="*/ -1 h 865714"/>
                  <a:gd name="connsiteX1" fmla="*/ 329142 w 329142"/>
                  <a:gd name="connsiteY1" fmla="*/ -1 h 865714"/>
                  <a:gd name="connsiteX2" fmla="*/ 329142 w 329142"/>
                  <a:gd name="connsiteY2" fmla="*/ 865714 h 865714"/>
                  <a:gd name="connsiteX3" fmla="*/ -1 w 329142"/>
                  <a:gd name="connsiteY3" fmla="*/ 865714 h 8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2" h="865714">
                    <a:moveTo>
                      <a:pt x="-1" y="-1"/>
                    </a:moveTo>
                    <a:lnTo>
                      <a:pt x="329142" y="-1"/>
                    </a:lnTo>
                    <a:lnTo>
                      <a:pt x="329142" y="865714"/>
                    </a:lnTo>
                    <a:lnTo>
                      <a:pt x="-1" y="865714"/>
                    </a:lnTo>
                    <a:close/>
                  </a:path>
                </a:pathLst>
              </a:custGeom>
            </p:spPr>
          </p:pic>
        </p:grpSp>
        <p:grpSp>
          <p:nvGrpSpPr>
            <p:cNvPr id="207" name="图形 2">
              <a:extLst>
                <a:ext uri="{FF2B5EF4-FFF2-40B4-BE49-F238E27FC236}">
                  <a16:creationId xmlns:a16="http://schemas.microsoft.com/office/drawing/2014/main" id="{EBAAC02C-2AAD-35F7-2849-4B00413CCA5A}"/>
                </a:ext>
              </a:extLst>
            </p:cNvPr>
            <p:cNvGrpSpPr/>
            <p:nvPr/>
          </p:nvGrpSpPr>
          <p:grpSpPr>
            <a:xfrm>
              <a:off x="5142857" y="1234713"/>
              <a:ext cx="231497" cy="54857"/>
              <a:chOff x="5142857" y="1234713"/>
              <a:chExt cx="231497" cy="54857"/>
            </a:xfrm>
          </p:grpSpPr>
          <p:sp>
            <p:nvSpPr>
              <p:cNvPr id="208" name="任意多边形: 形状 207">
                <a:extLst>
                  <a:ext uri="{FF2B5EF4-FFF2-40B4-BE49-F238E27FC236}">
                    <a16:creationId xmlns:a16="http://schemas.microsoft.com/office/drawing/2014/main" id="{0D023E06-3C05-0237-7D1D-30EF8FACEA06}"/>
                  </a:ext>
                </a:extLst>
              </p:cNvPr>
              <p:cNvSpPr/>
              <p:nvPr/>
            </p:nvSpPr>
            <p:spPr>
              <a:xfrm>
                <a:off x="5142857" y="1262142"/>
                <a:ext cx="190354" cy="6857"/>
              </a:xfrm>
              <a:custGeom>
                <a:avLst/>
                <a:gdLst>
                  <a:gd name="connsiteX0" fmla="*/ 0 w 190354"/>
                  <a:gd name="connsiteY0" fmla="*/ 0 h 6857"/>
                  <a:gd name="connsiteX1" fmla="*/ 137143 w 190354"/>
                  <a:gd name="connsiteY1" fmla="*/ 0 h 6857"/>
                  <a:gd name="connsiteX2" fmla="*/ 109714 w 190354"/>
                  <a:gd name="connsiteY2" fmla="*/ 0 h 6857"/>
                  <a:gd name="connsiteX3" fmla="*/ 190354 w 190354"/>
                  <a:gd name="connsiteY3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354" h="6857">
                    <a:moveTo>
                      <a:pt x="0" y="0"/>
                    </a:moveTo>
                    <a:lnTo>
                      <a:pt x="137143" y="0"/>
                    </a:lnTo>
                    <a:lnTo>
                      <a:pt x="109714" y="0"/>
                    </a:lnTo>
                    <a:lnTo>
                      <a:pt x="190354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" name="任意多边形: 形状 208">
                <a:extLst>
                  <a:ext uri="{FF2B5EF4-FFF2-40B4-BE49-F238E27FC236}">
                    <a16:creationId xmlns:a16="http://schemas.microsoft.com/office/drawing/2014/main" id="{9BC2DB88-2DE0-0A2A-31CB-8A60B484E5A9}"/>
                  </a:ext>
                </a:extLst>
              </p:cNvPr>
              <p:cNvSpPr/>
              <p:nvPr/>
            </p:nvSpPr>
            <p:spPr>
              <a:xfrm>
                <a:off x="5319497" y="1234713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10" name="图形 2">
              <a:extLst>
                <a:ext uri="{FF2B5EF4-FFF2-40B4-BE49-F238E27FC236}">
                  <a16:creationId xmlns:a16="http://schemas.microsoft.com/office/drawing/2014/main" id="{7EC20BB8-EA22-B4AE-813F-161E29FF390D}"/>
                </a:ext>
              </a:extLst>
            </p:cNvPr>
            <p:cNvGrpSpPr/>
            <p:nvPr/>
          </p:nvGrpSpPr>
          <p:grpSpPr>
            <a:xfrm>
              <a:off x="4800000" y="713639"/>
              <a:ext cx="342857" cy="1105645"/>
              <a:chOff x="4800000" y="713639"/>
              <a:chExt cx="342857" cy="1105645"/>
            </a:xfrm>
            <a:solidFill>
              <a:srgbClr val="DAE8FC"/>
            </a:solidFill>
          </p:grpSpPr>
          <p:sp>
            <p:nvSpPr>
              <p:cNvPr id="211" name="任意多边形: 形状 210">
                <a:extLst>
                  <a:ext uri="{FF2B5EF4-FFF2-40B4-BE49-F238E27FC236}">
                    <a16:creationId xmlns:a16="http://schemas.microsoft.com/office/drawing/2014/main" id="{E5F7F6E8-5904-051F-F925-5EA8598B9923}"/>
                  </a:ext>
                </a:extLst>
              </p:cNvPr>
              <p:cNvSpPr/>
              <p:nvPr/>
            </p:nvSpPr>
            <p:spPr>
              <a:xfrm rot="10800000" flipV="1">
                <a:off x="4800000" y="713639"/>
                <a:ext cx="342857" cy="1097211"/>
              </a:xfrm>
              <a:custGeom>
                <a:avLst/>
                <a:gdLst>
                  <a:gd name="connsiteX0" fmla="*/ 291429 w 342857"/>
                  <a:gd name="connsiteY0" fmla="*/ 0 h 1097211"/>
                  <a:gd name="connsiteX1" fmla="*/ 342857 w 342857"/>
                  <a:gd name="connsiteY1" fmla="*/ 51429 h 1097211"/>
                  <a:gd name="connsiteX2" fmla="*/ 342857 w 342857"/>
                  <a:gd name="connsiteY2" fmla="*/ 1045783 h 1097211"/>
                  <a:gd name="connsiteX3" fmla="*/ 291429 w 342857"/>
                  <a:gd name="connsiteY3" fmla="*/ 1097211 h 1097211"/>
                  <a:gd name="connsiteX4" fmla="*/ 51429 w 342857"/>
                  <a:gd name="connsiteY4" fmla="*/ 1097211 h 1097211"/>
                  <a:gd name="connsiteX5" fmla="*/ 0 w 342857"/>
                  <a:gd name="connsiteY5" fmla="*/ 1045783 h 1097211"/>
                  <a:gd name="connsiteX6" fmla="*/ 0 w 342857"/>
                  <a:gd name="connsiteY6" fmla="*/ 51429 h 1097211"/>
                  <a:gd name="connsiteX7" fmla="*/ 51429 w 342857"/>
                  <a:gd name="connsiteY7" fmla="*/ 0 h 1097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857" h="1097211">
                    <a:moveTo>
                      <a:pt x="291429" y="0"/>
                    </a:moveTo>
                    <a:cubicBezTo>
                      <a:pt x="319832" y="0"/>
                      <a:pt x="342857" y="23025"/>
                      <a:pt x="342857" y="51429"/>
                    </a:cubicBezTo>
                    <a:lnTo>
                      <a:pt x="342857" y="1045783"/>
                    </a:lnTo>
                    <a:cubicBezTo>
                      <a:pt x="342857" y="1074186"/>
                      <a:pt x="319832" y="1097211"/>
                      <a:pt x="291429" y="1097211"/>
                    </a:cubicBezTo>
                    <a:lnTo>
                      <a:pt x="51429" y="1097211"/>
                    </a:lnTo>
                    <a:cubicBezTo>
                      <a:pt x="23025" y="1097211"/>
                      <a:pt x="0" y="1074186"/>
                      <a:pt x="0" y="1045783"/>
                    </a:cubicBezTo>
                    <a:lnTo>
                      <a:pt x="0" y="51429"/>
                    </a:lnTo>
                    <a:cubicBezTo>
                      <a:pt x="0" y="23025"/>
                      <a:pt x="23025" y="0"/>
                      <a:pt x="5142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12" name="图片 211">
                <a:extLst>
                  <a:ext uri="{FF2B5EF4-FFF2-40B4-BE49-F238E27FC236}">
                    <a16:creationId xmlns:a16="http://schemas.microsoft.com/office/drawing/2014/main" id="{4BFBAFD8-85FC-C2BD-AE58-0237490FAA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03428" y="747856"/>
                <a:ext cx="329142" cy="1071428"/>
              </a:xfrm>
              <a:custGeom>
                <a:avLst/>
                <a:gdLst>
                  <a:gd name="connsiteX0" fmla="*/ -1 w 329142"/>
                  <a:gd name="connsiteY0" fmla="*/ -1 h 1071428"/>
                  <a:gd name="connsiteX1" fmla="*/ 329142 w 329142"/>
                  <a:gd name="connsiteY1" fmla="*/ -1 h 1071428"/>
                  <a:gd name="connsiteX2" fmla="*/ 329142 w 329142"/>
                  <a:gd name="connsiteY2" fmla="*/ 1071428 h 1071428"/>
                  <a:gd name="connsiteX3" fmla="*/ -1 w 329142"/>
                  <a:gd name="connsiteY3" fmla="*/ 1071428 h 1071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2" h="1071428">
                    <a:moveTo>
                      <a:pt x="-1" y="-1"/>
                    </a:moveTo>
                    <a:lnTo>
                      <a:pt x="329142" y="-1"/>
                    </a:lnTo>
                    <a:lnTo>
                      <a:pt x="329142" y="1071428"/>
                    </a:lnTo>
                    <a:lnTo>
                      <a:pt x="-1" y="1071428"/>
                    </a:lnTo>
                    <a:close/>
                  </a:path>
                </a:pathLst>
              </a:custGeom>
            </p:spPr>
          </p:pic>
        </p:grpSp>
        <p:grpSp>
          <p:nvGrpSpPr>
            <p:cNvPr id="213" name="图形 2">
              <a:extLst>
                <a:ext uri="{FF2B5EF4-FFF2-40B4-BE49-F238E27FC236}">
                  <a16:creationId xmlns:a16="http://schemas.microsoft.com/office/drawing/2014/main" id="{707CB31F-155E-C8AD-C01D-E32DB7A71580}"/>
                </a:ext>
              </a:extLst>
            </p:cNvPr>
            <p:cNvGrpSpPr/>
            <p:nvPr/>
          </p:nvGrpSpPr>
          <p:grpSpPr>
            <a:xfrm>
              <a:off x="7136571" y="679353"/>
              <a:ext cx="342857" cy="1165714"/>
              <a:chOff x="7136571" y="679353"/>
              <a:chExt cx="342857" cy="1165714"/>
            </a:xfrm>
            <a:solidFill>
              <a:srgbClr val="D5E8D4"/>
            </a:solidFill>
          </p:grpSpPr>
          <p:sp>
            <p:nvSpPr>
              <p:cNvPr id="214" name="任意多边形: 形状 213">
                <a:extLst>
                  <a:ext uri="{FF2B5EF4-FFF2-40B4-BE49-F238E27FC236}">
                    <a16:creationId xmlns:a16="http://schemas.microsoft.com/office/drawing/2014/main" id="{A3252C85-309E-EB34-73C4-E34D4D01A4A4}"/>
                  </a:ext>
                </a:extLst>
              </p:cNvPr>
              <p:cNvSpPr/>
              <p:nvPr/>
            </p:nvSpPr>
            <p:spPr>
              <a:xfrm rot="10800000" flipV="1">
                <a:off x="7136571" y="679353"/>
                <a:ext cx="342857" cy="1165714"/>
              </a:xfrm>
              <a:custGeom>
                <a:avLst/>
                <a:gdLst>
                  <a:gd name="connsiteX0" fmla="*/ 291429 w 342857"/>
                  <a:gd name="connsiteY0" fmla="*/ 0 h 1165714"/>
                  <a:gd name="connsiteX1" fmla="*/ 342857 w 342857"/>
                  <a:gd name="connsiteY1" fmla="*/ 51429 h 1165714"/>
                  <a:gd name="connsiteX2" fmla="*/ 342857 w 342857"/>
                  <a:gd name="connsiteY2" fmla="*/ 1114286 h 1165714"/>
                  <a:gd name="connsiteX3" fmla="*/ 291429 w 342857"/>
                  <a:gd name="connsiteY3" fmla="*/ 1165714 h 1165714"/>
                  <a:gd name="connsiteX4" fmla="*/ 51429 w 342857"/>
                  <a:gd name="connsiteY4" fmla="*/ 1165714 h 1165714"/>
                  <a:gd name="connsiteX5" fmla="*/ 0 w 342857"/>
                  <a:gd name="connsiteY5" fmla="*/ 1114286 h 1165714"/>
                  <a:gd name="connsiteX6" fmla="*/ 0 w 342857"/>
                  <a:gd name="connsiteY6" fmla="*/ 51429 h 1165714"/>
                  <a:gd name="connsiteX7" fmla="*/ 51429 w 342857"/>
                  <a:gd name="connsiteY7" fmla="*/ 0 h 11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857" h="1165714">
                    <a:moveTo>
                      <a:pt x="291429" y="0"/>
                    </a:moveTo>
                    <a:cubicBezTo>
                      <a:pt x="319831" y="0"/>
                      <a:pt x="342857" y="23025"/>
                      <a:pt x="342857" y="51429"/>
                    </a:cubicBezTo>
                    <a:lnTo>
                      <a:pt x="342857" y="1114286"/>
                    </a:lnTo>
                    <a:cubicBezTo>
                      <a:pt x="342857" y="1142689"/>
                      <a:pt x="319831" y="1165714"/>
                      <a:pt x="291429" y="1165714"/>
                    </a:cubicBezTo>
                    <a:lnTo>
                      <a:pt x="51429" y="1165714"/>
                    </a:lnTo>
                    <a:cubicBezTo>
                      <a:pt x="23026" y="1165714"/>
                      <a:pt x="0" y="1142689"/>
                      <a:pt x="0" y="1114286"/>
                    </a:cubicBezTo>
                    <a:lnTo>
                      <a:pt x="0" y="51429"/>
                    </a:lnTo>
                    <a:cubicBezTo>
                      <a:pt x="0" y="23025"/>
                      <a:pt x="23026" y="0"/>
                      <a:pt x="51429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3714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15" name="图片 214">
                <a:extLst>
                  <a:ext uri="{FF2B5EF4-FFF2-40B4-BE49-F238E27FC236}">
                    <a16:creationId xmlns:a16="http://schemas.microsoft.com/office/drawing/2014/main" id="{88128F9B-7216-F775-A527-9EA4196DB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41714" y="953570"/>
                <a:ext cx="329142" cy="659999"/>
              </a:xfrm>
              <a:custGeom>
                <a:avLst/>
                <a:gdLst>
                  <a:gd name="connsiteX0" fmla="*/ -1 w 329142"/>
                  <a:gd name="connsiteY0" fmla="*/ -1 h 659999"/>
                  <a:gd name="connsiteX1" fmla="*/ 329142 w 329142"/>
                  <a:gd name="connsiteY1" fmla="*/ -1 h 659999"/>
                  <a:gd name="connsiteX2" fmla="*/ 329142 w 329142"/>
                  <a:gd name="connsiteY2" fmla="*/ 660000 h 659999"/>
                  <a:gd name="connsiteX3" fmla="*/ -1 w 329142"/>
                  <a:gd name="connsiteY3" fmla="*/ 660000 h 659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2" h="659999">
                    <a:moveTo>
                      <a:pt x="-1" y="-1"/>
                    </a:moveTo>
                    <a:lnTo>
                      <a:pt x="329142" y="-1"/>
                    </a:lnTo>
                    <a:lnTo>
                      <a:pt x="329142" y="660000"/>
                    </a:lnTo>
                    <a:lnTo>
                      <a:pt x="-1" y="660000"/>
                    </a:lnTo>
                    <a:close/>
                  </a:path>
                </a:pathLst>
              </a:custGeom>
            </p:spPr>
          </p:pic>
        </p:grpSp>
        <p:grpSp>
          <p:nvGrpSpPr>
            <p:cNvPr id="216" name="图形 2">
              <a:extLst>
                <a:ext uri="{FF2B5EF4-FFF2-40B4-BE49-F238E27FC236}">
                  <a16:creationId xmlns:a16="http://schemas.microsoft.com/office/drawing/2014/main" id="{EDC22FB9-B3BA-2F1D-2102-4E2583209C3F}"/>
                </a:ext>
              </a:extLst>
            </p:cNvPr>
            <p:cNvGrpSpPr/>
            <p:nvPr/>
          </p:nvGrpSpPr>
          <p:grpSpPr>
            <a:xfrm>
              <a:off x="3771428" y="4649433"/>
              <a:ext cx="198925" cy="54857"/>
              <a:chOff x="3771428" y="4649433"/>
              <a:chExt cx="198925" cy="54857"/>
            </a:xfrm>
          </p:grpSpPr>
          <p:sp>
            <p:nvSpPr>
              <p:cNvPr id="217" name="任意多边形: 形状 216">
                <a:extLst>
                  <a:ext uri="{FF2B5EF4-FFF2-40B4-BE49-F238E27FC236}">
                    <a16:creationId xmlns:a16="http://schemas.microsoft.com/office/drawing/2014/main" id="{405E1B1A-11AD-68C4-0FB4-8DCB78B9BA38}"/>
                  </a:ext>
                </a:extLst>
              </p:cNvPr>
              <p:cNvSpPr/>
              <p:nvPr/>
            </p:nvSpPr>
            <p:spPr>
              <a:xfrm>
                <a:off x="3771428" y="4676519"/>
                <a:ext cx="157851" cy="480"/>
              </a:xfrm>
              <a:custGeom>
                <a:avLst/>
                <a:gdLst>
                  <a:gd name="connsiteX0" fmla="*/ 0 w 157851"/>
                  <a:gd name="connsiteY0" fmla="*/ 480 h 480"/>
                  <a:gd name="connsiteX1" fmla="*/ 137143 w 157851"/>
                  <a:gd name="connsiteY1" fmla="*/ 480 h 480"/>
                  <a:gd name="connsiteX2" fmla="*/ 157852 w 157851"/>
                  <a:gd name="connsiteY2" fmla="*/ 0 h 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7851" h="480">
                    <a:moveTo>
                      <a:pt x="0" y="480"/>
                    </a:moveTo>
                    <a:lnTo>
                      <a:pt x="137143" y="480"/>
                    </a:lnTo>
                    <a:lnTo>
                      <a:pt x="157852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8" name="任意多边形: 形状 217">
                <a:extLst>
                  <a:ext uri="{FF2B5EF4-FFF2-40B4-BE49-F238E27FC236}">
                    <a16:creationId xmlns:a16="http://schemas.microsoft.com/office/drawing/2014/main" id="{CE6E26CE-551B-C7E1-D5A8-FBACB753BC67}"/>
                  </a:ext>
                </a:extLst>
              </p:cNvPr>
              <p:cNvSpPr/>
              <p:nvPr/>
            </p:nvSpPr>
            <p:spPr>
              <a:xfrm>
                <a:off x="3914948" y="4649433"/>
                <a:ext cx="55405" cy="54857"/>
              </a:xfrm>
              <a:custGeom>
                <a:avLst/>
                <a:gdLst>
                  <a:gd name="connsiteX0" fmla="*/ 55406 w 55405"/>
                  <a:gd name="connsiteY0" fmla="*/ 26194 h 54857"/>
                  <a:gd name="connsiteX1" fmla="*/ 1234 w 55405"/>
                  <a:gd name="connsiteY1" fmla="*/ 54857 h 54857"/>
                  <a:gd name="connsiteX2" fmla="*/ 14332 w 55405"/>
                  <a:gd name="connsiteY2" fmla="*/ 27086 h 54857"/>
                  <a:gd name="connsiteX3" fmla="*/ 0 w 55405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405" h="54857">
                    <a:moveTo>
                      <a:pt x="55406" y="26194"/>
                    </a:moveTo>
                    <a:lnTo>
                      <a:pt x="1234" y="54857"/>
                    </a:lnTo>
                    <a:lnTo>
                      <a:pt x="14332" y="270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19" name="图形 2">
              <a:extLst>
                <a:ext uri="{FF2B5EF4-FFF2-40B4-BE49-F238E27FC236}">
                  <a16:creationId xmlns:a16="http://schemas.microsoft.com/office/drawing/2014/main" id="{4A29EF04-3BA0-E50A-48B4-82E24FEB4B4A}"/>
                </a:ext>
              </a:extLst>
            </p:cNvPr>
            <p:cNvGrpSpPr/>
            <p:nvPr/>
          </p:nvGrpSpPr>
          <p:grpSpPr>
            <a:xfrm>
              <a:off x="3408000" y="4220999"/>
              <a:ext cx="363428" cy="911999"/>
              <a:chOff x="3408000" y="4220999"/>
              <a:chExt cx="363428" cy="911999"/>
            </a:xfrm>
            <a:solidFill>
              <a:srgbClr val="DAE8FC"/>
            </a:solidFill>
          </p:grpSpPr>
          <p:sp>
            <p:nvSpPr>
              <p:cNvPr id="220" name="任意多边形: 形状 219">
                <a:extLst>
                  <a:ext uri="{FF2B5EF4-FFF2-40B4-BE49-F238E27FC236}">
                    <a16:creationId xmlns:a16="http://schemas.microsoft.com/office/drawing/2014/main" id="{245DA1E9-B629-B12D-BD59-45DB881D59B8}"/>
                  </a:ext>
                </a:extLst>
              </p:cNvPr>
              <p:cNvSpPr/>
              <p:nvPr/>
            </p:nvSpPr>
            <p:spPr>
              <a:xfrm>
                <a:off x="3408000" y="4220999"/>
                <a:ext cx="363428" cy="911999"/>
              </a:xfrm>
              <a:custGeom>
                <a:avLst/>
                <a:gdLst>
                  <a:gd name="connsiteX0" fmla="*/ 308914 w 363428"/>
                  <a:gd name="connsiteY0" fmla="*/ 0 h 911999"/>
                  <a:gd name="connsiteX1" fmla="*/ 363429 w 363428"/>
                  <a:gd name="connsiteY1" fmla="*/ 54514 h 911999"/>
                  <a:gd name="connsiteX2" fmla="*/ 363429 w 363428"/>
                  <a:gd name="connsiteY2" fmla="*/ 857486 h 911999"/>
                  <a:gd name="connsiteX3" fmla="*/ 308914 w 363428"/>
                  <a:gd name="connsiteY3" fmla="*/ 912000 h 911999"/>
                  <a:gd name="connsiteX4" fmla="*/ 54514 w 363428"/>
                  <a:gd name="connsiteY4" fmla="*/ 912000 h 911999"/>
                  <a:gd name="connsiteX5" fmla="*/ 0 w 363428"/>
                  <a:gd name="connsiteY5" fmla="*/ 857486 h 911999"/>
                  <a:gd name="connsiteX6" fmla="*/ 0 w 363428"/>
                  <a:gd name="connsiteY6" fmla="*/ 54514 h 911999"/>
                  <a:gd name="connsiteX7" fmla="*/ 54514 w 363428"/>
                  <a:gd name="connsiteY7" fmla="*/ 0 h 9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3428" h="911999">
                    <a:moveTo>
                      <a:pt x="308914" y="0"/>
                    </a:moveTo>
                    <a:cubicBezTo>
                      <a:pt x="339022" y="0"/>
                      <a:pt x="363429" y="24407"/>
                      <a:pt x="363429" y="54514"/>
                    </a:cubicBezTo>
                    <a:lnTo>
                      <a:pt x="363429" y="857486"/>
                    </a:lnTo>
                    <a:cubicBezTo>
                      <a:pt x="363429" y="887593"/>
                      <a:pt x="339022" y="912000"/>
                      <a:pt x="308914" y="912000"/>
                    </a:cubicBezTo>
                    <a:lnTo>
                      <a:pt x="54514" y="912000"/>
                    </a:lnTo>
                    <a:cubicBezTo>
                      <a:pt x="24407" y="912000"/>
                      <a:pt x="0" y="887593"/>
                      <a:pt x="0" y="857486"/>
                    </a:cubicBezTo>
                    <a:lnTo>
                      <a:pt x="0" y="54514"/>
                    </a:lnTo>
                    <a:cubicBezTo>
                      <a:pt x="0" y="24407"/>
                      <a:pt x="24407" y="0"/>
                      <a:pt x="54514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21" name="图片 220">
                <a:extLst>
                  <a:ext uri="{FF2B5EF4-FFF2-40B4-BE49-F238E27FC236}">
                    <a16:creationId xmlns:a16="http://schemas.microsoft.com/office/drawing/2014/main" id="{9BE93E49-532F-5596-7F59-389F22E88B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411428" y="4265570"/>
                <a:ext cx="349714" cy="865714"/>
              </a:xfrm>
              <a:custGeom>
                <a:avLst/>
                <a:gdLst>
                  <a:gd name="connsiteX0" fmla="*/ -1 w 349714"/>
                  <a:gd name="connsiteY0" fmla="*/ -1 h 865714"/>
                  <a:gd name="connsiteX1" fmla="*/ 349714 w 349714"/>
                  <a:gd name="connsiteY1" fmla="*/ -1 h 865714"/>
                  <a:gd name="connsiteX2" fmla="*/ 349714 w 349714"/>
                  <a:gd name="connsiteY2" fmla="*/ 865714 h 865714"/>
                  <a:gd name="connsiteX3" fmla="*/ -1 w 349714"/>
                  <a:gd name="connsiteY3" fmla="*/ 865714 h 8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9714" h="865714">
                    <a:moveTo>
                      <a:pt x="-1" y="-1"/>
                    </a:moveTo>
                    <a:lnTo>
                      <a:pt x="349714" y="-1"/>
                    </a:lnTo>
                    <a:lnTo>
                      <a:pt x="349714" y="865714"/>
                    </a:lnTo>
                    <a:lnTo>
                      <a:pt x="-1" y="865714"/>
                    </a:lnTo>
                    <a:close/>
                  </a:path>
                </a:pathLst>
              </a:custGeom>
            </p:spPr>
          </p:pic>
        </p:grpSp>
        <p:grpSp>
          <p:nvGrpSpPr>
            <p:cNvPr id="222" name="图形 2">
              <a:extLst>
                <a:ext uri="{FF2B5EF4-FFF2-40B4-BE49-F238E27FC236}">
                  <a16:creationId xmlns:a16="http://schemas.microsoft.com/office/drawing/2014/main" id="{A5918E44-AAA6-C08A-4AC9-25BA866ED10F}"/>
                </a:ext>
              </a:extLst>
            </p:cNvPr>
            <p:cNvGrpSpPr/>
            <p:nvPr/>
          </p:nvGrpSpPr>
          <p:grpSpPr>
            <a:xfrm>
              <a:off x="4868571" y="4647856"/>
              <a:ext cx="188914" cy="54857"/>
              <a:chOff x="4868571" y="4647856"/>
              <a:chExt cx="188914" cy="54857"/>
            </a:xfrm>
          </p:grpSpPr>
          <p:sp>
            <p:nvSpPr>
              <p:cNvPr id="223" name="任意多边形: 形状 222">
                <a:extLst>
                  <a:ext uri="{FF2B5EF4-FFF2-40B4-BE49-F238E27FC236}">
                    <a16:creationId xmlns:a16="http://schemas.microsoft.com/office/drawing/2014/main" id="{76602FD7-CC30-3412-6E1D-D7747C48C67F}"/>
                  </a:ext>
                </a:extLst>
              </p:cNvPr>
              <p:cNvSpPr/>
              <p:nvPr/>
            </p:nvSpPr>
            <p:spPr>
              <a:xfrm>
                <a:off x="4868571" y="4675285"/>
                <a:ext cx="147771" cy="6857"/>
              </a:xfrm>
              <a:custGeom>
                <a:avLst/>
                <a:gdLst>
                  <a:gd name="connsiteX0" fmla="*/ 0 w 147771"/>
                  <a:gd name="connsiteY0" fmla="*/ 0 h 6857"/>
                  <a:gd name="connsiteX1" fmla="*/ 137143 w 147771"/>
                  <a:gd name="connsiteY1" fmla="*/ 0 h 6857"/>
                  <a:gd name="connsiteX2" fmla="*/ 147771 w 147771"/>
                  <a:gd name="connsiteY2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7771" h="6857">
                    <a:moveTo>
                      <a:pt x="0" y="0"/>
                    </a:moveTo>
                    <a:lnTo>
                      <a:pt x="137143" y="0"/>
                    </a:lnTo>
                    <a:lnTo>
                      <a:pt x="147771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" name="任意多边形: 形状 223">
                <a:extLst>
                  <a:ext uri="{FF2B5EF4-FFF2-40B4-BE49-F238E27FC236}">
                    <a16:creationId xmlns:a16="http://schemas.microsoft.com/office/drawing/2014/main" id="{18EB5CA1-EA6C-46EE-340C-5DCDF844789C}"/>
                  </a:ext>
                </a:extLst>
              </p:cNvPr>
              <p:cNvSpPr/>
              <p:nvPr/>
            </p:nvSpPr>
            <p:spPr>
              <a:xfrm>
                <a:off x="5002628" y="4647856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25" name="图形 2">
              <a:extLst>
                <a:ext uri="{FF2B5EF4-FFF2-40B4-BE49-F238E27FC236}">
                  <a16:creationId xmlns:a16="http://schemas.microsoft.com/office/drawing/2014/main" id="{31269471-0AE3-0AB1-CD31-171D604D4BEB}"/>
                </a:ext>
              </a:extLst>
            </p:cNvPr>
            <p:cNvGrpSpPr/>
            <p:nvPr/>
          </p:nvGrpSpPr>
          <p:grpSpPr>
            <a:xfrm>
              <a:off x="3985782" y="4435285"/>
              <a:ext cx="882857" cy="490285"/>
              <a:chOff x="3985782" y="4435285"/>
              <a:chExt cx="882857" cy="490285"/>
            </a:xfrm>
            <a:solidFill>
              <a:srgbClr val="D5E8D4"/>
            </a:solidFill>
          </p:grpSpPr>
          <p:sp>
            <p:nvSpPr>
              <p:cNvPr id="226" name="任意多边形: 形状 225">
                <a:extLst>
                  <a:ext uri="{FF2B5EF4-FFF2-40B4-BE49-F238E27FC236}">
                    <a16:creationId xmlns:a16="http://schemas.microsoft.com/office/drawing/2014/main" id="{27A79523-54BF-5E07-EA13-25370BF6DECB}"/>
                  </a:ext>
                </a:extLst>
              </p:cNvPr>
              <p:cNvSpPr/>
              <p:nvPr/>
            </p:nvSpPr>
            <p:spPr>
              <a:xfrm rot="10800000" flipV="1">
                <a:off x="3985782" y="4435285"/>
                <a:ext cx="882857" cy="479999"/>
              </a:xfrm>
              <a:custGeom>
                <a:avLst/>
                <a:gdLst>
                  <a:gd name="connsiteX0" fmla="*/ 810857 w 882857"/>
                  <a:gd name="connsiteY0" fmla="*/ 0 h 479999"/>
                  <a:gd name="connsiteX1" fmla="*/ 882857 w 882857"/>
                  <a:gd name="connsiteY1" fmla="*/ 72000 h 479999"/>
                  <a:gd name="connsiteX2" fmla="*/ 882857 w 882857"/>
                  <a:gd name="connsiteY2" fmla="*/ 408000 h 479999"/>
                  <a:gd name="connsiteX3" fmla="*/ 810857 w 882857"/>
                  <a:gd name="connsiteY3" fmla="*/ 480000 h 479999"/>
                  <a:gd name="connsiteX4" fmla="*/ 72000 w 882857"/>
                  <a:gd name="connsiteY4" fmla="*/ 480000 h 479999"/>
                  <a:gd name="connsiteX5" fmla="*/ 0 w 882857"/>
                  <a:gd name="connsiteY5" fmla="*/ 408000 h 479999"/>
                  <a:gd name="connsiteX6" fmla="*/ 0 w 882857"/>
                  <a:gd name="connsiteY6" fmla="*/ 72000 h 479999"/>
                  <a:gd name="connsiteX7" fmla="*/ 72000 w 882857"/>
                  <a:gd name="connsiteY7" fmla="*/ 0 h 479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2857" h="479999">
                    <a:moveTo>
                      <a:pt x="810857" y="0"/>
                    </a:moveTo>
                    <a:cubicBezTo>
                      <a:pt x="850622" y="0"/>
                      <a:pt x="882857" y="32235"/>
                      <a:pt x="882857" y="72000"/>
                    </a:cubicBezTo>
                    <a:lnTo>
                      <a:pt x="882857" y="408000"/>
                    </a:lnTo>
                    <a:cubicBezTo>
                      <a:pt x="882857" y="447765"/>
                      <a:pt x="850622" y="480000"/>
                      <a:pt x="810857" y="480000"/>
                    </a:cubicBezTo>
                    <a:lnTo>
                      <a:pt x="72000" y="480000"/>
                    </a:lnTo>
                    <a:cubicBezTo>
                      <a:pt x="32235" y="480000"/>
                      <a:pt x="0" y="447765"/>
                      <a:pt x="0" y="408000"/>
                    </a:cubicBezTo>
                    <a:lnTo>
                      <a:pt x="0" y="72000"/>
                    </a:lnTo>
                    <a:cubicBezTo>
                      <a:pt x="0" y="32235"/>
                      <a:pt x="32235" y="0"/>
                      <a:pt x="72000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3714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27" name="图片 226">
                <a:extLst>
                  <a:ext uri="{FF2B5EF4-FFF2-40B4-BE49-F238E27FC236}">
                    <a16:creationId xmlns:a16="http://schemas.microsoft.com/office/drawing/2014/main" id="{0A1D5894-C439-9C17-D363-7A272F3A66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87428" y="4471285"/>
                <a:ext cx="870857" cy="454285"/>
              </a:xfrm>
              <a:custGeom>
                <a:avLst/>
                <a:gdLst>
                  <a:gd name="connsiteX0" fmla="*/ -1 w 870857"/>
                  <a:gd name="connsiteY0" fmla="*/ -1 h 454285"/>
                  <a:gd name="connsiteX1" fmla="*/ 870857 w 870857"/>
                  <a:gd name="connsiteY1" fmla="*/ -1 h 454285"/>
                  <a:gd name="connsiteX2" fmla="*/ 870857 w 870857"/>
                  <a:gd name="connsiteY2" fmla="*/ 454285 h 454285"/>
                  <a:gd name="connsiteX3" fmla="*/ -1 w 870857"/>
                  <a:gd name="connsiteY3" fmla="*/ 454285 h 454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0857" h="454285">
                    <a:moveTo>
                      <a:pt x="-1" y="-1"/>
                    </a:moveTo>
                    <a:lnTo>
                      <a:pt x="870857" y="-1"/>
                    </a:lnTo>
                    <a:lnTo>
                      <a:pt x="870857" y="454285"/>
                    </a:lnTo>
                    <a:lnTo>
                      <a:pt x="-1" y="454285"/>
                    </a:lnTo>
                    <a:close/>
                  </a:path>
                </a:pathLst>
              </a:custGeom>
            </p:spPr>
          </p:pic>
        </p:grpSp>
        <p:grpSp>
          <p:nvGrpSpPr>
            <p:cNvPr id="228" name="图形 2">
              <a:extLst>
                <a:ext uri="{FF2B5EF4-FFF2-40B4-BE49-F238E27FC236}">
                  <a16:creationId xmlns:a16="http://schemas.microsoft.com/office/drawing/2014/main" id="{7AD301E2-43B9-AD0B-E074-E5EF2A29632C}"/>
                </a:ext>
              </a:extLst>
            </p:cNvPr>
            <p:cNvGrpSpPr/>
            <p:nvPr/>
          </p:nvGrpSpPr>
          <p:grpSpPr>
            <a:xfrm>
              <a:off x="5389714" y="4647856"/>
              <a:ext cx="210994" cy="54857"/>
              <a:chOff x="5389714" y="4647856"/>
              <a:chExt cx="210994" cy="54857"/>
            </a:xfrm>
          </p:grpSpPr>
          <p:sp>
            <p:nvSpPr>
              <p:cNvPr id="229" name="任意多边形: 形状 228">
                <a:extLst>
                  <a:ext uri="{FF2B5EF4-FFF2-40B4-BE49-F238E27FC236}">
                    <a16:creationId xmlns:a16="http://schemas.microsoft.com/office/drawing/2014/main" id="{C4669F8A-D336-33D1-C319-E355F9CBFEE6}"/>
                  </a:ext>
                </a:extLst>
              </p:cNvPr>
              <p:cNvSpPr/>
              <p:nvPr/>
            </p:nvSpPr>
            <p:spPr>
              <a:xfrm>
                <a:off x="5389714" y="4675285"/>
                <a:ext cx="169851" cy="6857"/>
              </a:xfrm>
              <a:custGeom>
                <a:avLst/>
                <a:gdLst>
                  <a:gd name="connsiteX0" fmla="*/ 0 w 169851"/>
                  <a:gd name="connsiteY0" fmla="*/ 0 h 6857"/>
                  <a:gd name="connsiteX1" fmla="*/ 137143 w 169851"/>
                  <a:gd name="connsiteY1" fmla="*/ 0 h 6857"/>
                  <a:gd name="connsiteX2" fmla="*/ 89143 w 169851"/>
                  <a:gd name="connsiteY2" fmla="*/ 0 h 6857"/>
                  <a:gd name="connsiteX3" fmla="*/ 169852 w 169851"/>
                  <a:gd name="connsiteY3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9851" h="6857">
                    <a:moveTo>
                      <a:pt x="0" y="0"/>
                    </a:moveTo>
                    <a:lnTo>
                      <a:pt x="137143" y="0"/>
                    </a:lnTo>
                    <a:lnTo>
                      <a:pt x="89143" y="0"/>
                    </a:lnTo>
                    <a:lnTo>
                      <a:pt x="169852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0" name="任意多边形: 形状 229">
                <a:extLst>
                  <a:ext uri="{FF2B5EF4-FFF2-40B4-BE49-F238E27FC236}">
                    <a16:creationId xmlns:a16="http://schemas.microsoft.com/office/drawing/2014/main" id="{9718C576-00F6-C6B9-CD80-46CB31B424D6}"/>
                  </a:ext>
                </a:extLst>
              </p:cNvPr>
              <p:cNvSpPr/>
              <p:nvPr/>
            </p:nvSpPr>
            <p:spPr>
              <a:xfrm>
                <a:off x="5545851" y="4647856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31" name="图形 2">
              <a:extLst>
                <a:ext uri="{FF2B5EF4-FFF2-40B4-BE49-F238E27FC236}">
                  <a16:creationId xmlns:a16="http://schemas.microsoft.com/office/drawing/2014/main" id="{67B21694-E781-A3EA-3FF2-1D2AF082029F}"/>
                </a:ext>
              </a:extLst>
            </p:cNvPr>
            <p:cNvGrpSpPr/>
            <p:nvPr/>
          </p:nvGrpSpPr>
          <p:grpSpPr>
            <a:xfrm>
              <a:off x="5072845" y="4241570"/>
              <a:ext cx="316868" cy="889714"/>
              <a:chOff x="5072845" y="4241570"/>
              <a:chExt cx="316868" cy="889714"/>
            </a:xfrm>
            <a:solidFill>
              <a:srgbClr val="DAE8FC"/>
            </a:solidFill>
          </p:grpSpPr>
          <p:sp>
            <p:nvSpPr>
              <p:cNvPr id="232" name="任意多边形: 形状 231">
                <a:extLst>
                  <a:ext uri="{FF2B5EF4-FFF2-40B4-BE49-F238E27FC236}">
                    <a16:creationId xmlns:a16="http://schemas.microsoft.com/office/drawing/2014/main" id="{0009137E-813A-179B-C811-FDA57480A82B}"/>
                  </a:ext>
                </a:extLst>
              </p:cNvPr>
              <p:cNvSpPr/>
              <p:nvPr/>
            </p:nvSpPr>
            <p:spPr>
              <a:xfrm>
                <a:off x="5072845" y="4241570"/>
                <a:ext cx="316868" cy="867428"/>
              </a:xfrm>
              <a:custGeom>
                <a:avLst/>
                <a:gdLst>
                  <a:gd name="connsiteX0" fmla="*/ 269349 w 316868"/>
                  <a:gd name="connsiteY0" fmla="*/ 0 h 867428"/>
                  <a:gd name="connsiteX1" fmla="*/ 316869 w 316868"/>
                  <a:gd name="connsiteY1" fmla="*/ 47520 h 867428"/>
                  <a:gd name="connsiteX2" fmla="*/ 316869 w 316868"/>
                  <a:gd name="connsiteY2" fmla="*/ 819909 h 867428"/>
                  <a:gd name="connsiteX3" fmla="*/ 269349 w 316868"/>
                  <a:gd name="connsiteY3" fmla="*/ 867429 h 867428"/>
                  <a:gd name="connsiteX4" fmla="*/ 47520 w 316868"/>
                  <a:gd name="connsiteY4" fmla="*/ 867429 h 867428"/>
                  <a:gd name="connsiteX5" fmla="*/ 0 w 316868"/>
                  <a:gd name="connsiteY5" fmla="*/ 819909 h 867428"/>
                  <a:gd name="connsiteX6" fmla="*/ 0 w 316868"/>
                  <a:gd name="connsiteY6" fmla="*/ 47520 h 867428"/>
                  <a:gd name="connsiteX7" fmla="*/ 47520 w 316868"/>
                  <a:gd name="connsiteY7" fmla="*/ 0 h 867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6868" h="867428">
                    <a:moveTo>
                      <a:pt x="269349" y="0"/>
                    </a:moveTo>
                    <a:cubicBezTo>
                      <a:pt x="295593" y="0"/>
                      <a:pt x="316869" y="21275"/>
                      <a:pt x="316869" y="47520"/>
                    </a:cubicBezTo>
                    <a:lnTo>
                      <a:pt x="316869" y="819909"/>
                    </a:lnTo>
                    <a:cubicBezTo>
                      <a:pt x="316869" y="846153"/>
                      <a:pt x="295593" y="867429"/>
                      <a:pt x="269349" y="867429"/>
                    </a:cubicBezTo>
                    <a:lnTo>
                      <a:pt x="47520" y="867429"/>
                    </a:lnTo>
                    <a:cubicBezTo>
                      <a:pt x="21276" y="867429"/>
                      <a:pt x="0" y="846153"/>
                      <a:pt x="0" y="819909"/>
                    </a:cubicBezTo>
                    <a:lnTo>
                      <a:pt x="0" y="47520"/>
                    </a:lnTo>
                    <a:cubicBezTo>
                      <a:pt x="0" y="21275"/>
                      <a:pt x="21276" y="0"/>
                      <a:pt x="4752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33" name="图片 232">
                <a:extLst>
                  <a:ext uri="{FF2B5EF4-FFF2-40B4-BE49-F238E27FC236}">
                    <a16:creationId xmlns:a16="http://schemas.microsoft.com/office/drawing/2014/main" id="{38552835-9B93-2B1E-1802-C89F98B3C7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077714" y="4265570"/>
                <a:ext cx="301714" cy="865714"/>
              </a:xfrm>
              <a:custGeom>
                <a:avLst/>
                <a:gdLst>
                  <a:gd name="connsiteX0" fmla="*/ -1 w 301714"/>
                  <a:gd name="connsiteY0" fmla="*/ -1 h 865714"/>
                  <a:gd name="connsiteX1" fmla="*/ 301714 w 301714"/>
                  <a:gd name="connsiteY1" fmla="*/ -1 h 865714"/>
                  <a:gd name="connsiteX2" fmla="*/ 301714 w 301714"/>
                  <a:gd name="connsiteY2" fmla="*/ 865714 h 865714"/>
                  <a:gd name="connsiteX3" fmla="*/ -1 w 301714"/>
                  <a:gd name="connsiteY3" fmla="*/ 865714 h 8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714" h="865714">
                    <a:moveTo>
                      <a:pt x="-1" y="-1"/>
                    </a:moveTo>
                    <a:lnTo>
                      <a:pt x="301714" y="-1"/>
                    </a:lnTo>
                    <a:lnTo>
                      <a:pt x="301714" y="865714"/>
                    </a:lnTo>
                    <a:lnTo>
                      <a:pt x="-1" y="865714"/>
                    </a:lnTo>
                    <a:close/>
                  </a:path>
                </a:pathLst>
              </a:custGeom>
            </p:spPr>
          </p:pic>
        </p:grpSp>
        <p:grpSp>
          <p:nvGrpSpPr>
            <p:cNvPr id="234" name="图形 2">
              <a:extLst>
                <a:ext uri="{FF2B5EF4-FFF2-40B4-BE49-F238E27FC236}">
                  <a16:creationId xmlns:a16="http://schemas.microsoft.com/office/drawing/2014/main" id="{7B72032D-3B86-028F-2047-359C91527E7A}"/>
                </a:ext>
              </a:extLst>
            </p:cNvPr>
            <p:cNvGrpSpPr/>
            <p:nvPr/>
          </p:nvGrpSpPr>
          <p:grpSpPr>
            <a:xfrm>
              <a:off x="5616068" y="4299856"/>
              <a:ext cx="411428" cy="750857"/>
              <a:chOff x="5616068" y="4299856"/>
              <a:chExt cx="411428" cy="750857"/>
            </a:xfrm>
            <a:solidFill>
              <a:srgbClr val="DAE8FC"/>
            </a:solidFill>
          </p:grpSpPr>
          <p:sp>
            <p:nvSpPr>
              <p:cNvPr id="235" name="任意多边形: 形状 234">
                <a:extLst>
                  <a:ext uri="{FF2B5EF4-FFF2-40B4-BE49-F238E27FC236}">
                    <a16:creationId xmlns:a16="http://schemas.microsoft.com/office/drawing/2014/main" id="{B932E32A-68FE-764E-731A-A3F0572F23B7}"/>
                  </a:ext>
                </a:extLst>
              </p:cNvPr>
              <p:cNvSpPr/>
              <p:nvPr/>
            </p:nvSpPr>
            <p:spPr>
              <a:xfrm>
                <a:off x="5616068" y="4299856"/>
                <a:ext cx="411428" cy="750857"/>
              </a:xfrm>
              <a:custGeom>
                <a:avLst/>
                <a:gdLst>
                  <a:gd name="connsiteX0" fmla="*/ 349714 w 411428"/>
                  <a:gd name="connsiteY0" fmla="*/ 0 h 750857"/>
                  <a:gd name="connsiteX1" fmla="*/ 411429 w 411428"/>
                  <a:gd name="connsiteY1" fmla="*/ 61714 h 750857"/>
                  <a:gd name="connsiteX2" fmla="*/ 411429 w 411428"/>
                  <a:gd name="connsiteY2" fmla="*/ 689143 h 750857"/>
                  <a:gd name="connsiteX3" fmla="*/ 349714 w 411428"/>
                  <a:gd name="connsiteY3" fmla="*/ 750857 h 750857"/>
                  <a:gd name="connsiteX4" fmla="*/ 61714 w 411428"/>
                  <a:gd name="connsiteY4" fmla="*/ 750857 h 750857"/>
                  <a:gd name="connsiteX5" fmla="*/ 0 w 411428"/>
                  <a:gd name="connsiteY5" fmla="*/ 689143 h 750857"/>
                  <a:gd name="connsiteX6" fmla="*/ 0 w 411428"/>
                  <a:gd name="connsiteY6" fmla="*/ 61714 h 750857"/>
                  <a:gd name="connsiteX7" fmla="*/ 61714 w 411428"/>
                  <a:gd name="connsiteY7" fmla="*/ 0 h 750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1428" h="750857">
                    <a:moveTo>
                      <a:pt x="349714" y="0"/>
                    </a:moveTo>
                    <a:cubicBezTo>
                      <a:pt x="383798" y="0"/>
                      <a:pt x="411429" y="27630"/>
                      <a:pt x="411429" y="61714"/>
                    </a:cubicBezTo>
                    <a:lnTo>
                      <a:pt x="411429" y="689143"/>
                    </a:lnTo>
                    <a:cubicBezTo>
                      <a:pt x="411429" y="723227"/>
                      <a:pt x="383798" y="750857"/>
                      <a:pt x="349714" y="750857"/>
                    </a:cubicBezTo>
                    <a:lnTo>
                      <a:pt x="61714" y="750857"/>
                    </a:lnTo>
                    <a:cubicBezTo>
                      <a:pt x="27630" y="750857"/>
                      <a:pt x="0" y="723227"/>
                      <a:pt x="0" y="689143"/>
                    </a:cubicBezTo>
                    <a:lnTo>
                      <a:pt x="0" y="61714"/>
                    </a:lnTo>
                    <a:cubicBezTo>
                      <a:pt x="0" y="27630"/>
                      <a:pt x="27630" y="0"/>
                      <a:pt x="61714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36" name="图片 235">
                <a:extLst>
                  <a:ext uri="{FF2B5EF4-FFF2-40B4-BE49-F238E27FC236}">
                    <a16:creationId xmlns:a16="http://schemas.microsoft.com/office/drawing/2014/main" id="{DB4930EC-B501-8AA4-4F9F-4DCA303A38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619428" y="4368428"/>
                <a:ext cx="397714" cy="659999"/>
              </a:xfrm>
              <a:custGeom>
                <a:avLst/>
                <a:gdLst>
                  <a:gd name="connsiteX0" fmla="*/ -1 w 397714"/>
                  <a:gd name="connsiteY0" fmla="*/ -1 h 659999"/>
                  <a:gd name="connsiteX1" fmla="*/ 397714 w 397714"/>
                  <a:gd name="connsiteY1" fmla="*/ -1 h 659999"/>
                  <a:gd name="connsiteX2" fmla="*/ 397714 w 397714"/>
                  <a:gd name="connsiteY2" fmla="*/ 660000 h 659999"/>
                  <a:gd name="connsiteX3" fmla="*/ -1 w 397714"/>
                  <a:gd name="connsiteY3" fmla="*/ 660000 h 659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7714" h="659999">
                    <a:moveTo>
                      <a:pt x="-1" y="-1"/>
                    </a:moveTo>
                    <a:lnTo>
                      <a:pt x="397714" y="-1"/>
                    </a:lnTo>
                    <a:lnTo>
                      <a:pt x="397714" y="660000"/>
                    </a:lnTo>
                    <a:lnTo>
                      <a:pt x="-1" y="660000"/>
                    </a:lnTo>
                    <a:close/>
                  </a:path>
                </a:pathLst>
              </a:custGeom>
            </p:spPr>
          </p:pic>
        </p:grpSp>
        <p:grpSp>
          <p:nvGrpSpPr>
            <p:cNvPr id="237" name="图形 2">
              <a:extLst>
                <a:ext uri="{FF2B5EF4-FFF2-40B4-BE49-F238E27FC236}">
                  <a16:creationId xmlns:a16="http://schemas.microsoft.com/office/drawing/2014/main" id="{0A1C6E50-6DE0-77A7-A8FD-3BF5A7A872B2}"/>
                </a:ext>
              </a:extLst>
            </p:cNvPr>
            <p:cNvGrpSpPr/>
            <p:nvPr/>
          </p:nvGrpSpPr>
          <p:grpSpPr>
            <a:xfrm>
              <a:off x="3771428" y="5758713"/>
              <a:ext cx="180960" cy="54857"/>
              <a:chOff x="3771428" y="5758713"/>
              <a:chExt cx="180960" cy="54857"/>
            </a:xfrm>
          </p:grpSpPr>
          <p:sp>
            <p:nvSpPr>
              <p:cNvPr id="238" name="任意多边形: 形状 237">
                <a:extLst>
                  <a:ext uri="{FF2B5EF4-FFF2-40B4-BE49-F238E27FC236}">
                    <a16:creationId xmlns:a16="http://schemas.microsoft.com/office/drawing/2014/main" id="{31799E3D-7EE0-23AD-3E5F-E6C90A948071}"/>
                  </a:ext>
                </a:extLst>
              </p:cNvPr>
              <p:cNvSpPr/>
              <p:nvPr/>
            </p:nvSpPr>
            <p:spPr>
              <a:xfrm>
                <a:off x="3771428" y="5786142"/>
                <a:ext cx="139817" cy="6857"/>
              </a:xfrm>
              <a:custGeom>
                <a:avLst/>
                <a:gdLst>
                  <a:gd name="connsiteX0" fmla="*/ 0 w 139817"/>
                  <a:gd name="connsiteY0" fmla="*/ 0 h 6857"/>
                  <a:gd name="connsiteX1" fmla="*/ 139817 w 139817"/>
                  <a:gd name="connsiteY1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9817" h="6857">
                    <a:moveTo>
                      <a:pt x="0" y="0"/>
                    </a:moveTo>
                    <a:lnTo>
                      <a:pt x="139817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9" name="任意多边形: 形状 238">
                <a:extLst>
                  <a:ext uri="{FF2B5EF4-FFF2-40B4-BE49-F238E27FC236}">
                    <a16:creationId xmlns:a16="http://schemas.microsoft.com/office/drawing/2014/main" id="{35FF30BF-7C1C-2185-B17C-0BA9CDD8AEB5}"/>
                  </a:ext>
                </a:extLst>
              </p:cNvPr>
              <p:cNvSpPr/>
              <p:nvPr/>
            </p:nvSpPr>
            <p:spPr>
              <a:xfrm>
                <a:off x="3897531" y="5758713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0" name="图形 2">
              <a:extLst>
                <a:ext uri="{FF2B5EF4-FFF2-40B4-BE49-F238E27FC236}">
                  <a16:creationId xmlns:a16="http://schemas.microsoft.com/office/drawing/2014/main" id="{428AACA4-AEF5-8F63-BABC-721525EACD1E}"/>
                </a:ext>
              </a:extLst>
            </p:cNvPr>
            <p:cNvGrpSpPr/>
            <p:nvPr/>
          </p:nvGrpSpPr>
          <p:grpSpPr>
            <a:xfrm>
              <a:off x="3408000" y="5330142"/>
              <a:ext cx="363428" cy="911999"/>
              <a:chOff x="3408000" y="5330142"/>
              <a:chExt cx="363428" cy="911999"/>
            </a:xfrm>
            <a:solidFill>
              <a:srgbClr val="DAE8FC"/>
            </a:solidFill>
          </p:grpSpPr>
          <p:sp>
            <p:nvSpPr>
              <p:cNvPr id="241" name="任意多边形: 形状 240">
                <a:extLst>
                  <a:ext uri="{FF2B5EF4-FFF2-40B4-BE49-F238E27FC236}">
                    <a16:creationId xmlns:a16="http://schemas.microsoft.com/office/drawing/2014/main" id="{8DEB0825-5B0A-6BBD-BED9-326648ECC6C2}"/>
                  </a:ext>
                </a:extLst>
              </p:cNvPr>
              <p:cNvSpPr/>
              <p:nvPr/>
            </p:nvSpPr>
            <p:spPr>
              <a:xfrm>
                <a:off x="3408000" y="5330142"/>
                <a:ext cx="363428" cy="911999"/>
              </a:xfrm>
              <a:custGeom>
                <a:avLst/>
                <a:gdLst>
                  <a:gd name="connsiteX0" fmla="*/ 308914 w 363428"/>
                  <a:gd name="connsiteY0" fmla="*/ 0 h 911999"/>
                  <a:gd name="connsiteX1" fmla="*/ 363429 w 363428"/>
                  <a:gd name="connsiteY1" fmla="*/ 54514 h 911999"/>
                  <a:gd name="connsiteX2" fmla="*/ 363429 w 363428"/>
                  <a:gd name="connsiteY2" fmla="*/ 857486 h 911999"/>
                  <a:gd name="connsiteX3" fmla="*/ 308914 w 363428"/>
                  <a:gd name="connsiteY3" fmla="*/ 912000 h 911999"/>
                  <a:gd name="connsiteX4" fmla="*/ 54514 w 363428"/>
                  <a:gd name="connsiteY4" fmla="*/ 912000 h 911999"/>
                  <a:gd name="connsiteX5" fmla="*/ 0 w 363428"/>
                  <a:gd name="connsiteY5" fmla="*/ 857486 h 911999"/>
                  <a:gd name="connsiteX6" fmla="*/ 0 w 363428"/>
                  <a:gd name="connsiteY6" fmla="*/ 54514 h 911999"/>
                  <a:gd name="connsiteX7" fmla="*/ 54514 w 363428"/>
                  <a:gd name="connsiteY7" fmla="*/ 0 h 91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3428" h="911999">
                    <a:moveTo>
                      <a:pt x="308914" y="0"/>
                    </a:moveTo>
                    <a:cubicBezTo>
                      <a:pt x="339022" y="0"/>
                      <a:pt x="363429" y="24407"/>
                      <a:pt x="363429" y="54514"/>
                    </a:cubicBezTo>
                    <a:lnTo>
                      <a:pt x="363429" y="857486"/>
                    </a:lnTo>
                    <a:cubicBezTo>
                      <a:pt x="363429" y="887593"/>
                      <a:pt x="339022" y="912000"/>
                      <a:pt x="308914" y="912000"/>
                    </a:cubicBezTo>
                    <a:lnTo>
                      <a:pt x="54514" y="912000"/>
                    </a:lnTo>
                    <a:cubicBezTo>
                      <a:pt x="24407" y="912000"/>
                      <a:pt x="0" y="887593"/>
                      <a:pt x="0" y="857486"/>
                    </a:cubicBezTo>
                    <a:lnTo>
                      <a:pt x="0" y="54514"/>
                    </a:lnTo>
                    <a:cubicBezTo>
                      <a:pt x="0" y="24407"/>
                      <a:pt x="24407" y="0"/>
                      <a:pt x="54514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42" name="图片 241">
                <a:extLst>
                  <a:ext uri="{FF2B5EF4-FFF2-40B4-BE49-F238E27FC236}">
                    <a16:creationId xmlns:a16="http://schemas.microsoft.com/office/drawing/2014/main" id="{4D3AB568-5A3E-7304-C743-9ECEF04B98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411428" y="5376428"/>
                <a:ext cx="349714" cy="865714"/>
              </a:xfrm>
              <a:custGeom>
                <a:avLst/>
                <a:gdLst>
                  <a:gd name="connsiteX0" fmla="*/ -1 w 349714"/>
                  <a:gd name="connsiteY0" fmla="*/ -1 h 865714"/>
                  <a:gd name="connsiteX1" fmla="*/ 349714 w 349714"/>
                  <a:gd name="connsiteY1" fmla="*/ -1 h 865714"/>
                  <a:gd name="connsiteX2" fmla="*/ 349714 w 349714"/>
                  <a:gd name="connsiteY2" fmla="*/ 865714 h 865714"/>
                  <a:gd name="connsiteX3" fmla="*/ -1 w 349714"/>
                  <a:gd name="connsiteY3" fmla="*/ 865714 h 8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9714" h="865714">
                    <a:moveTo>
                      <a:pt x="-1" y="-1"/>
                    </a:moveTo>
                    <a:lnTo>
                      <a:pt x="349714" y="-1"/>
                    </a:lnTo>
                    <a:lnTo>
                      <a:pt x="349714" y="865714"/>
                    </a:lnTo>
                    <a:lnTo>
                      <a:pt x="-1" y="865714"/>
                    </a:lnTo>
                    <a:close/>
                  </a:path>
                </a:pathLst>
              </a:custGeom>
            </p:spPr>
          </p:pic>
        </p:grpSp>
        <p:grpSp>
          <p:nvGrpSpPr>
            <p:cNvPr id="243" name="图形 2">
              <a:extLst>
                <a:ext uri="{FF2B5EF4-FFF2-40B4-BE49-F238E27FC236}">
                  <a16:creationId xmlns:a16="http://schemas.microsoft.com/office/drawing/2014/main" id="{5079E707-E3B1-FF0E-7774-05D5F5289BCA}"/>
                </a:ext>
              </a:extLst>
            </p:cNvPr>
            <p:cNvGrpSpPr/>
            <p:nvPr/>
          </p:nvGrpSpPr>
          <p:grpSpPr>
            <a:xfrm>
              <a:off x="4850605" y="5758713"/>
              <a:ext cx="206879" cy="54857"/>
              <a:chOff x="4850605" y="5758713"/>
              <a:chExt cx="206879" cy="54857"/>
            </a:xfrm>
          </p:grpSpPr>
          <p:sp>
            <p:nvSpPr>
              <p:cNvPr id="244" name="任意多边形: 形状 243">
                <a:extLst>
                  <a:ext uri="{FF2B5EF4-FFF2-40B4-BE49-F238E27FC236}">
                    <a16:creationId xmlns:a16="http://schemas.microsoft.com/office/drawing/2014/main" id="{FBCA9E98-82C7-5A0C-133F-7352FC59323B}"/>
                  </a:ext>
                </a:extLst>
              </p:cNvPr>
              <p:cNvSpPr/>
              <p:nvPr/>
            </p:nvSpPr>
            <p:spPr>
              <a:xfrm>
                <a:off x="4850605" y="5786142"/>
                <a:ext cx="165737" cy="6857"/>
              </a:xfrm>
              <a:custGeom>
                <a:avLst/>
                <a:gdLst>
                  <a:gd name="connsiteX0" fmla="*/ 0 w 165737"/>
                  <a:gd name="connsiteY0" fmla="*/ 0 h 6857"/>
                  <a:gd name="connsiteX1" fmla="*/ 137966 w 165737"/>
                  <a:gd name="connsiteY1" fmla="*/ 0 h 6857"/>
                  <a:gd name="connsiteX2" fmla="*/ 165737 w 165737"/>
                  <a:gd name="connsiteY2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5737" h="6857">
                    <a:moveTo>
                      <a:pt x="0" y="0"/>
                    </a:moveTo>
                    <a:lnTo>
                      <a:pt x="137966" y="0"/>
                    </a:lnTo>
                    <a:lnTo>
                      <a:pt x="165737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5" name="任意多边形: 形状 244">
                <a:extLst>
                  <a:ext uri="{FF2B5EF4-FFF2-40B4-BE49-F238E27FC236}">
                    <a16:creationId xmlns:a16="http://schemas.microsoft.com/office/drawing/2014/main" id="{64749681-E3C0-2F9D-3D31-8100A10CDFE3}"/>
                  </a:ext>
                </a:extLst>
              </p:cNvPr>
              <p:cNvSpPr/>
              <p:nvPr/>
            </p:nvSpPr>
            <p:spPr>
              <a:xfrm>
                <a:off x="5002628" y="5758713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46" name="图形 2">
              <a:extLst>
                <a:ext uri="{FF2B5EF4-FFF2-40B4-BE49-F238E27FC236}">
                  <a16:creationId xmlns:a16="http://schemas.microsoft.com/office/drawing/2014/main" id="{CAC7E0F3-F960-7379-1155-C2914FB5C216}"/>
                </a:ext>
              </a:extLst>
            </p:cNvPr>
            <p:cNvGrpSpPr/>
            <p:nvPr/>
          </p:nvGrpSpPr>
          <p:grpSpPr>
            <a:xfrm>
              <a:off x="3967817" y="5546142"/>
              <a:ext cx="882857" cy="490285"/>
              <a:chOff x="3967817" y="5546142"/>
              <a:chExt cx="882857" cy="490285"/>
            </a:xfrm>
            <a:solidFill>
              <a:srgbClr val="D5E8D4"/>
            </a:solidFill>
          </p:grpSpPr>
          <p:sp>
            <p:nvSpPr>
              <p:cNvPr id="247" name="任意多边形: 形状 246">
                <a:extLst>
                  <a:ext uri="{FF2B5EF4-FFF2-40B4-BE49-F238E27FC236}">
                    <a16:creationId xmlns:a16="http://schemas.microsoft.com/office/drawing/2014/main" id="{21C8596C-577D-ABE5-8530-F6455F2B0E32}"/>
                  </a:ext>
                </a:extLst>
              </p:cNvPr>
              <p:cNvSpPr/>
              <p:nvPr/>
            </p:nvSpPr>
            <p:spPr>
              <a:xfrm rot="10800000" flipV="1">
                <a:off x="3967817" y="5546142"/>
                <a:ext cx="882857" cy="479999"/>
              </a:xfrm>
              <a:custGeom>
                <a:avLst/>
                <a:gdLst>
                  <a:gd name="connsiteX0" fmla="*/ 810857 w 882857"/>
                  <a:gd name="connsiteY0" fmla="*/ 0 h 479999"/>
                  <a:gd name="connsiteX1" fmla="*/ 882857 w 882857"/>
                  <a:gd name="connsiteY1" fmla="*/ 72000 h 479999"/>
                  <a:gd name="connsiteX2" fmla="*/ 882857 w 882857"/>
                  <a:gd name="connsiteY2" fmla="*/ 408000 h 479999"/>
                  <a:gd name="connsiteX3" fmla="*/ 810857 w 882857"/>
                  <a:gd name="connsiteY3" fmla="*/ 480000 h 479999"/>
                  <a:gd name="connsiteX4" fmla="*/ 72000 w 882857"/>
                  <a:gd name="connsiteY4" fmla="*/ 480000 h 479999"/>
                  <a:gd name="connsiteX5" fmla="*/ 0 w 882857"/>
                  <a:gd name="connsiteY5" fmla="*/ 408000 h 479999"/>
                  <a:gd name="connsiteX6" fmla="*/ 0 w 882857"/>
                  <a:gd name="connsiteY6" fmla="*/ 72000 h 479999"/>
                  <a:gd name="connsiteX7" fmla="*/ 72000 w 882857"/>
                  <a:gd name="connsiteY7" fmla="*/ 0 h 479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2857" h="479999">
                    <a:moveTo>
                      <a:pt x="810857" y="0"/>
                    </a:moveTo>
                    <a:cubicBezTo>
                      <a:pt x="850622" y="0"/>
                      <a:pt x="882857" y="32235"/>
                      <a:pt x="882857" y="72000"/>
                    </a:cubicBezTo>
                    <a:lnTo>
                      <a:pt x="882857" y="408000"/>
                    </a:lnTo>
                    <a:cubicBezTo>
                      <a:pt x="882857" y="447765"/>
                      <a:pt x="850622" y="480000"/>
                      <a:pt x="810857" y="480000"/>
                    </a:cubicBezTo>
                    <a:lnTo>
                      <a:pt x="72000" y="480000"/>
                    </a:lnTo>
                    <a:cubicBezTo>
                      <a:pt x="32235" y="480000"/>
                      <a:pt x="0" y="447765"/>
                      <a:pt x="0" y="408000"/>
                    </a:cubicBezTo>
                    <a:lnTo>
                      <a:pt x="0" y="72000"/>
                    </a:lnTo>
                    <a:cubicBezTo>
                      <a:pt x="0" y="32235"/>
                      <a:pt x="32235" y="0"/>
                      <a:pt x="72000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3714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48" name="图片 247">
                <a:extLst>
                  <a:ext uri="{FF2B5EF4-FFF2-40B4-BE49-F238E27FC236}">
                    <a16:creationId xmlns:a16="http://schemas.microsoft.com/office/drawing/2014/main" id="{5341FA03-ABF9-1753-7BDD-B0A30CEC8E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73714" y="5582142"/>
                <a:ext cx="870857" cy="454285"/>
              </a:xfrm>
              <a:custGeom>
                <a:avLst/>
                <a:gdLst>
                  <a:gd name="connsiteX0" fmla="*/ -1 w 870857"/>
                  <a:gd name="connsiteY0" fmla="*/ -1 h 454285"/>
                  <a:gd name="connsiteX1" fmla="*/ 870857 w 870857"/>
                  <a:gd name="connsiteY1" fmla="*/ -1 h 454285"/>
                  <a:gd name="connsiteX2" fmla="*/ 870857 w 870857"/>
                  <a:gd name="connsiteY2" fmla="*/ 454285 h 454285"/>
                  <a:gd name="connsiteX3" fmla="*/ -1 w 870857"/>
                  <a:gd name="connsiteY3" fmla="*/ 454285 h 454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0857" h="454285">
                    <a:moveTo>
                      <a:pt x="-1" y="-1"/>
                    </a:moveTo>
                    <a:lnTo>
                      <a:pt x="870857" y="-1"/>
                    </a:lnTo>
                    <a:lnTo>
                      <a:pt x="870857" y="454285"/>
                    </a:lnTo>
                    <a:lnTo>
                      <a:pt x="-1" y="454285"/>
                    </a:lnTo>
                    <a:close/>
                  </a:path>
                </a:pathLst>
              </a:custGeom>
            </p:spPr>
          </p:pic>
        </p:grpSp>
        <p:grpSp>
          <p:nvGrpSpPr>
            <p:cNvPr id="249" name="图形 2">
              <a:extLst>
                <a:ext uri="{FF2B5EF4-FFF2-40B4-BE49-F238E27FC236}">
                  <a16:creationId xmlns:a16="http://schemas.microsoft.com/office/drawing/2014/main" id="{54A52C3F-2125-18EA-B4D5-9B4251F998D2}"/>
                </a:ext>
              </a:extLst>
            </p:cNvPr>
            <p:cNvGrpSpPr/>
            <p:nvPr/>
          </p:nvGrpSpPr>
          <p:grpSpPr>
            <a:xfrm>
              <a:off x="5389714" y="5758713"/>
              <a:ext cx="210994" cy="54857"/>
              <a:chOff x="5389714" y="5758713"/>
              <a:chExt cx="210994" cy="54857"/>
            </a:xfrm>
          </p:grpSpPr>
          <p:sp>
            <p:nvSpPr>
              <p:cNvPr id="250" name="任意多边形: 形状 249">
                <a:extLst>
                  <a:ext uri="{FF2B5EF4-FFF2-40B4-BE49-F238E27FC236}">
                    <a16:creationId xmlns:a16="http://schemas.microsoft.com/office/drawing/2014/main" id="{244E27A5-F0F1-B1E8-C5B2-4CD3FD432BA6}"/>
                  </a:ext>
                </a:extLst>
              </p:cNvPr>
              <p:cNvSpPr/>
              <p:nvPr/>
            </p:nvSpPr>
            <p:spPr>
              <a:xfrm>
                <a:off x="5389714" y="5786142"/>
                <a:ext cx="169851" cy="6857"/>
              </a:xfrm>
              <a:custGeom>
                <a:avLst/>
                <a:gdLst>
                  <a:gd name="connsiteX0" fmla="*/ 0 w 169851"/>
                  <a:gd name="connsiteY0" fmla="*/ 0 h 6857"/>
                  <a:gd name="connsiteX1" fmla="*/ 137143 w 169851"/>
                  <a:gd name="connsiteY1" fmla="*/ 0 h 6857"/>
                  <a:gd name="connsiteX2" fmla="*/ 89143 w 169851"/>
                  <a:gd name="connsiteY2" fmla="*/ 0 h 6857"/>
                  <a:gd name="connsiteX3" fmla="*/ 169852 w 169851"/>
                  <a:gd name="connsiteY3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9851" h="6857">
                    <a:moveTo>
                      <a:pt x="0" y="0"/>
                    </a:moveTo>
                    <a:lnTo>
                      <a:pt x="137143" y="0"/>
                    </a:lnTo>
                    <a:lnTo>
                      <a:pt x="89143" y="0"/>
                    </a:lnTo>
                    <a:lnTo>
                      <a:pt x="169852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1" name="任意多边形: 形状 250">
                <a:extLst>
                  <a:ext uri="{FF2B5EF4-FFF2-40B4-BE49-F238E27FC236}">
                    <a16:creationId xmlns:a16="http://schemas.microsoft.com/office/drawing/2014/main" id="{FB2B2B7C-A5B0-5852-F29C-302297C10217}"/>
                  </a:ext>
                </a:extLst>
              </p:cNvPr>
              <p:cNvSpPr/>
              <p:nvPr/>
            </p:nvSpPr>
            <p:spPr>
              <a:xfrm>
                <a:off x="5545851" y="5758713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52" name="图形 2">
              <a:extLst>
                <a:ext uri="{FF2B5EF4-FFF2-40B4-BE49-F238E27FC236}">
                  <a16:creationId xmlns:a16="http://schemas.microsoft.com/office/drawing/2014/main" id="{721420DD-F06E-8E7F-D538-90D53B534E08}"/>
                </a:ext>
              </a:extLst>
            </p:cNvPr>
            <p:cNvGrpSpPr/>
            <p:nvPr/>
          </p:nvGrpSpPr>
          <p:grpSpPr>
            <a:xfrm>
              <a:off x="5072845" y="5352428"/>
              <a:ext cx="316868" cy="889714"/>
              <a:chOff x="5072845" y="5352428"/>
              <a:chExt cx="316868" cy="889714"/>
            </a:xfrm>
            <a:solidFill>
              <a:srgbClr val="DAE8FC"/>
            </a:solidFill>
          </p:grpSpPr>
          <p:sp>
            <p:nvSpPr>
              <p:cNvPr id="253" name="任意多边形: 形状 252">
                <a:extLst>
                  <a:ext uri="{FF2B5EF4-FFF2-40B4-BE49-F238E27FC236}">
                    <a16:creationId xmlns:a16="http://schemas.microsoft.com/office/drawing/2014/main" id="{C5345225-F07E-5A77-BD62-315D988F277A}"/>
                  </a:ext>
                </a:extLst>
              </p:cNvPr>
              <p:cNvSpPr/>
              <p:nvPr/>
            </p:nvSpPr>
            <p:spPr>
              <a:xfrm>
                <a:off x="5072845" y="5352428"/>
                <a:ext cx="316868" cy="867428"/>
              </a:xfrm>
              <a:custGeom>
                <a:avLst/>
                <a:gdLst>
                  <a:gd name="connsiteX0" fmla="*/ 269349 w 316868"/>
                  <a:gd name="connsiteY0" fmla="*/ 0 h 867428"/>
                  <a:gd name="connsiteX1" fmla="*/ 316869 w 316868"/>
                  <a:gd name="connsiteY1" fmla="*/ 47520 h 867428"/>
                  <a:gd name="connsiteX2" fmla="*/ 316869 w 316868"/>
                  <a:gd name="connsiteY2" fmla="*/ 819909 h 867428"/>
                  <a:gd name="connsiteX3" fmla="*/ 269349 w 316868"/>
                  <a:gd name="connsiteY3" fmla="*/ 867429 h 867428"/>
                  <a:gd name="connsiteX4" fmla="*/ 47520 w 316868"/>
                  <a:gd name="connsiteY4" fmla="*/ 867429 h 867428"/>
                  <a:gd name="connsiteX5" fmla="*/ 0 w 316868"/>
                  <a:gd name="connsiteY5" fmla="*/ 819909 h 867428"/>
                  <a:gd name="connsiteX6" fmla="*/ 0 w 316868"/>
                  <a:gd name="connsiteY6" fmla="*/ 47520 h 867428"/>
                  <a:gd name="connsiteX7" fmla="*/ 47520 w 316868"/>
                  <a:gd name="connsiteY7" fmla="*/ 0 h 867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6868" h="867428">
                    <a:moveTo>
                      <a:pt x="269349" y="0"/>
                    </a:moveTo>
                    <a:cubicBezTo>
                      <a:pt x="295593" y="0"/>
                      <a:pt x="316869" y="21275"/>
                      <a:pt x="316869" y="47520"/>
                    </a:cubicBezTo>
                    <a:lnTo>
                      <a:pt x="316869" y="819909"/>
                    </a:lnTo>
                    <a:cubicBezTo>
                      <a:pt x="316869" y="846153"/>
                      <a:pt x="295593" y="867429"/>
                      <a:pt x="269349" y="867429"/>
                    </a:cubicBezTo>
                    <a:lnTo>
                      <a:pt x="47520" y="867429"/>
                    </a:lnTo>
                    <a:cubicBezTo>
                      <a:pt x="21276" y="867429"/>
                      <a:pt x="0" y="846153"/>
                      <a:pt x="0" y="819909"/>
                    </a:cubicBezTo>
                    <a:lnTo>
                      <a:pt x="0" y="47520"/>
                    </a:lnTo>
                    <a:cubicBezTo>
                      <a:pt x="0" y="21275"/>
                      <a:pt x="21276" y="0"/>
                      <a:pt x="4752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54" name="图片 253">
                <a:extLst>
                  <a:ext uri="{FF2B5EF4-FFF2-40B4-BE49-F238E27FC236}">
                    <a16:creationId xmlns:a16="http://schemas.microsoft.com/office/drawing/2014/main" id="{37A4E2BE-205B-278F-5F0F-64EADDE9CC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077714" y="5376428"/>
                <a:ext cx="301714" cy="865714"/>
              </a:xfrm>
              <a:custGeom>
                <a:avLst/>
                <a:gdLst>
                  <a:gd name="connsiteX0" fmla="*/ -1 w 301714"/>
                  <a:gd name="connsiteY0" fmla="*/ -1 h 865714"/>
                  <a:gd name="connsiteX1" fmla="*/ 301714 w 301714"/>
                  <a:gd name="connsiteY1" fmla="*/ -1 h 865714"/>
                  <a:gd name="connsiteX2" fmla="*/ 301714 w 301714"/>
                  <a:gd name="connsiteY2" fmla="*/ 865714 h 865714"/>
                  <a:gd name="connsiteX3" fmla="*/ -1 w 301714"/>
                  <a:gd name="connsiteY3" fmla="*/ 865714 h 8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714" h="865714">
                    <a:moveTo>
                      <a:pt x="-1" y="-1"/>
                    </a:moveTo>
                    <a:lnTo>
                      <a:pt x="301714" y="-1"/>
                    </a:lnTo>
                    <a:lnTo>
                      <a:pt x="301714" y="865714"/>
                    </a:lnTo>
                    <a:lnTo>
                      <a:pt x="-1" y="865714"/>
                    </a:lnTo>
                    <a:close/>
                  </a:path>
                </a:pathLst>
              </a:custGeom>
            </p:spPr>
          </p:pic>
        </p:grpSp>
        <p:grpSp>
          <p:nvGrpSpPr>
            <p:cNvPr id="255" name="图形 2">
              <a:extLst>
                <a:ext uri="{FF2B5EF4-FFF2-40B4-BE49-F238E27FC236}">
                  <a16:creationId xmlns:a16="http://schemas.microsoft.com/office/drawing/2014/main" id="{843F295C-A7E5-A0D6-3F2C-D3EA60D55CCA}"/>
                </a:ext>
              </a:extLst>
            </p:cNvPr>
            <p:cNvGrpSpPr/>
            <p:nvPr/>
          </p:nvGrpSpPr>
          <p:grpSpPr>
            <a:xfrm>
              <a:off x="5616068" y="5410713"/>
              <a:ext cx="411428" cy="750857"/>
              <a:chOff x="5616068" y="5410713"/>
              <a:chExt cx="411428" cy="750857"/>
            </a:xfrm>
            <a:solidFill>
              <a:srgbClr val="DAE8FC"/>
            </a:solidFill>
          </p:grpSpPr>
          <p:sp>
            <p:nvSpPr>
              <p:cNvPr id="256" name="任意多边形: 形状 255">
                <a:extLst>
                  <a:ext uri="{FF2B5EF4-FFF2-40B4-BE49-F238E27FC236}">
                    <a16:creationId xmlns:a16="http://schemas.microsoft.com/office/drawing/2014/main" id="{8EB38EBE-8C23-7FBF-CDAF-B82259C362E3}"/>
                  </a:ext>
                </a:extLst>
              </p:cNvPr>
              <p:cNvSpPr/>
              <p:nvPr/>
            </p:nvSpPr>
            <p:spPr>
              <a:xfrm>
                <a:off x="5616068" y="5410713"/>
                <a:ext cx="411428" cy="750857"/>
              </a:xfrm>
              <a:custGeom>
                <a:avLst/>
                <a:gdLst>
                  <a:gd name="connsiteX0" fmla="*/ 349714 w 411428"/>
                  <a:gd name="connsiteY0" fmla="*/ 0 h 750857"/>
                  <a:gd name="connsiteX1" fmla="*/ 411429 w 411428"/>
                  <a:gd name="connsiteY1" fmla="*/ 61714 h 750857"/>
                  <a:gd name="connsiteX2" fmla="*/ 411429 w 411428"/>
                  <a:gd name="connsiteY2" fmla="*/ 689143 h 750857"/>
                  <a:gd name="connsiteX3" fmla="*/ 349714 w 411428"/>
                  <a:gd name="connsiteY3" fmla="*/ 750857 h 750857"/>
                  <a:gd name="connsiteX4" fmla="*/ 61714 w 411428"/>
                  <a:gd name="connsiteY4" fmla="*/ 750857 h 750857"/>
                  <a:gd name="connsiteX5" fmla="*/ 0 w 411428"/>
                  <a:gd name="connsiteY5" fmla="*/ 689143 h 750857"/>
                  <a:gd name="connsiteX6" fmla="*/ 0 w 411428"/>
                  <a:gd name="connsiteY6" fmla="*/ 61714 h 750857"/>
                  <a:gd name="connsiteX7" fmla="*/ 61714 w 411428"/>
                  <a:gd name="connsiteY7" fmla="*/ 0 h 750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1428" h="750857">
                    <a:moveTo>
                      <a:pt x="349714" y="0"/>
                    </a:moveTo>
                    <a:cubicBezTo>
                      <a:pt x="383798" y="0"/>
                      <a:pt x="411429" y="27630"/>
                      <a:pt x="411429" y="61714"/>
                    </a:cubicBezTo>
                    <a:lnTo>
                      <a:pt x="411429" y="689143"/>
                    </a:lnTo>
                    <a:cubicBezTo>
                      <a:pt x="411429" y="723227"/>
                      <a:pt x="383798" y="750857"/>
                      <a:pt x="349714" y="750857"/>
                    </a:cubicBezTo>
                    <a:lnTo>
                      <a:pt x="61714" y="750857"/>
                    </a:lnTo>
                    <a:cubicBezTo>
                      <a:pt x="27630" y="750857"/>
                      <a:pt x="0" y="723227"/>
                      <a:pt x="0" y="689143"/>
                    </a:cubicBezTo>
                    <a:lnTo>
                      <a:pt x="0" y="61714"/>
                    </a:lnTo>
                    <a:cubicBezTo>
                      <a:pt x="0" y="27630"/>
                      <a:pt x="27630" y="0"/>
                      <a:pt x="61714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57" name="图片 256">
                <a:extLst>
                  <a:ext uri="{FF2B5EF4-FFF2-40B4-BE49-F238E27FC236}">
                    <a16:creationId xmlns:a16="http://schemas.microsoft.com/office/drawing/2014/main" id="{2E2EFE8D-3DE3-6887-B439-F8C3FF51FA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619428" y="5479285"/>
                <a:ext cx="397714" cy="659999"/>
              </a:xfrm>
              <a:custGeom>
                <a:avLst/>
                <a:gdLst>
                  <a:gd name="connsiteX0" fmla="*/ -1 w 397714"/>
                  <a:gd name="connsiteY0" fmla="*/ -1 h 659999"/>
                  <a:gd name="connsiteX1" fmla="*/ 397714 w 397714"/>
                  <a:gd name="connsiteY1" fmla="*/ -1 h 659999"/>
                  <a:gd name="connsiteX2" fmla="*/ 397714 w 397714"/>
                  <a:gd name="connsiteY2" fmla="*/ 660000 h 659999"/>
                  <a:gd name="connsiteX3" fmla="*/ -1 w 397714"/>
                  <a:gd name="connsiteY3" fmla="*/ 660000 h 659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7714" h="659999">
                    <a:moveTo>
                      <a:pt x="-1" y="-1"/>
                    </a:moveTo>
                    <a:lnTo>
                      <a:pt x="397714" y="-1"/>
                    </a:lnTo>
                    <a:lnTo>
                      <a:pt x="397714" y="660000"/>
                    </a:lnTo>
                    <a:lnTo>
                      <a:pt x="-1" y="660000"/>
                    </a:lnTo>
                    <a:close/>
                  </a:path>
                </a:pathLst>
              </a:custGeom>
            </p:spPr>
          </p:pic>
        </p:grpSp>
        <p:grpSp>
          <p:nvGrpSpPr>
            <p:cNvPr id="258" name="图形 2">
              <a:extLst>
                <a:ext uri="{FF2B5EF4-FFF2-40B4-BE49-F238E27FC236}">
                  <a16:creationId xmlns:a16="http://schemas.microsoft.com/office/drawing/2014/main" id="{21B2B809-424C-EAD0-9C93-3ED6BCA53CD3}"/>
                </a:ext>
              </a:extLst>
            </p:cNvPr>
            <p:cNvGrpSpPr/>
            <p:nvPr/>
          </p:nvGrpSpPr>
          <p:grpSpPr>
            <a:xfrm>
              <a:off x="8729142" y="2990142"/>
              <a:ext cx="169782" cy="54857"/>
              <a:chOff x="8729142" y="2990142"/>
              <a:chExt cx="169782" cy="54857"/>
            </a:xfrm>
          </p:grpSpPr>
          <p:sp>
            <p:nvSpPr>
              <p:cNvPr id="259" name="任意多边形: 形状 258">
                <a:extLst>
                  <a:ext uri="{FF2B5EF4-FFF2-40B4-BE49-F238E27FC236}">
                    <a16:creationId xmlns:a16="http://schemas.microsoft.com/office/drawing/2014/main" id="{38F7AF66-BEF4-3089-08CF-4321DB52D7C4}"/>
                  </a:ext>
                </a:extLst>
              </p:cNvPr>
              <p:cNvSpPr/>
              <p:nvPr/>
            </p:nvSpPr>
            <p:spPr>
              <a:xfrm>
                <a:off x="8729142" y="3017570"/>
                <a:ext cx="137142" cy="6857"/>
              </a:xfrm>
              <a:custGeom>
                <a:avLst/>
                <a:gdLst>
                  <a:gd name="connsiteX0" fmla="*/ 0 w 137142"/>
                  <a:gd name="connsiteY0" fmla="*/ 0 h 6857"/>
                  <a:gd name="connsiteX1" fmla="*/ 137143 w 137142"/>
                  <a:gd name="connsiteY1" fmla="*/ 0 h 6857"/>
                  <a:gd name="connsiteX2" fmla="*/ 48000 w 137142"/>
                  <a:gd name="connsiteY2" fmla="*/ 0 h 6857"/>
                  <a:gd name="connsiteX3" fmla="*/ 128640 w 137142"/>
                  <a:gd name="connsiteY3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142" h="6857">
                    <a:moveTo>
                      <a:pt x="0" y="0"/>
                    </a:moveTo>
                    <a:lnTo>
                      <a:pt x="137143" y="0"/>
                    </a:lnTo>
                    <a:lnTo>
                      <a:pt x="48000" y="0"/>
                    </a:lnTo>
                    <a:lnTo>
                      <a:pt x="128640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0" name="任意多边形: 形状 259">
                <a:extLst>
                  <a:ext uri="{FF2B5EF4-FFF2-40B4-BE49-F238E27FC236}">
                    <a16:creationId xmlns:a16="http://schemas.microsoft.com/office/drawing/2014/main" id="{83E64EB5-FFF0-2D52-78D2-E2ACAA8A5A07}"/>
                  </a:ext>
                </a:extLst>
              </p:cNvPr>
              <p:cNvSpPr/>
              <p:nvPr/>
            </p:nvSpPr>
            <p:spPr>
              <a:xfrm>
                <a:off x="8844068" y="2990142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61" name="图形 2">
              <a:extLst>
                <a:ext uri="{FF2B5EF4-FFF2-40B4-BE49-F238E27FC236}">
                  <a16:creationId xmlns:a16="http://schemas.microsoft.com/office/drawing/2014/main" id="{A314C11D-789A-2A1B-E861-16DA19D1A9AF}"/>
                </a:ext>
              </a:extLst>
            </p:cNvPr>
            <p:cNvGrpSpPr/>
            <p:nvPr/>
          </p:nvGrpSpPr>
          <p:grpSpPr>
            <a:xfrm>
              <a:off x="8585142" y="2935285"/>
              <a:ext cx="144000" cy="198857"/>
              <a:chOff x="8585142" y="2935285"/>
              <a:chExt cx="144000" cy="198857"/>
            </a:xfrm>
            <a:solidFill>
              <a:srgbClr val="FFFFFF"/>
            </a:solidFill>
          </p:grpSpPr>
          <p:sp>
            <p:nvSpPr>
              <p:cNvPr id="262" name="任意多边形: 形状 261">
                <a:extLst>
                  <a:ext uri="{FF2B5EF4-FFF2-40B4-BE49-F238E27FC236}">
                    <a16:creationId xmlns:a16="http://schemas.microsoft.com/office/drawing/2014/main" id="{32BDD887-31E5-5963-6709-FF8842623CFF}"/>
                  </a:ext>
                </a:extLst>
              </p:cNvPr>
              <p:cNvSpPr/>
              <p:nvPr/>
            </p:nvSpPr>
            <p:spPr>
              <a:xfrm>
                <a:off x="8585142" y="2945570"/>
                <a:ext cx="144000" cy="143999"/>
              </a:xfrm>
              <a:custGeom>
                <a:avLst/>
                <a:gdLst>
                  <a:gd name="connsiteX0" fmla="*/ 144000 w 144000"/>
                  <a:gd name="connsiteY0" fmla="*/ 72000 h 143999"/>
                  <a:gd name="connsiteX1" fmla="*/ 72000 w 144000"/>
                  <a:gd name="connsiteY1" fmla="*/ 144000 h 143999"/>
                  <a:gd name="connsiteX2" fmla="*/ 0 w 144000"/>
                  <a:gd name="connsiteY2" fmla="*/ 72000 h 143999"/>
                  <a:gd name="connsiteX3" fmla="*/ 72000 w 144000"/>
                  <a:gd name="connsiteY3" fmla="*/ 0 h 143999"/>
                  <a:gd name="connsiteX4" fmla="*/ 144000 w 144000"/>
                  <a:gd name="connsiteY4" fmla="*/ 72000 h 143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000" h="143999">
                    <a:moveTo>
                      <a:pt x="144000" y="72000"/>
                    </a:moveTo>
                    <a:cubicBezTo>
                      <a:pt x="144000" y="111764"/>
                      <a:pt x="111764" y="144000"/>
                      <a:pt x="72000" y="144000"/>
                    </a:cubicBezTo>
                    <a:cubicBezTo>
                      <a:pt x="32236" y="144000"/>
                      <a:pt x="0" y="111764"/>
                      <a:pt x="0" y="72000"/>
                    </a:cubicBezTo>
                    <a:cubicBezTo>
                      <a:pt x="0" y="32236"/>
                      <a:pt x="32236" y="0"/>
                      <a:pt x="72000" y="0"/>
                    </a:cubicBezTo>
                    <a:cubicBezTo>
                      <a:pt x="111764" y="0"/>
                      <a:pt x="144000" y="32236"/>
                      <a:pt x="144000" y="72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857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63" name="图片 262">
                <a:extLst>
                  <a:ext uri="{FF2B5EF4-FFF2-40B4-BE49-F238E27FC236}">
                    <a16:creationId xmlns:a16="http://schemas.microsoft.com/office/drawing/2014/main" id="{F2193A7C-08D7-1128-5BEE-C13C84D90D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88571" y="2935285"/>
                <a:ext cx="130285" cy="198857"/>
              </a:xfrm>
              <a:custGeom>
                <a:avLst/>
                <a:gdLst>
                  <a:gd name="connsiteX0" fmla="*/ -1 w 130285"/>
                  <a:gd name="connsiteY0" fmla="*/ -1 h 198857"/>
                  <a:gd name="connsiteX1" fmla="*/ 130285 w 130285"/>
                  <a:gd name="connsiteY1" fmla="*/ -1 h 198857"/>
                  <a:gd name="connsiteX2" fmla="*/ 130285 w 130285"/>
                  <a:gd name="connsiteY2" fmla="*/ 198857 h 198857"/>
                  <a:gd name="connsiteX3" fmla="*/ -1 w 130285"/>
                  <a:gd name="connsiteY3" fmla="*/ 198857 h 19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285" h="198857">
                    <a:moveTo>
                      <a:pt x="-1" y="-1"/>
                    </a:moveTo>
                    <a:lnTo>
                      <a:pt x="130285" y="-1"/>
                    </a:lnTo>
                    <a:lnTo>
                      <a:pt x="130285" y="198857"/>
                    </a:lnTo>
                    <a:lnTo>
                      <a:pt x="-1" y="198857"/>
                    </a:lnTo>
                    <a:close/>
                  </a:path>
                </a:pathLst>
              </a:custGeom>
            </p:spPr>
          </p:pic>
        </p:grpSp>
        <p:grpSp>
          <p:nvGrpSpPr>
            <p:cNvPr id="264" name="图形 2">
              <a:extLst>
                <a:ext uri="{FF2B5EF4-FFF2-40B4-BE49-F238E27FC236}">
                  <a16:creationId xmlns:a16="http://schemas.microsoft.com/office/drawing/2014/main" id="{F341AC94-4DD0-3891-20B7-D3E5CD8E3D9D}"/>
                </a:ext>
              </a:extLst>
            </p:cNvPr>
            <p:cNvGrpSpPr/>
            <p:nvPr/>
          </p:nvGrpSpPr>
          <p:grpSpPr>
            <a:xfrm>
              <a:off x="9257142" y="2990142"/>
              <a:ext cx="190354" cy="54857"/>
              <a:chOff x="9257142" y="2990142"/>
              <a:chExt cx="190354" cy="54857"/>
            </a:xfrm>
          </p:grpSpPr>
          <p:sp>
            <p:nvSpPr>
              <p:cNvPr id="265" name="任意多边形: 形状 264">
                <a:extLst>
                  <a:ext uri="{FF2B5EF4-FFF2-40B4-BE49-F238E27FC236}">
                    <a16:creationId xmlns:a16="http://schemas.microsoft.com/office/drawing/2014/main" id="{4691484D-2CAE-9E94-3471-55F7D5ACFA8B}"/>
                  </a:ext>
                </a:extLst>
              </p:cNvPr>
              <p:cNvSpPr/>
              <p:nvPr/>
            </p:nvSpPr>
            <p:spPr>
              <a:xfrm>
                <a:off x="9257142" y="3017570"/>
                <a:ext cx="149211" cy="6857"/>
              </a:xfrm>
              <a:custGeom>
                <a:avLst/>
                <a:gdLst>
                  <a:gd name="connsiteX0" fmla="*/ 0 w 149211"/>
                  <a:gd name="connsiteY0" fmla="*/ 0 h 6857"/>
                  <a:gd name="connsiteX1" fmla="*/ 137143 w 149211"/>
                  <a:gd name="connsiteY1" fmla="*/ 0 h 6857"/>
                  <a:gd name="connsiteX2" fmla="*/ 68571 w 149211"/>
                  <a:gd name="connsiteY2" fmla="*/ 0 h 6857"/>
                  <a:gd name="connsiteX3" fmla="*/ 149212 w 149211"/>
                  <a:gd name="connsiteY3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9211" h="6857">
                    <a:moveTo>
                      <a:pt x="0" y="0"/>
                    </a:moveTo>
                    <a:lnTo>
                      <a:pt x="137143" y="0"/>
                    </a:lnTo>
                    <a:lnTo>
                      <a:pt x="68571" y="0"/>
                    </a:lnTo>
                    <a:lnTo>
                      <a:pt x="149212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6" name="任意多边形: 形状 265">
                <a:extLst>
                  <a:ext uri="{FF2B5EF4-FFF2-40B4-BE49-F238E27FC236}">
                    <a16:creationId xmlns:a16="http://schemas.microsoft.com/office/drawing/2014/main" id="{2C15E08E-9363-423C-BC5F-B2184DBDC300}"/>
                  </a:ext>
                </a:extLst>
              </p:cNvPr>
              <p:cNvSpPr/>
              <p:nvPr/>
            </p:nvSpPr>
            <p:spPr>
              <a:xfrm>
                <a:off x="9392640" y="2990142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67" name="图形 2">
              <a:extLst>
                <a:ext uri="{FF2B5EF4-FFF2-40B4-BE49-F238E27FC236}">
                  <a16:creationId xmlns:a16="http://schemas.microsoft.com/office/drawing/2014/main" id="{EEA39CDC-BB2F-AA95-B423-45378C38AC44}"/>
                </a:ext>
              </a:extLst>
            </p:cNvPr>
            <p:cNvGrpSpPr/>
            <p:nvPr/>
          </p:nvGrpSpPr>
          <p:grpSpPr>
            <a:xfrm>
              <a:off x="8914285" y="2434713"/>
              <a:ext cx="342857" cy="1165714"/>
              <a:chOff x="8914285" y="2434713"/>
              <a:chExt cx="342857" cy="1165714"/>
            </a:xfrm>
            <a:solidFill>
              <a:srgbClr val="DAE8FC"/>
            </a:solidFill>
          </p:grpSpPr>
          <p:sp>
            <p:nvSpPr>
              <p:cNvPr id="268" name="任意多边形: 形状 267">
                <a:extLst>
                  <a:ext uri="{FF2B5EF4-FFF2-40B4-BE49-F238E27FC236}">
                    <a16:creationId xmlns:a16="http://schemas.microsoft.com/office/drawing/2014/main" id="{8B43A223-EFB5-6784-1706-2F91CE89A99A}"/>
                  </a:ext>
                </a:extLst>
              </p:cNvPr>
              <p:cNvSpPr/>
              <p:nvPr/>
            </p:nvSpPr>
            <p:spPr>
              <a:xfrm rot="10800000" flipV="1">
                <a:off x="8914285" y="2434713"/>
                <a:ext cx="342857" cy="1165714"/>
              </a:xfrm>
              <a:custGeom>
                <a:avLst/>
                <a:gdLst>
                  <a:gd name="connsiteX0" fmla="*/ 291429 w 342857"/>
                  <a:gd name="connsiteY0" fmla="*/ 0 h 1165714"/>
                  <a:gd name="connsiteX1" fmla="*/ 342857 w 342857"/>
                  <a:gd name="connsiteY1" fmla="*/ 51429 h 1165714"/>
                  <a:gd name="connsiteX2" fmla="*/ 342857 w 342857"/>
                  <a:gd name="connsiteY2" fmla="*/ 1114286 h 1165714"/>
                  <a:gd name="connsiteX3" fmla="*/ 291429 w 342857"/>
                  <a:gd name="connsiteY3" fmla="*/ 1165714 h 1165714"/>
                  <a:gd name="connsiteX4" fmla="*/ 51429 w 342857"/>
                  <a:gd name="connsiteY4" fmla="*/ 1165714 h 1165714"/>
                  <a:gd name="connsiteX5" fmla="*/ 0 w 342857"/>
                  <a:gd name="connsiteY5" fmla="*/ 1114286 h 1165714"/>
                  <a:gd name="connsiteX6" fmla="*/ 0 w 342857"/>
                  <a:gd name="connsiteY6" fmla="*/ 51429 h 1165714"/>
                  <a:gd name="connsiteX7" fmla="*/ 51429 w 342857"/>
                  <a:gd name="connsiteY7" fmla="*/ 0 h 11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857" h="1165714">
                    <a:moveTo>
                      <a:pt x="291429" y="0"/>
                    </a:moveTo>
                    <a:cubicBezTo>
                      <a:pt x="319831" y="0"/>
                      <a:pt x="342857" y="23025"/>
                      <a:pt x="342857" y="51429"/>
                    </a:cubicBezTo>
                    <a:lnTo>
                      <a:pt x="342857" y="1114286"/>
                    </a:lnTo>
                    <a:cubicBezTo>
                      <a:pt x="342857" y="1142689"/>
                      <a:pt x="319831" y="1165714"/>
                      <a:pt x="291429" y="1165714"/>
                    </a:cubicBezTo>
                    <a:lnTo>
                      <a:pt x="51429" y="1165714"/>
                    </a:lnTo>
                    <a:cubicBezTo>
                      <a:pt x="23026" y="1165714"/>
                      <a:pt x="0" y="1142689"/>
                      <a:pt x="0" y="1114286"/>
                    </a:cubicBezTo>
                    <a:lnTo>
                      <a:pt x="0" y="51429"/>
                    </a:lnTo>
                    <a:cubicBezTo>
                      <a:pt x="0" y="23025"/>
                      <a:pt x="23026" y="0"/>
                      <a:pt x="5142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69" name="图片 268">
                <a:extLst>
                  <a:ext uri="{FF2B5EF4-FFF2-40B4-BE49-F238E27FC236}">
                    <a16:creationId xmlns:a16="http://schemas.microsoft.com/office/drawing/2014/main" id="{A8F2053C-9DFD-9C4A-F377-7CB235B887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917714" y="2503285"/>
                <a:ext cx="329142" cy="1071428"/>
              </a:xfrm>
              <a:custGeom>
                <a:avLst/>
                <a:gdLst>
                  <a:gd name="connsiteX0" fmla="*/ -1 w 329142"/>
                  <a:gd name="connsiteY0" fmla="*/ -1 h 1071428"/>
                  <a:gd name="connsiteX1" fmla="*/ 329142 w 329142"/>
                  <a:gd name="connsiteY1" fmla="*/ -1 h 1071428"/>
                  <a:gd name="connsiteX2" fmla="*/ 329142 w 329142"/>
                  <a:gd name="connsiteY2" fmla="*/ 1071428 h 1071428"/>
                  <a:gd name="connsiteX3" fmla="*/ -1 w 329142"/>
                  <a:gd name="connsiteY3" fmla="*/ 1071428 h 1071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2" h="1071428">
                    <a:moveTo>
                      <a:pt x="-1" y="-1"/>
                    </a:moveTo>
                    <a:lnTo>
                      <a:pt x="329142" y="-1"/>
                    </a:lnTo>
                    <a:lnTo>
                      <a:pt x="329142" y="1071428"/>
                    </a:lnTo>
                    <a:lnTo>
                      <a:pt x="-1" y="1071428"/>
                    </a:lnTo>
                    <a:close/>
                  </a:path>
                </a:pathLst>
              </a:custGeom>
            </p:spPr>
          </p:pic>
        </p:grpSp>
        <p:grpSp>
          <p:nvGrpSpPr>
            <p:cNvPr id="270" name="图形 2">
              <a:extLst>
                <a:ext uri="{FF2B5EF4-FFF2-40B4-BE49-F238E27FC236}">
                  <a16:creationId xmlns:a16="http://schemas.microsoft.com/office/drawing/2014/main" id="{E494EABF-B96F-9A56-65C7-BFBD2DE3FB8B}"/>
                </a:ext>
              </a:extLst>
            </p:cNvPr>
            <p:cNvGrpSpPr/>
            <p:nvPr/>
          </p:nvGrpSpPr>
          <p:grpSpPr>
            <a:xfrm>
              <a:off x="9805714" y="2990142"/>
              <a:ext cx="176640" cy="54857"/>
              <a:chOff x="9805714" y="2990142"/>
              <a:chExt cx="176640" cy="54857"/>
            </a:xfrm>
          </p:grpSpPr>
          <p:sp>
            <p:nvSpPr>
              <p:cNvPr id="271" name="任意多边形: 形状 270">
                <a:extLst>
                  <a:ext uri="{FF2B5EF4-FFF2-40B4-BE49-F238E27FC236}">
                    <a16:creationId xmlns:a16="http://schemas.microsoft.com/office/drawing/2014/main" id="{49190033-5D30-D341-B6B7-F18110B5AA56}"/>
                  </a:ext>
                </a:extLst>
              </p:cNvPr>
              <p:cNvSpPr/>
              <p:nvPr/>
            </p:nvSpPr>
            <p:spPr>
              <a:xfrm>
                <a:off x="9805714" y="3017570"/>
                <a:ext cx="137142" cy="6857"/>
              </a:xfrm>
              <a:custGeom>
                <a:avLst/>
                <a:gdLst>
                  <a:gd name="connsiteX0" fmla="*/ 0 w 137142"/>
                  <a:gd name="connsiteY0" fmla="*/ 0 h 6857"/>
                  <a:gd name="connsiteX1" fmla="*/ 137143 w 137142"/>
                  <a:gd name="connsiteY1" fmla="*/ 0 h 6857"/>
                  <a:gd name="connsiteX2" fmla="*/ 54857 w 137142"/>
                  <a:gd name="connsiteY2" fmla="*/ 0 h 6857"/>
                  <a:gd name="connsiteX3" fmla="*/ 135497 w 137142"/>
                  <a:gd name="connsiteY3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142" h="6857">
                    <a:moveTo>
                      <a:pt x="0" y="0"/>
                    </a:moveTo>
                    <a:lnTo>
                      <a:pt x="137143" y="0"/>
                    </a:lnTo>
                    <a:lnTo>
                      <a:pt x="54857" y="0"/>
                    </a:lnTo>
                    <a:lnTo>
                      <a:pt x="135497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2" name="任意多边形: 形状 271">
                <a:extLst>
                  <a:ext uri="{FF2B5EF4-FFF2-40B4-BE49-F238E27FC236}">
                    <a16:creationId xmlns:a16="http://schemas.microsoft.com/office/drawing/2014/main" id="{EA873A2D-A346-FB30-BD12-FEC090096766}"/>
                  </a:ext>
                </a:extLst>
              </p:cNvPr>
              <p:cNvSpPr/>
              <p:nvPr/>
            </p:nvSpPr>
            <p:spPr>
              <a:xfrm>
                <a:off x="9927497" y="2990142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73" name="图形 2">
              <a:extLst>
                <a:ext uri="{FF2B5EF4-FFF2-40B4-BE49-F238E27FC236}">
                  <a16:creationId xmlns:a16="http://schemas.microsoft.com/office/drawing/2014/main" id="{A48C992C-471F-8277-FA88-AA2EC55D452C}"/>
                </a:ext>
              </a:extLst>
            </p:cNvPr>
            <p:cNvGrpSpPr/>
            <p:nvPr/>
          </p:nvGrpSpPr>
          <p:grpSpPr>
            <a:xfrm>
              <a:off x="9462857" y="2434713"/>
              <a:ext cx="342857" cy="1165714"/>
              <a:chOff x="9462857" y="2434713"/>
              <a:chExt cx="342857" cy="1165714"/>
            </a:xfrm>
            <a:solidFill>
              <a:srgbClr val="DAE8FC"/>
            </a:solidFill>
          </p:grpSpPr>
          <p:sp>
            <p:nvSpPr>
              <p:cNvPr id="274" name="任意多边形: 形状 273">
                <a:extLst>
                  <a:ext uri="{FF2B5EF4-FFF2-40B4-BE49-F238E27FC236}">
                    <a16:creationId xmlns:a16="http://schemas.microsoft.com/office/drawing/2014/main" id="{6A3F04F7-12D3-2C1C-6A8C-2D95BC4B7D8A}"/>
                  </a:ext>
                </a:extLst>
              </p:cNvPr>
              <p:cNvSpPr/>
              <p:nvPr/>
            </p:nvSpPr>
            <p:spPr>
              <a:xfrm rot="10800000" flipV="1">
                <a:off x="9462857" y="2434713"/>
                <a:ext cx="342857" cy="1165714"/>
              </a:xfrm>
              <a:custGeom>
                <a:avLst/>
                <a:gdLst>
                  <a:gd name="connsiteX0" fmla="*/ 291429 w 342857"/>
                  <a:gd name="connsiteY0" fmla="*/ 0 h 1165714"/>
                  <a:gd name="connsiteX1" fmla="*/ 342857 w 342857"/>
                  <a:gd name="connsiteY1" fmla="*/ 51429 h 1165714"/>
                  <a:gd name="connsiteX2" fmla="*/ 342857 w 342857"/>
                  <a:gd name="connsiteY2" fmla="*/ 1114286 h 1165714"/>
                  <a:gd name="connsiteX3" fmla="*/ 291429 w 342857"/>
                  <a:gd name="connsiteY3" fmla="*/ 1165714 h 1165714"/>
                  <a:gd name="connsiteX4" fmla="*/ 51429 w 342857"/>
                  <a:gd name="connsiteY4" fmla="*/ 1165714 h 1165714"/>
                  <a:gd name="connsiteX5" fmla="*/ 0 w 342857"/>
                  <a:gd name="connsiteY5" fmla="*/ 1114286 h 1165714"/>
                  <a:gd name="connsiteX6" fmla="*/ 0 w 342857"/>
                  <a:gd name="connsiteY6" fmla="*/ 51429 h 1165714"/>
                  <a:gd name="connsiteX7" fmla="*/ 51429 w 342857"/>
                  <a:gd name="connsiteY7" fmla="*/ 0 h 11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857" h="1165714">
                    <a:moveTo>
                      <a:pt x="291429" y="0"/>
                    </a:moveTo>
                    <a:cubicBezTo>
                      <a:pt x="319831" y="0"/>
                      <a:pt x="342857" y="23025"/>
                      <a:pt x="342857" y="51429"/>
                    </a:cubicBezTo>
                    <a:lnTo>
                      <a:pt x="342857" y="1114286"/>
                    </a:lnTo>
                    <a:cubicBezTo>
                      <a:pt x="342857" y="1142689"/>
                      <a:pt x="319831" y="1165714"/>
                      <a:pt x="291429" y="1165714"/>
                    </a:cubicBezTo>
                    <a:lnTo>
                      <a:pt x="51429" y="1165714"/>
                    </a:lnTo>
                    <a:cubicBezTo>
                      <a:pt x="23026" y="1165714"/>
                      <a:pt x="0" y="1142689"/>
                      <a:pt x="0" y="1114286"/>
                    </a:cubicBezTo>
                    <a:lnTo>
                      <a:pt x="0" y="51429"/>
                    </a:lnTo>
                    <a:cubicBezTo>
                      <a:pt x="0" y="23025"/>
                      <a:pt x="23026" y="0"/>
                      <a:pt x="5142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75" name="图片 274">
                <a:extLst>
                  <a:ext uri="{FF2B5EF4-FFF2-40B4-BE49-F238E27FC236}">
                    <a16:creationId xmlns:a16="http://schemas.microsoft.com/office/drawing/2014/main" id="{C10D9753-DC0A-F5DE-60B0-3E0262B069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466285" y="2606142"/>
                <a:ext cx="329142" cy="865714"/>
              </a:xfrm>
              <a:custGeom>
                <a:avLst/>
                <a:gdLst>
                  <a:gd name="connsiteX0" fmla="*/ -1 w 329142"/>
                  <a:gd name="connsiteY0" fmla="*/ -1 h 865714"/>
                  <a:gd name="connsiteX1" fmla="*/ 329142 w 329142"/>
                  <a:gd name="connsiteY1" fmla="*/ -1 h 865714"/>
                  <a:gd name="connsiteX2" fmla="*/ 329142 w 329142"/>
                  <a:gd name="connsiteY2" fmla="*/ 865714 h 865714"/>
                  <a:gd name="connsiteX3" fmla="*/ -1 w 329142"/>
                  <a:gd name="connsiteY3" fmla="*/ 865714 h 8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2" h="865714">
                    <a:moveTo>
                      <a:pt x="-1" y="-1"/>
                    </a:moveTo>
                    <a:lnTo>
                      <a:pt x="329142" y="-1"/>
                    </a:lnTo>
                    <a:lnTo>
                      <a:pt x="329142" y="865714"/>
                    </a:lnTo>
                    <a:lnTo>
                      <a:pt x="-1" y="865714"/>
                    </a:lnTo>
                    <a:close/>
                  </a:path>
                </a:pathLst>
              </a:custGeom>
            </p:spPr>
          </p:pic>
        </p:grpSp>
        <p:grpSp>
          <p:nvGrpSpPr>
            <p:cNvPr id="276" name="图形 2">
              <a:extLst>
                <a:ext uri="{FF2B5EF4-FFF2-40B4-BE49-F238E27FC236}">
                  <a16:creationId xmlns:a16="http://schemas.microsoft.com/office/drawing/2014/main" id="{F04414AC-D39E-315F-06AB-9E2B7FBCDBF0}"/>
                </a:ext>
              </a:extLst>
            </p:cNvPr>
            <p:cNvGrpSpPr/>
            <p:nvPr/>
          </p:nvGrpSpPr>
          <p:grpSpPr>
            <a:xfrm>
              <a:off x="10340571" y="2990142"/>
              <a:ext cx="135497" cy="54857"/>
              <a:chOff x="10340571" y="2990142"/>
              <a:chExt cx="135497" cy="54857"/>
            </a:xfrm>
          </p:grpSpPr>
          <p:sp>
            <p:nvSpPr>
              <p:cNvPr id="277" name="任意多边形: 形状 276">
                <a:extLst>
                  <a:ext uri="{FF2B5EF4-FFF2-40B4-BE49-F238E27FC236}">
                    <a16:creationId xmlns:a16="http://schemas.microsoft.com/office/drawing/2014/main" id="{CF17BD5A-5597-DD46-695F-3C27BE141ACB}"/>
                  </a:ext>
                </a:extLst>
              </p:cNvPr>
              <p:cNvSpPr/>
              <p:nvPr/>
            </p:nvSpPr>
            <p:spPr>
              <a:xfrm>
                <a:off x="10340571" y="3017570"/>
                <a:ext cx="94354" cy="6857"/>
              </a:xfrm>
              <a:custGeom>
                <a:avLst/>
                <a:gdLst>
                  <a:gd name="connsiteX0" fmla="*/ 0 w 94354"/>
                  <a:gd name="connsiteY0" fmla="*/ 0 h 6857"/>
                  <a:gd name="connsiteX1" fmla="*/ 94354 w 94354"/>
                  <a:gd name="connsiteY1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354" h="6857">
                    <a:moveTo>
                      <a:pt x="0" y="0"/>
                    </a:moveTo>
                    <a:lnTo>
                      <a:pt x="94354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8" name="任意多边形: 形状 277">
                <a:extLst>
                  <a:ext uri="{FF2B5EF4-FFF2-40B4-BE49-F238E27FC236}">
                    <a16:creationId xmlns:a16="http://schemas.microsoft.com/office/drawing/2014/main" id="{8E0E52F5-65C6-9166-7405-748E7BFB39B9}"/>
                  </a:ext>
                </a:extLst>
              </p:cNvPr>
              <p:cNvSpPr/>
              <p:nvPr/>
            </p:nvSpPr>
            <p:spPr>
              <a:xfrm>
                <a:off x="10421211" y="2990142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79" name="图形 2">
              <a:extLst>
                <a:ext uri="{FF2B5EF4-FFF2-40B4-BE49-F238E27FC236}">
                  <a16:creationId xmlns:a16="http://schemas.microsoft.com/office/drawing/2014/main" id="{3D5D99A7-1506-72E9-016A-089F3DBAF1FA}"/>
                </a:ext>
              </a:extLst>
            </p:cNvPr>
            <p:cNvGrpSpPr/>
            <p:nvPr/>
          </p:nvGrpSpPr>
          <p:grpSpPr>
            <a:xfrm>
              <a:off x="9997714" y="2434713"/>
              <a:ext cx="342857" cy="1165714"/>
              <a:chOff x="9997714" y="2434713"/>
              <a:chExt cx="342857" cy="1165714"/>
            </a:xfrm>
            <a:solidFill>
              <a:srgbClr val="D5E8D4"/>
            </a:solidFill>
          </p:grpSpPr>
          <p:sp>
            <p:nvSpPr>
              <p:cNvPr id="280" name="任意多边形: 形状 279">
                <a:extLst>
                  <a:ext uri="{FF2B5EF4-FFF2-40B4-BE49-F238E27FC236}">
                    <a16:creationId xmlns:a16="http://schemas.microsoft.com/office/drawing/2014/main" id="{38CC97BE-8A45-97E5-1FD6-D7837F3DFF45}"/>
                  </a:ext>
                </a:extLst>
              </p:cNvPr>
              <p:cNvSpPr/>
              <p:nvPr/>
            </p:nvSpPr>
            <p:spPr>
              <a:xfrm rot="10800000" flipV="1">
                <a:off x="9997714" y="2434713"/>
                <a:ext cx="342857" cy="1165714"/>
              </a:xfrm>
              <a:custGeom>
                <a:avLst/>
                <a:gdLst>
                  <a:gd name="connsiteX0" fmla="*/ 291429 w 342857"/>
                  <a:gd name="connsiteY0" fmla="*/ 0 h 1165714"/>
                  <a:gd name="connsiteX1" fmla="*/ 342857 w 342857"/>
                  <a:gd name="connsiteY1" fmla="*/ 51429 h 1165714"/>
                  <a:gd name="connsiteX2" fmla="*/ 342857 w 342857"/>
                  <a:gd name="connsiteY2" fmla="*/ 1114286 h 1165714"/>
                  <a:gd name="connsiteX3" fmla="*/ 291429 w 342857"/>
                  <a:gd name="connsiteY3" fmla="*/ 1165714 h 1165714"/>
                  <a:gd name="connsiteX4" fmla="*/ 51429 w 342857"/>
                  <a:gd name="connsiteY4" fmla="*/ 1165714 h 1165714"/>
                  <a:gd name="connsiteX5" fmla="*/ 0 w 342857"/>
                  <a:gd name="connsiteY5" fmla="*/ 1114286 h 1165714"/>
                  <a:gd name="connsiteX6" fmla="*/ 0 w 342857"/>
                  <a:gd name="connsiteY6" fmla="*/ 51429 h 1165714"/>
                  <a:gd name="connsiteX7" fmla="*/ 51429 w 342857"/>
                  <a:gd name="connsiteY7" fmla="*/ 0 h 116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857" h="1165714">
                    <a:moveTo>
                      <a:pt x="291429" y="0"/>
                    </a:moveTo>
                    <a:cubicBezTo>
                      <a:pt x="319831" y="0"/>
                      <a:pt x="342857" y="23025"/>
                      <a:pt x="342857" y="51429"/>
                    </a:cubicBezTo>
                    <a:lnTo>
                      <a:pt x="342857" y="1114286"/>
                    </a:lnTo>
                    <a:cubicBezTo>
                      <a:pt x="342857" y="1142689"/>
                      <a:pt x="319831" y="1165714"/>
                      <a:pt x="291429" y="1165714"/>
                    </a:cubicBezTo>
                    <a:lnTo>
                      <a:pt x="51429" y="1165714"/>
                    </a:lnTo>
                    <a:cubicBezTo>
                      <a:pt x="23026" y="1165714"/>
                      <a:pt x="0" y="1142689"/>
                      <a:pt x="0" y="1114286"/>
                    </a:cubicBezTo>
                    <a:lnTo>
                      <a:pt x="0" y="51429"/>
                    </a:lnTo>
                    <a:cubicBezTo>
                      <a:pt x="0" y="23025"/>
                      <a:pt x="23026" y="0"/>
                      <a:pt x="51429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3714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81" name="图片 280">
                <a:extLst>
                  <a:ext uri="{FF2B5EF4-FFF2-40B4-BE49-F238E27FC236}">
                    <a16:creationId xmlns:a16="http://schemas.microsoft.com/office/drawing/2014/main" id="{4FBC070C-981A-682D-C9B1-B2E07EE543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001142" y="2503285"/>
                <a:ext cx="329142" cy="1071428"/>
              </a:xfrm>
              <a:custGeom>
                <a:avLst/>
                <a:gdLst>
                  <a:gd name="connsiteX0" fmla="*/ -1 w 329142"/>
                  <a:gd name="connsiteY0" fmla="*/ -1 h 1071428"/>
                  <a:gd name="connsiteX1" fmla="*/ 329142 w 329142"/>
                  <a:gd name="connsiteY1" fmla="*/ -1 h 1071428"/>
                  <a:gd name="connsiteX2" fmla="*/ 329142 w 329142"/>
                  <a:gd name="connsiteY2" fmla="*/ 1071428 h 1071428"/>
                  <a:gd name="connsiteX3" fmla="*/ -1 w 329142"/>
                  <a:gd name="connsiteY3" fmla="*/ 1071428 h 1071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9142" h="1071428">
                    <a:moveTo>
                      <a:pt x="-1" y="-1"/>
                    </a:moveTo>
                    <a:lnTo>
                      <a:pt x="329142" y="-1"/>
                    </a:lnTo>
                    <a:lnTo>
                      <a:pt x="329142" y="1071428"/>
                    </a:lnTo>
                    <a:lnTo>
                      <a:pt x="-1" y="1071428"/>
                    </a:lnTo>
                    <a:close/>
                  </a:path>
                </a:pathLst>
              </a:custGeom>
            </p:spPr>
          </p:pic>
        </p:grpSp>
        <p:grpSp>
          <p:nvGrpSpPr>
            <p:cNvPr id="282" name="图形 2">
              <a:extLst>
                <a:ext uri="{FF2B5EF4-FFF2-40B4-BE49-F238E27FC236}">
                  <a16:creationId xmlns:a16="http://schemas.microsoft.com/office/drawing/2014/main" id="{5C7EEF2A-91B7-402C-B23F-2578D7CF9BDD}"/>
                </a:ext>
              </a:extLst>
            </p:cNvPr>
            <p:cNvGrpSpPr/>
            <p:nvPr/>
          </p:nvGrpSpPr>
          <p:grpSpPr>
            <a:xfrm>
              <a:off x="11280000" y="2984999"/>
              <a:ext cx="162925" cy="54857"/>
              <a:chOff x="11280000" y="2984999"/>
              <a:chExt cx="162925" cy="54857"/>
            </a:xfrm>
          </p:grpSpPr>
          <p:sp>
            <p:nvSpPr>
              <p:cNvPr id="283" name="任意多边形: 形状 282">
                <a:extLst>
                  <a:ext uri="{FF2B5EF4-FFF2-40B4-BE49-F238E27FC236}">
                    <a16:creationId xmlns:a16="http://schemas.microsoft.com/office/drawing/2014/main" id="{DA1849D4-39B0-FD78-B60C-7E869887100A}"/>
                  </a:ext>
                </a:extLst>
              </p:cNvPr>
              <p:cNvSpPr/>
              <p:nvPr/>
            </p:nvSpPr>
            <p:spPr>
              <a:xfrm>
                <a:off x="11280000" y="3012428"/>
                <a:ext cx="121782" cy="6857"/>
              </a:xfrm>
              <a:custGeom>
                <a:avLst/>
                <a:gdLst>
                  <a:gd name="connsiteX0" fmla="*/ 0 w 121782"/>
                  <a:gd name="connsiteY0" fmla="*/ 0 h 6857"/>
                  <a:gd name="connsiteX1" fmla="*/ 121783 w 121782"/>
                  <a:gd name="connsiteY1" fmla="*/ 0 h 6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782" h="6857">
                    <a:moveTo>
                      <a:pt x="0" y="0"/>
                    </a:moveTo>
                    <a:lnTo>
                      <a:pt x="121783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4" name="任意多边形: 形状 283">
                <a:extLst>
                  <a:ext uri="{FF2B5EF4-FFF2-40B4-BE49-F238E27FC236}">
                    <a16:creationId xmlns:a16="http://schemas.microsoft.com/office/drawing/2014/main" id="{1ACC4FF8-E3E1-E47F-2C4E-BACA8F2304A2}"/>
                  </a:ext>
                </a:extLst>
              </p:cNvPr>
              <p:cNvSpPr/>
              <p:nvPr/>
            </p:nvSpPr>
            <p:spPr>
              <a:xfrm>
                <a:off x="11388068" y="2984999"/>
                <a:ext cx="54857" cy="54857"/>
              </a:xfrm>
              <a:custGeom>
                <a:avLst/>
                <a:gdLst>
                  <a:gd name="connsiteX0" fmla="*/ 54857 w 54857"/>
                  <a:gd name="connsiteY0" fmla="*/ 27429 h 54857"/>
                  <a:gd name="connsiteX1" fmla="*/ 0 w 54857"/>
                  <a:gd name="connsiteY1" fmla="*/ 54857 h 54857"/>
                  <a:gd name="connsiteX2" fmla="*/ 13714 w 54857"/>
                  <a:gd name="connsiteY2" fmla="*/ 27429 h 54857"/>
                  <a:gd name="connsiteX3" fmla="*/ 0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54857" y="27429"/>
                    </a:moveTo>
                    <a:lnTo>
                      <a:pt x="0" y="54857"/>
                    </a:lnTo>
                    <a:lnTo>
                      <a:pt x="13714" y="27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85" name="图形 2">
              <a:extLst>
                <a:ext uri="{FF2B5EF4-FFF2-40B4-BE49-F238E27FC236}">
                  <a16:creationId xmlns:a16="http://schemas.microsoft.com/office/drawing/2014/main" id="{7BD027BD-4229-6165-B7DA-DAD0393B39B1}"/>
                </a:ext>
              </a:extLst>
            </p:cNvPr>
            <p:cNvGrpSpPr/>
            <p:nvPr/>
          </p:nvGrpSpPr>
          <p:grpSpPr>
            <a:xfrm>
              <a:off x="10491428" y="2863285"/>
              <a:ext cx="788571" cy="298285"/>
              <a:chOff x="10491428" y="2863285"/>
              <a:chExt cx="788571" cy="298285"/>
            </a:xfrm>
            <a:solidFill>
              <a:srgbClr val="DAE8FC"/>
            </a:solidFill>
          </p:grpSpPr>
          <p:sp>
            <p:nvSpPr>
              <p:cNvPr id="286" name="任意多边形: 形状 285">
                <a:extLst>
                  <a:ext uri="{FF2B5EF4-FFF2-40B4-BE49-F238E27FC236}">
                    <a16:creationId xmlns:a16="http://schemas.microsoft.com/office/drawing/2014/main" id="{4FE22F3D-442F-F792-F902-68B0B2229561}"/>
                  </a:ext>
                </a:extLst>
              </p:cNvPr>
              <p:cNvSpPr/>
              <p:nvPr/>
            </p:nvSpPr>
            <p:spPr>
              <a:xfrm rot="10800000" flipV="1">
                <a:off x="10491428" y="2863285"/>
                <a:ext cx="788571" cy="298285"/>
              </a:xfrm>
              <a:custGeom>
                <a:avLst/>
                <a:gdLst>
                  <a:gd name="connsiteX0" fmla="*/ 743863 w 788571"/>
                  <a:gd name="connsiteY0" fmla="*/ 0 h 298285"/>
                  <a:gd name="connsiteX1" fmla="*/ 788571 w 788571"/>
                  <a:gd name="connsiteY1" fmla="*/ 44708 h 298285"/>
                  <a:gd name="connsiteX2" fmla="*/ 788571 w 788571"/>
                  <a:gd name="connsiteY2" fmla="*/ 253577 h 298285"/>
                  <a:gd name="connsiteX3" fmla="*/ 743863 w 788571"/>
                  <a:gd name="connsiteY3" fmla="*/ 298286 h 298285"/>
                  <a:gd name="connsiteX4" fmla="*/ 44709 w 788571"/>
                  <a:gd name="connsiteY4" fmla="*/ 298286 h 298285"/>
                  <a:gd name="connsiteX5" fmla="*/ 0 w 788571"/>
                  <a:gd name="connsiteY5" fmla="*/ 253577 h 298285"/>
                  <a:gd name="connsiteX6" fmla="*/ 0 w 788571"/>
                  <a:gd name="connsiteY6" fmla="*/ 44708 h 298285"/>
                  <a:gd name="connsiteX7" fmla="*/ 44709 w 788571"/>
                  <a:gd name="connsiteY7" fmla="*/ 0 h 298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88571" h="298285">
                    <a:moveTo>
                      <a:pt x="743863" y="0"/>
                    </a:moveTo>
                    <a:cubicBezTo>
                      <a:pt x="768555" y="0"/>
                      <a:pt x="788571" y="20017"/>
                      <a:pt x="788571" y="44708"/>
                    </a:cubicBezTo>
                    <a:lnTo>
                      <a:pt x="788571" y="253577"/>
                    </a:lnTo>
                    <a:cubicBezTo>
                      <a:pt x="788571" y="278269"/>
                      <a:pt x="768555" y="298286"/>
                      <a:pt x="743863" y="298286"/>
                    </a:cubicBezTo>
                    <a:lnTo>
                      <a:pt x="44709" y="298286"/>
                    </a:lnTo>
                    <a:cubicBezTo>
                      <a:pt x="20016" y="298286"/>
                      <a:pt x="0" y="278269"/>
                      <a:pt x="0" y="253577"/>
                    </a:cubicBezTo>
                    <a:lnTo>
                      <a:pt x="0" y="44708"/>
                    </a:lnTo>
                    <a:cubicBezTo>
                      <a:pt x="0" y="20017"/>
                      <a:pt x="20016" y="0"/>
                      <a:pt x="4470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87" name="图片 286">
                <a:extLst>
                  <a:ext uri="{FF2B5EF4-FFF2-40B4-BE49-F238E27FC236}">
                    <a16:creationId xmlns:a16="http://schemas.microsoft.com/office/drawing/2014/main" id="{CBD1FA2A-0125-867A-2FB2-1F7DB04DE3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494857" y="2907856"/>
                <a:ext cx="774857" cy="248571"/>
              </a:xfrm>
              <a:custGeom>
                <a:avLst/>
                <a:gdLst>
                  <a:gd name="connsiteX0" fmla="*/ -1 w 774857"/>
                  <a:gd name="connsiteY0" fmla="*/ -1 h 248571"/>
                  <a:gd name="connsiteX1" fmla="*/ 774857 w 774857"/>
                  <a:gd name="connsiteY1" fmla="*/ -1 h 248571"/>
                  <a:gd name="connsiteX2" fmla="*/ 774857 w 774857"/>
                  <a:gd name="connsiteY2" fmla="*/ 248571 h 248571"/>
                  <a:gd name="connsiteX3" fmla="*/ -1 w 774857"/>
                  <a:gd name="connsiteY3" fmla="*/ 248571 h 248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4857" h="248571">
                    <a:moveTo>
                      <a:pt x="-1" y="-1"/>
                    </a:moveTo>
                    <a:lnTo>
                      <a:pt x="774857" y="-1"/>
                    </a:lnTo>
                    <a:lnTo>
                      <a:pt x="774857" y="248571"/>
                    </a:lnTo>
                    <a:lnTo>
                      <a:pt x="-1" y="248571"/>
                    </a:lnTo>
                    <a:close/>
                  </a:path>
                </a:pathLst>
              </a:custGeom>
            </p:spPr>
          </p:pic>
        </p:grpSp>
        <p:grpSp>
          <p:nvGrpSpPr>
            <p:cNvPr id="288" name="图形 2">
              <a:extLst>
                <a:ext uri="{FF2B5EF4-FFF2-40B4-BE49-F238E27FC236}">
                  <a16:creationId xmlns:a16="http://schemas.microsoft.com/office/drawing/2014/main" id="{6F7C9122-C2D9-CC5E-823C-A7028B6E09BB}"/>
                </a:ext>
              </a:extLst>
            </p:cNvPr>
            <p:cNvGrpSpPr/>
            <p:nvPr/>
          </p:nvGrpSpPr>
          <p:grpSpPr>
            <a:xfrm>
              <a:off x="11739428" y="3164999"/>
              <a:ext cx="54857" cy="317211"/>
              <a:chOff x="11739428" y="3164999"/>
              <a:chExt cx="54857" cy="317211"/>
            </a:xfrm>
          </p:grpSpPr>
          <p:sp>
            <p:nvSpPr>
              <p:cNvPr id="289" name="任意多边形: 形状 288">
                <a:extLst>
                  <a:ext uri="{FF2B5EF4-FFF2-40B4-BE49-F238E27FC236}">
                    <a16:creationId xmlns:a16="http://schemas.microsoft.com/office/drawing/2014/main" id="{ED6DBF98-E375-51EC-5212-B335974D874E}"/>
                  </a:ext>
                </a:extLst>
              </p:cNvPr>
              <p:cNvSpPr/>
              <p:nvPr/>
            </p:nvSpPr>
            <p:spPr>
              <a:xfrm>
                <a:off x="11766857" y="3164999"/>
                <a:ext cx="6857" cy="276068"/>
              </a:xfrm>
              <a:custGeom>
                <a:avLst/>
                <a:gdLst>
                  <a:gd name="connsiteX0" fmla="*/ 0 w 6857"/>
                  <a:gd name="connsiteY0" fmla="*/ 0 h 276068"/>
                  <a:gd name="connsiteX1" fmla="*/ 0 w 6857"/>
                  <a:gd name="connsiteY1" fmla="*/ 276069 h 276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57" h="276068">
                    <a:moveTo>
                      <a:pt x="0" y="0"/>
                    </a:moveTo>
                    <a:lnTo>
                      <a:pt x="0" y="276069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0" name="任意多边形: 形状 289">
                <a:extLst>
                  <a:ext uri="{FF2B5EF4-FFF2-40B4-BE49-F238E27FC236}">
                    <a16:creationId xmlns:a16="http://schemas.microsoft.com/office/drawing/2014/main" id="{F4A256A2-9210-1E73-B592-350118851097}"/>
                  </a:ext>
                </a:extLst>
              </p:cNvPr>
              <p:cNvSpPr/>
              <p:nvPr/>
            </p:nvSpPr>
            <p:spPr>
              <a:xfrm>
                <a:off x="11739428" y="3427353"/>
                <a:ext cx="54857" cy="54857"/>
              </a:xfrm>
              <a:custGeom>
                <a:avLst/>
                <a:gdLst>
                  <a:gd name="connsiteX0" fmla="*/ 27429 w 54857"/>
                  <a:gd name="connsiteY0" fmla="*/ 54857 h 54857"/>
                  <a:gd name="connsiteX1" fmla="*/ 0 w 54857"/>
                  <a:gd name="connsiteY1" fmla="*/ 0 h 54857"/>
                  <a:gd name="connsiteX2" fmla="*/ 27429 w 54857"/>
                  <a:gd name="connsiteY2" fmla="*/ 13714 h 54857"/>
                  <a:gd name="connsiteX3" fmla="*/ 54857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27429" y="54857"/>
                    </a:moveTo>
                    <a:lnTo>
                      <a:pt x="0" y="0"/>
                    </a:lnTo>
                    <a:lnTo>
                      <a:pt x="27429" y="13714"/>
                    </a:lnTo>
                    <a:lnTo>
                      <a:pt x="5485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91" name="图形 2">
              <a:extLst>
                <a:ext uri="{FF2B5EF4-FFF2-40B4-BE49-F238E27FC236}">
                  <a16:creationId xmlns:a16="http://schemas.microsoft.com/office/drawing/2014/main" id="{15499704-C969-1CAB-2B2F-6BF1EC4EECF9}"/>
                </a:ext>
              </a:extLst>
            </p:cNvPr>
            <p:cNvGrpSpPr/>
            <p:nvPr/>
          </p:nvGrpSpPr>
          <p:grpSpPr>
            <a:xfrm>
              <a:off x="11458285" y="2866713"/>
              <a:ext cx="617142" cy="298285"/>
              <a:chOff x="11458285" y="2866713"/>
              <a:chExt cx="617142" cy="298285"/>
            </a:xfrm>
            <a:solidFill>
              <a:srgbClr val="DAE8FC"/>
            </a:solidFill>
          </p:grpSpPr>
          <p:sp>
            <p:nvSpPr>
              <p:cNvPr id="292" name="任意多边形: 形状 291">
                <a:extLst>
                  <a:ext uri="{FF2B5EF4-FFF2-40B4-BE49-F238E27FC236}">
                    <a16:creationId xmlns:a16="http://schemas.microsoft.com/office/drawing/2014/main" id="{79BEF72F-EDD9-3F2C-B638-20F5ABAE4ECA}"/>
                  </a:ext>
                </a:extLst>
              </p:cNvPr>
              <p:cNvSpPr/>
              <p:nvPr/>
            </p:nvSpPr>
            <p:spPr>
              <a:xfrm rot="10800000" flipV="1">
                <a:off x="11458285" y="2866713"/>
                <a:ext cx="617142" cy="298285"/>
              </a:xfrm>
              <a:custGeom>
                <a:avLst/>
                <a:gdLst>
                  <a:gd name="connsiteX0" fmla="*/ 572434 w 617142"/>
                  <a:gd name="connsiteY0" fmla="*/ 0 h 298285"/>
                  <a:gd name="connsiteX1" fmla="*/ 617143 w 617142"/>
                  <a:gd name="connsiteY1" fmla="*/ 44708 h 298285"/>
                  <a:gd name="connsiteX2" fmla="*/ 617143 w 617142"/>
                  <a:gd name="connsiteY2" fmla="*/ 253577 h 298285"/>
                  <a:gd name="connsiteX3" fmla="*/ 572434 w 617142"/>
                  <a:gd name="connsiteY3" fmla="*/ 298286 h 298285"/>
                  <a:gd name="connsiteX4" fmla="*/ 44709 w 617142"/>
                  <a:gd name="connsiteY4" fmla="*/ 298286 h 298285"/>
                  <a:gd name="connsiteX5" fmla="*/ 0 w 617142"/>
                  <a:gd name="connsiteY5" fmla="*/ 253577 h 298285"/>
                  <a:gd name="connsiteX6" fmla="*/ 0 w 617142"/>
                  <a:gd name="connsiteY6" fmla="*/ 44708 h 298285"/>
                  <a:gd name="connsiteX7" fmla="*/ 44709 w 617142"/>
                  <a:gd name="connsiteY7" fmla="*/ 0 h 298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7142" h="298285">
                    <a:moveTo>
                      <a:pt x="572434" y="0"/>
                    </a:moveTo>
                    <a:cubicBezTo>
                      <a:pt x="597126" y="0"/>
                      <a:pt x="617143" y="20017"/>
                      <a:pt x="617143" y="44708"/>
                    </a:cubicBezTo>
                    <a:lnTo>
                      <a:pt x="617143" y="253577"/>
                    </a:lnTo>
                    <a:cubicBezTo>
                      <a:pt x="617143" y="278269"/>
                      <a:pt x="597126" y="298286"/>
                      <a:pt x="572434" y="298286"/>
                    </a:cubicBezTo>
                    <a:lnTo>
                      <a:pt x="44709" y="298286"/>
                    </a:lnTo>
                    <a:cubicBezTo>
                      <a:pt x="20016" y="298286"/>
                      <a:pt x="0" y="278269"/>
                      <a:pt x="0" y="253577"/>
                    </a:cubicBezTo>
                    <a:lnTo>
                      <a:pt x="0" y="44708"/>
                    </a:lnTo>
                    <a:cubicBezTo>
                      <a:pt x="0" y="20017"/>
                      <a:pt x="20016" y="0"/>
                      <a:pt x="4470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3714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93" name="图片 292">
                <a:extLst>
                  <a:ext uri="{FF2B5EF4-FFF2-40B4-BE49-F238E27FC236}">
                    <a16:creationId xmlns:a16="http://schemas.microsoft.com/office/drawing/2014/main" id="{07CD6386-8E0C-A0F5-16BF-BA6431DFCA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461714" y="2914713"/>
                <a:ext cx="603428" cy="248571"/>
              </a:xfrm>
              <a:custGeom>
                <a:avLst/>
                <a:gdLst>
                  <a:gd name="connsiteX0" fmla="*/ -1 w 603428"/>
                  <a:gd name="connsiteY0" fmla="*/ -1 h 248571"/>
                  <a:gd name="connsiteX1" fmla="*/ 603428 w 603428"/>
                  <a:gd name="connsiteY1" fmla="*/ -1 h 248571"/>
                  <a:gd name="connsiteX2" fmla="*/ 603428 w 603428"/>
                  <a:gd name="connsiteY2" fmla="*/ 248571 h 248571"/>
                  <a:gd name="connsiteX3" fmla="*/ -1 w 603428"/>
                  <a:gd name="connsiteY3" fmla="*/ 248571 h 248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3428" h="248571">
                    <a:moveTo>
                      <a:pt x="-1" y="-1"/>
                    </a:moveTo>
                    <a:lnTo>
                      <a:pt x="603428" y="-1"/>
                    </a:lnTo>
                    <a:lnTo>
                      <a:pt x="603428" y="248571"/>
                    </a:lnTo>
                    <a:lnTo>
                      <a:pt x="-1" y="248571"/>
                    </a:lnTo>
                    <a:close/>
                  </a:path>
                </a:pathLst>
              </a:custGeom>
            </p:spPr>
          </p:pic>
        </p:grpSp>
        <p:grpSp>
          <p:nvGrpSpPr>
            <p:cNvPr id="294" name="图形 2">
              <a:extLst>
                <a:ext uri="{FF2B5EF4-FFF2-40B4-BE49-F238E27FC236}">
                  <a16:creationId xmlns:a16="http://schemas.microsoft.com/office/drawing/2014/main" id="{54D22727-B7AB-AFE8-07E1-5D6E9606BEA3}"/>
                </a:ext>
              </a:extLst>
            </p:cNvPr>
            <p:cNvGrpSpPr/>
            <p:nvPr/>
          </p:nvGrpSpPr>
          <p:grpSpPr>
            <a:xfrm>
              <a:off x="11345142" y="3549753"/>
              <a:ext cx="843428" cy="251245"/>
              <a:chOff x="11345142" y="3549753"/>
              <a:chExt cx="843428" cy="251245"/>
            </a:xfrm>
            <a:noFill/>
          </p:grpSpPr>
          <p:sp>
            <p:nvSpPr>
              <p:cNvPr id="295" name="任意多边形: 形状 294">
                <a:extLst>
                  <a:ext uri="{FF2B5EF4-FFF2-40B4-BE49-F238E27FC236}">
                    <a16:creationId xmlns:a16="http://schemas.microsoft.com/office/drawing/2014/main" id="{06FF83E7-53EE-9A03-2D25-8A7184DE513B}"/>
                  </a:ext>
                </a:extLst>
              </p:cNvPr>
              <p:cNvSpPr/>
              <p:nvPr/>
            </p:nvSpPr>
            <p:spPr>
              <a:xfrm>
                <a:off x="11345142" y="3549753"/>
                <a:ext cx="843428" cy="205714"/>
              </a:xfrm>
              <a:custGeom>
                <a:avLst/>
                <a:gdLst>
                  <a:gd name="connsiteX0" fmla="*/ 0 w 843428"/>
                  <a:gd name="connsiteY0" fmla="*/ 0 h 205714"/>
                  <a:gd name="connsiteX1" fmla="*/ 843429 w 843428"/>
                  <a:gd name="connsiteY1" fmla="*/ 0 h 205714"/>
                  <a:gd name="connsiteX2" fmla="*/ 843429 w 843428"/>
                  <a:gd name="connsiteY2" fmla="*/ 205714 h 205714"/>
                  <a:gd name="connsiteX3" fmla="*/ 0 w 843428"/>
                  <a:gd name="connsiteY3" fmla="*/ 205714 h 20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3428" h="205714">
                    <a:moveTo>
                      <a:pt x="0" y="0"/>
                    </a:moveTo>
                    <a:lnTo>
                      <a:pt x="843429" y="0"/>
                    </a:lnTo>
                    <a:lnTo>
                      <a:pt x="843429" y="205714"/>
                    </a:lnTo>
                    <a:lnTo>
                      <a:pt x="0" y="205714"/>
                    </a:lnTo>
                    <a:close/>
                  </a:path>
                </a:pathLst>
              </a:custGeom>
              <a:noFill/>
              <a:ln w="68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96" name="图片 295">
                <a:extLst>
                  <a:ext uri="{FF2B5EF4-FFF2-40B4-BE49-F238E27FC236}">
                    <a16:creationId xmlns:a16="http://schemas.microsoft.com/office/drawing/2014/main" id="{4B1C1AE6-29AB-3144-F90E-6CF8847172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345142" y="3552428"/>
                <a:ext cx="829714" cy="248571"/>
              </a:xfrm>
              <a:custGeom>
                <a:avLst/>
                <a:gdLst>
                  <a:gd name="connsiteX0" fmla="*/ -1 w 829714"/>
                  <a:gd name="connsiteY0" fmla="*/ -1 h 248571"/>
                  <a:gd name="connsiteX1" fmla="*/ 829714 w 829714"/>
                  <a:gd name="connsiteY1" fmla="*/ -1 h 248571"/>
                  <a:gd name="connsiteX2" fmla="*/ 829714 w 829714"/>
                  <a:gd name="connsiteY2" fmla="*/ 248571 h 248571"/>
                  <a:gd name="connsiteX3" fmla="*/ -1 w 829714"/>
                  <a:gd name="connsiteY3" fmla="*/ 248571 h 248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9714" h="248571">
                    <a:moveTo>
                      <a:pt x="-1" y="-1"/>
                    </a:moveTo>
                    <a:lnTo>
                      <a:pt x="829714" y="-1"/>
                    </a:lnTo>
                    <a:lnTo>
                      <a:pt x="829714" y="248571"/>
                    </a:lnTo>
                    <a:lnTo>
                      <a:pt x="-1" y="248571"/>
                    </a:lnTo>
                    <a:close/>
                  </a:path>
                </a:pathLst>
              </a:custGeom>
            </p:spPr>
          </p:pic>
        </p:grpSp>
        <p:grpSp>
          <p:nvGrpSpPr>
            <p:cNvPr id="297" name="图形 2">
              <a:extLst>
                <a:ext uri="{FF2B5EF4-FFF2-40B4-BE49-F238E27FC236}">
                  <a16:creationId xmlns:a16="http://schemas.microsoft.com/office/drawing/2014/main" id="{597E55A9-76BF-2451-DB1F-813DC6AEAD8C}"/>
                </a:ext>
              </a:extLst>
            </p:cNvPr>
            <p:cNvGrpSpPr/>
            <p:nvPr/>
          </p:nvGrpSpPr>
          <p:grpSpPr>
            <a:xfrm>
              <a:off x="9085714" y="1988999"/>
              <a:ext cx="1714285" cy="248571"/>
              <a:chOff x="9085714" y="1988999"/>
              <a:chExt cx="1714285" cy="248571"/>
            </a:xfrm>
            <a:noFill/>
          </p:grpSpPr>
          <p:sp>
            <p:nvSpPr>
              <p:cNvPr id="298" name="任意多边形: 形状 297">
                <a:extLst>
                  <a:ext uri="{FF2B5EF4-FFF2-40B4-BE49-F238E27FC236}">
                    <a16:creationId xmlns:a16="http://schemas.microsoft.com/office/drawing/2014/main" id="{DBA3803A-64B4-957A-F4C2-D238E6E03ED5}"/>
                  </a:ext>
                </a:extLst>
              </p:cNvPr>
              <p:cNvSpPr/>
              <p:nvPr/>
            </p:nvSpPr>
            <p:spPr>
              <a:xfrm>
                <a:off x="9085714" y="1988999"/>
                <a:ext cx="1714285" cy="205714"/>
              </a:xfrm>
              <a:custGeom>
                <a:avLst/>
                <a:gdLst>
                  <a:gd name="connsiteX0" fmla="*/ 0 w 1714285"/>
                  <a:gd name="connsiteY0" fmla="*/ 0 h 205714"/>
                  <a:gd name="connsiteX1" fmla="*/ 1714286 w 1714285"/>
                  <a:gd name="connsiteY1" fmla="*/ 0 h 205714"/>
                  <a:gd name="connsiteX2" fmla="*/ 1714286 w 1714285"/>
                  <a:gd name="connsiteY2" fmla="*/ 205714 h 205714"/>
                  <a:gd name="connsiteX3" fmla="*/ 0 w 1714285"/>
                  <a:gd name="connsiteY3" fmla="*/ 205714 h 20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4285" h="205714">
                    <a:moveTo>
                      <a:pt x="0" y="0"/>
                    </a:moveTo>
                    <a:lnTo>
                      <a:pt x="1714286" y="0"/>
                    </a:lnTo>
                    <a:lnTo>
                      <a:pt x="1714286" y="205714"/>
                    </a:lnTo>
                    <a:lnTo>
                      <a:pt x="0" y="205714"/>
                    </a:lnTo>
                    <a:close/>
                  </a:path>
                </a:pathLst>
              </a:custGeom>
              <a:noFill/>
              <a:ln w="68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99" name="图片 298">
                <a:extLst>
                  <a:ext uri="{FF2B5EF4-FFF2-40B4-BE49-F238E27FC236}">
                    <a16:creationId xmlns:a16="http://schemas.microsoft.com/office/drawing/2014/main" id="{A5F90368-5348-F5B4-E2C1-EC7E74D657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089142" y="1988999"/>
                <a:ext cx="1700571" cy="248571"/>
              </a:xfrm>
              <a:custGeom>
                <a:avLst/>
                <a:gdLst>
                  <a:gd name="connsiteX0" fmla="*/ -1 w 1700571"/>
                  <a:gd name="connsiteY0" fmla="*/ -1 h 248571"/>
                  <a:gd name="connsiteX1" fmla="*/ 1700571 w 1700571"/>
                  <a:gd name="connsiteY1" fmla="*/ -1 h 248571"/>
                  <a:gd name="connsiteX2" fmla="*/ 1700571 w 1700571"/>
                  <a:gd name="connsiteY2" fmla="*/ 248571 h 248571"/>
                  <a:gd name="connsiteX3" fmla="*/ -1 w 1700571"/>
                  <a:gd name="connsiteY3" fmla="*/ 248571 h 248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0571" h="248571">
                    <a:moveTo>
                      <a:pt x="-1" y="-1"/>
                    </a:moveTo>
                    <a:lnTo>
                      <a:pt x="1700571" y="-1"/>
                    </a:lnTo>
                    <a:lnTo>
                      <a:pt x="1700571" y="248571"/>
                    </a:lnTo>
                    <a:lnTo>
                      <a:pt x="-1" y="248571"/>
                    </a:lnTo>
                    <a:close/>
                  </a:path>
                </a:pathLst>
              </a:custGeom>
            </p:spPr>
          </p:pic>
        </p:grpSp>
        <p:grpSp>
          <p:nvGrpSpPr>
            <p:cNvPr id="300" name="图形 2">
              <a:extLst>
                <a:ext uri="{FF2B5EF4-FFF2-40B4-BE49-F238E27FC236}">
                  <a16:creationId xmlns:a16="http://schemas.microsoft.com/office/drawing/2014/main" id="{AAD08945-DD7E-55F1-A5F0-F2A59BA9E045}"/>
                </a:ext>
              </a:extLst>
            </p:cNvPr>
            <p:cNvGrpSpPr/>
            <p:nvPr/>
          </p:nvGrpSpPr>
          <p:grpSpPr>
            <a:xfrm>
              <a:off x="4580571" y="480428"/>
              <a:ext cx="1008000" cy="781782"/>
              <a:chOff x="4580571" y="480428"/>
              <a:chExt cx="1008000" cy="781782"/>
            </a:xfrm>
          </p:grpSpPr>
          <p:sp>
            <p:nvSpPr>
              <p:cNvPr id="301" name="任意多边形: 形状 300">
                <a:extLst>
                  <a:ext uri="{FF2B5EF4-FFF2-40B4-BE49-F238E27FC236}">
                    <a16:creationId xmlns:a16="http://schemas.microsoft.com/office/drawing/2014/main" id="{3EBB20AD-2697-CA8A-753E-72403C673146}"/>
                  </a:ext>
                </a:extLst>
              </p:cNvPr>
              <p:cNvSpPr/>
              <p:nvPr/>
            </p:nvSpPr>
            <p:spPr>
              <a:xfrm>
                <a:off x="4580571" y="480428"/>
                <a:ext cx="980571" cy="781782"/>
              </a:xfrm>
              <a:custGeom>
                <a:avLst/>
                <a:gdLst>
                  <a:gd name="connsiteX0" fmla="*/ 0 w 980571"/>
                  <a:gd name="connsiteY0" fmla="*/ 781783 h 781782"/>
                  <a:gd name="connsiteX1" fmla="*/ 82286 w 980571"/>
                  <a:gd name="connsiteY1" fmla="*/ 781714 h 781782"/>
                  <a:gd name="connsiteX2" fmla="*/ 82286 w 980571"/>
                  <a:gd name="connsiteY2" fmla="*/ 0 h 781782"/>
                  <a:gd name="connsiteX3" fmla="*/ 562286 w 980571"/>
                  <a:gd name="connsiteY3" fmla="*/ 0 h 781782"/>
                  <a:gd name="connsiteX4" fmla="*/ 980571 w 980571"/>
                  <a:gd name="connsiteY4" fmla="*/ 0 h 781782"/>
                  <a:gd name="connsiteX5" fmla="*/ 980571 w 980571"/>
                  <a:gd name="connsiteY5" fmla="*/ 56640 h 781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80571" h="781782">
                    <a:moveTo>
                      <a:pt x="0" y="781783"/>
                    </a:moveTo>
                    <a:lnTo>
                      <a:pt x="82286" y="781714"/>
                    </a:lnTo>
                    <a:lnTo>
                      <a:pt x="82286" y="0"/>
                    </a:lnTo>
                    <a:lnTo>
                      <a:pt x="562286" y="0"/>
                    </a:lnTo>
                    <a:lnTo>
                      <a:pt x="980571" y="0"/>
                    </a:lnTo>
                    <a:lnTo>
                      <a:pt x="980571" y="5664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2" name="任意多边形: 形状 301">
                <a:extLst>
                  <a:ext uri="{FF2B5EF4-FFF2-40B4-BE49-F238E27FC236}">
                    <a16:creationId xmlns:a16="http://schemas.microsoft.com/office/drawing/2014/main" id="{821E7EB5-119C-40D5-F977-03721A1C0163}"/>
                  </a:ext>
                </a:extLst>
              </p:cNvPr>
              <p:cNvSpPr/>
              <p:nvPr/>
            </p:nvSpPr>
            <p:spPr>
              <a:xfrm>
                <a:off x="5533714" y="523353"/>
                <a:ext cx="54857" cy="54857"/>
              </a:xfrm>
              <a:custGeom>
                <a:avLst/>
                <a:gdLst>
                  <a:gd name="connsiteX0" fmla="*/ 27429 w 54857"/>
                  <a:gd name="connsiteY0" fmla="*/ 54857 h 54857"/>
                  <a:gd name="connsiteX1" fmla="*/ 0 w 54857"/>
                  <a:gd name="connsiteY1" fmla="*/ 0 h 54857"/>
                  <a:gd name="connsiteX2" fmla="*/ 27429 w 54857"/>
                  <a:gd name="connsiteY2" fmla="*/ 13714 h 54857"/>
                  <a:gd name="connsiteX3" fmla="*/ 54857 w 54857"/>
                  <a:gd name="connsiteY3" fmla="*/ 0 h 54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857">
                    <a:moveTo>
                      <a:pt x="27429" y="54857"/>
                    </a:moveTo>
                    <a:lnTo>
                      <a:pt x="0" y="0"/>
                    </a:lnTo>
                    <a:lnTo>
                      <a:pt x="27429" y="13714"/>
                    </a:lnTo>
                    <a:lnTo>
                      <a:pt x="5485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03" name="图形 2">
              <a:extLst>
                <a:ext uri="{FF2B5EF4-FFF2-40B4-BE49-F238E27FC236}">
                  <a16:creationId xmlns:a16="http://schemas.microsoft.com/office/drawing/2014/main" id="{2388C120-55FE-940F-9BBC-2F7546EE1B62}"/>
                </a:ext>
              </a:extLst>
            </p:cNvPr>
            <p:cNvGrpSpPr/>
            <p:nvPr/>
          </p:nvGrpSpPr>
          <p:grpSpPr>
            <a:xfrm>
              <a:off x="6733714" y="404999"/>
              <a:ext cx="877714" cy="205714"/>
              <a:chOff x="6733714" y="404999"/>
              <a:chExt cx="877714" cy="205714"/>
            </a:xfrm>
            <a:noFill/>
          </p:grpSpPr>
          <p:sp>
            <p:nvSpPr>
              <p:cNvPr id="304" name="任意多边形: 形状 303">
                <a:extLst>
                  <a:ext uri="{FF2B5EF4-FFF2-40B4-BE49-F238E27FC236}">
                    <a16:creationId xmlns:a16="http://schemas.microsoft.com/office/drawing/2014/main" id="{161F91E5-4B82-E816-4162-2330F0FF445B}"/>
                  </a:ext>
                </a:extLst>
              </p:cNvPr>
              <p:cNvSpPr/>
              <p:nvPr/>
            </p:nvSpPr>
            <p:spPr>
              <a:xfrm>
                <a:off x="6733714" y="404999"/>
                <a:ext cx="877714" cy="205714"/>
              </a:xfrm>
              <a:custGeom>
                <a:avLst/>
                <a:gdLst>
                  <a:gd name="connsiteX0" fmla="*/ 0 w 877714"/>
                  <a:gd name="connsiteY0" fmla="*/ 0 h 205714"/>
                  <a:gd name="connsiteX1" fmla="*/ 877714 w 877714"/>
                  <a:gd name="connsiteY1" fmla="*/ 0 h 205714"/>
                  <a:gd name="connsiteX2" fmla="*/ 877714 w 877714"/>
                  <a:gd name="connsiteY2" fmla="*/ 205714 h 205714"/>
                  <a:gd name="connsiteX3" fmla="*/ 0 w 877714"/>
                  <a:gd name="connsiteY3" fmla="*/ 205714 h 20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7714" h="205714">
                    <a:moveTo>
                      <a:pt x="0" y="0"/>
                    </a:moveTo>
                    <a:lnTo>
                      <a:pt x="877714" y="0"/>
                    </a:lnTo>
                    <a:lnTo>
                      <a:pt x="877714" y="205714"/>
                    </a:lnTo>
                    <a:lnTo>
                      <a:pt x="0" y="205714"/>
                    </a:lnTo>
                    <a:close/>
                  </a:path>
                </a:pathLst>
              </a:custGeom>
              <a:noFill/>
              <a:ln w="68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05" name="图片 304">
                <a:extLst>
                  <a:ext uri="{FF2B5EF4-FFF2-40B4-BE49-F238E27FC236}">
                    <a16:creationId xmlns:a16="http://schemas.microsoft.com/office/drawing/2014/main" id="{4152745C-436E-E93F-9A3C-DE1D65715D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737142" y="425570"/>
                <a:ext cx="864000" cy="185142"/>
              </a:xfrm>
              <a:custGeom>
                <a:avLst/>
                <a:gdLst>
                  <a:gd name="connsiteX0" fmla="*/ -1 w 864000"/>
                  <a:gd name="connsiteY0" fmla="*/ -1 h 185142"/>
                  <a:gd name="connsiteX1" fmla="*/ 864000 w 864000"/>
                  <a:gd name="connsiteY1" fmla="*/ -1 h 185142"/>
                  <a:gd name="connsiteX2" fmla="*/ 864000 w 864000"/>
                  <a:gd name="connsiteY2" fmla="*/ 185142 h 185142"/>
                  <a:gd name="connsiteX3" fmla="*/ -1 w 864000"/>
                  <a:gd name="connsiteY3" fmla="*/ 185142 h 185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4000" h="185142">
                    <a:moveTo>
                      <a:pt x="-1" y="-1"/>
                    </a:moveTo>
                    <a:lnTo>
                      <a:pt x="864000" y="-1"/>
                    </a:lnTo>
                    <a:lnTo>
                      <a:pt x="864000" y="185142"/>
                    </a:lnTo>
                    <a:lnTo>
                      <a:pt x="-1" y="185142"/>
                    </a:lnTo>
                    <a:close/>
                  </a:path>
                </a:pathLst>
              </a:custGeom>
            </p:spPr>
          </p:pic>
        </p:grpSp>
        <p:grpSp>
          <p:nvGrpSpPr>
            <p:cNvPr id="306" name="图形 2">
              <a:extLst>
                <a:ext uri="{FF2B5EF4-FFF2-40B4-BE49-F238E27FC236}">
                  <a16:creationId xmlns:a16="http://schemas.microsoft.com/office/drawing/2014/main" id="{3A4A5084-8B2C-302B-7AB0-E5FD977AB867}"/>
                </a:ext>
              </a:extLst>
            </p:cNvPr>
            <p:cNvGrpSpPr/>
            <p:nvPr/>
          </p:nvGrpSpPr>
          <p:grpSpPr>
            <a:xfrm>
              <a:off x="6171428" y="2194713"/>
              <a:ext cx="1440000" cy="248571"/>
              <a:chOff x="6171428" y="2194713"/>
              <a:chExt cx="1440000" cy="248571"/>
            </a:xfrm>
            <a:noFill/>
          </p:grpSpPr>
          <p:sp>
            <p:nvSpPr>
              <p:cNvPr id="307" name="任意多边形: 形状 306">
                <a:extLst>
                  <a:ext uri="{FF2B5EF4-FFF2-40B4-BE49-F238E27FC236}">
                    <a16:creationId xmlns:a16="http://schemas.microsoft.com/office/drawing/2014/main" id="{FED3EBD9-AE78-7938-81CA-210DFAF94447}"/>
                  </a:ext>
                </a:extLst>
              </p:cNvPr>
              <p:cNvSpPr/>
              <p:nvPr/>
            </p:nvSpPr>
            <p:spPr>
              <a:xfrm>
                <a:off x="6171428" y="2194713"/>
                <a:ext cx="1440000" cy="205714"/>
              </a:xfrm>
              <a:custGeom>
                <a:avLst/>
                <a:gdLst>
                  <a:gd name="connsiteX0" fmla="*/ 0 w 1440000"/>
                  <a:gd name="connsiteY0" fmla="*/ 0 h 205714"/>
                  <a:gd name="connsiteX1" fmla="*/ 1440000 w 1440000"/>
                  <a:gd name="connsiteY1" fmla="*/ 0 h 205714"/>
                  <a:gd name="connsiteX2" fmla="*/ 1440000 w 1440000"/>
                  <a:gd name="connsiteY2" fmla="*/ 205714 h 205714"/>
                  <a:gd name="connsiteX3" fmla="*/ 0 w 1440000"/>
                  <a:gd name="connsiteY3" fmla="*/ 205714 h 20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40000" h="205714">
                    <a:moveTo>
                      <a:pt x="0" y="0"/>
                    </a:moveTo>
                    <a:lnTo>
                      <a:pt x="1440000" y="0"/>
                    </a:lnTo>
                    <a:lnTo>
                      <a:pt x="1440000" y="205714"/>
                    </a:lnTo>
                    <a:lnTo>
                      <a:pt x="0" y="205714"/>
                    </a:lnTo>
                    <a:close/>
                  </a:path>
                </a:pathLst>
              </a:custGeom>
              <a:noFill/>
              <a:ln w="68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08" name="图片 307">
                <a:extLst>
                  <a:ext uri="{FF2B5EF4-FFF2-40B4-BE49-F238E27FC236}">
                    <a16:creationId xmlns:a16="http://schemas.microsoft.com/office/drawing/2014/main" id="{D267C9FF-5C42-9C23-7457-AFEFA7C7F5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74857" y="2194713"/>
                <a:ext cx="1426285" cy="248571"/>
              </a:xfrm>
              <a:custGeom>
                <a:avLst/>
                <a:gdLst>
                  <a:gd name="connsiteX0" fmla="*/ -1 w 1426285"/>
                  <a:gd name="connsiteY0" fmla="*/ -1 h 248571"/>
                  <a:gd name="connsiteX1" fmla="*/ 1426285 w 1426285"/>
                  <a:gd name="connsiteY1" fmla="*/ -1 h 248571"/>
                  <a:gd name="connsiteX2" fmla="*/ 1426285 w 1426285"/>
                  <a:gd name="connsiteY2" fmla="*/ 248571 h 248571"/>
                  <a:gd name="connsiteX3" fmla="*/ -1 w 1426285"/>
                  <a:gd name="connsiteY3" fmla="*/ 248571 h 248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26285" h="248571">
                    <a:moveTo>
                      <a:pt x="-1" y="-1"/>
                    </a:moveTo>
                    <a:lnTo>
                      <a:pt x="1426285" y="-1"/>
                    </a:lnTo>
                    <a:lnTo>
                      <a:pt x="1426285" y="248571"/>
                    </a:lnTo>
                    <a:lnTo>
                      <a:pt x="-1" y="248571"/>
                    </a:lnTo>
                    <a:close/>
                  </a:path>
                </a:pathLst>
              </a:custGeom>
            </p:spPr>
          </p:pic>
        </p:grpSp>
        <p:grpSp>
          <p:nvGrpSpPr>
            <p:cNvPr id="309" name="图形 2">
              <a:extLst>
                <a:ext uri="{FF2B5EF4-FFF2-40B4-BE49-F238E27FC236}">
                  <a16:creationId xmlns:a16="http://schemas.microsoft.com/office/drawing/2014/main" id="{1CC34742-6698-8AB1-048E-BF0168BBAE6B}"/>
                </a:ext>
              </a:extLst>
            </p:cNvPr>
            <p:cNvGrpSpPr/>
            <p:nvPr/>
          </p:nvGrpSpPr>
          <p:grpSpPr>
            <a:xfrm>
              <a:off x="6308571" y="4145570"/>
              <a:ext cx="1302857" cy="251999"/>
              <a:chOff x="6308571" y="4145570"/>
              <a:chExt cx="1302857" cy="251999"/>
            </a:xfrm>
            <a:noFill/>
          </p:grpSpPr>
          <p:sp>
            <p:nvSpPr>
              <p:cNvPr id="310" name="任意多边形: 形状 309">
                <a:extLst>
                  <a:ext uri="{FF2B5EF4-FFF2-40B4-BE49-F238E27FC236}">
                    <a16:creationId xmlns:a16="http://schemas.microsoft.com/office/drawing/2014/main" id="{12C4F3DA-43FC-2CB8-9BE3-CBDF34261383}"/>
                  </a:ext>
                </a:extLst>
              </p:cNvPr>
              <p:cNvSpPr/>
              <p:nvPr/>
            </p:nvSpPr>
            <p:spPr>
              <a:xfrm>
                <a:off x="6308571" y="4145570"/>
                <a:ext cx="1302857" cy="205714"/>
              </a:xfrm>
              <a:custGeom>
                <a:avLst/>
                <a:gdLst>
                  <a:gd name="connsiteX0" fmla="*/ 0 w 1302857"/>
                  <a:gd name="connsiteY0" fmla="*/ 0 h 205714"/>
                  <a:gd name="connsiteX1" fmla="*/ 1302857 w 1302857"/>
                  <a:gd name="connsiteY1" fmla="*/ 0 h 205714"/>
                  <a:gd name="connsiteX2" fmla="*/ 1302857 w 1302857"/>
                  <a:gd name="connsiteY2" fmla="*/ 205714 h 205714"/>
                  <a:gd name="connsiteX3" fmla="*/ 0 w 1302857"/>
                  <a:gd name="connsiteY3" fmla="*/ 205714 h 20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2857" h="205714">
                    <a:moveTo>
                      <a:pt x="0" y="0"/>
                    </a:moveTo>
                    <a:lnTo>
                      <a:pt x="1302857" y="0"/>
                    </a:lnTo>
                    <a:lnTo>
                      <a:pt x="1302857" y="205714"/>
                    </a:lnTo>
                    <a:lnTo>
                      <a:pt x="0" y="205714"/>
                    </a:lnTo>
                    <a:close/>
                  </a:path>
                </a:pathLst>
              </a:custGeom>
              <a:noFill/>
              <a:ln w="68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11" name="图片 310">
                <a:extLst>
                  <a:ext uri="{FF2B5EF4-FFF2-40B4-BE49-F238E27FC236}">
                    <a16:creationId xmlns:a16="http://schemas.microsoft.com/office/drawing/2014/main" id="{88D2ECC6-65C2-273B-6FDC-602332F442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312000" y="4148999"/>
                <a:ext cx="1289142" cy="248571"/>
              </a:xfrm>
              <a:custGeom>
                <a:avLst/>
                <a:gdLst>
                  <a:gd name="connsiteX0" fmla="*/ -1 w 1289142"/>
                  <a:gd name="connsiteY0" fmla="*/ -1 h 248571"/>
                  <a:gd name="connsiteX1" fmla="*/ 1289142 w 1289142"/>
                  <a:gd name="connsiteY1" fmla="*/ -1 h 248571"/>
                  <a:gd name="connsiteX2" fmla="*/ 1289142 w 1289142"/>
                  <a:gd name="connsiteY2" fmla="*/ 248571 h 248571"/>
                  <a:gd name="connsiteX3" fmla="*/ -1 w 1289142"/>
                  <a:gd name="connsiteY3" fmla="*/ 248571 h 248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9142" h="248571">
                    <a:moveTo>
                      <a:pt x="-1" y="-1"/>
                    </a:moveTo>
                    <a:lnTo>
                      <a:pt x="1289142" y="-1"/>
                    </a:lnTo>
                    <a:lnTo>
                      <a:pt x="1289142" y="248571"/>
                    </a:lnTo>
                    <a:lnTo>
                      <a:pt x="-1" y="248571"/>
                    </a:lnTo>
                    <a:close/>
                  </a:path>
                </a:pathLst>
              </a:custGeom>
            </p:spPr>
          </p:pic>
        </p:grpSp>
        <p:grpSp>
          <p:nvGrpSpPr>
            <p:cNvPr id="312" name="图形 2">
              <a:extLst>
                <a:ext uri="{FF2B5EF4-FFF2-40B4-BE49-F238E27FC236}">
                  <a16:creationId xmlns:a16="http://schemas.microsoft.com/office/drawing/2014/main" id="{4A99C0EC-023C-CF7C-BE91-F2120BD2DA5A}"/>
                </a:ext>
              </a:extLst>
            </p:cNvPr>
            <p:cNvGrpSpPr/>
            <p:nvPr/>
          </p:nvGrpSpPr>
          <p:grpSpPr>
            <a:xfrm>
              <a:off x="9634285" y="3176930"/>
              <a:ext cx="1279200" cy="663497"/>
              <a:chOff x="9634285" y="3176930"/>
              <a:chExt cx="1279200" cy="663497"/>
            </a:xfrm>
          </p:grpSpPr>
          <p:sp>
            <p:nvSpPr>
              <p:cNvPr id="313" name="任意多边形: 形状 312">
                <a:extLst>
                  <a:ext uri="{FF2B5EF4-FFF2-40B4-BE49-F238E27FC236}">
                    <a16:creationId xmlns:a16="http://schemas.microsoft.com/office/drawing/2014/main" id="{408D7502-6D2B-8D0E-A6C5-4198DF593884}"/>
                  </a:ext>
                </a:extLst>
              </p:cNvPr>
              <p:cNvSpPr/>
              <p:nvPr/>
            </p:nvSpPr>
            <p:spPr>
              <a:xfrm>
                <a:off x="9634285" y="3218073"/>
                <a:ext cx="1254857" cy="622354"/>
              </a:xfrm>
              <a:custGeom>
                <a:avLst/>
                <a:gdLst>
                  <a:gd name="connsiteX0" fmla="*/ 0 w 1254857"/>
                  <a:gd name="connsiteY0" fmla="*/ 382354 h 622354"/>
                  <a:gd name="connsiteX1" fmla="*/ 0 w 1254857"/>
                  <a:gd name="connsiteY1" fmla="*/ 622354 h 622354"/>
                  <a:gd name="connsiteX2" fmla="*/ 1254857 w 1254857"/>
                  <a:gd name="connsiteY2" fmla="*/ 622354 h 622354"/>
                  <a:gd name="connsiteX3" fmla="*/ 1251703 w 1254857"/>
                  <a:gd name="connsiteY3" fmla="*/ 0 h 622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54857" h="622354">
                    <a:moveTo>
                      <a:pt x="0" y="382354"/>
                    </a:moveTo>
                    <a:lnTo>
                      <a:pt x="0" y="622354"/>
                    </a:lnTo>
                    <a:lnTo>
                      <a:pt x="1254857" y="622354"/>
                    </a:lnTo>
                    <a:lnTo>
                      <a:pt x="1251703" y="0"/>
                    </a:lnTo>
                  </a:path>
                </a:pathLst>
              </a:custGeom>
              <a:noFill/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4" name="任意多边形: 形状 313">
                <a:extLst>
                  <a:ext uri="{FF2B5EF4-FFF2-40B4-BE49-F238E27FC236}">
                    <a16:creationId xmlns:a16="http://schemas.microsoft.com/office/drawing/2014/main" id="{CA3F879C-C897-3767-8D57-462D810A04CA}"/>
                  </a:ext>
                </a:extLst>
              </p:cNvPr>
              <p:cNvSpPr/>
              <p:nvPr/>
            </p:nvSpPr>
            <p:spPr>
              <a:xfrm>
                <a:off x="10858628" y="3176930"/>
                <a:ext cx="54857" cy="54994"/>
              </a:xfrm>
              <a:custGeom>
                <a:avLst/>
                <a:gdLst>
                  <a:gd name="connsiteX0" fmla="*/ 27154 w 54857"/>
                  <a:gd name="connsiteY0" fmla="*/ 0 h 54994"/>
                  <a:gd name="connsiteX1" fmla="*/ 54857 w 54857"/>
                  <a:gd name="connsiteY1" fmla="*/ 54720 h 54994"/>
                  <a:gd name="connsiteX2" fmla="*/ 27360 w 54857"/>
                  <a:gd name="connsiteY2" fmla="*/ 41143 h 54994"/>
                  <a:gd name="connsiteX3" fmla="*/ 0 w 54857"/>
                  <a:gd name="connsiteY3" fmla="*/ 54994 h 5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57" h="54994">
                    <a:moveTo>
                      <a:pt x="27154" y="0"/>
                    </a:moveTo>
                    <a:lnTo>
                      <a:pt x="54857" y="54720"/>
                    </a:lnTo>
                    <a:lnTo>
                      <a:pt x="27360" y="41143"/>
                    </a:lnTo>
                    <a:lnTo>
                      <a:pt x="0" y="54994"/>
                    </a:lnTo>
                    <a:close/>
                  </a:path>
                </a:pathLst>
              </a:custGeom>
              <a:solidFill>
                <a:srgbClr val="000000"/>
              </a:solidFill>
              <a:ln w="1371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98190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4F61A-8326-2530-C3DC-FA2E4CB0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图形 2">
            <a:extLst>
              <a:ext uri="{FF2B5EF4-FFF2-40B4-BE49-F238E27FC236}">
                <a16:creationId xmlns:a16="http://schemas.microsoft.com/office/drawing/2014/main" id="{E23AF91B-B03C-1967-FBD9-F2996524437B}"/>
              </a:ext>
            </a:extLst>
          </p:cNvPr>
          <p:cNvGrpSpPr/>
          <p:nvPr/>
        </p:nvGrpSpPr>
        <p:grpSpPr>
          <a:xfrm>
            <a:off x="1761172" y="171450"/>
            <a:ext cx="8373427" cy="2762250"/>
            <a:chOff x="1761172" y="171450"/>
            <a:chExt cx="8373427" cy="2762250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CCFFDDF3-2DEB-A070-0443-4538CCCB1885}"/>
                </a:ext>
              </a:extLst>
            </p:cNvPr>
            <p:cNvSpPr/>
            <p:nvPr/>
          </p:nvSpPr>
          <p:spPr>
            <a:xfrm>
              <a:off x="2514600" y="171450"/>
              <a:ext cx="7620000" cy="2762250"/>
            </a:xfrm>
            <a:custGeom>
              <a:avLst/>
              <a:gdLst>
                <a:gd name="connsiteX0" fmla="*/ 7205663 w 7620000"/>
                <a:gd name="connsiteY0" fmla="*/ 0 h 2762250"/>
                <a:gd name="connsiteX1" fmla="*/ 7620000 w 7620000"/>
                <a:gd name="connsiteY1" fmla="*/ 414338 h 2762250"/>
                <a:gd name="connsiteX2" fmla="*/ 7620000 w 7620000"/>
                <a:gd name="connsiteY2" fmla="*/ 2347913 h 2762250"/>
                <a:gd name="connsiteX3" fmla="*/ 7205663 w 7620000"/>
                <a:gd name="connsiteY3" fmla="*/ 2762250 h 2762250"/>
                <a:gd name="connsiteX4" fmla="*/ 414338 w 7620000"/>
                <a:gd name="connsiteY4" fmla="*/ 2762250 h 2762250"/>
                <a:gd name="connsiteX5" fmla="*/ 0 w 7620000"/>
                <a:gd name="connsiteY5" fmla="*/ 2347913 h 2762250"/>
                <a:gd name="connsiteX6" fmla="*/ 0 w 7620000"/>
                <a:gd name="connsiteY6" fmla="*/ 414338 h 2762250"/>
                <a:gd name="connsiteX7" fmla="*/ 414338 w 7620000"/>
                <a:gd name="connsiteY7" fmla="*/ 0 h 2762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20000" h="2762250">
                  <a:moveTo>
                    <a:pt x="7205663" y="0"/>
                  </a:moveTo>
                  <a:cubicBezTo>
                    <a:pt x="7434495" y="0"/>
                    <a:pt x="7620000" y="185505"/>
                    <a:pt x="7620000" y="414338"/>
                  </a:cubicBezTo>
                  <a:lnTo>
                    <a:pt x="7620000" y="2347913"/>
                  </a:lnTo>
                  <a:cubicBezTo>
                    <a:pt x="7620000" y="2576745"/>
                    <a:pt x="7434495" y="2762250"/>
                    <a:pt x="7205663" y="2762250"/>
                  </a:cubicBezTo>
                  <a:lnTo>
                    <a:pt x="414338" y="2762250"/>
                  </a:lnTo>
                  <a:cubicBezTo>
                    <a:pt x="185505" y="2762250"/>
                    <a:pt x="0" y="2576745"/>
                    <a:pt x="0" y="2347913"/>
                  </a:cubicBezTo>
                  <a:lnTo>
                    <a:pt x="0" y="414338"/>
                  </a:lnTo>
                  <a:cubicBezTo>
                    <a:pt x="0" y="185505"/>
                    <a:pt x="185505" y="0"/>
                    <a:pt x="414338" y="0"/>
                  </a:cubicBezTo>
                  <a:close/>
                </a:path>
              </a:pathLst>
            </a:custGeom>
            <a:solidFill>
              <a:srgbClr val="FFF2CC"/>
            </a:solidFill>
            <a:ln w="19050" cap="flat">
              <a:solidFill>
                <a:srgbClr val="D6B6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9" name="图形 2">
              <a:extLst>
                <a:ext uri="{FF2B5EF4-FFF2-40B4-BE49-F238E27FC236}">
                  <a16:creationId xmlns:a16="http://schemas.microsoft.com/office/drawing/2014/main" id="{E6F7586E-187A-E6C5-E94F-1409D05D2C22}"/>
                </a:ext>
              </a:extLst>
            </p:cNvPr>
            <p:cNvGrpSpPr/>
            <p:nvPr/>
          </p:nvGrpSpPr>
          <p:grpSpPr>
            <a:xfrm>
              <a:off x="5467350" y="361950"/>
              <a:ext cx="1790700" cy="345281"/>
              <a:chOff x="5467350" y="361950"/>
              <a:chExt cx="1790700" cy="345281"/>
            </a:xfrm>
            <a:noFill/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5894ED8D-4C4B-F2AE-4D1B-25F5B7BD23DB}"/>
                  </a:ext>
                </a:extLst>
              </p:cNvPr>
              <p:cNvSpPr/>
              <p:nvPr/>
            </p:nvSpPr>
            <p:spPr>
              <a:xfrm>
                <a:off x="5467350" y="361950"/>
                <a:ext cx="1790700" cy="285750"/>
              </a:xfrm>
              <a:custGeom>
                <a:avLst/>
                <a:gdLst>
                  <a:gd name="connsiteX0" fmla="*/ 0 w 1790700"/>
                  <a:gd name="connsiteY0" fmla="*/ 0 h 285750"/>
                  <a:gd name="connsiteX1" fmla="*/ 1790700 w 1790700"/>
                  <a:gd name="connsiteY1" fmla="*/ 0 h 285750"/>
                  <a:gd name="connsiteX2" fmla="*/ 1790700 w 1790700"/>
                  <a:gd name="connsiteY2" fmla="*/ 285750 h 285750"/>
                  <a:gd name="connsiteX3" fmla="*/ 0 w 179070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0700" h="285750">
                    <a:moveTo>
                      <a:pt x="0" y="0"/>
                    </a:moveTo>
                    <a:lnTo>
                      <a:pt x="1790700" y="0"/>
                    </a:lnTo>
                    <a:lnTo>
                      <a:pt x="179070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BA28E476-14B9-A385-A704-58B6769BD1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472112" y="361950"/>
                <a:ext cx="1771650" cy="345281"/>
              </a:xfrm>
              <a:custGeom>
                <a:avLst/>
                <a:gdLst>
                  <a:gd name="connsiteX0" fmla="*/ -1 w 1771650"/>
                  <a:gd name="connsiteY0" fmla="*/ -1 h 345281"/>
                  <a:gd name="connsiteX1" fmla="*/ 1771650 w 1771650"/>
                  <a:gd name="connsiteY1" fmla="*/ -1 h 345281"/>
                  <a:gd name="connsiteX2" fmla="*/ 1771650 w 1771650"/>
                  <a:gd name="connsiteY2" fmla="*/ 345281 h 345281"/>
                  <a:gd name="connsiteX3" fmla="*/ -1 w 1771650"/>
                  <a:gd name="connsiteY3" fmla="*/ 345281 h 34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71650" h="345281">
                    <a:moveTo>
                      <a:pt x="-1" y="-1"/>
                    </a:moveTo>
                    <a:lnTo>
                      <a:pt x="1771650" y="-1"/>
                    </a:lnTo>
                    <a:lnTo>
                      <a:pt x="1771650" y="345281"/>
                    </a:lnTo>
                    <a:lnTo>
                      <a:pt x="-1" y="345281"/>
                    </a:lnTo>
                    <a:close/>
                  </a:path>
                </a:pathLst>
              </a:custGeom>
            </p:spPr>
          </p:pic>
        </p:grp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8D638981-6ACD-EA4A-3CBA-EAE99A17526C}"/>
                </a:ext>
              </a:extLst>
            </p:cNvPr>
            <p:cNvSpPr/>
            <p:nvPr/>
          </p:nvSpPr>
          <p:spPr>
            <a:xfrm>
              <a:off x="1761172" y="1309687"/>
              <a:ext cx="646747" cy="666743"/>
            </a:xfrm>
            <a:custGeom>
              <a:avLst/>
              <a:gdLst>
                <a:gd name="connsiteX0" fmla="*/ 411943 w 646747"/>
                <a:gd name="connsiteY0" fmla="*/ -356 h 666743"/>
                <a:gd name="connsiteX1" fmla="*/ 454328 w 646747"/>
                <a:gd name="connsiteY1" fmla="*/ 17179 h 666743"/>
                <a:gd name="connsiteX2" fmla="*/ 576490 w 646747"/>
                <a:gd name="connsiteY2" fmla="*/ 139081 h 666743"/>
                <a:gd name="connsiteX3" fmla="*/ 594105 w 646747"/>
                <a:gd name="connsiteY3" fmla="*/ 181553 h 666743"/>
                <a:gd name="connsiteX4" fmla="*/ 594105 w 646747"/>
                <a:gd name="connsiteY4" fmla="*/ 260096 h 666743"/>
                <a:gd name="connsiteX5" fmla="*/ 646265 w 646747"/>
                <a:gd name="connsiteY5" fmla="*/ 312243 h 666743"/>
                <a:gd name="connsiteX6" fmla="*/ 646265 w 646747"/>
                <a:gd name="connsiteY6" fmla="*/ 520469 h 666743"/>
                <a:gd name="connsiteX7" fmla="*/ 595766 w 646747"/>
                <a:gd name="connsiteY7" fmla="*/ 572602 h 666743"/>
                <a:gd name="connsiteX8" fmla="*/ 594105 w 646747"/>
                <a:gd name="connsiteY8" fmla="*/ 572622 h 666743"/>
                <a:gd name="connsiteX9" fmla="*/ 594105 w 646747"/>
                <a:gd name="connsiteY9" fmla="*/ 603879 h 666743"/>
                <a:gd name="connsiteX10" fmla="*/ 531518 w 646747"/>
                <a:gd name="connsiteY10" fmla="*/ 666387 h 666743"/>
                <a:gd name="connsiteX11" fmla="*/ 114265 w 646747"/>
                <a:gd name="connsiteY11" fmla="*/ 666387 h 666743"/>
                <a:gd name="connsiteX12" fmla="*/ 51678 w 646747"/>
                <a:gd name="connsiteY12" fmla="*/ 603879 h 666743"/>
                <a:gd name="connsiteX13" fmla="*/ 51678 w 646747"/>
                <a:gd name="connsiteY13" fmla="*/ 572622 h 666743"/>
                <a:gd name="connsiteX14" fmla="*/ -482 w 646747"/>
                <a:gd name="connsiteY14" fmla="*/ 520475 h 666743"/>
                <a:gd name="connsiteX15" fmla="*/ -482 w 646747"/>
                <a:gd name="connsiteY15" fmla="*/ 312249 h 666743"/>
                <a:gd name="connsiteX16" fmla="*/ 50017 w 646747"/>
                <a:gd name="connsiteY16" fmla="*/ 260116 h 666743"/>
                <a:gd name="connsiteX17" fmla="*/ 51678 w 646747"/>
                <a:gd name="connsiteY17" fmla="*/ 260089 h 666743"/>
                <a:gd name="connsiteX18" fmla="*/ 51678 w 646747"/>
                <a:gd name="connsiteY18" fmla="*/ 62151 h 666743"/>
                <a:gd name="connsiteX19" fmla="*/ 114265 w 646747"/>
                <a:gd name="connsiteY19" fmla="*/ -356 h 666743"/>
                <a:gd name="connsiteX20" fmla="*/ 411943 w 646747"/>
                <a:gd name="connsiteY20" fmla="*/ -356 h 666743"/>
                <a:gd name="connsiteX21" fmla="*/ 531518 w 646747"/>
                <a:gd name="connsiteY21" fmla="*/ 572628 h 666743"/>
                <a:gd name="connsiteX22" fmla="*/ 114265 w 646747"/>
                <a:gd name="connsiteY22" fmla="*/ 572628 h 666743"/>
                <a:gd name="connsiteX23" fmla="*/ 114265 w 646747"/>
                <a:gd name="connsiteY23" fmla="*/ 583883 h 666743"/>
                <a:gd name="connsiteX24" fmla="*/ 134268 w 646747"/>
                <a:gd name="connsiteY24" fmla="*/ 603886 h 666743"/>
                <a:gd name="connsiteX25" fmla="*/ 511515 w 646747"/>
                <a:gd name="connsiteY25" fmla="*/ 603886 h 666743"/>
                <a:gd name="connsiteX26" fmla="*/ 531518 w 646747"/>
                <a:gd name="connsiteY26" fmla="*/ 583883 h 666743"/>
                <a:gd name="connsiteX27" fmla="*/ 531518 w 646747"/>
                <a:gd name="connsiteY27" fmla="*/ 572628 h 666743"/>
                <a:gd name="connsiteX28" fmla="*/ 314890 w 646747"/>
                <a:gd name="connsiteY28" fmla="*/ 361529 h 666743"/>
                <a:gd name="connsiteX29" fmla="*/ 287274 w 646747"/>
                <a:gd name="connsiteY29" fmla="*/ 367610 h 666743"/>
                <a:gd name="connsiteX30" fmla="*/ 266251 w 646747"/>
                <a:gd name="connsiteY30" fmla="*/ 385992 h 666743"/>
                <a:gd name="connsiteX31" fmla="*/ 257650 w 646747"/>
                <a:gd name="connsiteY31" fmla="*/ 403941 h 666743"/>
                <a:gd name="connsiteX32" fmla="*/ 254610 w 646747"/>
                <a:gd name="connsiteY32" fmla="*/ 425403 h 666743"/>
                <a:gd name="connsiteX33" fmla="*/ 266804 w 646747"/>
                <a:gd name="connsiteY33" fmla="*/ 458621 h 666743"/>
                <a:gd name="connsiteX34" fmla="*/ 300755 w 646747"/>
                <a:gd name="connsiteY34" fmla="*/ 470602 h 666743"/>
                <a:gd name="connsiteX35" fmla="*/ 327379 w 646747"/>
                <a:gd name="connsiteY35" fmla="*/ 464628 h 666743"/>
                <a:gd name="connsiteX36" fmla="*/ 347928 w 646747"/>
                <a:gd name="connsiteY36" fmla="*/ 447306 h 666743"/>
                <a:gd name="connsiteX37" fmla="*/ 357376 w 646747"/>
                <a:gd name="connsiteY37" fmla="*/ 428297 h 666743"/>
                <a:gd name="connsiteX38" fmla="*/ 360823 w 646747"/>
                <a:gd name="connsiteY38" fmla="*/ 406214 h 666743"/>
                <a:gd name="connsiteX39" fmla="*/ 348661 w 646747"/>
                <a:gd name="connsiteY39" fmla="*/ 373357 h 666743"/>
                <a:gd name="connsiteX40" fmla="*/ 314890 w 646747"/>
                <a:gd name="connsiteY40" fmla="*/ 361529 h 666743"/>
                <a:gd name="connsiteX41" fmla="*/ 440740 w 646747"/>
                <a:gd name="connsiteY41" fmla="*/ 361382 h 666743"/>
                <a:gd name="connsiteX42" fmla="*/ 409536 w 646747"/>
                <a:gd name="connsiteY42" fmla="*/ 365996 h 666743"/>
                <a:gd name="connsiteX43" fmla="*/ 387193 w 646747"/>
                <a:gd name="connsiteY43" fmla="*/ 380571 h 666743"/>
                <a:gd name="connsiteX44" fmla="*/ 375658 w 646747"/>
                <a:gd name="connsiteY44" fmla="*/ 398627 h 666743"/>
                <a:gd name="connsiteX45" fmla="*/ 371738 w 646747"/>
                <a:gd name="connsiteY45" fmla="*/ 420790 h 666743"/>
                <a:gd name="connsiteX46" fmla="*/ 385653 w 646747"/>
                <a:gd name="connsiteY46" fmla="*/ 457194 h 666743"/>
                <a:gd name="connsiteX47" fmla="*/ 424844 w 646747"/>
                <a:gd name="connsiteY47" fmla="*/ 470162 h 666743"/>
                <a:gd name="connsiteX48" fmla="*/ 444113 w 646747"/>
                <a:gd name="connsiteY48" fmla="*/ 468876 h 666743"/>
                <a:gd name="connsiteX49" fmla="*/ 460662 w 646747"/>
                <a:gd name="connsiteY49" fmla="*/ 465035 h 666743"/>
                <a:gd name="connsiteX50" fmla="*/ 472970 w 646747"/>
                <a:gd name="connsiteY50" fmla="*/ 407454 h 666743"/>
                <a:gd name="connsiteX51" fmla="*/ 429605 w 646747"/>
                <a:gd name="connsiteY51" fmla="*/ 407454 h 666743"/>
                <a:gd name="connsiteX52" fmla="*/ 425571 w 646747"/>
                <a:gd name="connsiteY52" fmla="*/ 426364 h 666743"/>
                <a:gd name="connsiteX53" fmla="*/ 442706 w 646747"/>
                <a:gd name="connsiteY53" fmla="*/ 426364 h 666743"/>
                <a:gd name="connsiteX54" fmla="*/ 438019 w 646747"/>
                <a:gd name="connsiteY54" fmla="*/ 448120 h 666743"/>
                <a:gd name="connsiteX55" fmla="*/ 432158 w 646747"/>
                <a:gd name="connsiteY55" fmla="*/ 449326 h 666743"/>
                <a:gd name="connsiteX56" fmla="*/ 426891 w 646747"/>
                <a:gd name="connsiteY56" fmla="*/ 449726 h 666743"/>
                <a:gd name="connsiteX57" fmla="*/ 407109 w 646747"/>
                <a:gd name="connsiteY57" fmla="*/ 442112 h 666743"/>
                <a:gd name="connsiteX58" fmla="*/ 399928 w 646747"/>
                <a:gd name="connsiteY58" fmla="*/ 421090 h 666743"/>
                <a:gd name="connsiteX59" fmla="*/ 411649 w 646747"/>
                <a:gd name="connsiteY59" fmla="*/ 392153 h 666743"/>
                <a:gd name="connsiteX60" fmla="*/ 444027 w 646747"/>
                <a:gd name="connsiteY60" fmla="*/ 381605 h 666743"/>
                <a:gd name="connsiteX61" fmla="*/ 457102 w 646747"/>
                <a:gd name="connsiteY61" fmla="*/ 383178 h 666743"/>
                <a:gd name="connsiteX62" fmla="*/ 469230 w 646747"/>
                <a:gd name="connsiteY62" fmla="*/ 387905 h 666743"/>
                <a:gd name="connsiteX63" fmla="*/ 475231 w 646747"/>
                <a:gd name="connsiteY63" fmla="*/ 366516 h 666743"/>
                <a:gd name="connsiteX64" fmla="*/ 458748 w 646747"/>
                <a:gd name="connsiteY64" fmla="*/ 362636 h 666743"/>
                <a:gd name="connsiteX65" fmla="*/ 440733 w 646747"/>
                <a:gd name="connsiteY65" fmla="*/ 361389 h 666743"/>
                <a:gd name="connsiteX66" fmla="*/ 216512 w 646747"/>
                <a:gd name="connsiteY66" fmla="*/ 363942 h 666743"/>
                <a:gd name="connsiteX67" fmla="*/ 188461 w 646747"/>
                <a:gd name="connsiteY67" fmla="*/ 363942 h 666743"/>
                <a:gd name="connsiteX68" fmla="*/ 166265 w 646747"/>
                <a:gd name="connsiteY68" fmla="*/ 468035 h 666743"/>
                <a:gd name="connsiteX69" fmla="*/ 237174 w 646747"/>
                <a:gd name="connsiteY69" fmla="*/ 468035 h 666743"/>
                <a:gd name="connsiteX70" fmla="*/ 241708 w 646747"/>
                <a:gd name="connsiteY70" fmla="*/ 447299 h 666743"/>
                <a:gd name="connsiteX71" fmla="*/ 198643 w 646747"/>
                <a:gd name="connsiteY71" fmla="*/ 447299 h 666743"/>
                <a:gd name="connsiteX72" fmla="*/ 216512 w 646747"/>
                <a:gd name="connsiteY72" fmla="*/ 363942 h 666743"/>
                <a:gd name="connsiteX73" fmla="*/ 313057 w 646747"/>
                <a:gd name="connsiteY73" fmla="*/ 380864 h 666743"/>
                <a:gd name="connsiteX74" fmla="*/ 327125 w 646747"/>
                <a:gd name="connsiteY74" fmla="*/ 387092 h 666743"/>
                <a:gd name="connsiteX75" fmla="*/ 332106 w 646747"/>
                <a:gd name="connsiteY75" fmla="*/ 404747 h 666743"/>
                <a:gd name="connsiteX76" fmla="*/ 329839 w 646747"/>
                <a:gd name="connsiteY76" fmla="*/ 421150 h 666743"/>
                <a:gd name="connsiteX77" fmla="*/ 323905 w 646747"/>
                <a:gd name="connsiteY77" fmla="*/ 435365 h 666743"/>
                <a:gd name="connsiteX78" fmla="*/ 313504 w 646747"/>
                <a:gd name="connsiteY78" fmla="*/ 446539 h 666743"/>
                <a:gd name="connsiteX79" fmla="*/ 301702 w 646747"/>
                <a:gd name="connsiteY79" fmla="*/ 450160 h 666743"/>
                <a:gd name="connsiteX80" fmla="*/ 287860 w 646747"/>
                <a:gd name="connsiteY80" fmla="*/ 443826 h 666743"/>
                <a:gd name="connsiteX81" fmla="*/ 282806 w 646747"/>
                <a:gd name="connsiteY81" fmla="*/ 426504 h 666743"/>
                <a:gd name="connsiteX82" fmla="*/ 285073 w 646747"/>
                <a:gd name="connsiteY82" fmla="*/ 409981 h 666743"/>
                <a:gd name="connsiteX83" fmla="*/ 291008 w 646747"/>
                <a:gd name="connsiteY83" fmla="*/ 395593 h 666743"/>
                <a:gd name="connsiteX84" fmla="*/ 301082 w 646747"/>
                <a:gd name="connsiteY84" fmla="*/ 384605 h 666743"/>
                <a:gd name="connsiteX85" fmla="*/ 313064 w 646747"/>
                <a:gd name="connsiteY85" fmla="*/ 380871 h 666743"/>
                <a:gd name="connsiteX86" fmla="*/ 382292 w 646747"/>
                <a:gd name="connsiteY86" fmla="*/ 57151 h 666743"/>
                <a:gd name="connsiteX87" fmla="*/ 134268 w 646747"/>
                <a:gd name="connsiteY87" fmla="*/ 57151 h 666743"/>
                <a:gd name="connsiteX88" fmla="*/ 114265 w 646747"/>
                <a:gd name="connsiteY88" fmla="*/ 77153 h 666743"/>
                <a:gd name="connsiteX89" fmla="*/ 114265 w 646747"/>
                <a:gd name="connsiteY89" fmla="*/ 260089 h 666743"/>
                <a:gd name="connsiteX90" fmla="*/ 531518 w 646747"/>
                <a:gd name="connsiteY90" fmla="*/ 260089 h 666743"/>
                <a:gd name="connsiteX91" fmla="*/ 531518 w 646747"/>
                <a:gd name="connsiteY91" fmla="*/ 206983 h 666743"/>
                <a:gd name="connsiteX92" fmla="*/ 442313 w 646747"/>
                <a:gd name="connsiteY92" fmla="*/ 206983 h 666743"/>
                <a:gd name="connsiteX93" fmla="*/ 382306 w 646747"/>
                <a:gd name="connsiteY93" fmla="*/ 146975 h 666743"/>
                <a:gd name="connsiteX94" fmla="*/ 382286 w 646747"/>
                <a:gd name="connsiteY94" fmla="*/ 57151 h 666743"/>
                <a:gd name="connsiteX95" fmla="*/ 444880 w 646747"/>
                <a:gd name="connsiteY95" fmla="*/ 96116 h 666743"/>
                <a:gd name="connsiteX96" fmla="*/ 444880 w 646747"/>
                <a:gd name="connsiteY96" fmla="*/ 134474 h 666743"/>
                <a:gd name="connsiteX97" fmla="*/ 454881 w 646747"/>
                <a:gd name="connsiteY97" fmla="*/ 144475 h 666743"/>
                <a:gd name="connsiteX98" fmla="*/ 493353 w 646747"/>
                <a:gd name="connsiteY98" fmla="*/ 144475 h 666743"/>
                <a:gd name="connsiteX99" fmla="*/ 444880 w 646747"/>
                <a:gd name="connsiteY99" fmla="*/ 96116 h 66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646747" h="666743">
                  <a:moveTo>
                    <a:pt x="411943" y="-356"/>
                  </a:moveTo>
                  <a:cubicBezTo>
                    <a:pt x="427836" y="-355"/>
                    <a:pt x="443079" y="5952"/>
                    <a:pt x="454328" y="17179"/>
                  </a:cubicBezTo>
                  <a:lnTo>
                    <a:pt x="576490" y="139081"/>
                  </a:lnTo>
                  <a:cubicBezTo>
                    <a:pt x="587768" y="150338"/>
                    <a:pt x="594106" y="165618"/>
                    <a:pt x="594105" y="181553"/>
                  </a:cubicBezTo>
                  <a:lnTo>
                    <a:pt x="594105" y="260096"/>
                  </a:lnTo>
                  <a:cubicBezTo>
                    <a:pt x="622907" y="260096"/>
                    <a:pt x="646258" y="283441"/>
                    <a:pt x="646265" y="312243"/>
                  </a:cubicBezTo>
                  <a:lnTo>
                    <a:pt x="646265" y="520469"/>
                  </a:lnTo>
                  <a:cubicBezTo>
                    <a:pt x="646265" y="548629"/>
                    <a:pt x="623912" y="571705"/>
                    <a:pt x="595766" y="572602"/>
                  </a:cubicBezTo>
                  <a:lnTo>
                    <a:pt x="594105" y="572622"/>
                  </a:lnTo>
                  <a:lnTo>
                    <a:pt x="594105" y="603879"/>
                  </a:lnTo>
                  <a:cubicBezTo>
                    <a:pt x="594105" y="638403"/>
                    <a:pt x="566089" y="666387"/>
                    <a:pt x="531518" y="666387"/>
                  </a:cubicBezTo>
                  <a:lnTo>
                    <a:pt x="114265" y="666387"/>
                  </a:lnTo>
                  <a:cubicBezTo>
                    <a:pt x="79694" y="666387"/>
                    <a:pt x="51678" y="638403"/>
                    <a:pt x="51678" y="603879"/>
                  </a:cubicBezTo>
                  <a:lnTo>
                    <a:pt x="51678" y="572622"/>
                  </a:lnTo>
                  <a:cubicBezTo>
                    <a:pt x="22876" y="572622"/>
                    <a:pt x="-475" y="549277"/>
                    <a:pt x="-482" y="520475"/>
                  </a:cubicBezTo>
                  <a:lnTo>
                    <a:pt x="-482" y="312249"/>
                  </a:lnTo>
                  <a:cubicBezTo>
                    <a:pt x="-482" y="284089"/>
                    <a:pt x="21871" y="261012"/>
                    <a:pt x="50017" y="260116"/>
                  </a:cubicBezTo>
                  <a:lnTo>
                    <a:pt x="51678" y="260089"/>
                  </a:lnTo>
                  <a:lnTo>
                    <a:pt x="51678" y="62151"/>
                  </a:lnTo>
                  <a:cubicBezTo>
                    <a:pt x="51678" y="27627"/>
                    <a:pt x="79694" y="-356"/>
                    <a:pt x="114265" y="-356"/>
                  </a:cubicBezTo>
                  <a:lnTo>
                    <a:pt x="411943" y="-356"/>
                  </a:lnTo>
                  <a:close/>
                  <a:moveTo>
                    <a:pt x="531518" y="572628"/>
                  </a:moveTo>
                  <a:lnTo>
                    <a:pt x="114265" y="572628"/>
                  </a:lnTo>
                  <a:lnTo>
                    <a:pt x="114265" y="583883"/>
                  </a:lnTo>
                  <a:cubicBezTo>
                    <a:pt x="114265" y="594930"/>
                    <a:pt x="123221" y="603886"/>
                    <a:pt x="134268" y="603886"/>
                  </a:cubicBezTo>
                  <a:lnTo>
                    <a:pt x="511515" y="603886"/>
                  </a:lnTo>
                  <a:cubicBezTo>
                    <a:pt x="522562" y="603886"/>
                    <a:pt x="531518" y="594930"/>
                    <a:pt x="531518" y="583883"/>
                  </a:cubicBezTo>
                  <a:lnTo>
                    <a:pt x="531518" y="572628"/>
                  </a:lnTo>
                  <a:close/>
                  <a:moveTo>
                    <a:pt x="314890" y="361529"/>
                  </a:moveTo>
                  <a:cubicBezTo>
                    <a:pt x="304543" y="361529"/>
                    <a:pt x="295335" y="363556"/>
                    <a:pt x="287274" y="367610"/>
                  </a:cubicBezTo>
                  <a:cubicBezTo>
                    <a:pt x="279219" y="371663"/>
                    <a:pt x="272205" y="377791"/>
                    <a:pt x="266251" y="385992"/>
                  </a:cubicBezTo>
                  <a:cubicBezTo>
                    <a:pt x="262544" y="391072"/>
                    <a:pt x="259670" y="397060"/>
                    <a:pt x="257650" y="403941"/>
                  </a:cubicBezTo>
                  <a:cubicBezTo>
                    <a:pt x="255611" y="410912"/>
                    <a:pt x="254587" y="418140"/>
                    <a:pt x="254610" y="425403"/>
                  </a:cubicBezTo>
                  <a:cubicBezTo>
                    <a:pt x="254610" y="439565"/>
                    <a:pt x="258677" y="450640"/>
                    <a:pt x="266804" y="458621"/>
                  </a:cubicBezTo>
                  <a:cubicBezTo>
                    <a:pt x="274939" y="466609"/>
                    <a:pt x="286254" y="470602"/>
                    <a:pt x="300755" y="470602"/>
                  </a:cubicBezTo>
                  <a:cubicBezTo>
                    <a:pt x="310470" y="470602"/>
                    <a:pt x="319351" y="468609"/>
                    <a:pt x="327379" y="464628"/>
                  </a:cubicBezTo>
                  <a:cubicBezTo>
                    <a:pt x="335413" y="460648"/>
                    <a:pt x="342267" y="454874"/>
                    <a:pt x="347928" y="447306"/>
                  </a:cubicBezTo>
                  <a:cubicBezTo>
                    <a:pt x="351928" y="441885"/>
                    <a:pt x="355082" y="435551"/>
                    <a:pt x="357376" y="428297"/>
                  </a:cubicBezTo>
                  <a:cubicBezTo>
                    <a:pt x="359676" y="421043"/>
                    <a:pt x="360823" y="413682"/>
                    <a:pt x="360823" y="406214"/>
                  </a:cubicBezTo>
                  <a:cubicBezTo>
                    <a:pt x="360823" y="392199"/>
                    <a:pt x="356769" y="381245"/>
                    <a:pt x="348661" y="373357"/>
                  </a:cubicBezTo>
                  <a:cubicBezTo>
                    <a:pt x="340554" y="365469"/>
                    <a:pt x="329299" y="361529"/>
                    <a:pt x="314890" y="361529"/>
                  </a:cubicBezTo>
                  <a:close/>
                  <a:moveTo>
                    <a:pt x="440740" y="361382"/>
                  </a:moveTo>
                  <a:cubicBezTo>
                    <a:pt x="428478" y="361382"/>
                    <a:pt x="418077" y="362916"/>
                    <a:pt x="409536" y="365996"/>
                  </a:cubicBezTo>
                  <a:cubicBezTo>
                    <a:pt x="401048" y="369034"/>
                    <a:pt x="393394" y="374027"/>
                    <a:pt x="387193" y="380571"/>
                  </a:cubicBezTo>
                  <a:cubicBezTo>
                    <a:pt x="382132" y="385721"/>
                    <a:pt x="378203" y="391870"/>
                    <a:pt x="375658" y="398627"/>
                  </a:cubicBezTo>
                  <a:cubicBezTo>
                    <a:pt x="373004" y="405712"/>
                    <a:pt x="371675" y="413224"/>
                    <a:pt x="371738" y="420790"/>
                  </a:cubicBezTo>
                  <a:cubicBezTo>
                    <a:pt x="371738" y="436418"/>
                    <a:pt x="376372" y="448553"/>
                    <a:pt x="385653" y="457194"/>
                  </a:cubicBezTo>
                  <a:cubicBezTo>
                    <a:pt x="394934" y="465835"/>
                    <a:pt x="407989" y="470162"/>
                    <a:pt x="424844" y="470162"/>
                  </a:cubicBezTo>
                  <a:cubicBezTo>
                    <a:pt x="431825" y="470162"/>
                    <a:pt x="438246" y="469736"/>
                    <a:pt x="444113" y="468876"/>
                  </a:cubicBezTo>
                  <a:cubicBezTo>
                    <a:pt x="449731" y="468078"/>
                    <a:pt x="455268" y="466793"/>
                    <a:pt x="460662" y="465035"/>
                  </a:cubicBezTo>
                  <a:lnTo>
                    <a:pt x="472970" y="407454"/>
                  </a:lnTo>
                  <a:lnTo>
                    <a:pt x="429605" y="407454"/>
                  </a:lnTo>
                  <a:lnTo>
                    <a:pt x="425571" y="426364"/>
                  </a:lnTo>
                  <a:lnTo>
                    <a:pt x="442706" y="426364"/>
                  </a:lnTo>
                  <a:lnTo>
                    <a:pt x="438019" y="448120"/>
                  </a:lnTo>
                  <a:cubicBezTo>
                    <a:pt x="436088" y="448622"/>
                    <a:pt x="434131" y="449024"/>
                    <a:pt x="432158" y="449326"/>
                  </a:cubicBezTo>
                  <a:cubicBezTo>
                    <a:pt x="430358" y="449593"/>
                    <a:pt x="428598" y="449726"/>
                    <a:pt x="426891" y="449726"/>
                  </a:cubicBezTo>
                  <a:cubicBezTo>
                    <a:pt x="418490" y="449726"/>
                    <a:pt x="411889" y="447193"/>
                    <a:pt x="407109" y="442112"/>
                  </a:cubicBezTo>
                  <a:cubicBezTo>
                    <a:pt x="402321" y="437032"/>
                    <a:pt x="399928" y="430024"/>
                    <a:pt x="399928" y="421090"/>
                  </a:cubicBezTo>
                  <a:cubicBezTo>
                    <a:pt x="399928" y="408828"/>
                    <a:pt x="403835" y="399187"/>
                    <a:pt x="411649" y="392153"/>
                  </a:cubicBezTo>
                  <a:cubicBezTo>
                    <a:pt x="419464" y="385125"/>
                    <a:pt x="430252" y="381605"/>
                    <a:pt x="444027" y="381605"/>
                  </a:cubicBezTo>
                  <a:cubicBezTo>
                    <a:pt x="448567" y="381605"/>
                    <a:pt x="452928" y="382131"/>
                    <a:pt x="457102" y="383178"/>
                  </a:cubicBezTo>
                  <a:cubicBezTo>
                    <a:pt x="461324" y="384246"/>
                    <a:pt x="465398" y="385834"/>
                    <a:pt x="469230" y="387905"/>
                  </a:cubicBezTo>
                  <a:lnTo>
                    <a:pt x="475231" y="366516"/>
                  </a:lnTo>
                  <a:cubicBezTo>
                    <a:pt x="469862" y="364736"/>
                    <a:pt x="464347" y="363438"/>
                    <a:pt x="458748" y="362636"/>
                  </a:cubicBezTo>
                  <a:cubicBezTo>
                    <a:pt x="452781" y="361787"/>
                    <a:pt x="446760" y="361371"/>
                    <a:pt x="440733" y="361389"/>
                  </a:cubicBezTo>
                  <a:close/>
                  <a:moveTo>
                    <a:pt x="216512" y="363942"/>
                  </a:moveTo>
                  <a:lnTo>
                    <a:pt x="188461" y="363942"/>
                  </a:lnTo>
                  <a:lnTo>
                    <a:pt x="166265" y="468035"/>
                  </a:lnTo>
                  <a:lnTo>
                    <a:pt x="237174" y="468035"/>
                  </a:lnTo>
                  <a:lnTo>
                    <a:pt x="241708" y="447299"/>
                  </a:lnTo>
                  <a:lnTo>
                    <a:pt x="198643" y="447299"/>
                  </a:lnTo>
                  <a:lnTo>
                    <a:pt x="216512" y="363942"/>
                  </a:lnTo>
                  <a:close/>
                  <a:moveTo>
                    <a:pt x="313057" y="380864"/>
                  </a:moveTo>
                  <a:cubicBezTo>
                    <a:pt x="319118" y="380864"/>
                    <a:pt x="323805" y="382945"/>
                    <a:pt x="327125" y="387092"/>
                  </a:cubicBezTo>
                  <a:cubicBezTo>
                    <a:pt x="330446" y="391246"/>
                    <a:pt x="332106" y="397127"/>
                    <a:pt x="332106" y="404747"/>
                  </a:cubicBezTo>
                  <a:cubicBezTo>
                    <a:pt x="332106" y="410068"/>
                    <a:pt x="331353" y="415542"/>
                    <a:pt x="329839" y="421150"/>
                  </a:cubicBezTo>
                  <a:cubicBezTo>
                    <a:pt x="328319" y="426770"/>
                    <a:pt x="326345" y="431511"/>
                    <a:pt x="323905" y="435365"/>
                  </a:cubicBezTo>
                  <a:cubicBezTo>
                    <a:pt x="320585" y="440399"/>
                    <a:pt x="317117" y="444119"/>
                    <a:pt x="313504" y="446539"/>
                  </a:cubicBezTo>
                  <a:cubicBezTo>
                    <a:pt x="310027" y="448913"/>
                    <a:pt x="305912" y="450176"/>
                    <a:pt x="301702" y="450160"/>
                  </a:cubicBezTo>
                  <a:cubicBezTo>
                    <a:pt x="295848" y="450160"/>
                    <a:pt x="291234" y="448053"/>
                    <a:pt x="287860" y="443826"/>
                  </a:cubicBezTo>
                  <a:cubicBezTo>
                    <a:pt x="284493" y="439605"/>
                    <a:pt x="282806" y="433824"/>
                    <a:pt x="282806" y="426504"/>
                  </a:cubicBezTo>
                  <a:cubicBezTo>
                    <a:pt x="282806" y="421130"/>
                    <a:pt x="283567" y="415622"/>
                    <a:pt x="285073" y="409981"/>
                  </a:cubicBezTo>
                  <a:cubicBezTo>
                    <a:pt x="286594" y="404341"/>
                    <a:pt x="288574" y="399547"/>
                    <a:pt x="291008" y="395593"/>
                  </a:cubicBezTo>
                  <a:cubicBezTo>
                    <a:pt x="293995" y="390752"/>
                    <a:pt x="297348" y="387092"/>
                    <a:pt x="301082" y="384605"/>
                  </a:cubicBezTo>
                  <a:cubicBezTo>
                    <a:pt x="304608" y="382180"/>
                    <a:pt x="308785" y="380878"/>
                    <a:pt x="313064" y="380871"/>
                  </a:cubicBezTo>
                  <a:close/>
                  <a:moveTo>
                    <a:pt x="382292" y="57151"/>
                  </a:moveTo>
                  <a:lnTo>
                    <a:pt x="134268" y="57151"/>
                  </a:lnTo>
                  <a:cubicBezTo>
                    <a:pt x="123221" y="57151"/>
                    <a:pt x="114265" y="66106"/>
                    <a:pt x="114265" y="77153"/>
                  </a:cubicBezTo>
                  <a:lnTo>
                    <a:pt x="114265" y="260089"/>
                  </a:lnTo>
                  <a:lnTo>
                    <a:pt x="531518" y="260089"/>
                  </a:lnTo>
                  <a:lnTo>
                    <a:pt x="531518" y="206983"/>
                  </a:lnTo>
                  <a:lnTo>
                    <a:pt x="442313" y="206983"/>
                  </a:lnTo>
                  <a:cubicBezTo>
                    <a:pt x="409176" y="206976"/>
                    <a:pt x="382312" y="180113"/>
                    <a:pt x="382306" y="146975"/>
                  </a:cubicBezTo>
                  <a:lnTo>
                    <a:pt x="382286" y="57151"/>
                  </a:lnTo>
                  <a:close/>
                  <a:moveTo>
                    <a:pt x="444880" y="96116"/>
                  </a:moveTo>
                  <a:lnTo>
                    <a:pt x="444880" y="134474"/>
                  </a:lnTo>
                  <a:cubicBezTo>
                    <a:pt x="444880" y="139997"/>
                    <a:pt x="449358" y="144475"/>
                    <a:pt x="454881" y="144475"/>
                  </a:cubicBezTo>
                  <a:lnTo>
                    <a:pt x="493353" y="144475"/>
                  </a:lnTo>
                  <a:lnTo>
                    <a:pt x="444880" y="96116"/>
                  </a:lnTo>
                  <a:close/>
                </a:path>
              </a:pathLst>
            </a:custGeom>
            <a:solidFill>
              <a:srgbClr val="2C2C2C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BD6078A6-FACF-0272-C223-E9E0F3AF6444}"/>
                </a:ext>
              </a:extLst>
            </p:cNvPr>
            <p:cNvSpPr/>
            <p:nvPr/>
          </p:nvSpPr>
          <p:spPr>
            <a:xfrm>
              <a:off x="3181350" y="1652587"/>
              <a:ext cx="190500" cy="9525"/>
            </a:xfrm>
            <a:custGeom>
              <a:avLst/>
              <a:gdLst>
                <a:gd name="connsiteX0" fmla="*/ 0 w 190500"/>
                <a:gd name="connsiteY0" fmla="*/ 0 h 9525"/>
                <a:gd name="connsiteX1" fmla="*/ 190500 w 1905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4" name="图形 2">
              <a:extLst>
                <a:ext uri="{FF2B5EF4-FFF2-40B4-BE49-F238E27FC236}">
                  <a16:creationId xmlns:a16="http://schemas.microsoft.com/office/drawing/2014/main" id="{79BAA772-D8B1-B5DB-7404-46D8439CDF40}"/>
                </a:ext>
              </a:extLst>
            </p:cNvPr>
            <p:cNvGrpSpPr/>
            <p:nvPr/>
          </p:nvGrpSpPr>
          <p:grpSpPr>
            <a:xfrm>
              <a:off x="3686079" y="1652111"/>
              <a:ext cx="858488" cy="406336"/>
              <a:chOff x="3686079" y="1652111"/>
              <a:chExt cx="858488" cy="406336"/>
            </a:xfrm>
          </p:grpSpPr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F05D0538-6DDA-6A1C-72E6-4AEC640EC13C}"/>
                  </a:ext>
                </a:extLst>
              </p:cNvPr>
              <p:cNvSpPr/>
              <p:nvPr/>
            </p:nvSpPr>
            <p:spPr>
              <a:xfrm>
                <a:off x="3686079" y="1652111"/>
                <a:ext cx="801338" cy="368236"/>
              </a:xfrm>
              <a:custGeom>
                <a:avLst/>
                <a:gdLst>
                  <a:gd name="connsiteX0" fmla="*/ 0 w 801338"/>
                  <a:gd name="connsiteY0" fmla="*/ 476 h 368236"/>
                  <a:gd name="connsiteX1" fmla="*/ 543020 w 801338"/>
                  <a:gd name="connsiteY1" fmla="*/ 0 h 368236"/>
                  <a:gd name="connsiteX2" fmla="*/ 638270 w 801338"/>
                  <a:gd name="connsiteY2" fmla="*/ 95155 h 368236"/>
                  <a:gd name="connsiteX3" fmla="*/ 638270 w 801338"/>
                  <a:gd name="connsiteY3" fmla="*/ 272987 h 368236"/>
                  <a:gd name="connsiteX4" fmla="*/ 719804 w 801338"/>
                  <a:gd name="connsiteY4" fmla="*/ 368237 h 368236"/>
                  <a:gd name="connsiteX5" fmla="*/ 801338 w 801338"/>
                  <a:gd name="connsiteY5" fmla="*/ 368237 h 368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1338" h="368236">
                    <a:moveTo>
                      <a:pt x="0" y="476"/>
                    </a:moveTo>
                    <a:lnTo>
                      <a:pt x="543020" y="0"/>
                    </a:lnTo>
                    <a:cubicBezTo>
                      <a:pt x="606520" y="-63"/>
                      <a:pt x="638270" y="31655"/>
                      <a:pt x="638270" y="95155"/>
                    </a:cubicBezTo>
                    <a:lnTo>
                      <a:pt x="638270" y="272987"/>
                    </a:lnTo>
                    <a:cubicBezTo>
                      <a:pt x="638270" y="336487"/>
                      <a:pt x="665448" y="368237"/>
                      <a:pt x="719804" y="368237"/>
                    </a:cubicBezTo>
                    <a:lnTo>
                      <a:pt x="801338" y="368237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133670BC-F5C2-9741-2C87-7BDED5016048}"/>
                  </a:ext>
                </a:extLst>
              </p:cNvPr>
              <p:cNvSpPr/>
              <p:nvPr/>
            </p:nvSpPr>
            <p:spPr>
              <a:xfrm>
                <a:off x="4468367" y="1982247"/>
                <a:ext cx="76200" cy="76200"/>
              </a:xfrm>
              <a:custGeom>
                <a:avLst/>
                <a:gdLst>
                  <a:gd name="connsiteX0" fmla="*/ 76200 w 76200"/>
                  <a:gd name="connsiteY0" fmla="*/ 38100 h 76200"/>
                  <a:gd name="connsiteX1" fmla="*/ 0 w 76200"/>
                  <a:gd name="connsiteY1" fmla="*/ 76200 h 76200"/>
                  <a:gd name="connsiteX2" fmla="*/ 19050 w 76200"/>
                  <a:gd name="connsiteY2" fmla="*/ 38100 h 76200"/>
                  <a:gd name="connsiteX3" fmla="*/ 0 w 76200"/>
                  <a:gd name="connsiteY3" fmla="*/ 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76200" y="38100"/>
                    </a:moveTo>
                    <a:lnTo>
                      <a:pt x="0" y="76200"/>
                    </a:lnTo>
                    <a:lnTo>
                      <a:pt x="19050" y="38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7" name="图形 2">
              <a:extLst>
                <a:ext uri="{FF2B5EF4-FFF2-40B4-BE49-F238E27FC236}">
                  <a16:creationId xmlns:a16="http://schemas.microsoft.com/office/drawing/2014/main" id="{C85D8C33-F084-91F6-217D-B21B364A4C83}"/>
                </a:ext>
              </a:extLst>
            </p:cNvPr>
            <p:cNvGrpSpPr/>
            <p:nvPr/>
          </p:nvGrpSpPr>
          <p:grpSpPr>
            <a:xfrm>
              <a:off x="3686079" y="1228725"/>
              <a:ext cx="855059" cy="423862"/>
              <a:chOff x="3686079" y="1228725"/>
              <a:chExt cx="855059" cy="423862"/>
            </a:xfrm>
          </p:grpSpPr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441796E9-7CDF-1143-CB8D-AA80B60B4DB0}"/>
                  </a:ext>
                </a:extLst>
              </p:cNvPr>
              <p:cNvSpPr/>
              <p:nvPr/>
            </p:nvSpPr>
            <p:spPr>
              <a:xfrm>
                <a:off x="3686079" y="1266825"/>
                <a:ext cx="797909" cy="385762"/>
              </a:xfrm>
              <a:custGeom>
                <a:avLst/>
                <a:gdLst>
                  <a:gd name="connsiteX0" fmla="*/ 0 w 797909"/>
                  <a:gd name="connsiteY0" fmla="*/ 385763 h 385762"/>
                  <a:gd name="connsiteX1" fmla="*/ 543020 w 797909"/>
                  <a:gd name="connsiteY1" fmla="*/ 385286 h 385762"/>
                  <a:gd name="connsiteX2" fmla="*/ 638270 w 797909"/>
                  <a:gd name="connsiteY2" fmla="*/ 289941 h 385762"/>
                  <a:gd name="connsiteX3" fmla="*/ 638270 w 797909"/>
                  <a:gd name="connsiteY3" fmla="*/ 95250 h 385762"/>
                  <a:gd name="connsiteX4" fmla="*/ 718090 w 797909"/>
                  <a:gd name="connsiteY4" fmla="*/ 0 h 385762"/>
                  <a:gd name="connsiteX5" fmla="*/ 797909 w 797909"/>
                  <a:gd name="connsiteY5" fmla="*/ 0 h 385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97909" h="385762">
                    <a:moveTo>
                      <a:pt x="0" y="385763"/>
                    </a:moveTo>
                    <a:lnTo>
                      <a:pt x="543020" y="385286"/>
                    </a:lnTo>
                    <a:cubicBezTo>
                      <a:pt x="606520" y="385223"/>
                      <a:pt x="638270" y="353441"/>
                      <a:pt x="638270" y="289941"/>
                    </a:cubicBezTo>
                    <a:lnTo>
                      <a:pt x="638270" y="95250"/>
                    </a:lnTo>
                    <a:cubicBezTo>
                      <a:pt x="638270" y="31750"/>
                      <a:pt x="664877" y="0"/>
                      <a:pt x="718090" y="0"/>
                    </a:cubicBezTo>
                    <a:lnTo>
                      <a:pt x="797909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E1C74957-BEDD-F831-6FB7-DBF3F91B3532}"/>
                  </a:ext>
                </a:extLst>
              </p:cNvPr>
              <p:cNvSpPr/>
              <p:nvPr/>
            </p:nvSpPr>
            <p:spPr>
              <a:xfrm>
                <a:off x="4464939" y="1228725"/>
                <a:ext cx="76200" cy="76200"/>
              </a:xfrm>
              <a:custGeom>
                <a:avLst/>
                <a:gdLst>
                  <a:gd name="connsiteX0" fmla="*/ 76200 w 76200"/>
                  <a:gd name="connsiteY0" fmla="*/ 38100 h 76200"/>
                  <a:gd name="connsiteX1" fmla="*/ 0 w 76200"/>
                  <a:gd name="connsiteY1" fmla="*/ 76200 h 76200"/>
                  <a:gd name="connsiteX2" fmla="*/ 19050 w 76200"/>
                  <a:gd name="connsiteY2" fmla="*/ 38100 h 76200"/>
                  <a:gd name="connsiteX3" fmla="*/ 0 w 76200"/>
                  <a:gd name="connsiteY3" fmla="*/ 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76200" y="38100"/>
                    </a:moveTo>
                    <a:lnTo>
                      <a:pt x="0" y="76200"/>
                    </a:lnTo>
                    <a:lnTo>
                      <a:pt x="19050" y="38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0" name="图形 2">
              <a:extLst>
                <a:ext uri="{FF2B5EF4-FFF2-40B4-BE49-F238E27FC236}">
                  <a16:creationId xmlns:a16="http://schemas.microsoft.com/office/drawing/2014/main" id="{72C88A9F-D949-558B-58A8-AD57F668AF04}"/>
                </a:ext>
              </a:extLst>
            </p:cNvPr>
            <p:cNvGrpSpPr/>
            <p:nvPr/>
          </p:nvGrpSpPr>
          <p:grpSpPr>
            <a:xfrm>
              <a:off x="3371849" y="1271587"/>
              <a:ext cx="628459" cy="762000"/>
              <a:chOff x="3371849" y="1271587"/>
              <a:chExt cx="628459" cy="762000"/>
            </a:xfrm>
            <a:solidFill>
              <a:srgbClr val="D5E8D4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56572F27-B5B0-A02B-98C1-CD9ACF46B72D}"/>
                  </a:ext>
                </a:extLst>
              </p:cNvPr>
              <p:cNvSpPr/>
              <p:nvPr/>
            </p:nvSpPr>
            <p:spPr>
              <a:xfrm rot="5400000">
                <a:off x="3305079" y="1338357"/>
                <a:ext cx="762000" cy="628459"/>
              </a:xfrm>
              <a:custGeom>
                <a:avLst/>
                <a:gdLst>
                  <a:gd name="connsiteX0" fmla="*/ 0 w 762000"/>
                  <a:gd name="connsiteY0" fmla="*/ 628460 h 628459"/>
                  <a:gd name="connsiteX1" fmla="*/ 142875 w 762000"/>
                  <a:gd name="connsiteY1" fmla="*/ 0 h 628459"/>
                  <a:gd name="connsiteX2" fmla="*/ 619125 w 762000"/>
                  <a:gd name="connsiteY2" fmla="*/ 0 h 628459"/>
                  <a:gd name="connsiteX3" fmla="*/ 762000 w 762000"/>
                  <a:gd name="connsiteY3" fmla="*/ 628460 h 628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0" h="628459">
                    <a:moveTo>
                      <a:pt x="0" y="628460"/>
                    </a:moveTo>
                    <a:lnTo>
                      <a:pt x="142875" y="0"/>
                    </a:lnTo>
                    <a:lnTo>
                      <a:pt x="619125" y="0"/>
                    </a:lnTo>
                    <a:lnTo>
                      <a:pt x="762000" y="628460"/>
                    </a:lnTo>
                    <a:close/>
                  </a:path>
                </a:pathLst>
              </a:custGeom>
              <a:solidFill>
                <a:srgbClr val="D5E8D4"/>
              </a:solidFill>
              <a:ln w="19050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6EFD134A-3585-31C5-3AD2-EB0C1A7892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6612" y="1514475"/>
                <a:ext cx="609600" cy="345281"/>
              </a:xfrm>
              <a:custGeom>
                <a:avLst/>
                <a:gdLst>
                  <a:gd name="connsiteX0" fmla="*/ -1 w 609600"/>
                  <a:gd name="connsiteY0" fmla="*/ -1 h 345281"/>
                  <a:gd name="connsiteX1" fmla="*/ 609600 w 609600"/>
                  <a:gd name="connsiteY1" fmla="*/ -1 h 345281"/>
                  <a:gd name="connsiteX2" fmla="*/ 609600 w 609600"/>
                  <a:gd name="connsiteY2" fmla="*/ 345281 h 345281"/>
                  <a:gd name="connsiteX3" fmla="*/ -1 w 609600"/>
                  <a:gd name="connsiteY3" fmla="*/ 345281 h 34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9600" h="345281">
                    <a:moveTo>
                      <a:pt x="-1" y="-1"/>
                    </a:moveTo>
                    <a:lnTo>
                      <a:pt x="609600" y="-1"/>
                    </a:lnTo>
                    <a:lnTo>
                      <a:pt x="609600" y="345281"/>
                    </a:lnTo>
                    <a:lnTo>
                      <a:pt x="-1" y="345281"/>
                    </a:lnTo>
                    <a:close/>
                  </a:path>
                </a:pathLst>
              </a:custGeom>
            </p:spPr>
          </p:pic>
        </p:grpSp>
        <p:grpSp>
          <p:nvGrpSpPr>
            <p:cNvPr id="23" name="图形 2">
              <a:extLst>
                <a:ext uri="{FF2B5EF4-FFF2-40B4-BE49-F238E27FC236}">
                  <a16:creationId xmlns:a16="http://schemas.microsoft.com/office/drawing/2014/main" id="{865FBE61-E9D9-1D11-1B9C-9A4D538F79EA}"/>
                </a:ext>
              </a:extLst>
            </p:cNvPr>
            <p:cNvGrpSpPr/>
            <p:nvPr/>
          </p:nvGrpSpPr>
          <p:grpSpPr>
            <a:xfrm>
              <a:off x="4467225" y="1028700"/>
              <a:ext cx="1905000" cy="476250"/>
              <a:chOff x="4467225" y="1028700"/>
              <a:chExt cx="1905000" cy="476250"/>
            </a:xfrm>
            <a:solidFill>
              <a:srgbClr val="FFFFDC"/>
            </a:solidFill>
          </p:grpSpPr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52CC0688-914C-2098-C53B-85B052B55CD4}"/>
                  </a:ext>
                </a:extLst>
              </p:cNvPr>
              <p:cNvSpPr/>
              <p:nvPr/>
            </p:nvSpPr>
            <p:spPr>
              <a:xfrm>
                <a:off x="4467225" y="1028700"/>
                <a:ext cx="1905000" cy="476250"/>
              </a:xfrm>
              <a:custGeom>
                <a:avLst/>
                <a:gdLst>
                  <a:gd name="connsiteX0" fmla="*/ 0 w 1905000"/>
                  <a:gd name="connsiteY0" fmla="*/ 476250 h 476250"/>
                  <a:gd name="connsiteX1" fmla="*/ 190500 w 1905000"/>
                  <a:gd name="connsiteY1" fmla="*/ 0 h 476250"/>
                  <a:gd name="connsiteX2" fmla="*/ 1905000 w 1905000"/>
                  <a:gd name="connsiteY2" fmla="*/ 0 h 476250"/>
                  <a:gd name="connsiteX3" fmla="*/ 1714500 w 1905000"/>
                  <a:gd name="connsiteY3" fmla="*/ 47625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00" h="476250">
                    <a:moveTo>
                      <a:pt x="0" y="476250"/>
                    </a:moveTo>
                    <a:lnTo>
                      <a:pt x="190500" y="0"/>
                    </a:lnTo>
                    <a:lnTo>
                      <a:pt x="1905000" y="0"/>
                    </a:lnTo>
                    <a:lnTo>
                      <a:pt x="1714500" y="476250"/>
                    </a:lnTo>
                    <a:close/>
                  </a:path>
                </a:pathLst>
              </a:custGeom>
              <a:solidFill>
                <a:srgbClr val="FFFFDC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EFF46F0B-2D2F-156A-1D5D-FA5EF49C87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71987" y="1123950"/>
                <a:ext cx="1885950" cy="345281"/>
              </a:xfrm>
              <a:custGeom>
                <a:avLst/>
                <a:gdLst>
                  <a:gd name="connsiteX0" fmla="*/ -1 w 1885950"/>
                  <a:gd name="connsiteY0" fmla="*/ -1 h 345281"/>
                  <a:gd name="connsiteX1" fmla="*/ 1885950 w 1885950"/>
                  <a:gd name="connsiteY1" fmla="*/ -1 h 345281"/>
                  <a:gd name="connsiteX2" fmla="*/ 1885950 w 1885950"/>
                  <a:gd name="connsiteY2" fmla="*/ 345281 h 345281"/>
                  <a:gd name="connsiteX3" fmla="*/ -1 w 1885950"/>
                  <a:gd name="connsiteY3" fmla="*/ 345281 h 34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345281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345281"/>
                    </a:lnTo>
                    <a:lnTo>
                      <a:pt x="-1" y="345281"/>
                    </a:lnTo>
                    <a:close/>
                  </a:path>
                </a:pathLst>
              </a:custGeom>
            </p:spPr>
          </p:pic>
        </p:grpSp>
        <p:grpSp>
          <p:nvGrpSpPr>
            <p:cNvPr id="26" name="图形 2">
              <a:extLst>
                <a:ext uri="{FF2B5EF4-FFF2-40B4-BE49-F238E27FC236}">
                  <a16:creationId xmlns:a16="http://schemas.microsoft.com/office/drawing/2014/main" id="{9BE9E543-8125-AB24-0C4F-8386BAD3C19C}"/>
                </a:ext>
              </a:extLst>
            </p:cNvPr>
            <p:cNvGrpSpPr/>
            <p:nvPr/>
          </p:nvGrpSpPr>
          <p:grpSpPr>
            <a:xfrm>
              <a:off x="6276975" y="1611915"/>
              <a:ext cx="426339" cy="416909"/>
              <a:chOff x="6276975" y="1611915"/>
              <a:chExt cx="426339" cy="416909"/>
            </a:xfrm>
          </p:grpSpPr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0FC85F73-1706-69A8-6587-9388AC53570A}"/>
                  </a:ext>
                </a:extLst>
              </p:cNvPr>
              <p:cNvSpPr/>
              <p:nvPr/>
            </p:nvSpPr>
            <p:spPr>
              <a:xfrm>
                <a:off x="6276975" y="1650015"/>
                <a:ext cx="369189" cy="378809"/>
              </a:xfrm>
              <a:custGeom>
                <a:avLst/>
                <a:gdLst>
                  <a:gd name="connsiteX0" fmla="*/ 0 w 369189"/>
                  <a:gd name="connsiteY0" fmla="*/ 378809 h 378809"/>
                  <a:gd name="connsiteX1" fmla="*/ 191548 w 369189"/>
                  <a:gd name="connsiteY1" fmla="*/ 378809 h 378809"/>
                  <a:gd name="connsiteX2" fmla="*/ 286798 w 369189"/>
                  <a:gd name="connsiteY2" fmla="*/ 283559 h 378809"/>
                  <a:gd name="connsiteX3" fmla="*/ 286798 w 369189"/>
                  <a:gd name="connsiteY3" fmla="*/ 95155 h 378809"/>
                  <a:gd name="connsiteX4" fmla="*/ 328041 w 369189"/>
                  <a:gd name="connsiteY4" fmla="*/ 0 h 378809"/>
                  <a:gd name="connsiteX5" fmla="*/ 369189 w 369189"/>
                  <a:gd name="connsiteY5" fmla="*/ 95 h 378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9189" h="378809">
                    <a:moveTo>
                      <a:pt x="0" y="378809"/>
                    </a:moveTo>
                    <a:lnTo>
                      <a:pt x="191548" y="378809"/>
                    </a:lnTo>
                    <a:cubicBezTo>
                      <a:pt x="255048" y="378809"/>
                      <a:pt x="286798" y="347059"/>
                      <a:pt x="286798" y="283559"/>
                    </a:cubicBezTo>
                    <a:lnTo>
                      <a:pt x="286798" y="95155"/>
                    </a:lnTo>
                    <a:cubicBezTo>
                      <a:pt x="286798" y="31655"/>
                      <a:pt x="300546" y="-63"/>
                      <a:pt x="328041" y="0"/>
                    </a:cubicBezTo>
                    <a:lnTo>
                      <a:pt x="369189" y="95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B9BA3485-67D8-348A-D45C-BCAF30E445DB}"/>
                  </a:ext>
                </a:extLst>
              </p:cNvPr>
              <p:cNvSpPr/>
              <p:nvPr/>
            </p:nvSpPr>
            <p:spPr>
              <a:xfrm>
                <a:off x="6627114" y="1611915"/>
                <a:ext cx="76200" cy="76200"/>
              </a:xfrm>
              <a:custGeom>
                <a:avLst/>
                <a:gdLst>
                  <a:gd name="connsiteX0" fmla="*/ 76200 w 76200"/>
                  <a:gd name="connsiteY0" fmla="*/ 38291 h 76200"/>
                  <a:gd name="connsiteX1" fmla="*/ 0 w 76200"/>
                  <a:gd name="connsiteY1" fmla="*/ 76200 h 76200"/>
                  <a:gd name="connsiteX2" fmla="*/ 19050 w 76200"/>
                  <a:gd name="connsiteY2" fmla="*/ 38195 h 76200"/>
                  <a:gd name="connsiteX3" fmla="*/ 95 w 76200"/>
                  <a:gd name="connsiteY3" fmla="*/ 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76200" y="38291"/>
                    </a:moveTo>
                    <a:lnTo>
                      <a:pt x="0" y="76200"/>
                    </a:lnTo>
                    <a:lnTo>
                      <a:pt x="19050" y="3819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9" name="图形 2">
              <a:extLst>
                <a:ext uri="{FF2B5EF4-FFF2-40B4-BE49-F238E27FC236}">
                  <a16:creationId xmlns:a16="http://schemas.microsoft.com/office/drawing/2014/main" id="{279BF7B6-9D6E-2680-C471-DDFFF7D9AA0E}"/>
                </a:ext>
              </a:extLst>
            </p:cNvPr>
            <p:cNvGrpSpPr/>
            <p:nvPr/>
          </p:nvGrpSpPr>
          <p:grpSpPr>
            <a:xfrm>
              <a:off x="4467225" y="1790700"/>
              <a:ext cx="1905000" cy="476250"/>
              <a:chOff x="4467225" y="1790700"/>
              <a:chExt cx="1905000" cy="476250"/>
            </a:xfrm>
            <a:solidFill>
              <a:srgbClr val="FFFFDE"/>
            </a:solidFill>
          </p:grpSpPr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278A8AA0-D5B8-8B56-6A0C-8A1BC0C9535E}"/>
                  </a:ext>
                </a:extLst>
              </p:cNvPr>
              <p:cNvSpPr/>
              <p:nvPr/>
            </p:nvSpPr>
            <p:spPr>
              <a:xfrm>
                <a:off x="4467225" y="1790700"/>
                <a:ext cx="1905000" cy="476250"/>
              </a:xfrm>
              <a:custGeom>
                <a:avLst/>
                <a:gdLst>
                  <a:gd name="connsiteX0" fmla="*/ 0 w 1905000"/>
                  <a:gd name="connsiteY0" fmla="*/ 476250 h 476250"/>
                  <a:gd name="connsiteX1" fmla="*/ 190500 w 1905000"/>
                  <a:gd name="connsiteY1" fmla="*/ 0 h 476250"/>
                  <a:gd name="connsiteX2" fmla="*/ 1905000 w 1905000"/>
                  <a:gd name="connsiteY2" fmla="*/ 0 h 476250"/>
                  <a:gd name="connsiteX3" fmla="*/ 1714500 w 1905000"/>
                  <a:gd name="connsiteY3" fmla="*/ 476250 h 476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00" h="476250">
                    <a:moveTo>
                      <a:pt x="0" y="476250"/>
                    </a:moveTo>
                    <a:lnTo>
                      <a:pt x="190500" y="0"/>
                    </a:lnTo>
                    <a:lnTo>
                      <a:pt x="1905000" y="0"/>
                    </a:lnTo>
                    <a:lnTo>
                      <a:pt x="1714500" y="476250"/>
                    </a:lnTo>
                    <a:close/>
                  </a:path>
                </a:pathLst>
              </a:custGeom>
              <a:solidFill>
                <a:srgbClr val="FFFFDE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916EEE5E-9998-BE59-A8F2-13F0BE4DF5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71987" y="1885950"/>
                <a:ext cx="1885950" cy="345281"/>
              </a:xfrm>
              <a:custGeom>
                <a:avLst/>
                <a:gdLst>
                  <a:gd name="connsiteX0" fmla="*/ -1 w 1885950"/>
                  <a:gd name="connsiteY0" fmla="*/ -1 h 345281"/>
                  <a:gd name="connsiteX1" fmla="*/ 1885950 w 1885950"/>
                  <a:gd name="connsiteY1" fmla="*/ -1 h 345281"/>
                  <a:gd name="connsiteX2" fmla="*/ 1885950 w 1885950"/>
                  <a:gd name="connsiteY2" fmla="*/ 345281 h 345281"/>
                  <a:gd name="connsiteX3" fmla="*/ -1 w 1885950"/>
                  <a:gd name="connsiteY3" fmla="*/ 345281 h 34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5950" h="345281">
                    <a:moveTo>
                      <a:pt x="-1" y="-1"/>
                    </a:moveTo>
                    <a:lnTo>
                      <a:pt x="1885950" y="-1"/>
                    </a:lnTo>
                    <a:lnTo>
                      <a:pt x="1885950" y="345281"/>
                    </a:lnTo>
                    <a:lnTo>
                      <a:pt x="-1" y="345281"/>
                    </a:lnTo>
                    <a:close/>
                  </a:path>
                </a:pathLst>
              </a:custGeom>
            </p:spPr>
          </p:pic>
        </p:grp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2A22568D-E942-6268-759C-B5A319D3C800}"/>
                </a:ext>
              </a:extLst>
            </p:cNvPr>
            <p:cNvSpPr/>
            <p:nvPr/>
          </p:nvSpPr>
          <p:spPr>
            <a:xfrm rot="5400000">
              <a:off x="8810625" y="1219200"/>
              <a:ext cx="190500" cy="857250"/>
            </a:xfrm>
            <a:custGeom>
              <a:avLst/>
              <a:gdLst>
                <a:gd name="connsiteX0" fmla="*/ 0 w 190500"/>
                <a:gd name="connsiteY0" fmla="*/ 0 h 857250"/>
                <a:gd name="connsiteX1" fmla="*/ 190500 w 190500"/>
                <a:gd name="connsiteY1" fmla="*/ 0 h 857250"/>
                <a:gd name="connsiteX2" fmla="*/ 190500 w 190500"/>
                <a:gd name="connsiteY2" fmla="*/ 857250 h 857250"/>
                <a:gd name="connsiteX3" fmla="*/ 0 w 190500"/>
                <a:gd name="connsiteY3" fmla="*/ 857250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857250">
                  <a:moveTo>
                    <a:pt x="0" y="0"/>
                  </a:moveTo>
                  <a:lnTo>
                    <a:pt x="190500" y="0"/>
                  </a:lnTo>
                  <a:lnTo>
                    <a:pt x="19050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CEB98220-18A1-6D77-D66B-BC6270EE7C10}"/>
                </a:ext>
              </a:extLst>
            </p:cNvPr>
            <p:cNvSpPr/>
            <p:nvPr/>
          </p:nvSpPr>
          <p:spPr>
            <a:xfrm>
              <a:off x="6721474" y="1085850"/>
              <a:ext cx="174625" cy="1128712"/>
            </a:xfrm>
            <a:custGeom>
              <a:avLst/>
              <a:gdLst>
                <a:gd name="connsiteX0" fmla="*/ 174625 w 174625"/>
                <a:gd name="connsiteY0" fmla="*/ 0 h 1128712"/>
                <a:gd name="connsiteX1" fmla="*/ 127000 w 174625"/>
                <a:gd name="connsiteY1" fmla="*/ 0 h 1128712"/>
                <a:gd name="connsiteX2" fmla="*/ 79375 w 174625"/>
                <a:gd name="connsiteY2" fmla="*/ 95250 h 1128712"/>
                <a:gd name="connsiteX3" fmla="*/ 79375 w 174625"/>
                <a:gd name="connsiteY3" fmla="*/ 469106 h 1128712"/>
                <a:gd name="connsiteX4" fmla="*/ 31750 w 174625"/>
                <a:gd name="connsiteY4" fmla="*/ 564356 h 1128712"/>
                <a:gd name="connsiteX5" fmla="*/ 7938 w 174625"/>
                <a:gd name="connsiteY5" fmla="*/ 564356 h 1128712"/>
                <a:gd name="connsiteX6" fmla="*/ 31750 w 174625"/>
                <a:gd name="connsiteY6" fmla="*/ 564356 h 1128712"/>
                <a:gd name="connsiteX7" fmla="*/ 55563 w 174625"/>
                <a:gd name="connsiteY7" fmla="*/ 564356 h 1128712"/>
                <a:gd name="connsiteX8" fmla="*/ 79375 w 174625"/>
                <a:gd name="connsiteY8" fmla="*/ 659606 h 1128712"/>
                <a:gd name="connsiteX9" fmla="*/ 79375 w 174625"/>
                <a:gd name="connsiteY9" fmla="*/ 1033463 h 1128712"/>
                <a:gd name="connsiteX10" fmla="*/ 127000 w 174625"/>
                <a:gd name="connsiteY10" fmla="*/ 1128713 h 1128712"/>
                <a:gd name="connsiteX11" fmla="*/ 174625 w 174625"/>
                <a:gd name="connsiteY11" fmla="*/ 1128713 h 1128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4625" h="1128712">
                  <a:moveTo>
                    <a:pt x="174625" y="0"/>
                  </a:moveTo>
                  <a:lnTo>
                    <a:pt x="127000" y="0"/>
                  </a:lnTo>
                  <a:cubicBezTo>
                    <a:pt x="95250" y="0"/>
                    <a:pt x="79375" y="31750"/>
                    <a:pt x="79375" y="95250"/>
                  </a:cubicBezTo>
                  <a:lnTo>
                    <a:pt x="79375" y="469106"/>
                  </a:lnTo>
                  <a:cubicBezTo>
                    <a:pt x="79375" y="532606"/>
                    <a:pt x="63500" y="564356"/>
                    <a:pt x="31750" y="564356"/>
                  </a:cubicBezTo>
                  <a:lnTo>
                    <a:pt x="7938" y="564356"/>
                  </a:lnTo>
                  <a:cubicBezTo>
                    <a:pt x="-7938" y="564356"/>
                    <a:pt x="0" y="564356"/>
                    <a:pt x="31750" y="564356"/>
                  </a:cubicBezTo>
                  <a:lnTo>
                    <a:pt x="55563" y="564356"/>
                  </a:lnTo>
                  <a:cubicBezTo>
                    <a:pt x="71438" y="564356"/>
                    <a:pt x="79375" y="596106"/>
                    <a:pt x="79375" y="659606"/>
                  </a:cubicBezTo>
                  <a:lnTo>
                    <a:pt x="79375" y="1033463"/>
                  </a:lnTo>
                  <a:cubicBezTo>
                    <a:pt x="79375" y="1096963"/>
                    <a:pt x="95250" y="1128713"/>
                    <a:pt x="127000" y="1128713"/>
                  </a:cubicBezTo>
                  <a:lnTo>
                    <a:pt x="174625" y="112871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4" name="图形 2">
              <a:extLst>
                <a:ext uri="{FF2B5EF4-FFF2-40B4-BE49-F238E27FC236}">
                  <a16:creationId xmlns:a16="http://schemas.microsoft.com/office/drawing/2014/main" id="{FB468CFC-650A-B6FF-5BF8-BFCDC5634073}"/>
                </a:ext>
              </a:extLst>
            </p:cNvPr>
            <p:cNvGrpSpPr/>
            <p:nvPr/>
          </p:nvGrpSpPr>
          <p:grpSpPr>
            <a:xfrm>
              <a:off x="6896100" y="1028700"/>
              <a:ext cx="1238250" cy="345281"/>
              <a:chOff x="6896100" y="1028700"/>
              <a:chExt cx="1238250" cy="345281"/>
            </a:xfrm>
            <a:noFill/>
          </p:grpSpPr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8DB1CEEA-AD2D-155A-24D2-51609265869B}"/>
                  </a:ext>
                </a:extLst>
              </p:cNvPr>
              <p:cNvSpPr/>
              <p:nvPr/>
            </p:nvSpPr>
            <p:spPr>
              <a:xfrm>
                <a:off x="6896100" y="1028700"/>
                <a:ext cx="1238250" cy="285750"/>
              </a:xfrm>
              <a:custGeom>
                <a:avLst/>
                <a:gdLst>
                  <a:gd name="connsiteX0" fmla="*/ 0 w 1238250"/>
                  <a:gd name="connsiteY0" fmla="*/ 0 h 285750"/>
                  <a:gd name="connsiteX1" fmla="*/ 1238250 w 1238250"/>
                  <a:gd name="connsiteY1" fmla="*/ 0 h 285750"/>
                  <a:gd name="connsiteX2" fmla="*/ 1238250 w 1238250"/>
                  <a:gd name="connsiteY2" fmla="*/ 285750 h 285750"/>
                  <a:gd name="connsiteX3" fmla="*/ 0 w 123825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0" h="285750">
                    <a:moveTo>
                      <a:pt x="0" y="0"/>
                    </a:moveTo>
                    <a:lnTo>
                      <a:pt x="1238250" y="0"/>
                    </a:lnTo>
                    <a:lnTo>
                      <a:pt x="123825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6" name="图片 35">
                <a:extLst>
                  <a:ext uri="{FF2B5EF4-FFF2-40B4-BE49-F238E27FC236}">
                    <a16:creationId xmlns:a16="http://schemas.microsoft.com/office/drawing/2014/main" id="{BCD1D4F8-A853-070F-A18B-C2D24C6F51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00862" y="1028700"/>
                <a:ext cx="1219200" cy="345281"/>
              </a:xfrm>
              <a:custGeom>
                <a:avLst/>
                <a:gdLst>
                  <a:gd name="connsiteX0" fmla="*/ -1 w 1219200"/>
                  <a:gd name="connsiteY0" fmla="*/ -1 h 345281"/>
                  <a:gd name="connsiteX1" fmla="*/ 1219200 w 1219200"/>
                  <a:gd name="connsiteY1" fmla="*/ -1 h 345281"/>
                  <a:gd name="connsiteX2" fmla="*/ 1219200 w 1219200"/>
                  <a:gd name="connsiteY2" fmla="*/ 345281 h 345281"/>
                  <a:gd name="connsiteX3" fmla="*/ -1 w 1219200"/>
                  <a:gd name="connsiteY3" fmla="*/ 345281 h 34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" h="345281">
                    <a:moveTo>
                      <a:pt x="-1" y="-1"/>
                    </a:moveTo>
                    <a:lnTo>
                      <a:pt x="1219200" y="-1"/>
                    </a:lnTo>
                    <a:lnTo>
                      <a:pt x="1219200" y="345281"/>
                    </a:lnTo>
                    <a:lnTo>
                      <a:pt x="-1" y="345281"/>
                    </a:lnTo>
                    <a:close/>
                  </a:path>
                </a:pathLst>
              </a:custGeom>
            </p:spPr>
          </p:pic>
        </p:grpSp>
        <p:grpSp>
          <p:nvGrpSpPr>
            <p:cNvPr id="37" name="图形 2">
              <a:extLst>
                <a:ext uri="{FF2B5EF4-FFF2-40B4-BE49-F238E27FC236}">
                  <a16:creationId xmlns:a16="http://schemas.microsoft.com/office/drawing/2014/main" id="{A488AE74-F1F4-AC01-E2CE-23FF5ED76182}"/>
                </a:ext>
              </a:extLst>
            </p:cNvPr>
            <p:cNvGrpSpPr/>
            <p:nvPr/>
          </p:nvGrpSpPr>
          <p:grpSpPr>
            <a:xfrm>
              <a:off x="8267700" y="1908333"/>
              <a:ext cx="1477422" cy="340613"/>
              <a:chOff x="8267700" y="1908333"/>
              <a:chExt cx="1477422" cy="340613"/>
            </a:xfrm>
          </p:grpSpPr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EFF2B3FD-4D4A-0737-8E5A-DF05C88D016F}"/>
                  </a:ext>
                </a:extLst>
              </p:cNvPr>
              <p:cNvSpPr/>
              <p:nvPr/>
            </p:nvSpPr>
            <p:spPr>
              <a:xfrm>
                <a:off x="8267700" y="1965483"/>
                <a:ext cx="1439322" cy="283463"/>
              </a:xfrm>
              <a:custGeom>
                <a:avLst/>
                <a:gdLst>
                  <a:gd name="connsiteX0" fmla="*/ 0 w 1439322"/>
                  <a:gd name="connsiteY0" fmla="*/ 283464 h 283463"/>
                  <a:gd name="connsiteX1" fmla="*/ 1439323 w 1439322"/>
                  <a:gd name="connsiteY1" fmla="*/ 283464 h 283463"/>
                  <a:gd name="connsiteX2" fmla="*/ 1439323 w 1439322"/>
                  <a:gd name="connsiteY2" fmla="*/ 0 h 283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39322" h="283463">
                    <a:moveTo>
                      <a:pt x="0" y="283464"/>
                    </a:moveTo>
                    <a:lnTo>
                      <a:pt x="1439323" y="283464"/>
                    </a:lnTo>
                    <a:lnTo>
                      <a:pt x="1439323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924828F6-856D-EEA8-EE5C-83385D5A9CDE}"/>
                  </a:ext>
                </a:extLst>
              </p:cNvPr>
              <p:cNvSpPr/>
              <p:nvPr/>
            </p:nvSpPr>
            <p:spPr>
              <a:xfrm>
                <a:off x="9668922" y="1908333"/>
                <a:ext cx="76200" cy="76200"/>
              </a:xfrm>
              <a:custGeom>
                <a:avLst/>
                <a:gdLst>
                  <a:gd name="connsiteX0" fmla="*/ 38100 w 76200"/>
                  <a:gd name="connsiteY0" fmla="*/ 0 h 76200"/>
                  <a:gd name="connsiteX1" fmla="*/ 76200 w 76200"/>
                  <a:gd name="connsiteY1" fmla="*/ 76200 h 76200"/>
                  <a:gd name="connsiteX2" fmla="*/ 38100 w 76200"/>
                  <a:gd name="connsiteY2" fmla="*/ 57150 h 76200"/>
                  <a:gd name="connsiteX3" fmla="*/ 0 w 76200"/>
                  <a:gd name="connsiteY3" fmla="*/ 7620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38100" y="0"/>
                    </a:moveTo>
                    <a:lnTo>
                      <a:pt x="76200" y="76200"/>
                    </a:lnTo>
                    <a:lnTo>
                      <a:pt x="38100" y="5715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0" name="图形 2">
              <a:extLst>
                <a:ext uri="{FF2B5EF4-FFF2-40B4-BE49-F238E27FC236}">
                  <a16:creationId xmlns:a16="http://schemas.microsoft.com/office/drawing/2014/main" id="{CE8A21D3-8EC7-620E-15CA-0C84058F9D9A}"/>
                </a:ext>
              </a:extLst>
            </p:cNvPr>
            <p:cNvGrpSpPr/>
            <p:nvPr/>
          </p:nvGrpSpPr>
          <p:grpSpPr>
            <a:xfrm>
              <a:off x="6896100" y="2076450"/>
              <a:ext cx="1371600" cy="345281"/>
              <a:chOff x="6896100" y="2076450"/>
              <a:chExt cx="1371600" cy="345281"/>
            </a:xfrm>
            <a:noFill/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FCC0D8A1-30EE-D44E-AA1A-1DCABE42B1B0}"/>
                  </a:ext>
                </a:extLst>
              </p:cNvPr>
              <p:cNvSpPr/>
              <p:nvPr/>
            </p:nvSpPr>
            <p:spPr>
              <a:xfrm>
                <a:off x="6896100" y="2076450"/>
                <a:ext cx="1371600" cy="285750"/>
              </a:xfrm>
              <a:custGeom>
                <a:avLst/>
                <a:gdLst>
                  <a:gd name="connsiteX0" fmla="*/ 0 w 1371600"/>
                  <a:gd name="connsiteY0" fmla="*/ 0 h 285750"/>
                  <a:gd name="connsiteX1" fmla="*/ 1371600 w 1371600"/>
                  <a:gd name="connsiteY1" fmla="*/ 0 h 285750"/>
                  <a:gd name="connsiteX2" fmla="*/ 1371600 w 1371600"/>
                  <a:gd name="connsiteY2" fmla="*/ 285750 h 285750"/>
                  <a:gd name="connsiteX3" fmla="*/ 0 w 137160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1600" h="285750">
                    <a:moveTo>
                      <a:pt x="0" y="0"/>
                    </a:moveTo>
                    <a:lnTo>
                      <a:pt x="1371600" y="0"/>
                    </a:lnTo>
                    <a:lnTo>
                      <a:pt x="137160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2" name="图片 41">
                <a:extLst>
                  <a:ext uri="{FF2B5EF4-FFF2-40B4-BE49-F238E27FC236}">
                    <a16:creationId xmlns:a16="http://schemas.microsoft.com/office/drawing/2014/main" id="{6A2229C9-0F0B-8DF6-00F6-6C4A300D5B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00862" y="2076450"/>
                <a:ext cx="1352550" cy="345281"/>
              </a:xfrm>
              <a:custGeom>
                <a:avLst/>
                <a:gdLst>
                  <a:gd name="connsiteX0" fmla="*/ -1 w 1352550"/>
                  <a:gd name="connsiteY0" fmla="*/ -1 h 345281"/>
                  <a:gd name="connsiteX1" fmla="*/ 1352550 w 1352550"/>
                  <a:gd name="connsiteY1" fmla="*/ -1 h 345281"/>
                  <a:gd name="connsiteX2" fmla="*/ 1352550 w 1352550"/>
                  <a:gd name="connsiteY2" fmla="*/ 345281 h 345281"/>
                  <a:gd name="connsiteX3" fmla="*/ -1 w 1352550"/>
                  <a:gd name="connsiteY3" fmla="*/ 345281 h 34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2550" h="345281">
                    <a:moveTo>
                      <a:pt x="-1" y="-1"/>
                    </a:moveTo>
                    <a:lnTo>
                      <a:pt x="1352550" y="-1"/>
                    </a:lnTo>
                    <a:lnTo>
                      <a:pt x="1352550" y="345281"/>
                    </a:lnTo>
                    <a:lnTo>
                      <a:pt x="-1" y="345281"/>
                    </a:lnTo>
                    <a:close/>
                  </a:path>
                </a:pathLst>
              </a:custGeom>
            </p:spPr>
          </p:pic>
        </p:grpSp>
        <p:grpSp>
          <p:nvGrpSpPr>
            <p:cNvPr id="43" name="图形 2">
              <a:extLst>
                <a:ext uri="{FF2B5EF4-FFF2-40B4-BE49-F238E27FC236}">
                  <a16:creationId xmlns:a16="http://schemas.microsoft.com/office/drawing/2014/main" id="{2CC484FF-3B19-5DE0-49F6-BF670FBD4EF0}"/>
                </a:ext>
              </a:extLst>
            </p:cNvPr>
            <p:cNvGrpSpPr/>
            <p:nvPr/>
          </p:nvGrpSpPr>
          <p:grpSpPr>
            <a:xfrm>
              <a:off x="8134350" y="1609725"/>
              <a:ext cx="321564" cy="76200"/>
              <a:chOff x="8134350" y="1609725"/>
              <a:chExt cx="321564" cy="76200"/>
            </a:xfrm>
          </p:grpSpPr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8790FC77-AC46-4D90-CA61-5CC5A1D29D15}"/>
                  </a:ext>
                </a:extLst>
              </p:cNvPr>
              <p:cNvSpPr/>
              <p:nvPr/>
            </p:nvSpPr>
            <p:spPr>
              <a:xfrm>
                <a:off x="8134350" y="1647825"/>
                <a:ext cx="264414" cy="9525"/>
              </a:xfrm>
              <a:custGeom>
                <a:avLst/>
                <a:gdLst>
                  <a:gd name="connsiteX0" fmla="*/ 0 w 264414"/>
                  <a:gd name="connsiteY0" fmla="*/ 0 h 9525"/>
                  <a:gd name="connsiteX1" fmla="*/ 264414 w 264414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64414" h="9525">
                    <a:moveTo>
                      <a:pt x="0" y="0"/>
                    </a:moveTo>
                    <a:lnTo>
                      <a:pt x="264414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06072C94-1B9B-5347-9E1B-6BC85520F35A}"/>
                  </a:ext>
                </a:extLst>
              </p:cNvPr>
              <p:cNvSpPr/>
              <p:nvPr/>
            </p:nvSpPr>
            <p:spPr>
              <a:xfrm>
                <a:off x="8379714" y="1609725"/>
                <a:ext cx="76200" cy="76200"/>
              </a:xfrm>
              <a:custGeom>
                <a:avLst/>
                <a:gdLst>
                  <a:gd name="connsiteX0" fmla="*/ 76200 w 76200"/>
                  <a:gd name="connsiteY0" fmla="*/ 38100 h 76200"/>
                  <a:gd name="connsiteX1" fmla="*/ 0 w 76200"/>
                  <a:gd name="connsiteY1" fmla="*/ 76200 h 76200"/>
                  <a:gd name="connsiteX2" fmla="*/ 19050 w 76200"/>
                  <a:gd name="connsiteY2" fmla="*/ 38100 h 76200"/>
                  <a:gd name="connsiteX3" fmla="*/ 0 w 76200"/>
                  <a:gd name="connsiteY3" fmla="*/ 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76200" y="38100"/>
                    </a:moveTo>
                    <a:lnTo>
                      <a:pt x="0" y="76200"/>
                    </a:lnTo>
                    <a:lnTo>
                      <a:pt x="19050" y="38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" name="图形 2">
              <a:extLst>
                <a:ext uri="{FF2B5EF4-FFF2-40B4-BE49-F238E27FC236}">
                  <a16:creationId xmlns:a16="http://schemas.microsoft.com/office/drawing/2014/main" id="{7E805930-B8F6-A8B9-8337-667C0835E8C8}"/>
                </a:ext>
              </a:extLst>
            </p:cNvPr>
            <p:cNvGrpSpPr/>
            <p:nvPr/>
          </p:nvGrpSpPr>
          <p:grpSpPr>
            <a:xfrm>
              <a:off x="6896100" y="1504950"/>
              <a:ext cx="1238250" cy="345281"/>
              <a:chOff x="6896100" y="1504950"/>
              <a:chExt cx="1238250" cy="345281"/>
            </a:xfrm>
            <a:noFill/>
          </p:grpSpPr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CB4F1E8F-7E7B-548E-EE91-E8D2629D13E7}"/>
                  </a:ext>
                </a:extLst>
              </p:cNvPr>
              <p:cNvSpPr/>
              <p:nvPr/>
            </p:nvSpPr>
            <p:spPr>
              <a:xfrm>
                <a:off x="6896100" y="1504950"/>
                <a:ext cx="1238250" cy="285750"/>
              </a:xfrm>
              <a:custGeom>
                <a:avLst/>
                <a:gdLst>
                  <a:gd name="connsiteX0" fmla="*/ 0 w 1238250"/>
                  <a:gd name="connsiteY0" fmla="*/ 0 h 285750"/>
                  <a:gd name="connsiteX1" fmla="*/ 1238250 w 1238250"/>
                  <a:gd name="connsiteY1" fmla="*/ 0 h 285750"/>
                  <a:gd name="connsiteX2" fmla="*/ 1238250 w 1238250"/>
                  <a:gd name="connsiteY2" fmla="*/ 285750 h 285750"/>
                  <a:gd name="connsiteX3" fmla="*/ 0 w 123825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0" h="285750">
                    <a:moveTo>
                      <a:pt x="0" y="0"/>
                    </a:moveTo>
                    <a:lnTo>
                      <a:pt x="1238250" y="0"/>
                    </a:lnTo>
                    <a:lnTo>
                      <a:pt x="123825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8" name="图片 47">
                <a:extLst>
                  <a:ext uri="{FF2B5EF4-FFF2-40B4-BE49-F238E27FC236}">
                    <a16:creationId xmlns:a16="http://schemas.microsoft.com/office/drawing/2014/main" id="{5791D342-FE67-BF97-C309-B04BF43DEC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00862" y="1504950"/>
                <a:ext cx="1219200" cy="345281"/>
              </a:xfrm>
              <a:custGeom>
                <a:avLst/>
                <a:gdLst>
                  <a:gd name="connsiteX0" fmla="*/ -1 w 1219200"/>
                  <a:gd name="connsiteY0" fmla="*/ -1 h 345281"/>
                  <a:gd name="connsiteX1" fmla="*/ 1219200 w 1219200"/>
                  <a:gd name="connsiteY1" fmla="*/ -1 h 345281"/>
                  <a:gd name="connsiteX2" fmla="*/ 1219200 w 1219200"/>
                  <a:gd name="connsiteY2" fmla="*/ 345281 h 345281"/>
                  <a:gd name="connsiteX3" fmla="*/ -1 w 1219200"/>
                  <a:gd name="connsiteY3" fmla="*/ 345281 h 34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" h="345281">
                    <a:moveTo>
                      <a:pt x="-1" y="-1"/>
                    </a:moveTo>
                    <a:lnTo>
                      <a:pt x="1219200" y="-1"/>
                    </a:lnTo>
                    <a:lnTo>
                      <a:pt x="1219200" y="345281"/>
                    </a:lnTo>
                    <a:lnTo>
                      <a:pt x="-1" y="345281"/>
                    </a:lnTo>
                    <a:close/>
                  </a:path>
                </a:pathLst>
              </a:custGeom>
            </p:spPr>
          </p:pic>
        </p:grp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5BDC8A05-04DD-A627-EDAC-90B3D5BE62FB}"/>
                </a:ext>
              </a:extLst>
            </p:cNvPr>
            <p:cNvSpPr/>
            <p:nvPr/>
          </p:nvSpPr>
          <p:spPr>
            <a:xfrm rot="5400000">
              <a:off x="9305925" y="1581150"/>
              <a:ext cx="190500" cy="133350"/>
            </a:xfrm>
            <a:custGeom>
              <a:avLst/>
              <a:gdLst>
                <a:gd name="connsiteX0" fmla="*/ 0 w 190500"/>
                <a:gd name="connsiteY0" fmla="*/ 0 h 133350"/>
                <a:gd name="connsiteX1" fmla="*/ 190500 w 190500"/>
                <a:gd name="connsiteY1" fmla="*/ 0 h 133350"/>
                <a:gd name="connsiteX2" fmla="*/ 190500 w 190500"/>
                <a:gd name="connsiteY2" fmla="*/ 133350 h 133350"/>
                <a:gd name="connsiteX3" fmla="*/ 0 w 190500"/>
                <a:gd name="connsiteY3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33350">
                  <a:moveTo>
                    <a:pt x="0" y="0"/>
                  </a:moveTo>
                  <a:lnTo>
                    <a:pt x="190500" y="0"/>
                  </a:lnTo>
                  <a:lnTo>
                    <a:pt x="19050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34FE5E5E-8EC6-7F64-8391-230712BD35F5}"/>
                </a:ext>
              </a:extLst>
            </p:cNvPr>
            <p:cNvSpPr/>
            <p:nvPr/>
          </p:nvSpPr>
          <p:spPr>
            <a:xfrm rot="5400000">
              <a:off x="9658350" y="1362075"/>
              <a:ext cx="190500" cy="571500"/>
            </a:xfrm>
            <a:custGeom>
              <a:avLst/>
              <a:gdLst>
                <a:gd name="connsiteX0" fmla="*/ 0 w 190500"/>
                <a:gd name="connsiteY0" fmla="*/ 0 h 571500"/>
                <a:gd name="connsiteX1" fmla="*/ 190500 w 190500"/>
                <a:gd name="connsiteY1" fmla="*/ 0 h 571500"/>
                <a:gd name="connsiteX2" fmla="*/ 190500 w 190500"/>
                <a:gd name="connsiteY2" fmla="*/ 571500 h 571500"/>
                <a:gd name="connsiteX3" fmla="*/ 0 w 190500"/>
                <a:gd name="connsiteY3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571500">
                  <a:moveTo>
                    <a:pt x="0" y="0"/>
                  </a:moveTo>
                  <a:lnTo>
                    <a:pt x="190500" y="0"/>
                  </a:lnTo>
                  <a:lnTo>
                    <a:pt x="1905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51" name="图形 2">
              <a:extLst>
                <a:ext uri="{FF2B5EF4-FFF2-40B4-BE49-F238E27FC236}">
                  <a16:creationId xmlns:a16="http://schemas.microsoft.com/office/drawing/2014/main" id="{B8329B80-C0AE-1332-E5DA-39E4F101C751}"/>
                </a:ext>
              </a:extLst>
            </p:cNvPr>
            <p:cNvGrpSpPr/>
            <p:nvPr/>
          </p:nvGrpSpPr>
          <p:grpSpPr>
            <a:xfrm>
              <a:off x="8134350" y="1171575"/>
              <a:ext cx="1304925" cy="359663"/>
              <a:chOff x="8134350" y="1171575"/>
              <a:chExt cx="1304925" cy="359663"/>
            </a:xfrm>
          </p:grpSpPr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176A7096-D24C-1706-2EE5-E593AE8D7634}"/>
                  </a:ext>
                </a:extLst>
              </p:cNvPr>
              <p:cNvSpPr/>
              <p:nvPr/>
            </p:nvSpPr>
            <p:spPr>
              <a:xfrm>
                <a:off x="8134350" y="1171575"/>
                <a:ext cx="1266825" cy="302513"/>
              </a:xfrm>
              <a:custGeom>
                <a:avLst/>
                <a:gdLst>
                  <a:gd name="connsiteX0" fmla="*/ 0 w 1266825"/>
                  <a:gd name="connsiteY0" fmla="*/ 0 h 302513"/>
                  <a:gd name="connsiteX1" fmla="*/ 1266825 w 1266825"/>
                  <a:gd name="connsiteY1" fmla="*/ 0 h 302513"/>
                  <a:gd name="connsiteX2" fmla="*/ 1266825 w 1266825"/>
                  <a:gd name="connsiteY2" fmla="*/ 302514 h 302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66825" h="302513">
                    <a:moveTo>
                      <a:pt x="0" y="0"/>
                    </a:moveTo>
                    <a:lnTo>
                      <a:pt x="1266825" y="0"/>
                    </a:lnTo>
                    <a:lnTo>
                      <a:pt x="1266825" y="302514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A189CA2-2560-27EE-272C-EB90D1874188}"/>
                  </a:ext>
                </a:extLst>
              </p:cNvPr>
              <p:cNvSpPr/>
              <p:nvPr/>
            </p:nvSpPr>
            <p:spPr>
              <a:xfrm>
                <a:off x="9363075" y="1455038"/>
                <a:ext cx="76200" cy="76200"/>
              </a:xfrm>
              <a:custGeom>
                <a:avLst/>
                <a:gdLst>
                  <a:gd name="connsiteX0" fmla="*/ 38100 w 76200"/>
                  <a:gd name="connsiteY0" fmla="*/ 76200 h 76200"/>
                  <a:gd name="connsiteX1" fmla="*/ 0 w 76200"/>
                  <a:gd name="connsiteY1" fmla="*/ 0 h 76200"/>
                  <a:gd name="connsiteX2" fmla="*/ 38100 w 76200"/>
                  <a:gd name="connsiteY2" fmla="*/ 19050 h 76200"/>
                  <a:gd name="connsiteX3" fmla="*/ 76200 w 76200"/>
                  <a:gd name="connsiteY3" fmla="*/ 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38100" y="76200"/>
                    </a:moveTo>
                    <a:lnTo>
                      <a:pt x="0" y="0"/>
                    </a:lnTo>
                    <a:lnTo>
                      <a:pt x="38100" y="190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17705EBA-DD1E-A931-9294-DB726B4FE5EE}"/>
                </a:ext>
              </a:extLst>
            </p:cNvPr>
            <p:cNvSpPr/>
            <p:nvPr/>
          </p:nvSpPr>
          <p:spPr>
            <a:xfrm>
              <a:off x="9467850" y="1743075"/>
              <a:ext cx="571500" cy="190500"/>
            </a:xfrm>
            <a:custGeom>
              <a:avLst/>
              <a:gdLst>
                <a:gd name="connsiteX0" fmla="*/ 0 w 571500"/>
                <a:gd name="connsiteY0" fmla="*/ 0 h 190500"/>
                <a:gd name="connsiteX1" fmla="*/ 0 w 571500"/>
                <a:gd name="connsiteY1" fmla="*/ 190500 h 190500"/>
                <a:gd name="connsiteX2" fmla="*/ 571500 w 571500"/>
                <a:gd name="connsiteY2" fmla="*/ 0 h 190500"/>
                <a:gd name="connsiteX3" fmla="*/ 571500 w 571500"/>
                <a:gd name="connsiteY3" fmla="*/ 190500 h 190500"/>
                <a:gd name="connsiteX4" fmla="*/ 0 w 571500"/>
                <a:gd name="connsiteY4" fmla="*/ 95250 h 190500"/>
                <a:gd name="connsiteX5" fmla="*/ 571500 w 571500"/>
                <a:gd name="connsiteY5" fmla="*/ 9525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1500" h="190500">
                  <a:moveTo>
                    <a:pt x="0" y="0"/>
                  </a:moveTo>
                  <a:lnTo>
                    <a:pt x="0" y="190500"/>
                  </a:lnTo>
                  <a:moveTo>
                    <a:pt x="571500" y="0"/>
                  </a:moveTo>
                  <a:lnTo>
                    <a:pt x="571500" y="190500"/>
                  </a:lnTo>
                  <a:moveTo>
                    <a:pt x="0" y="95250"/>
                  </a:moveTo>
                  <a:lnTo>
                    <a:pt x="571500" y="95250"/>
                  </a:lnTo>
                </a:path>
              </a:pathLst>
            </a:custGeom>
            <a:solidFill>
              <a:srgbClr val="FFFFFF"/>
            </a:solidFill>
            <a:ln w="19050" cap="flat">
              <a:solidFill>
                <a:srgbClr val="000000"/>
              </a:solidFill>
              <a:custDash>
                <a:ds d="450000" sp="450000"/>
              </a:custDash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55" name="图形 2">
              <a:extLst>
                <a:ext uri="{FF2B5EF4-FFF2-40B4-BE49-F238E27FC236}">
                  <a16:creationId xmlns:a16="http://schemas.microsoft.com/office/drawing/2014/main" id="{A4557154-8B09-68BC-2A90-98AE1D4C3FF1}"/>
                </a:ext>
              </a:extLst>
            </p:cNvPr>
            <p:cNvGrpSpPr/>
            <p:nvPr/>
          </p:nvGrpSpPr>
          <p:grpSpPr>
            <a:xfrm>
              <a:off x="6276975" y="1266825"/>
              <a:ext cx="426339" cy="421290"/>
              <a:chOff x="6276975" y="1266825"/>
              <a:chExt cx="426339" cy="421290"/>
            </a:xfrm>
          </p:grpSpPr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ACFE9D17-1C25-99E6-FF12-2349B541BDBE}"/>
                  </a:ext>
                </a:extLst>
              </p:cNvPr>
              <p:cNvSpPr/>
              <p:nvPr/>
            </p:nvSpPr>
            <p:spPr>
              <a:xfrm>
                <a:off x="6276975" y="1266825"/>
                <a:ext cx="369189" cy="383286"/>
              </a:xfrm>
              <a:custGeom>
                <a:avLst/>
                <a:gdLst>
                  <a:gd name="connsiteX0" fmla="*/ 0 w 369189"/>
                  <a:gd name="connsiteY0" fmla="*/ 0 h 383286"/>
                  <a:gd name="connsiteX1" fmla="*/ 191548 w 369189"/>
                  <a:gd name="connsiteY1" fmla="*/ 0 h 383286"/>
                  <a:gd name="connsiteX2" fmla="*/ 286798 w 369189"/>
                  <a:gd name="connsiteY2" fmla="*/ 95250 h 383286"/>
                  <a:gd name="connsiteX3" fmla="*/ 286798 w 369189"/>
                  <a:gd name="connsiteY3" fmla="*/ 287846 h 383286"/>
                  <a:gd name="connsiteX4" fmla="*/ 328041 w 369189"/>
                  <a:gd name="connsiteY4" fmla="*/ 383191 h 383286"/>
                  <a:gd name="connsiteX5" fmla="*/ 369189 w 369189"/>
                  <a:gd name="connsiteY5" fmla="*/ 383286 h 383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9189" h="383286">
                    <a:moveTo>
                      <a:pt x="0" y="0"/>
                    </a:moveTo>
                    <a:lnTo>
                      <a:pt x="191548" y="0"/>
                    </a:lnTo>
                    <a:cubicBezTo>
                      <a:pt x="255048" y="0"/>
                      <a:pt x="286798" y="31750"/>
                      <a:pt x="286798" y="95250"/>
                    </a:cubicBezTo>
                    <a:lnTo>
                      <a:pt x="286798" y="287846"/>
                    </a:lnTo>
                    <a:cubicBezTo>
                      <a:pt x="286798" y="351346"/>
                      <a:pt x="300546" y="383127"/>
                      <a:pt x="328041" y="383191"/>
                    </a:cubicBezTo>
                    <a:lnTo>
                      <a:pt x="369189" y="383286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9570B010-61CB-A47C-7E75-BA0897C62BE8}"/>
                  </a:ext>
                </a:extLst>
              </p:cNvPr>
              <p:cNvSpPr/>
              <p:nvPr/>
            </p:nvSpPr>
            <p:spPr>
              <a:xfrm>
                <a:off x="6627114" y="1611915"/>
                <a:ext cx="76200" cy="76200"/>
              </a:xfrm>
              <a:custGeom>
                <a:avLst/>
                <a:gdLst>
                  <a:gd name="connsiteX0" fmla="*/ 76200 w 76200"/>
                  <a:gd name="connsiteY0" fmla="*/ 38291 h 76200"/>
                  <a:gd name="connsiteX1" fmla="*/ 0 w 76200"/>
                  <a:gd name="connsiteY1" fmla="*/ 76200 h 76200"/>
                  <a:gd name="connsiteX2" fmla="*/ 19050 w 76200"/>
                  <a:gd name="connsiteY2" fmla="*/ 38195 h 76200"/>
                  <a:gd name="connsiteX3" fmla="*/ 95 w 76200"/>
                  <a:gd name="connsiteY3" fmla="*/ 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76200" y="38291"/>
                    </a:moveTo>
                    <a:lnTo>
                      <a:pt x="0" y="76200"/>
                    </a:lnTo>
                    <a:lnTo>
                      <a:pt x="19050" y="3819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8302C377-FAD2-8BA2-5B00-F19D2A9641E9}"/>
                </a:ext>
              </a:extLst>
            </p:cNvPr>
            <p:cNvSpPr/>
            <p:nvPr/>
          </p:nvSpPr>
          <p:spPr>
            <a:xfrm>
              <a:off x="2419350" y="1647825"/>
              <a:ext cx="285750" cy="4762"/>
            </a:xfrm>
            <a:custGeom>
              <a:avLst/>
              <a:gdLst>
                <a:gd name="connsiteX0" fmla="*/ 0 w 285750"/>
                <a:gd name="connsiteY0" fmla="*/ 0 h 4762"/>
                <a:gd name="connsiteX1" fmla="*/ 285750 w 285750"/>
                <a:gd name="connsiteY1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750" h="4762">
                  <a:moveTo>
                    <a:pt x="0" y="0"/>
                  </a:moveTo>
                  <a:lnTo>
                    <a:pt x="285750" y="4763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59" name="图形 2">
              <a:extLst>
                <a:ext uri="{FF2B5EF4-FFF2-40B4-BE49-F238E27FC236}">
                  <a16:creationId xmlns:a16="http://schemas.microsoft.com/office/drawing/2014/main" id="{400C5DF4-9FB7-1E6B-E585-DF96E3B84EA5}"/>
                </a:ext>
              </a:extLst>
            </p:cNvPr>
            <p:cNvGrpSpPr/>
            <p:nvPr/>
          </p:nvGrpSpPr>
          <p:grpSpPr>
            <a:xfrm>
              <a:off x="2705100" y="842962"/>
              <a:ext cx="476250" cy="1619250"/>
              <a:chOff x="2705100" y="842962"/>
              <a:chExt cx="476250" cy="1619250"/>
            </a:xfrm>
            <a:solidFill>
              <a:srgbClr val="DAE8FC"/>
            </a:solidFill>
          </p:grpSpPr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BE90A9C4-B44C-96A6-7E8E-AAEAC20D6BFD}"/>
                  </a:ext>
                </a:extLst>
              </p:cNvPr>
              <p:cNvSpPr/>
              <p:nvPr/>
            </p:nvSpPr>
            <p:spPr>
              <a:xfrm rot="10800000" flipV="1">
                <a:off x="2705100" y="842962"/>
                <a:ext cx="476250" cy="1619250"/>
              </a:xfrm>
              <a:custGeom>
                <a:avLst/>
                <a:gdLst>
                  <a:gd name="connsiteX0" fmla="*/ 404813 w 476250"/>
                  <a:gd name="connsiteY0" fmla="*/ 0 h 1619250"/>
                  <a:gd name="connsiteX1" fmla="*/ 476250 w 476250"/>
                  <a:gd name="connsiteY1" fmla="*/ 71438 h 1619250"/>
                  <a:gd name="connsiteX2" fmla="*/ 476250 w 476250"/>
                  <a:gd name="connsiteY2" fmla="*/ 1547813 h 1619250"/>
                  <a:gd name="connsiteX3" fmla="*/ 404813 w 476250"/>
                  <a:gd name="connsiteY3" fmla="*/ 1619250 h 1619250"/>
                  <a:gd name="connsiteX4" fmla="*/ 71438 w 476250"/>
                  <a:gd name="connsiteY4" fmla="*/ 1619250 h 1619250"/>
                  <a:gd name="connsiteX5" fmla="*/ 0 w 476250"/>
                  <a:gd name="connsiteY5" fmla="*/ 1547813 h 1619250"/>
                  <a:gd name="connsiteX6" fmla="*/ 0 w 476250"/>
                  <a:gd name="connsiteY6" fmla="*/ 71438 h 1619250"/>
                  <a:gd name="connsiteX7" fmla="*/ 71438 w 476250"/>
                  <a:gd name="connsiteY7" fmla="*/ 0 h 1619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0" h="1619250">
                    <a:moveTo>
                      <a:pt x="404813" y="0"/>
                    </a:moveTo>
                    <a:cubicBezTo>
                      <a:pt x="444266" y="0"/>
                      <a:pt x="476250" y="31984"/>
                      <a:pt x="476250" y="71438"/>
                    </a:cubicBezTo>
                    <a:lnTo>
                      <a:pt x="476250" y="1547813"/>
                    </a:lnTo>
                    <a:cubicBezTo>
                      <a:pt x="476250" y="1587266"/>
                      <a:pt x="444266" y="1619250"/>
                      <a:pt x="404813" y="1619250"/>
                    </a:cubicBezTo>
                    <a:lnTo>
                      <a:pt x="71438" y="1619250"/>
                    </a:lnTo>
                    <a:cubicBezTo>
                      <a:pt x="31984" y="1619250"/>
                      <a:pt x="0" y="1587266"/>
                      <a:pt x="0" y="1547813"/>
                    </a:cubicBezTo>
                    <a:lnTo>
                      <a:pt x="0" y="71438"/>
                    </a:lnTo>
                    <a:cubicBezTo>
                      <a:pt x="0" y="31984"/>
                      <a:pt x="31984" y="0"/>
                      <a:pt x="71438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9050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1" name="图片 60">
                <a:extLst>
                  <a:ext uri="{FF2B5EF4-FFF2-40B4-BE49-F238E27FC236}">
                    <a16:creationId xmlns:a16="http://schemas.microsoft.com/office/drawing/2014/main" id="{539CCFF7-43AC-5A93-61CA-8243616E99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09862" y="1228725"/>
                <a:ext cx="457200" cy="916781"/>
              </a:xfrm>
              <a:custGeom>
                <a:avLst/>
                <a:gdLst>
                  <a:gd name="connsiteX0" fmla="*/ -1 w 457200"/>
                  <a:gd name="connsiteY0" fmla="*/ -1 h 916781"/>
                  <a:gd name="connsiteX1" fmla="*/ 457200 w 457200"/>
                  <a:gd name="connsiteY1" fmla="*/ -1 h 916781"/>
                  <a:gd name="connsiteX2" fmla="*/ 457200 w 457200"/>
                  <a:gd name="connsiteY2" fmla="*/ 916781 h 916781"/>
                  <a:gd name="connsiteX3" fmla="*/ -1 w 457200"/>
                  <a:gd name="connsiteY3" fmla="*/ 916781 h 916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7200" h="916781">
                    <a:moveTo>
                      <a:pt x="-1" y="-1"/>
                    </a:moveTo>
                    <a:lnTo>
                      <a:pt x="457200" y="-1"/>
                    </a:lnTo>
                    <a:lnTo>
                      <a:pt x="457200" y="916781"/>
                    </a:lnTo>
                    <a:lnTo>
                      <a:pt x="-1" y="91678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62" name="图形 2">
            <a:extLst>
              <a:ext uri="{FF2B5EF4-FFF2-40B4-BE49-F238E27FC236}">
                <a16:creationId xmlns:a16="http://schemas.microsoft.com/office/drawing/2014/main" id="{B9909CA3-46E9-2113-AF01-DC02BC3D692E}"/>
              </a:ext>
            </a:extLst>
          </p:cNvPr>
          <p:cNvGrpSpPr/>
          <p:nvPr/>
        </p:nvGrpSpPr>
        <p:grpSpPr>
          <a:xfrm>
            <a:off x="1843066" y="3886200"/>
            <a:ext cx="8577283" cy="2793206"/>
            <a:chOff x="1843066" y="3886200"/>
            <a:chExt cx="8577283" cy="2793206"/>
          </a:xfrm>
        </p:grpSpPr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317BE746-84A9-3474-23FE-11C2FD4FDD99}"/>
                </a:ext>
              </a:extLst>
            </p:cNvPr>
            <p:cNvSpPr/>
            <p:nvPr/>
          </p:nvSpPr>
          <p:spPr>
            <a:xfrm>
              <a:off x="2705100" y="3886200"/>
              <a:ext cx="7715250" cy="2793206"/>
            </a:xfrm>
            <a:custGeom>
              <a:avLst/>
              <a:gdLst>
                <a:gd name="connsiteX0" fmla="*/ 7296246 w 7715250"/>
                <a:gd name="connsiteY0" fmla="*/ 0 h 2793206"/>
                <a:gd name="connsiteX1" fmla="*/ 7715250 w 7715250"/>
                <a:gd name="connsiteY1" fmla="*/ 419005 h 2793206"/>
                <a:gd name="connsiteX2" fmla="*/ 7715250 w 7715250"/>
                <a:gd name="connsiteY2" fmla="*/ 2374202 h 2793206"/>
                <a:gd name="connsiteX3" fmla="*/ 7296246 w 7715250"/>
                <a:gd name="connsiteY3" fmla="*/ 2793206 h 2793206"/>
                <a:gd name="connsiteX4" fmla="*/ 419005 w 7715250"/>
                <a:gd name="connsiteY4" fmla="*/ 2793206 h 2793206"/>
                <a:gd name="connsiteX5" fmla="*/ 0 w 7715250"/>
                <a:gd name="connsiteY5" fmla="*/ 2374202 h 2793206"/>
                <a:gd name="connsiteX6" fmla="*/ 0 w 7715250"/>
                <a:gd name="connsiteY6" fmla="*/ 419005 h 2793206"/>
                <a:gd name="connsiteX7" fmla="*/ 419005 w 7715250"/>
                <a:gd name="connsiteY7" fmla="*/ 0 h 2793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15250" h="2793206">
                  <a:moveTo>
                    <a:pt x="7296246" y="0"/>
                  </a:moveTo>
                  <a:cubicBezTo>
                    <a:pt x="7527655" y="0"/>
                    <a:pt x="7715250" y="187595"/>
                    <a:pt x="7715250" y="419005"/>
                  </a:cubicBezTo>
                  <a:lnTo>
                    <a:pt x="7715250" y="2374202"/>
                  </a:lnTo>
                  <a:cubicBezTo>
                    <a:pt x="7715250" y="2605611"/>
                    <a:pt x="7527655" y="2793206"/>
                    <a:pt x="7296246" y="2793206"/>
                  </a:cubicBezTo>
                  <a:lnTo>
                    <a:pt x="419005" y="2793206"/>
                  </a:lnTo>
                  <a:cubicBezTo>
                    <a:pt x="187595" y="2793206"/>
                    <a:pt x="0" y="2605611"/>
                    <a:pt x="0" y="2374202"/>
                  </a:cubicBezTo>
                  <a:lnTo>
                    <a:pt x="0" y="419005"/>
                  </a:lnTo>
                  <a:cubicBezTo>
                    <a:pt x="0" y="187595"/>
                    <a:pt x="187595" y="0"/>
                    <a:pt x="419005" y="0"/>
                  </a:cubicBezTo>
                  <a:close/>
                </a:path>
              </a:pathLst>
            </a:custGeom>
            <a:solidFill>
              <a:srgbClr val="FFF2CC"/>
            </a:solidFill>
            <a:ln w="19050" cap="flat">
              <a:solidFill>
                <a:srgbClr val="D6B6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64" name="图形 2">
              <a:extLst>
                <a:ext uri="{FF2B5EF4-FFF2-40B4-BE49-F238E27FC236}">
                  <a16:creationId xmlns:a16="http://schemas.microsoft.com/office/drawing/2014/main" id="{0BB06151-7317-12E0-B740-B08CCD052276}"/>
                </a:ext>
              </a:extLst>
            </p:cNvPr>
            <p:cNvGrpSpPr/>
            <p:nvPr/>
          </p:nvGrpSpPr>
          <p:grpSpPr>
            <a:xfrm>
              <a:off x="2514600" y="5422106"/>
              <a:ext cx="416814" cy="76104"/>
              <a:chOff x="2514600" y="5422106"/>
              <a:chExt cx="416814" cy="76104"/>
            </a:xfrm>
          </p:grpSpPr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id="{FA825431-1CF9-9DDD-58EE-B72654AD8792}"/>
                  </a:ext>
                </a:extLst>
              </p:cNvPr>
              <p:cNvSpPr/>
              <p:nvPr/>
            </p:nvSpPr>
            <p:spPr>
              <a:xfrm>
                <a:off x="2514600" y="5457825"/>
                <a:ext cx="359759" cy="2667"/>
              </a:xfrm>
              <a:custGeom>
                <a:avLst/>
                <a:gdLst>
                  <a:gd name="connsiteX0" fmla="*/ 0 w 359759"/>
                  <a:gd name="connsiteY0" fmla="*/ 0 h 2667"/>
                  <a:gd name="connsiteX1" fmla="*/ 220123 w 359759"/>
                  <a:gd name="connsiteY1" fmla="*/ 0 h 2667"/>
                  <a:gd name="connsiteX2" fmla="*/ 359759 w 359759"/>
                  <a:gd name="connsiteY2" fmla="*/ 2667 h 2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9759" h="2667">
                    <a:moveTo>
                      <a:pt x="0" y="0"/>
                    </a:moveTo>
                    <a:lnTo>
                      <a:pt x="220123" y="0"/>
                    </a:lnTo>
                    <a:lnTo>
                      <a:pt x="359759" y="2667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: 形状 65">
                <a:extLst>
                  <a:ext uri="{FF2B5EF4-FFF2-40B4-BE49-F238E27FC236}">
                    <a16:creationId xmlns:a16="http://schemas.microsoft.com/office/drawing/2014/main" id="{1A82B7D3-B453-C11F-0C79-5579D50E3103}"/>
                  </a:ext>
                </a:extLst>
              </p:cNvPr>
              <p:cNvSpPr/>
              <p:nvPr/>
            </p:nvSpPr>
            <p:spPr>
              <a:xfrm>
                <a:off x="2854547" y="5422106"/>
                <a:ext cx="76866" cy="76104"/>
              </a:xfrm>
              <a:custGeom>
                <a:avLst/>
                <a:gdLst>
                  <a:gd name="connsiteX0" fmla="*/ 76867 w 76866"/>
                  <a:gd name="connsiteY0" fmla="*/ 39529 h 76104"/>
                  <a:gd name="connsiteX1" fmla="*/ 0 w 76866"/>
                  <a:gd name="connsiteY1" fmla="*/ 76105 h 76104"/>
                  <a:gd name="connsiteX2" fmla="*/ 19812 w 76866"/>
                  <a:gd name="connsiteY2" fmla="*/ 38386 h 76104"/>
                  <a:gd name="connsiteX3" fmla="*/ 1429 w 76866"/>
                  <a:gd name="connsiteY3" fmla="*/ 0 h 76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866" h="76104">
                    <a:moveTo>
                      <a:pt x="76867" y="39529"/>
                    </a:moveTo>
                    <a:lnTo>
                      <a:pt x="0" y="76105"/>
                    </a:lnTo>
                    <a:lnTo>
                      <a:pt x="19812" y="38386"/>
                    </a:lnTo>
                    <a:lnTo>
                      <a:pt x="142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2B76AC78-9A34-F26C-7476-A5BD5C2E4E78}"/>
                </a:ext>
              </a:extLst>
            </p:cNvPr>
            <p:cNvSpPr/>
            <p:nvPr/>
          </p:nvSpPr>
          <p:spPr>
            <a:xfrm rot="-5400000">
              <a:off x="1925864" y="5129724"/>
              <a:ext cx="500323" cy="665918"/>
            </a:xfrm>
            <a:custGeom>
              <a:avLst/>
              <a:gdLst>
                <a:gd name="connsiteX0" fmla="*/ 499855 w 500323"/>
                <a:gd name="connsiteY0" fmla="*/ 83618 h 665918"/>
                <a:gd name="connsiteX1" fmla="*/ 416541 w 500323"/>
                <a:gd name="connsiteY1" fmla="*/ 304 h 665918"/>
                <a:gd name="connsiteX2" fmla="*/ 333228 w 500323"/>
                <a:gd name="connsiteY2" fmla="*/ 83618 h 665918"/>
                <a:gd name="connsiteX3" fmla="*/ 393213 w 500323"/>
                <a:gd name="connsiteY3" fmla="*/ 163599 h 665918"/>
                <a:gd name="connsiteX4" fmla="*/ 393213 w 500323"/>
                <a:gd name="connsiteY4" fmla="*/ 246913 h 665918"/>
                <a:gd name="connsiteX5" fmla="*/ 249914 w 500323"/>
                <a:gd name="connsiteY5" fmla="*/ 389103 h 665918"/>
                <a:gd name="connsiteX6" fmla="*/ 106335 w 500323"/>
                <a:gd name="connsiteY6" fmla="*/ 246636 h 665918"/>
                <a:gd name="connsiteX7" fmla="*/ 106335 w 500323"/>
                <a:gd name="connsiteY7" fmla="*/ 163321 h 665918"/>
                <a:gd name="connsiteX8" fmla="*/ 162809 w 500323"/>
                <a:gd name="connsiteY8" fmla="*/ 59914 h 665918"/>
                <a:gd name="connsiteX9" fmla="*/ 59401 w 500323"/>
                <a:gd name="connsiteY9" fmla="*/ 3440 h 665918"/>
                <a:gd name="connsiteX10" fmla="*/ 2928 w 500323"/>
                <a:gd name="connsiteY10" fmla="*/ 106847 h 665918"/>
                <a:gd name="connsiteX11" fmla="*/ 59401 w 500323"/>
                <a:gd name="connsiteY11" fmla="*/ 163321 h 665918"/>
                <a:gd name="connsiteX12" fmla="*/ 59401 w 500323"/>
                <a:gd name="connsiteY12" fmla="*/ 265520 h 665918"/>
                <a:gd name="connsiteX13" fmla="*/ 226029 w 500323"/>
                <a:gd name="connsiteY13" fmla="*/ 432148 h 665918"/>
                <a:gd name="connsiteX14" fmla="*/ 226029 w 500323"/>
                <a:gd name="connsiteY14" fmla="*/ 502688 h 665918"/>
                <a:gd name="connsiteX15" fmla="*/ 169555 w 500323"/>
                <a:gd name="connsiteY15" fmla="*/ 606095 h 665918"/>
                <a:gd name="connsiteX16" fmla="*/ 272962 w 500323"/>
                <a:gd name="connsiteY16" fmla="*/ 662569 h 665918"/>
                <a:gd name="connsiteX17" fmla="*/ 329436 w 500323"/>
                <a:gd name="connsiteY17" fmla="*/ 559161 h 665918"/>
                <a:gd name="connsiteX18" fmla="*/ 272962 w 500323"/>
                <a:gd name="connsiteY18" fmla="*/ 502688 h 665918"/>
                <a:gd name="connsiteX19" fmla="*/ 272962 w 500323"/>
                <a:gd name="connsiteY19" fmla="*/ 432704 h 665918"/>
                <a:gd name="connsiteX20" fmla="*/ 439592 w 500323"/>
                <a:gd name="connsiteY20" fmla="*/ 266076 h 665918"/>
                <a:gd name="connsiteX21" fmla="*/ 439592 w 500323"/>
                <a:gd name="connsiteY21" fmla="*/ 163599 h 665918"/>
                <a:gd name="connsiteX22" fmla="*/ 499856 w 500323"/>
                <a:gd name="connsiteY22" fmla="*/ 83618 h 665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0323" h="665918">
                  <a:moveTo>
                    <a:pt x="499855" y="83618"/>
                  </a:moveTo>
                  <a:cubicBezTo>
                    <a:pt x="499855" y="37605"/>
                    <a:pt x="462554" y="304"/>
                    <a:pt x="416541" y="304"/>
                  </a:cubicBezTo>
                  <a:cubicBezTo>
                    <a:pt x="370528" y="305"/>
                    <a:pt x="333228" y="37606"/>
                    <a:pt x="333228" y="83618"/>
                  </a:cubicBezTo>
                  <a:cubicBezTo>
                    <a:pt x="333228" y="120647"/>
                    <a:pt x="357666" y="153231"/>
                    <a:pt x="393213" y="163599"/>
                  </a:cubicBezTo>
                  <a:lnTo>
                    <a:pt x="393213" y="246913"/>
                  </a:lnTo>
                  <a:lnTo>
                    <a:pt x="249914" y="389103"/>
                  </a:lnTo>
                  <a:lnTo>
                    <a:pt x="106335" y="246636"/>
                  </a:lnTo>
                  <a:lnTo>
                    <a:pt x="106335" y="163321"/>
                  </a:lnTo>
                  <a:cubicBezTo>
                    <a:pt x="150485" y="150361"/>
                    <a:pt x="175769" y="104064"/>
                    <a:pt x="162809" y="59914"/>
                  </a:cubicBezTo>
                  <a:cubicBezTo>
                    <a:pt x="149848" y="15764"/>
                    <a:pt x="103551" y="-9520"/>
                    <a:pt x="59401" y="3440"/>
                  </a:cubicBezTo>
                  <a:cubicBezTo>
                    <a:pt x="15251" y="16400"/>
                    <a:pt x="-10033" y="62698"/>
                    <a:pt x="2928" y="106847"/>
                  </a:cubicBezTo>
                  <a:cubicBezTo>
                    <a:pt x="10915" y="134056"/>
                    <a:pt x="32193" y="155334"/>
                    <a:pt x="59401" y="163321"/>
                  </a:cubicBezTo>
                  <a:lnTo>
                    <a:pt x="59401" y="265520"/>
                  </a:lnTo>
                  <a:lnTo>
                    <a:pt x="226029" y="432148"/>
                  </a:lnTo>
                  <a:lnTo>
                    <a:pt x="226029" y="502688"/>
                  </a:lnTo>
                  <a:cubicBezTo>
                    <a:pt x="181879" y="515648"/>
                    <a:pt x="156595" y="561945"/>
                    <a:pt x="169555" y="606095"/>
                  </a:cubicBezTo>
                  <a:cubicBezTo>
                    <a:pt x="182515" y="650245"/>
                    <a:pt x="228812" y="675529"/>
                    <a:pt x="272962" y="662569"/>
                  </a:cubicBezTo>
                  <a:cubicBezTo>
                    <a:pt x="317112" y="649608"/>
                    <a:pt x="342397" y="603311"/>
                    <a:pt x="329436" y="559161"/>
                  </a:cubicBezTo>
                  <a:cubicBezTo>
                    <a:pt x="321449" y="531953"/>
                    <a:pt x="300171" y="510675"/>
                    <a:pt x="272962" y="502688"/>
                  </a:cubicBezTo>
                  <a:lnTo>
                    <a:pt x="272962" y="432704"/>
                  </a:lnTo>
                  <a:lnTo>
                    <a:pt x="439592" y="266076"/>
                  </a:lnTo>
                  <a:lnTo>
                    <a:pt x="439592" y="163599"/>
                  </a:lnTo>
                  <a:cubicBezTo>
                    <a:pt x="475250" y="153333"/>
                    <a:pt x="499820" y="120724"/>
                    <a:pt x="499856" y="83618"/>
                  </a:cubicBezTo>
                  <a:close/>
                </a:path>
              </a:pathLst>
            </a:custGeom>
            <a:solidFill>
              <a:srgbClr val="2C2C2C"/>
            </a:solidFill>
            <a:ln w="6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68" name="图形 2">
              <a:extLst>
                <a:ext uri="{FF2B5EF4-FFF2-40B4-BE49-F238E27FC236}">
                  <a16:creationId xmlns:a16="http://schemas.microsoft.com/office/drawing/2014/main" id="{E412ACB7-F043-0234-2936-4901E5D85088}"/>
                </a:ext>
              </a:extLst>
            </p:cNvPr>
            <p:cNvGrpSpPr/>
            <p:nvPr/>
          </p:nvGrpSpPr>
          <p:grpSpPr>
            <a:xfrm>
              <a:off x="5657850" y="4076700"/>
              <a:ext cx="1790700" cy="345281"/>
              <a:chOff x="5657850" y="4076700"/>
              <a:chExt cx="1790700" cy="345281"/>
            </a:xfrm>
            <a:noFill/>
          </p:grpSpPr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BD199A84-8333-F5A3-2144-92FBF6BE508D}"/>
                  </a:ext>
                </a:extLst>
              </p:cNvPr>
              <p:cNvSpPr/>
              <p:nvPr/>
            </p:nvSpPr>
            <p:spPr>
              <a:xfrm>
                <a:off x="5657850" y="4076700"/>
                <a:ext cx="1790700" cy="285750"/>
              </a:xfrm>
              <a:custGeom>
                <a:avLst/>
                <a:gdLst>
                  <a:gd name="connsiteX0" fmla="*/ 0 w 1790700"/>
                  <a:gd name="connsiteY0" fmla="*/ 0 h 285750"/>
                  <a:gd name="connsiteX1" fmla="*/ 1790700 w 1790700"/>
                  <a:gd name="connsiteY1" fmla="*/ 0 h 285750"/>
                  <a:gd name="connsiteX2" fmla="*/ 1790700 w 1790700"/>
                  <a:gd name="connsiteY2" fmla="*/ 285750 h 285750"/>
                  <a:gd name="connsiteX3" fmla="*/ 0 w 1790700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90700" h="285750">
                    <a:moveTo>
                      <a:pt x="0" y="0"/>
                    </a:moveTo>
                    <a:lnTo>
                      <a:pt x="1790700" y="0"/>
                    </a:lnTo>
                    <a:lnTo>
                      <a:pt x="1790700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70" name="图片 69">
                <a:extLst>
                  <a:ext uri="{FF2B5EF4-FFF2-40B4-BE49-F238E27FC236}">
                    <a16:creationId xmlns:a16="http://schemas.microsoft.com/office/drawing/2014/main" id="{30821084-24AC-7885-4C54-C52FDC383E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62612" y="4076700"/>
                <a:ext cx="1771650" cy="345281"/>
              </a:xfrm>
              <a:custGeom>
                <a:avLst/>
                <a:gdLst>
                  <a:gd name="connsiteX0" fmla="*/ -1 w 1771650"/>
                  <a:gd name="connsiteY0" fmla="*/ -1 h 345281"/>
                  <a:gd name="connsiteX1" fmla="*/ 1771650 w 1771650"/>
                  <a:gd name="connsiteY1" fmla="*/ -1 h 345281"/>
                  <a:gd name="connsiteX2" fmla="*/ 1771650 w 1771650"/>
                  <a:gd name="connsiteY2" fmla="*/ 345281 h 345281"/>
                  <a:gd name="connsiteX3" fmla="*/ -1 w 1771650"/>
                  <a:gd name="connsiteY3" fmla="*/ 345281 h 34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71650" h="345281">
                    <a:moveTo>
                      <a:pt x="-1" y="-1"/>
                    </a:moveTo>
                    <a:lnTo>
                      <a:pt x="1771650" y="-1"/>
                    </a:lnTo>
                    <a:lnTo>
                      <a:pt x="1771650" y="345281"/>
                    </a:lnTo>
                    <a:lnTo>
                      <a:pt x="-1" y="345281"/>
                    </a:lnTo>
                    <a:close/>
                  </a:path>
                </a:pathLst>
              </a:custGeom>
            </p:spPr>
          </p:pic>
        </p:grpSp>
        <p:grpSp>
          <p:nvGrpSpPr>
            <p:cNvPr id="71" name="图形 2">
              <a:extLst>
                <a:ext uri="{FF2B5EF4-FFF2-40B4-BE49-F238E27FC236}">
                  <a16:creationId xmlns:a16="http://schemas.microsoft.com/office/drawing/2014/main" id="{78C16F83-A313-FDD3-2A70-6911327472D4}"/>
                </a:ext>
              </a:extLst>
            </p:cNvPr>
            <p:cNvGrpSpPr/>
            <p:nvPr/>
          </p:nvGrpSpPr>
          <p:grpSpPr>
            <a:xfrm>
              <a:off x="3429000" y="5462206"/>
              <a:ext cx="710183" cy="406241"/>
              <a:chOff x="3429000" y="5462206"/>
              <a:chExt cx="710183" cy="406241"/>
            </a:xfrm>
          </p:grpSpPr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50EB5CBA-7471-D3B6-DC40-7487614C27EE}"/>
                  </a:ext>
                </a:extLst>
              </p:cNvPr>
              <p:cNvSpPr/>
              <p:nvPr/>
            </p:nvSpPr>
            <p:spPr>
              <a:xfrm>
                <a:off x="3429000" y="5462206"/>
                <a:ext cx="653033" cy="368141"/>
              </a:xfrm>
              <a:custGeom>
                <a:avLst/>
                <a:gdLst>
                  <a:gd name="connsiteX0" fmla="*/ 0 w 653033"/>
                  <a:gd name="connsiteY0" fmla="*/ 381 h 368141"/>
                  <a:gd name="connsiteX1" fmla="*/ 277273 w 653033"/>
                  <a:gd name="connsiteY1" fmla="*/ 0 h 368141"/>
                  <a:gd name="connsiteX2" fmla="*/ 372523 w 653033"/>
                  <a:gd name="connsiteY2" fmla="*/ 95060 h 368141"/>
                  <a:gd name="connsiteX3" fmla="*/ 372523 w 653033"/>
                  <a:gd name="connsiteY3" fmla="*/ 272891 h 368141"/>
                  <a:gd name="connsiteX4" fmla="*/ 467773 w 653033"/>
                  <a:gd name="connsiteY4" fmla="*/ 368141 h 368141"/>
                  <a:gd name="connsiteX5" fmla="*/ 653034 w 653033"/>
                  <a:gd name="connsiteY5" fmla="*/ 368141 h 368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3033" h="368141">
                    <a:moveTo>
                      <a:pt x="0" y="381"/>
                    </a:moveTo>
                    <a:lnTo>
                      <a:pt x="277273" y="0"/>
                    </a:lnTo>
                    <a:cubicBezTo>
                      <a:pt x="340773" y="-127"/>
                      <a:pt x="372523" y="31560"/>
                      <a:pt x="372523" y="95060"/>
                    </a:cubicBezTo>
                    <a:lnTo>
                      <a:pt x="372523" y="272891"/>
                    </a:lnTo>
                    <a:cubicBezTo>
                      <a:pt x="372523" y="336391"/>
                      <a:pt x="404273" y="368141"/>
                      <a:pt x="467773" y="368141"/>
                    </a:cubicBezTo>
                    <a:lnTo>
                      <a:pt x="653034" y="368141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F300128F-DF0B-FC48-DA69-35343DA1437C}"/>
                  </a:ext>
                </a:extLst>
              </p:cNvPr>
              <p:cNvSpPr/>
              <p:nvPr/>
            </p:nvSpPr>
            <p:spPr>
              <a:xfrm>
                <a:off x="4062983" y="5792247"/>
                <a:ext cx="76200" cy="76200"/>
              </a:xfrm>
              <a:custGeom>
                <a:avLst/>
                <a:gdLst>
                  <a:gd name="connsiteX0" fmla="*/ 76200 w 76200"/>
                  <a:gd name="connsiteY0" fmla="*/ 38100 h 76200"/>
                  <a:gd name="connsiteX1" fmla="*/ 0 w 76200"/>
                  <a:gd name="connsiteY1" fmla="*/ 76200 h 76200"/>
                  <a:gd name="connsiteX2" fmla="*/ 19050 w 76200"/>
                  <a:gd name="connsiteY2" fmla="*/ 38100 h 76200"/>
                  <a:gd name="connsiteX3" fmla="*/ 0 w 76200"/>
                  <a:gd name="connsiteY3" fmla="*/ 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76200" y="38100"/>
                    </a:moveTo>
                    <a:lnTo>
                      <a:pt x="0" y="76200"/>
                    </a:lnTo>
                    <a:lnTo>
                      <a:pt x="19050" y="38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4" name="图形 2">
              <a:extLst>
                <a:ext uri="{FF2B5EF4-FFF2-40B4-BE49-F238E27FC236}">
                  <a16:creationId xmlns:a16="http://schemas.microsoft.com/office/drawing/2014/main" id="{0C12759C-E545-731D-04DB-C5B4E95A284D}"/>
                </a:ext>
              </a:extLst>
            </p:cNvPr>
            <p:cNvGrpSpPr/>
            <p:nvPr/>
          </p:nvGrpSpPr>
          <p:grpSpPr>
            <a:xfrm>
              <a:off x="3429000" y="5087397"/>
              <a:ext cx="778764" cy="375189"/>
              <a:chOff x="3429000" y="5087397"/>
              <a:chExt cx="778764" cy="375189"/>
            </a:xfrm>
          </p:grpSpPr>
          <p:sp>
            <p:nvSpPr>
              <p:cNvPr id="75" name="任意多边形: 形状 74">
                <a:extLst>
                  <a:ext uri="{FF2B5EF4-FFF2-40B4-BE49-F238E27FC236}">
                    <a16:creationId xmlns:a16="http://schemas.microsoft.com/office/drawing/2014/main" id="{9C758BC3-DD9D-07A9-3962-D68B6104B777}"/>
                  </a:ext>
                </a:extLst>
              </p:cNvPr>
              <p:cNvSpPr/>
              <p:nvPr/>
            </p:nvSpPr>
            <p:spPr>
              <a:xfrm>
                <a:off x="3429000" y="5125497"/>
                <a:ext cx="721613" cy="337089"/>
              </a:xfrm>
              <a:custGeom>
                <a:avLst/>
                <a:gdLst>
                  <a:gd name="connsiteX0" fmla="*/ 0 w 721613"/>
                  <a:gd name="connsiteY0" fmla="*/ 337090 h 337089"/>
                  <a:gd name="connsiteX1" fmla="*/ 277273 w 721613"/>
                  <a:gd name="connsiteY1" fmla="*/ 336709 h 337089"/>
                  <a:gd name="connsiteX2" fmla="*/ 372523 w 721613"/>
                  <a:gd name="connsiteY2" fmla="*/ 241268 h 337089"/>
                  <a:gd name="connsiteX3" fmla="*/ 372523 w 721613"/>
                  <a:gd name="connsiteY3" fmla="*/ 95250 h 337089"/>
                  <a:gd name="connsiteX4" fmla="*/ 467773 w 721613"/>
                  <a:gd name="connsiteY4" fmla="*/ 0 h 337089"/>
                  <a:gd name="connsiteX5" fmla="*/ 721614 w 721613"/>
                  <a:gd name="connsiteY5" fmla="*/ 0 h 337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1613" h="337089">
                    <a:moveTo>
                      <a:pt x="0" y="337090"/>
                    </a:moveTo>
                    <a:lnTo>
                      <a:pt x="277273" y="336709"/>
                    </a:lnTo>
                    <a:cubicBezTo>
                      <a:pt x="340773" y="336582"/>
                      <a:pt x="372523" y="304769"/>
                      <a:pt x="372523" y="241268"/>
                    </a:cubicBezTo>
                    <a:lnTo>
                      <a:pt x="372523" y="95250"/>
                    </a:lnTo>
                    <a:cubicBezTo>
                      <a:pt x="372523" y="31750"/>
                      <a:pt x="404273" y="0"/>
                      <a:pt x="467773" y="0"/>
                    </a:cubicBezTo>
                    <a:lnTo>
                      <a:pt x="721614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: 形状 75">
                <a:extLst>
                  <a:ext uri="{FF2B5EF4-FFF2-40B4-BE49-F238E27FC236}">
                    <a16:creationId xmlns:a16="http://schemas.microsoft.com/office/drawing/2014/main" id="{1A251F0D-EFD0-0913-24BF-BCE5A7C6273F}"/>
                  </a:ext>
                </a:extLst>
              </p:cNvPr>
              <p:cNvSpPr/>
              <p:nvPr/>
            </p:nvSpPr>
            <p:spPr>
              <a:xfrm>
                <a:off x="4131563" y="5087397"/>
                <a:ext cx="76200" cy="76200"/>
              </a:xfrm>
              <a:custGeom>
                <a:avLst/>
                <a:gdLst>
                  <a:gd name="connsiteX0" fmla="*/ 76200 w 76200"/>
                  <a:gd name="connsiteY0" fmla="*/ 38100 h 76200"/>
                  <a:gd name="connsiteX1" fmla="*/ 0 w 76200"/>
                  <a:gd name="connsiteY1" fmla="*/ 76200 h 76200"/>
                  <a:gd name="connsiteX2" fmla="*/ 19050 w 76200"/>
                  <a:gd name="connsiteY2" fmla="*/ 38100 h 76200"/>
                  <a:gd name="connsiteX3" fmla="*/ 0 w 76200"/>
                  <a:gd name="connsiteY3" fmla="*/ 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76200" y="38100"/>
                    </a:moveTo>
                    <a:lnTo>
                      <a:pt x="0" y="76200"/>
                    </a:lnTo>
                    <a:lnTo>
                      <a:pt x="19050" y="38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7" name="图形 2">
              <a:extLst>
                <a:ext uri="{FF2B5EF4-FFF2-40B4-BE49-F238E27FC236}">
                  <a16:creationId xmlns:a16="http://schemas.microsoft.com/office/drawing/2014/main" id="{E8A2848E-56F1-CEAB-275C-7ED2EC737F85}"/>
                </a:ext>
              </a:extLst>
            </p:cNvPr>
            <p:cNvGrpSpPr/>
            <p:nvPr/>
          </p:nvGrpSpPr>
          <p:grpSpPr>
            <a:xfrm>
              <a:off x="4133850" y="4838700"/>
              <a:ext cx="2011680" cy="571500"/>
              <a:chOff x="4133850" y="4838700"/>
              <a:chExt cx="2011680" cy="571500"/>
            </a:xfrm>
            <a:solidFill>
              <a:srgbClr val="FFFFDC"/>
            </a:solidFill>
          </p:grpSpPr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A191AEEC-0812-9637-D0F6-8A423A3D808D}"/>
                  </a:ext>
                </a:extLst>
              </p:cNvPr>
              <p:cNvSpPr/>
              <p:nvPr/>
            </p:nvSpPr>
            <p:spPr>
              <a:xfrm>
                <a:off x="4133850" y="4838700"/>
                <a:ext cx="2011680" cy="571500"/>
              </a:xfrm>
              <a:custGeom>
                <a:avLst/>
                <a:gdLst>
                  <a:gd name="connsiteX0" fmla="*/ 0 w 2011680"/>
                  <a:gd name="connsiteY0" fmla="*/ 571500 h 571500"/>
                  <a:gd name="connsiteX1" fmla="*/ 190500 w 2011680"/>
                  <a:gd name="connsiteY1" fmla="*/ 0 h 571500"/>
                  <a:gd name="connsiteX2" fmla="*/ 2011680 w 2011680"/>
                  <a:gd name="connsiteY2" fmla="*/ 0 h 571500"/>
                  <a:gd name="connsiteX3" fmla="*/ 1821180 w 2011680"/>
                  <a:gd name="connsiteY3" fmla="*/ 57150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11680" h="571500">
                    <a:moveTo>
                      <a:pt x="0" y="571500"/>
                    </a:moveTo>
                    <a:lnTo>
                      <a:pt x="190500" y="0"/>
                    </a:lnTo>
                    <a:lnTo>
                      <a:pt x="2011680" y="0"/>
                    </a:lnTo>
                    <a:lnTo>
                      <a:pt x="1821180" y="571500"/>
                    </a:lnTo>
                    <a:close/>
                  </a:path>
                </a:pathLst>
              </a:custGeom>
              <a:solidFill>
                <a:srgbClr val="FFFFDC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79" name="图片 78">
                <a:extLst>
                  <a:ext uri="{FF2B5EF4-FFF2-40B4-BE49-F238E27FC236}">
                    <a16:creationId xmlns:a16="http://schemas.microsoft.com/office/drawing/2014/main" id="{909ACD27-B934-8FD8-5B0F-3DE875A3C0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38612" y="4981575"/>
                <a:ext cx="1990725" cy="345281"/>
              </a:xfrm>
              <a:custGeom>
                <a:avLst/>
                <a:gdLst>
                  <a:gd name="connsiteX0" fmla="*/ -1 w 1990725"/>
                  <a:gd name="connsiteY0" fmla="*/ -1 h 345281"/>
                  <a:gd name="connsiteX1" fmla="*/ 1990725 w 1990725"/>
                  <a:gd name="connsiteY1" fmla="*/ -1 h 345281"/>
                  <a:gd name="connsiteX2" fmla="*/ 1990725 w 1990725"/>
                  <a:gd name="connsiteY2" fmla="*/ 345281 h 345281"/>
                  <a:gd name="connsiteX3" fmla="*/ -1 w 1990725"/>
                  <a:gd name="connsiteY3" fmla="*/ 345281 h 34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90725" h="345281">
                    <a:moveTo>
                      <a:pt x="-1" y="-1"/>
                    </a:moveTo>
                    <a:lnTo>
                      <a:pt x="1990725" y="-1"/>
                    </a:lnTo>
                    <a:lnTo>
                      <a:pt x="1990725" y="345281"/>
                    </a:lnTo>
                    <a:lnTo>
                      <a:pt x="-1" y="345281"/>
                    </a:lnTo>
                    <a:close/>
                  </a:path>
                </a:pathLst>
              </a:custGeom>
            </p:spPr>
          </p:pic>
        </p:grpSp>
        <p:grpSp>
          <p:nvGrpSpPr>
            <p:cNvPr id="80" name="图形 2">
              <a:extLst>
                <a:ext uri="{FF2B5EF4-FFF2-40B4-BE49-F238E27FC236}">
                  <a16:creationId xmlns:a16="http://schemas.microsoft.com/office/drawing/2014/main" id="{40047800-5913-B9EF-75AC-D80EF91077A4}"/>
                </a:ext>
              </a:extLst>
            </p:cNvPr>
            <p:cNvGrpSpPr/>
            <p:nvPr/>
          </p:nvGrpSpPr>
          <p:grpSpPr>
            <a:xfrm>
              <a:off x="5959792" y="5419725"/>
              <a:ext cx="467296" cy="476250"/>
              <a:chOff x="5959792" y="5419725"/>
              <a:chExt cx="467296" cy="476250"/>
            </a:xfrm>
          </p:grpSpPr>
          <p:sp>
            <p:nvSpPr>
              <p:cNvPr id="81" name="任意多边形: 形状 80">
                <a:extLst>
                  <a:ext uri="{FF2B5EF4-FFF2-40B4-BE49-F238E27FC236}">
                    <a16:creationId xmlns:a16="http://schemas.microsoft.com/office/drawing/2014/main" id="{CC3E35D7-D03D-C1AA-D133-44EAABCFDCF4}"/>
                  </a:ext>
                </a:extLst>
              </p:cNvPr>
              <p:cNvSpPr/>
              <p:nvPr/>
            </p:nvSpPr>
            <p:spPr>
              <a:xfrm>
                <a:off x="5959792" y="5457825"/>
                <a:ext cx="410146" cy="438150"/>
              </a:xfrm>
              <a:custGeom>
                <a:avLst/>
                <a:gdLst>
                  <a:gd name="connsiteX0" fmla="*/ 0 w 410146"/>
                  <a:gd name="connsiteY0" fmla="*/ 438150 h 438150"/>
                  <a:gd name="connsiteX1" fmla="*/ 191262 w 410146"/>
                  <a:gd name="connsiteY1" fmla="*/ 438150 h 438150"/>
                  <a:gd name="connsiteX2" fmla="*/ 286512 w 410146"/>
                  <a:gd name="connsiteY2" fmla="*/ 342900 h 438150"/>
                  <a:gd name="connsiteX3" fmla="*/ 286512 w 410146"/>
                  <a:gd name="connsiteY3" fmla="*/ 95250 h 438150"/>
                  <a:gd name="connsiteX4" fmla="*/ 348329 w 410146"/>
                  <a:gd name="connsiteY4" fmla="*/ 0 h 438150"/>
                  <a:gd name="connsiteX5" fmla="*/ 410146 w 410146"/>
                  <a:gd name="connsiteY5" fmla="*/ 0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0146" h="438150">
                    <a:moveTo>
                      <a:pt x="0" y="438150"/>
                    </a:moveTo>
                    <a:lnTo>
                      <a:pt x="191262" y="438150"/>
                    </a:lnTo>
                    <a:cubicBezTo>
                      <a:pt x="254762" y="438150"/>
                      <a:pt x="286512" y="406400"/>
                      <a:pt x="286512" y="342900"/>
                    </a:cubicBezTo>
                    <a:lnTo>
                      <a:pt x="286512" y="95250"/>
                    </a:lnTo>
                    <a:cubicBezTo>
                      <a:pt x="286512" y="31750"/>
                      <a:pt x="307118" y="0"/>
                      <a:pt x="348329" y="0"/>
                    </a:cubicBezTo>
                    <a:lnTo>
                      <a:pt x="410146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2" name="任意多边形: 形状 81">
                <a:extLst>
                  <a:ext uri="{FF2B5EF4-FFF2-40B4-BE49-F238E27FC236}">
                    <a16:creationId xmlns:a16="http://schemas.microsoft.com/office/drawing/2014/main" id="{0635CB5E-56F5-A588-5C75-B479AE58AB0B}"/>
                  </a:ext>
                </a:extLst>
              </p:cNvPr>
              <p:cNvSpPr/>
              <p:nvPr/>
            </p:nvSpPr>
            <p:spPr>
              <a:xfrm>
                <a:off x="6350889" y="5419725"/>
                <a:ext cx="76200" cy="76200"/>
              </a:xfrm>
              <a:custGeom>
                <a:avLst/>
                <a:gdLst>
                  <a:gd name="connsiteX0" fmla="*/ 76200 w 76200"/>
                  <a:gd name="connsiteY0" fmla="*/ 38100 h 76200"/>
                  <a:gd name="connsiteX1" fmla="*/ 0 w 76200"/>
                  <a:gd name="connsiteY1" fmla="*/ 76200 h 76200"/>
                  <a:gd name="connsiteX2" fmla="*/ 19050 w 76200"/>
                  <a:gd name="connsiteY2" fmla="*/ 38100 h 76200"/>
                  <a:gd name="connsiteX3" fmla="*/ 0 w 76200"/>
                  <a:gd name="connsiteY3" fmla="*/ 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76200" y="38100"/>
                    </a:moveTo>
                    <a:lnTo>
                      <a:pt x="0" y="76200"/>
                    </a:lnTo>
                    <a:lnTo>
                      <a:pt x="19050" y="38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3" name="图形 2">
              <a:extLst>
                <a:ext uri="{FF2B5EF4-FFF2-40B4-BE49-F238E27FC236}">
                  <a16:creationId xmlns:a16="http://schemas.microsoft.com/office/drawing/2014/main" id="{5939B509-1A49-1DE9-87DE-EADBA8DB464F}"/>
                </a:ext>
              </a:extLst>
            </p:cNvPr>
            <p:cNvGrpSpPr/>
            <p:nvPr/>
          </p:nvGrpSpPr>
          <p:grpSpPr>
            <a:xfrm>
              <a:off x="4043362" y="5610225"/>
              <a:ext cx="2011680" cy="571500"/>
              <a:chOff x="4043362" y="5610225"/>
              <a:chExt cx="2011680" cy="571500"/>
            </a:xfrm>
            <a:solidFill>
              <a:srgbClr val="FFFFDE"/>
            </a:solidFill>
          </p:grpSpPr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DAE5BE20-39C7-3975-2BF6-9CBCED43A253}"/>
                  </a:ext>
                </a:extLst>
              </p:cNvPr>
              <p:cNvSpPr/>
              <p:nvPr/>
            </p:nvSpPr>
            <p:spPr>
              <a:xfrm>
                <a:off x="4043362" y="5610225"/>
                <a:ext cx="2011680" cy="571500"/>
              </a:xfrm>
              <a:custGeom>
                <a:avLst/>
                <a:gdLst>
                  <a:gd name="connsiteX0" fmla="*/ 0 w 2011680"/>
                  <a:gd name="connsiteY0" fmla="*/ 571500 h 571500"/>
                  <a:gd name="connsiteX1" fmla="*/ 190500 w 2011680"/>
                  <a:gd name="connsiteY1" fmla="*/ 0 h 571500"/>
                  <a:gd name="connsiteX2" fmla="*/ 2011680 w 2011680"/>
                  <a:gd name="connsiteY2" fmla="*/ 0 h 571500"/>
                  <a:gd name="connsiteX3" fmla="*/ 1821180 w 2011680"/>
                  <a:gd name="connsiteY3" fmla="*/ 57150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11680" h="571500">
                    <a:moveTo>
                      <a:pt x="0" y="571500"/>
                    </a:moveTo>
                    <a:lnTo>
                      <a:pt x="190500" y="0"/>
                    </a:lnTo>
                    <a:lnTo>
                      <a:pt x="2011680" y="0"/>
                    </a:lnTo>
                    <a:lnTo>
                      <a:pt x="1821180" y="571500"/>
                    </a:lnTo>
                    <a:close/>
                  </a:path>
                </a:pathLst>
              </a:custGeom>
              <a:solidFill>
                <a:srgbClr val="FFFFDE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85" name="图片 84">
                <a:extLst>
                  <a:ext uri="{FF2B5EF4-FFF2-40B4-BE49-F238E27FC236}">
                    <a16:creationId xmlns:a16="http://schemas.microsoft.com/office/drawing/2014/main" id="{4236B28F-2F0E-A06F-D1EF-F5024D7416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43362" y="5753100"/>
                <a:ext cx="1990725" cy="345281"/>
              </a:xfrm>
              <a:custGeom>
                <a:avLst/>
                <a:gdLst>
                  <a:gd name="connsiteX0" fmla="*/ -1 w 1990725"/>
                  <a:gd name="connsiteY0" fmla="*/ -1 h 345281"/>
                  <a:gd name="connsiteX1" fmla="*/ 1990725 w 1990725"/>
                  <a:gd name="connsiteY1" fmla="*/ -1 h 345281"/>
                  <a:gd name="connsiteX2" fmla="*/ 1990725 w 1990725"/>
                  <a:gd name="connsiteY2" fmla="*/ 345281 h 345281"/>
                  <a:gd name="connsiteX3" fmla="*/ -1 w 1990725"/>
                  <a:gd name="connsiteY3" fmla="*/ 345281 h 34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90725" h="345281">
                    <a:moveTo>
                      <a:pt x="-1" y="-1"/>
                    </a:moveTo>
                    <a:lnTo>
                      <a:pt x="1990725" y="-1"/>
                    </a:lnTo>
                    <a:lnTo>
                      <a:pt x="1990725" y="345281"/>
                    </a:lnTo>
                    <a:lnTo>
                      <a:pt x="-1" y="345281"/>
                    </a:lnTo>
                    <a:close/>
                  </a:path>
                </a:pathLst>
              </a:custGeom>
            </p:spPr>
          </p:pic>
        </p:grp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B5A26402-C3D6-BAF0-B736-26725A84BAEB}"/>
                </a:ext>
              </a:extLst>
            </p:cNvPr>
            <p:cNvSpPr/>
            <p:nvPr/>
          </p:nvSpPr>
          <p:spPr>
            <a:xfrm>
              <a:off x="6445250" y="4648200"/>
              <a:ext cx="174624" cy="1619250"/>
            </a:xfrm>
            <a:custGeom>
              <a:avLst/>
              <a:gdLst>
                <a:gd name="connsiteX0" fmla="*/ 174625 w 174624"/>
                <a:gd name="connsiteY0" fmla="*/ 0 h 1619250"/>
                <a:gd name="connsiteX1" fmla="*/ 127000 w 174624"/>
                <a:gd name="connsiteY1" fmla="*/ 0 h 1619250"/>
                <a:gd name="connsiteX2" fmla="*/ 79375 w 174624"/>
                <a:gd name="connsiteY2" fmla="*/ 95250 h 1619250"/>
                <a:gd name="connsiteX3" fmla="*/ 79375 w 174624"/>
                <a:gd name="connsiteY3" fmla="*/ 714375 h 1619250"/>
                <a:gd name="connsiteX4" fmla="*/ 31750 w 174624"/>
                <a:gd name="connsiteY4" fmla="*/ 809625 h 1619250"/>
                <a:gd name="connsiteX5" fmla="*/ 7937 w 174624"/>
                <a:gd name="connsiteY5" fmla="*/ 809625 h 1619250"/>
                <a:gd name="connsiteX6" fmla="*/ 31750 w 174624"/>
                <a:gd name="connsiteY6" fmla="*/ 809625 h 1619250"/>
                <a:gd name="connsiteX7" fmla="*/ 55562 w 174624"/>
                <a:gd name="connsiteY7" fmla="*/ 809625 h 1619250"/>
                <a:gd name="connsiteX8" fmla="*/ 79375 w 174624"/>
                <a:gd name="connsiteY8" fmla="*/ 904875 h 1619250"/>
                <a:gd name="connsiteX9" fmla="*/ 79375 w 174624"/>
                <a:gd name="connsiteY9" fmla="*/ 1524000 h 1619250"/>
                <a:gd name="connsiteX10" fmla="*/ 127000 w 174624"/>
                <a:gd name="connsiteY10" fmla="*/ 1619250 h 1619250"/>
                <a:gd name="connsiteX11" fmla="*/ 174625 w 174624"/>
                <a:gd name="connsiteY11" fmla="*/ 1619250 h 161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4624" h="1619250">
                  <a:moveTo>
                    <a:pt x="174625" y="0"/>
                  </a:moveTo>
                  <a:lnTo>
                    <a:pt x="127000" y="0"/>
                  </a:lnTo>
                  <a:cubicBezTo>
                    <a:pt x="95250" y="0"/>
                    <a:pt x="79375" y="31750"/>
                    <a:pt x="79375" y="95250"/>
                  </a:cubicBezTo>
                  <a:lnTo>
                    <a:pt x="79375" y="714375"/>
                  </a:lnTo>
                  <a:cubicBezTo>
                    <a:pt x="79375" y="777875"/>
                    <a:pt x="63500" y="809625"/>
                    <a:pt x="31750" y="809625"/>
                  </a:cubicBezTo>
                  <a:lnTo>
                    <a:pt x="7937" y="809625"/>
                  </a:lnTo>
                  <a:cubicBezTo>
                    <a:pt x="-7937" y="809625"/>
                    <a:pt x="0" y="809625"/>
                    <a:pt x="31750" y="809625"/>
                  </a:cubicBezTo>
                  <a:lnTo>
                    <a:pt x="55562" y="809625"/>
                  </a:lnTo>
                  <a:cubicBezTo>
                    <a:pt x="71437" y="809625"/>
                    <a:pt x="79375" y="841375"/>
                    <a:pt x="79375" y="904875"/>
                  </a:cubicBezTo>
                  <a:lnTo>
                    <a:pt x="79375" y="1524000"/>
                  </a:lnTo>
                  <a:cubicBezTo>
                    <a:pt x="79375" y="1587500"/>
                    <a:pt x="95250" y="1619250"/>
                    <a:pt x="127000" y="1619250"/>
                  </a:cubicBezTo>
                  <a:lnTo>
                    <a:pt x="174625" y="161925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87" name="图形 2">
              <a:extLst>
                <a:ext uri="{FF2B5EF4-FFF2-40B4-BE49-F238E27FC236}">
                  <a16:creationId xmlns:a16="http://schemas.microsoft.com/office/drawing/2014/main" id="{FEC710F5-EE52-DAD0-448B-04754018F757}"/>
                </a:ext>
              </a:extLst>
            </p:cNvPr>
            <p:cNvGrpSpPr/>
            <p:nvPr/>
          </p:nvGrpSpPr>
          <p:grpSpPr>
            <a:xfrm>
              <a:off x="6705600" y="4600575"/>
              <a:ext cx="1704975" cy="345281"/>
              <a:chOff x="6705600" y="4600575"/>
              <a:chExt cx="1704975" cy="345281"/>
            </a:xfrm>
            <a:noFill/>
          </p:grpSpPr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41EFFFF6-6BEC-82BC-355A-F9B7F7A034D5}"/>
                  </a:ext>
                </a:extLst>
              </p:cNvPr>
              <p:cNvSpPr/>
              <p:nvPr/>
            </p:nvSpPr>
            <p:spPr>
              <a:xfrm>
                <a:off x="6705600" y="4600575"/>
                <a:ext cx="1704975" cy="285750"/>
              </a:xfrm>
              <a:custGeom>
                <a:avLst/>
                <a:gdLst>
                  <a:gd name="connsiteX0" fmla="*/ 0 w 1704975"/>
                  <a:gd name="connsiteY0" fmla="*/ 0 h 285750"/>
                  <a:gd name="connsiteX1" fmla="*/ 1704975 w 1704975"/>
                  <a:gd name="connsiteY1" fmla="*/ 0 h 285750"/>
                  <a:gd name="connsiteX2" fmla="*/ 1704975 w 1704975"/>
                  <a:gd name="connsiteY2" fmla="*/ 285750 h 285750"/>
                  <a:gd name="connsiteX3" fmla="*/ 0 w 1704975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4975" h="285750">
                    <a:moveTo>
                      <a:pt x="0" y="0"/>
                    </a:moveTo>
                    <a:lnTo>
                      <a:pt x="1704975" y="0"/>
                    </a:lnTo>
                    <a:lnTo>
                      <a:pt x="1704975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89" name="图片 88">
                <a:extLst>
                  <a:ext uri="{FF2B5EF4-FFF2-40B4-BE49-F238E27FC236}">
                    <a16:creationId xmlns:a16="http://schemas.microsoft.com/office/drawing/2014/main" id="{549EE3C3-1D92-9147-CD92-2380E81B09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10362" y="4600575"/>
                <a:ext cx="1685925" cy="345281"/>
              </a:xfrm>
              <a:custGeom>
                <a:avLst/>
                <a:gdLst>
                  <a:gd name="connsiteX0" fmla="*/ -1 w 1685925"/>
                  <a:gd name="connsiteY0" fmla="*/ -1 h 345281"/>
                  <a:gd name="connsiteX1" fmla="*/ 1685925 w 1685925"/>
                  <a:gd name="connsiteY1" fmla="*/ -1 h 345281"/>
                  <a:gd name="connsiteX2" fmla="*/ 1685925 w 1685925"/>
                  <a:gd name="connsiteY2" fmla="*/ 345281 h 345281"/>
                  <a:gd name="connsiteX3" fmla="*/ -1 w 1685925"/>
                  <a:gd name="connsiteY3" fmla="*/ 345281 h 34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85925" h="345281">
                    <a:moveTo>
                      <a:pt x="-1" y="-1"/>
                    </a:moveTo>
                    <a:lnTo>
                      <a:pt x="1685925" y="-1"/>
                    </a:lnTo>
                    <a:lnTo>
                      <a:pt x="1685925" y="345281"/>
                    </a:lnTo>
                    <a:lnTo>
                      <a:pt x="-1" y="345281"/>
                    </a:lnTo>
                    <a:close/>
                  </a:path>
                </a:pathLst>
              </a:custGeom>
            </p:spPr>
          </p:pic>
        </p:grpSp>
        <p:grpSp>
          <p:nvGrpSpPr>
            <p:cNvPr id="90" name="图形 2">
              <a:extLst>
                <a:ext uri="{FF2B5EF4-FFF2-40B4-BE49-F238E27FC236}">
                  <a16:creationId xmlns:a16="http://schemas.microsoft.com/office/drawing/2014/main" id="{F3400912-23E8-FA66-0FE6-2ACB7F7319D2}"/>
                </a:ext>
              </a:extLst>
            </p:cNvPr>
            <p:cNvGrpSpPr/>
            <p:nvPr/>
          </p:nvGrpSpPr>
          <p:grpSpPr>
            <a:xfrm>
              <a:off x="6686550" y="6007893"/>
              <a:ext cx="1724025" cy="347662"/>
              <a:chOff x="6686550" y="6007893"/>
              <a:chExt cx="1724025" cy="347662"/>
            </a:xfrm>
            <a:noFill/>
          </p:grpSpPr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93CE3C78-77BC-36C0-A715-DD942D925922}"/>
                  </a:ext>
                </a:extLst>
              </p:cNvPr>
              <p:cNvSpPr/>
              <p:nvPr/>
            </p:nvSpPr>
            <p:spPr>
              <a:xfrm>
                <a:off x="6686550" y="6007893"/>
                <a:ext cx="1724025" cy="285750"/>
              </a:xfrm>
              <a:custGeom>
                <a:avLst/>
                <a:gdLst>
                  <a:gd name="connsiteX0" fmla="*/ 0 w 1724025"/>
                  <a:gd name="connsiteY0" fmla="*/ 0 h 285750"/>
                  <a:gd name="connsiteX1" fmla="*/ 1724025 w 1724025"/>
                  <a:gd name="connsiteY1" fmla="*/ 0 h 285750"/>
                  <a:gd name="connsiteX2" fmla="*/ 1724025 w 1724025"/>
                  <a:gd name="connsiteY2" fmla="*/ 285750 h 285750"/>
                  <a:gd name="connsiteX3" fmla="*/ 0 w 1724025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4025" h="285750">
                    <a:moveTo>
                      <a:pt x="0" y="0"/>
                    </a:moveTo>
                    <a:lnTo>
                      <a:pt x="1724025" y="0"/>
                    </a:lnTo>
                    <a:lnTo>
                      <a:pt x="1724025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92" name="图片 91">
                <a:extLst>
                  <a:ext uri="{FF2B5EF4-FFF2-40B4-BE49-F238E27FC236}">
                    <a16:creationId xmlns:a16="http://schemas.microsoft.com/office/drawing/2014/main" id="{1EFAC534-C244-6113-96E0-2554D7C7A9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91312" y="6010275"/>
                <a:ext cx="1704975" cy="345281"/>
              </a:xfrm>
              <a:custGeom>
                <a:avLst/>
                <a:gdLst>
                  <a:gd name="connsiteX0" fmla="*/ -1 w 1704975"/>
                  <a:gd name="connsiteY0" fmla="*/ -1 h 345281"/>
                  <a:gd name="connsiteX1" fmla="*/ 1704975 w 1704975"/>
                  <a:gd name="connsiteY1" fmla="*/ -1 h 345281"/>
                  <a:gd name="connsiteX2" fmla="*/ 1704975 w 1704975"/>
                  <a:gd name="connsiteY2" fmla="*/ 345281 h 345281"/>
                  <a:gd name="connsiteX3" fmla="*/ -1 w 1704975"/>
                  <a:gd name="connsiteY3" fmla="*/ 345281 h 34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4975" h="345281">
                    <a:moveTo>
                      <a:pt x="-1" y="-1"/>
                    </a:moveTo>
                    <a:lnTo>
                      <a:pt x="1704975" y="-1"/>
                    </a:lnTo>
                    <a:lnTo>
                      <a:pt x="1704975" y="345281"/>
                    </a:lnTo>
                    <a:lnTo>
                      <a:pt x="-1" y="345281"/>
                    </a:lnTo>
                    <a:close/>
                  </a:path>
                </a:pathLst>
              </a:custGeom>
            </p:spPr>
          </p:pic>
        </p:grpSp>
        <p:grpSp>
          <p:nvGrpSpPr>
            <p:cNvPr id="93" name="图形 2">
              <a:extLst>
                <a:ext uri="{FF2B5EF4-FFF2-40B4-BE49-F238E27FC236}">
                  <a16:creationId xmlns:a16="http://schemas.microsoft.com/office/drawing/2014/main" id="{996BCFBC-A01A-1EC9-33B7-8A16F9A44EBD}"/>
                </a:ext>
              </a:extLst>
            </p:cNvPr>
            <p:cNvGrpSpPr/>
            <p:nvPr/>
          </p:nvGrpSpPr>
          <p:grpSpPr>
            <a:xfrm>
              <a:off x="6050280" y="5124450"/>
              <a:ext cx="376808" cy="371475"/>
              <a:chOff x="6050280" y="5124450"/>
              <a:chExt cx="376808" cy="371475"/>
            </a:xfrm>
          </p:grpSpPr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E571361E-FA10-F39D-F9A2-D1C3AA86E474}"/>
                  </a:ext>
                </a:extLst>
              </p:cNvPr>
              <p:cNvSpPr/>
              <p:nvPr/>
            </p:nvSpPr>
            <p:spPr>
              <a:xfrm>
                <a:off x="6050280" y="5124450"/>
                <a:ext cx="319658" cy="333375"/>
              </a:xfrm>
              <a:custGeom>
                <a:avLst/>
                <a:gdLst>
                  <a:gd name="connsiteX0" fmla="*/ 0 w 319658"/>
                  <a:gd name="connsiteY0" fmla="*/ 0 h 333375"/>
                  <a:gd name="connsiteX1" fmla="*/ 89535 w 319658"/>
                  <a:gd name="connsiteY1" fmla="*/ 571 h 333375"/>
                  <a:gd name="connsiteX2" fmla="*/ 179070 w 319658"/>
                  <a:gd name="connsiteY2" fmla="*/ 96298 h 333375"/>
                  <a:gd name="connsiteX3" fmla="*/ 179070 w 319658"/>
                  <a:gd name="connsiteY3" fmla="*/ 238125 h 333375"/>
                  <a:gd name="connsiteX4" fmla="*/ 249364 w 319658"/>
                  <a:gd name="connsiteY4" fmla="*/ 333375 h 333375"/>
                  <a:gd name="connsiteX5" fmla="*/ 319659 w 319658"/>
                  <a:gd name="connsiteY5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9658" h="333375">
                    <a:moveTo>
                      <a:pt x="0" y="0"/>
                    </a:moveTo>
                    <a:lnTo>
                      <a:pt x="89535" y="571"/>
                    </a:lnTo>
                    <a:cubicBezTo>
                      <a:pt x="149225" y="889"/>
                      <a:pt x="179070" y="32798"/>
                      <a:pt x="179070" y="96298"/>
                    </a:cubicBezTo>
                    <a:lnTo>
                      <a:pt x="179070" y="238125"/>
                    </a:lnTo>
                    <a:cubicBezTo>
                      <a:pt x="179070" y="301625"/>
                      <a:pt x="202501" y="333375"/>
                      <a:pt x="249364" y="333375"/>
                    </a:cubicBezTo>
                    <a:lnTo>
                      <a:pt x="319659" y="333375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920CB285-709D-CA81-65FA-2B3051DD43F4}"/>
                  </a:ext>
                </a:extLst>
              </p:cNvPr>
              <p:cNvSpPr/>
              <p:nvPr/>
            </p:nvSpPr>
            <p:spPr>
              <a:xfrm>
                <a:off x="6350889" y="5419725"/>
                <a:ext cx="76200" cy="76200"/>
              </a:xfrm>
              <a:custGeom>
                <a:avLst/>
                <a:gdLst>
                  <a:gd name="connsiteX0" fmla="*/ 76200 w 76200"/>
                  <a:gd name="connsiteY0" fmla="*/ 38100 h 76200"/>
                  <a:gd name="connsiteX1" fmla="*/ 0 w 76200"/>
                  <a:gd name="connsiteY1" fmla="*/ 76200 h 76200"/>
                  <a:gd name="connsiteX2" fmla="*/ 19050 w 76200"/>
                  <a:gd name="connsiteY2" fmla="*/ 38100 h 76200"/>
                  <a:gd name="connsiteX3" fmla="*/ 0 w 76200"/>
                  <a:gd name="connsiteY3" fmla="*/ 0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00">
                    <a:moveTo>
                      <a:pt x="76200" y="38100"/>
                    </a:moveTo>
                    <a:lnTo>
                      <a:pt x="0" y="76200"/>
                    </a:lnTo>
                    <a:lnTo>
                      <a:pt x="19050" y="38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6" name="图形 2">
              <a:extLst>
                <a:ext uri="{FF2B5EF4-FFF2-40B4-BE49-F238E27FC236}">
                  <a16:creationId xmlns:a16="http://schemas.microsoft.com/office/drawing/2014/main" id="{B9310857-7827-3643-A40F-405F4A9E9E0E}"/>
                </a:ext>
              </a:extLst>
            </p:cNvPr>
            <p:cNvGrpSpPr/>
            <p:nvPr/>
          </p:nvGrpSpPr>
          <p:grpSpPr>
            <a:xfrm>
              <a:off x="2952750" y="4652962"/>
              <a:ext cx="476250" cy="1619250"/>
              <a:chOff x="2952750" y="4652962"/>
              <a:chExt cx="476250" cy="1619250"/>
            </a:xfrm>
            <a:solidFill>
              <a:srgbClr val="DAE8FC"/>
            </a:solidFill>
          </p:grpSpPr>
          <p:sp>
            <p:nvSpPr>
              <p:cNvPr id="97" name="任意多边形: 形状 96">
                <a:extLst>
                  <a:ext uri="{FF2B5EF4-FFF2-40B4-BE49-F238E27FC236}">
                    <a16:creationId xmlns:a16="http://schemas.microsoft.com/office/drawing/2014/main" id="{396537CC-553B-D8B4-1868-0EE8724A1074}"/>
                  </a:ext>
                </a:extLst>
              </p:cNvPr>
              <p:cNvSpPr/>
              <p:nvPr/>
            </p:nvSpPr>
            <p:spPr>
              <a:xfrm rot="10800000" flipV="1">
                <a:off x="2952750" y="4652962"/>
                <a:ext cx="476250" cy="1619250"/>
              </a:xfrm>
              <a:custGeom>
                <a:avLst/>
                <a:gdLst>
                  <a:gd name="connsiteX0" fmla="*/ 404813 w 476250"/>
                  <a:gd name="connsiteY0" fmla="*/ 0 h 1619250"/>
                  <a:gd name="connsiteX1" fmla="*/ 476250 w 476250"/>
                  <a:gd name="connsiteY1" fmla="*/ 71438 h 1619250"/>
                  <a:gd name="connsiteX2" fmla="*/ 476250 w 476250"/>
                  <a:gd name="connsiteY2" fmla="*/ 1547813 h 1619250"/>
                  <a:gd name="connsiteX3" fmla="*/ 404813 w 476250"/>
                  <a:gd name="connsiteY3" fmla="*/ 1619250 h 1619250"/>
                  <a:gd name="connsiteX4" fmla="*/ 71438 w 476250"/>
                  <a:gd name="connsiteY4" fmla="*/ 1619250 h 1619250"/>
                  <a:gd name="connsiteX5" fmla="*/ 0 w 476250"/>
                  <a:gd name="connsiteY5" fmla="*/ 1547813 h 1619250"/>
                  <a:gd name="connsiteX6" fmla="*/ 0 w 476250"/>
                  <a:gd name="connsiteY6" fmla="*/ 71438 h 1619250"/>
                  <a:gd name="connsiteX7" fmla="*/ 71438 w 476250"/>
                  <a:gd name="connsiteY7" fmla="*/ 0 h 1619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0" h="1619250">
                    <a:moveTo>
                      <a:pt x="404813" y="0"/>
                    </a:moveTo>
                    <a:cubicBezTo>
                      <a:pt x="444266" y="0"/>
                      <a:pt x="476250" y="31984"/>
                      <a:pt x="476250" y="71438"/>
                    </a:cubicBezTo>
                    <a:lnTo>
                      <a:pt x="476250" y="1547813"/>
                    </a:lnTo>
                    <a:cubicBezTo>
                      <a:pt x="476250" y="1587267"/>
                      <a:pt x="444266" y="1619250"/>
                      <a:pt x="404813" y="1619250"/>
                    </a:cubicBezTo>
                    <a:lnTo>
                      <a:pt x="71438" y="1619250"/>
                    </a:lnTo>
                    <a:cubicBezTo>
                      <a:pt x="31984" y="1619250"/>
                      <a:pt x="0" y="1587267"/>
                      <a:pt x="0" y="1547813"/>
                    </a:cubicBezTo>
                    <a:lnTo>
                      <a:pt x="0" y="71438"/>
                    </a:lnTo>
                    <a:cubicBezTo>
                      <a:pt x="0" y="31984"/>
                      <a:pt x="31984" y="0"/>
                      <a:pt x="71438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9050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98" name="图片 97">
                <a:extLst>
                  <a:ext uri="{FF2B5EF4-FFF2-40B4-BE49-F238E27FC236}">
                    <a16:creationId xmlns:a16="http://schemas.microsoft.com/office/drawing/2014/main" id="{BF80E08D-AF1F-95CA-28B3-25BBF3D34C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57512" y="5038725"/>
                <a:ext cx="457200" cy="916781"/>
              </a:xfrm>
              <a:custGeom>
                <a:avLst/>
                <a:gdLst>
                  <a:gd name="connsiteX0" fmla="*/ -1 w 457200"/>
                  <a:gd name="connsiteY0" fmla="*/ -1 h 916781"/>
                  <a:gd name="connsiteX1" fmla="*/ 457200 w 457200"/>
                  <a:gd name="connsiteY1" fmla="*/ -1 h 916781"/>
                  <a:gd name="connsiteX2" fmla="*/ 457200 w 457200"/>
                  <a:gd name="connsiteY2" fmla="*/ 916781 h 916781"/>
                  <a:gd name="connsiteX3" fmla="*/ -1 w 457200"/>
                  <a:gd name="connsiteY3" fmla="*/ 916781 h 916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7200" h="916781">
                    <a:moveTo>
                      <a:pt x="-1" y="-1"/>
                    </a:moveTo>
                    <a:lnTo>
                      <a:pt x="457200" y="-1"/>
                    </a:lnTo>
                    <a:lnTo>
                      <a:pt x="457200" y="916781"/>
                    </a:lnTo>
                    <a:lnTo>
                      <a:pt x="-1" y="916781"/>
                    </a:lnTo>
                    <a:close/>
                  </a:path>
                </a:pathLst>
              </a:custGeom>
            </p:spPr>
          </p:pic>
        </p:grpSp>
        <p:grpSp>
          <p:nvGrpSpPr>
            <p:cNvPr id="99" name="图形 2">
              <a:extLst>
                <a:ext uri="{FF2B5EF4-FFF2-40B4-BE49-F238E27FC236}">
                  <a16:creationId xmlns:a16="http://schemas.microsoft.com/office/drawing/2014/main" id="{5CBC4680-8690-7033-59AE-796653B35062}"/>
                </a:ext>
              </a:extLst>
            </p:cNvPr>
            <p:cNvGrpSpPr/>
            <p:nvPr/>
          </p:nvGrpSpPr>
          <p:grpSpPr>
            <a:xfrm>
              <a:off x="6560343" y="5124450"/>
              <a:ext cx="2040731" cy="345281"/>
              <a:chOff x="6560343" y="5124450"/>
              <a:chExt cx="2040731" cy="345281"/>
            </a:xfrm>
            <a:noFill/>
          </p:grpSpPr>
          <p:sp>
            <p:nvSpPr>
              <p:cNvPr id="100" name="任意多边形: 形状 99">
                <a:extLst>
                  <a:ext uri="{FF2B5EF4-FFF2-40B4-BE49-F238E27FC236}">
                    <a16:creationId xmlns:a16="http://schemas.microsoft.com/office/drawing/2014/main" id="{B0787CD0-50B4-2339-36BD-9A51092DE792}"/>
                  </a:ext>
                </a:extLst>
              </p:cNvPr>
              <p:cNvSpPr/>
              <p:nvPr/>
            </p:nvSpPr>
            <p:spPr>
              <a:xfrm>
                <a:off x="6560343" y="5124450"/>
                <a:ext cx="2040731" cy="285750"/>
              </a:xfrm>
              <a:custGeom>
                <a:avLst/>
                <a:gdLst>
                  <a:gd name="connsiteX0" fmla="*/ 0 w 2040731"/>
                  <a:gd name="connsiteY0" fmla="*/ 0 h 285750"/>
                  <a:gd name="connsiteX1" fmla="*/ 2040731 w 2040731"/>
                  <a:gd name="connsiteY1" fmla="*/ 0 h 285750"/>
                  <a:gd name="connsiteX2" fmla="*/ 2040731 w 2040731"/>
                  <a:gd name="connsiteY2" fmla="*/ 285750 h 285750"/>
                  <a:gd name="connsiteX3" fmla="*/ 0 w 2040731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0731" h="285750">
                    <a:moveTo>
                      <a:pt x="0" y="0"/>
                    </a:moveTo>
                    <a:lnTo>
                      <a:pt x="2040731" y="0"/>
                    </a:lnTo>
                    <a:lnTo>
                      <a:pt x="2040731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01" name="图片 100">
                <a:extLst>
                  <a:ext uri="{FF2B5EF4-FFF2-40B4-BE49-F238E27FC236}">
                    <a16:creationId xmlns:a16="http://schemas.microsoft.com/office/drawing/2014/main" id="{8D9D9ADE-B54C-5712-0E29-19D96A7384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67487" y="5124450"/>
                <a:ext cx="2019300" cy="345281"/>
              </a:xfrm>
              <a:custGeom>
                <a:avLst/>
                <a:gdLst>
                  <a:gd name="connsiteX0" fmla="*/ -1 w 2019300"/>
                  <a:gd name="connsiteY0" fmla="*/ -1 h 345281"/>
                  <a:gd name="connsiteX1" fmla="*/ 2019300 w 2019300"/>
                  <a:gd name="connsiteY1" fmla="*/ -1 h 345281"/>
                  <a:gd name="connsiteX2" fmla="*/ 2019300 w 2019300"/>
                  <a:gd name="connsiteY2" fmla="*/ 345281 h 345281"/>
                  <a:gd name="connsiteX3" fmla="*/ -1 w 2019300"/>
                  <a:gd name="connsiteY3" fmla="*/ 345281 h 34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19300" h="345281">
                    <a:moveTo>
                      <a:pt x="-1" y="-1"/>
                    </a:moveTo>
                    <a:lnTo>
                      <a:pt x="2019300" y="-1"/>
                    </a:lnTo>
                    <a:lnTo>
                      <a:pt x="2019300" y="345281"/>
                    </a:lnTo>
                    <a:lnTo>
                      <a:pt x="-1" y="345281"/>
                    </a:lnTo>
                    <a:close/>
                  </a:path>
                </a:pathLst>
              </a:custGeom>
            </p:spPr>
          </p:pic>
        </p:grpSp>
        <p:grpSp>
          <p:nvGrpSpPr>
            <p:cNvPr id="102" name="图形 2">
              <a:extLst>
                <a:ext uri="{FF2B5EF4-FFF2-40B4-BE49-F238E27FC236}">
                  <a16:creationId xmlns:a16="http://schemas.microsoft.com/office/drawing/2014/main" id="{9A342F01-1BF6-6F7B-30A0-EF74663AB869}"/>
                </a:ext>
              </a:extLst>
            </p:cNvPr>
            <p:cNvGrpSpPr/>
            <p:nvPr/>
          </p:nvGrpSpPr>
          <p:grpSpPr>
            <a:xfrm>
              <a:off x="6686550" y="5524500"/>
              <a:ext cx="1724025" cy="345281"/>
              <a:chOff x="6686550" y="5524500"/>
              <a:chExt cx="1724025" cy="345281"/>
            </a:xfrm>
            <a:noFill/>
          </p:grpSpPr>
          <p:sp>
            <p:nvSpPr>
              <p:cNvPr id="103" name="任意多边形: 形状 102">
                <a:extLst>
                  <a:ext uri="{FF2B5EF4-FFF2-40B4-BE49-F238E27FC236}">
                    <a16:creationId xmlns:a16="http://schemas.microsoft.com/office/drawing/2014/main" id="{D5770D8D-D220-EF2D-8087-83F4F722C64E}"/>
                  </a:ext>
                </a:extLst>
              </p:cNvPr>
              <p:cNvSpPr/>
              <p:nvPr/>
            </p:nvSpPr>
            <p:spPr>
              <a:xfrm>
                <a:off x="6686550" y="5526881"/>
                <a:ext cx="1724025" cy="285750"/>
              </a:xfrm>
              <a:custGeom>
                <a:avLst/>
                <a:gdLst>
                  <a:gd name="connsiteX0" fmla="*/ 0 w 1724025"/>
                  <a:gd name="connsiteY0" fmla="*/ 0 h 285750"/>
                  <a:gd name="connsiteX1" fmla="*/ 1724025 w 1724025"/>
                  <a:gd name="connsiteY1" fmla="*/ 0 h 285750"/>
                  <a:gd name="connsiteX2" fmla="*/ 1724025 w 1724025"/>
                  <a:gd name="connsiteY2" fmla="*/ 285750 h 285750"/>
                  <a:gd name="connsiteX3" fmla="*/ 0 w 1724025"/>
                  <a:gd name="connsiteY3" fmla="*/ 28575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4025" h="285750">
                    <a:moveTo>
                      <a:pt x="0" y="0"/>
                    </a:moveTo>
                    <a:lnTo>
                      <a:pt x="1724025" y="0"/>
                    </a:lnTo>
                    <a:lnTo>
                      <a:pt x="1724025" y="285750"/>
                    </a:lnTo>
                    <a:lnTo>
                      <a:pt x="0" y="285750"/>
                    </a:ln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04" name="图片 103">
                <a:extLst>
                  <a:ext uri="{FF2B5EF4-FFF2-40B4-BE49-F238E27FC236}">
                    <a16:creationId xmlns:a16="http://schemas.microsoft.com/office/drawing/2014/main" id="{F7ACAA5F-CC22-4B1C-98EE-CE47E28D21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91312" y="5524500"/>
                <a:ext cx="1704975" cy="345281"/>
              </a:xfrm>
              <a:custGeom>
                <a:avLst/>
                <a:gdLst>
                  <a:gd name="connsiteX0" fmla="*/ -1 w 1704975"/>
                  <a:gd name="connsiteY0" fmla="*/ -1 h 345281"/>
                  <a:gd name="connsiteX1" fmla="*/ 1704975 w 1704975"/>
                  <a:gd name="connsiteY1" fmla="*/ -1 h 345281"/>
                  <a:gd name="connsiteX2" fmla="*/ 1704975 w 1704975"/>
                  <a:gd name="connsiteY2" fmla="*/ 345281 h 345281"/>
                  <a:gd name="connsiteX3" fmla="*/ -1 w 1704975"/>
                  <a:gd name="connsiteY3" fmla="*/ 345281 h 34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4975" h="345281">
                    <a:moveTo>
                      <a:pt x="-1" y="-1"/>
                    </a:moveTo>
                    <a:lnTo>
                      <a:pt x="1704975" y="-1"/>
                    </a:lnTo>
                    <a:lnTo>
                      <a:pt x="1704975" y="345281"/>
                    </a:lnTo>
                    <a:lnTo>
                      <a:pt x="-1" y="345281"/>
                    </a:lnTo>
                    <a:close/>
                  </a:path>
                </a:pathLst>
              </a:custGeom>
            </p:spPr>
          </p:pic>
        </p:grpSp>
        <p:grpSp>
          <p:nvGrpSpPr>
            <p:cNvPr id="105" name="图形 2">
              <a:extLst>
                <a:ext uri="{FF2B5EF4-FFF2-40B4-BE49-F238E27FC236}">
                  <a16:creationId xmlns:a16="http://schemas.microsoft.com/office/drawing/2014/main" id="{44E28AA3-9B78-A436-A830-B53943B7E79D}"/>
                </a:ext>
              </a:extLst>
            </p:cNvPr>
            <p:cNvGrpSpPr/>
            <p:nvPr/>
          </p:nvGrpSpPr>
          <p:grpSpPr>
            <a:xfrm>
              <a:off x="8524875" y="5704522"/>
              <a:ext cx="1622774" cy="451770"/>
              <a:chOff x="8524875" y="5704522"/>
              <a:chExt cx="1622774" cy="451770"/>
            </a:xfrm>
          </p:grpSpPr>
          <p:sp>
            <p:nvSpPr>
              <p:cNvPr id="106" name="任意多边形: 形状 105">
                <a:extLst>
                  <a:ext uri="{FF2B5EF4-FFF2-40B4-BE49-F238E27FC236}">
                    <a16:creationId xmlns:a16="http://schemas.microsoft.com/office/drawing/2014/main" id="{523D03A0-15AC-FD76-24C6-B13DBC0FAC01}"/>
                  </a:ext>
                </a:extLst>
              </p:cNvPr>
              <p:cNvSpPr/>
              <p:nvPr/>
            </p:nvSpPr>
            <p:spPr>
              <a:xfrm>
                <a:off x="8524875" y="5761672"/>
                <a:ext cx="1584674" cy="394620"/>
              </a:xfrm>
              <a:custGeom>
                <a:avLst/>
                <a:gdLst>
                  <a:gd name="connsiteX0" fmla="*/ 0 w 1584674"/>
                  <a:gd name="connsiteY0" fmla="*/ 389096 h 394620"/>
                  <a:gd name="connsiteX1" fmla="*/ 1584293 w 1584674"/>
                  <a:gd name="connsiteY1" fmla="*/ 394621 h 394620"/>
                  <a:gd name="connsiteX2" fmla="*/ 1584674 w 1584674"/>
                  <a:gd name="connsiteY2" fmla="*/ 0 h 394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84674" h="394620">
                    <a:moveTo>
                      <a:pt x="0" y="389096"/>
                    </a:moveTo>
                    <a:lnTo>
                      <a:pt x="1584293" y="394621"/>
                    </a:lnTo>
                    <a:lnTo>
                      <a:pt x="1584674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: 形状 106">
                <a:extLst>
                  <a:ext uri="{FF2B5EF4-FFF2-40B4-BE49-F238E27FC236}">
                    <a16:creationId xmlns:a16="http://schemas.microsoft.com/office/drawing/2014/main" id="{EA8DFF36-F05E-4012-A411-02CA3A92132F}"/>
                  </a:ext>
                </a:extLst>
              </p:cNvPr>
              <p:cNvSpPr/>
              <p:nvPr/>
            </p:nvSpPr>
            <p:spPr>
              <a:xfrm>
                <a:off x="10071449" y="5704522"/>
                <a:ext cx="76200" cy="76294"/>
              </a:xfrm>
              <a:custGeom>
                <a:avLst/>
                <a:gdLst>
                  <a:gd name="connsiteX0" fmla="*/ 38100 w 76200"/>
                  <a:gd name="connsiteY0" fmla="*/ 0 h 76294"/>
                  <a:gd name="connsiteX1" fmla="*/ 76200 w 76200"/>
                  <a:gd name="connsiteY1" fmla="*/ 76295 h 76294"/>
                  <a:gd name="connsiteX2" fmla="*/ 38100 w 76200"/>
                  <a:gd name="connsiteY2" fmla="*/ 57150 h 76294"/>
                  <a:gd name="connsiteX3" fmla="*/ 0 w 76200"/>
                  <a:gd name="connsiteY3" fmla="*/ 76200 h 7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94">
                    <a:moveTo>
                      <a:pt x="38100" y="0"/>
                    </a:moveTo>
                    <a:lnTo>
                      <a:pt x="76200" y="76295"/>
                    </a:lnTo>
                    <a:lnTo>
                      <a:pt x="38100" y="5715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08" name="图形 2">
              <a:extLst>
                <a:ext uri="{FF2B5EF4-FFF2-40B4-BE49-F238E27FC236}">
                  <a16:creationId xmlns:a16="http://schemas.microsoft.com/office/drawing/2014/main" id="{633B95DD-8732-26DF-23D9-E320CE9DFE87}"/>
                </a:ext>
              </a:extLst>
            </p:cNvPr>
            <p:cNvGrpSpPr/>
            <p:nvPr/>
          </p:nvGrpSpPr>
          <p:grpSpPr>
            <a:xfrm>
              <a:off x="8505825" y="4743450"/>
              <a:ext cx="1641824" cy="534352"/>
              <a:chOff x="8505825" y="4743450"/>
              <a:chExt cx="1641824" cy="534352"/>
            </a:xfrm>
          </p:grpSpPr>
          <p:sp>
            <p:nvSpPr>
              <p:cNvPr id="109" name="任意多边形: 形状 108">
                <a:extLst>
                  <a:ext uri="{FF2B5EF4-FFF2-40B4-BE49-F238E27FC236}">
                    <a16:creationId xmlns:a16="http://schemas.microsoft.com/office/drawing/2014/main" id="{B1E11385-226D-A4A1-2E3E-9636C256A649}"/>
                  </a:ext>
                </a:extLst>
              </p:cNvPr>
              <p:cNvSpPr/>
              <p:nvPr/>
            </p:nvSpPr>
            <p:spPr>
              <a:xfrm>
                <a:off x="8505825" y="4743450"/>
                <a:ext cx="1603724" cy="477202"/>
              </a:xfrm>
              <a:custGeom>
                <a:avLst/>
                <a:gdLst>
                  <a:gd name="connsiteX0" fmla="*/ 0 w 1603724"/>
                  <a:gd name="connsiteY0" fmla="*/ 0 h 477202"/>
                  <a:gd name="connsiteX1" fmla="*/ 1603343 w 1603724"/>
                  <a:gd name="connsiteY1" fmla="*/ 5334 h 477202"/>
                  <a:gd name="connsiteX2" fmla="*/ 1603724 w 1603724"/>
                  <a:gd name="connsiteY2" fmla="*/ 477202 h 477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03724" h="477202">
                    <a:moveTo>
                      <a:pt x="0" y="0"/>
                    </a:moveTo>
                    <a:lnTo>
                      <a:pt x="1603343" y="5334"/>
                    </a:lnTo>
                    <a:lnTo>
                      <a:pt x="1603724" y="477202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DD6B1992-87E4-A481-6A9E-3A39B4BE0858}"/>
                  </a:ext>
                </a:extLst>
              </p:cNvPr>
              <p:cNvSpPr/>
              <p:nvPr/>
            </p:nvSpPr>
            <p:spPr>
              <a:xfrm>
                <a:off x="10071449" y="5201507"/>
                <a:ext cx="76200" cy="76294"/>
              </a:xfrm>
              <a:custGeom>
                <a:avLst/>
                <a:gdLst>
                  <a:gd name="connsiteX0" fmla="*/ 38100 w 76200"/>
                  <a:gd name="connsiteY0" fmla="*/ 76295 h 76294"/>
                  <a:gd name="connsiteX1" fmla="*/ 0 w 76200"/>
                  <a:gd name="connsiteY1" fmla="*/ 95 h 76294"/>
                  <a:gd name="connsiteX2" fmla="*/ 38100 w 76200"/>
                  <a:gd name="connsiteY2" fmla="*/ 19145 h 76294"/>
                  <a:gd name="connsiteX3" fmla="*/ 76200 w 76200"/>
                  <a:gd name="connsiteY3" fmla="*/ 0 h 7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200" h="76294">
                    <a:moveTo>
                      <a:pt x="38100" y="76295"/>
                    </a:moveTo>
                    <a:lnTo>
                      <a:pt x="0" y="95"/>
                    </a:lnTo>
                    <a:lnTo>
                      <a:pt x="38100" y="19145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26198BD1-F11F-3F2E-EB39-96852D0FDFF4}"/>
                </a:ext>
              </a:extLst>
            </p:cNvPr>
            <p:cNvSpPr/>
            <p:nvPr/>
          </p:nvSpPr>
          <p:spPr>
            <a:xfrm rot="5400000">
              <a:off x="9523857" y="4974431"/>
              <a:ext cx="188976" cy="838200"/>
            </a:xfrm>
            <a:custGeom>
              <a:avLst/>
              <a:gdLst>
                <a:gd name="connsiteX0" fmla="*/ 0 w 188976"/>
                <a:gd name="connsiteY0" fmla="*/ 0 h 838200"/>
                <a:gd name="connsiteX1" fmla="*/ 188976 w 188976"/>
                <a:gd name="connsiteY1" fmla="*/ 0 h 838200"/>
                <a:gd name="connsiteX2" fmla="*/ 188976 w 188976"/>
                <a:gd name="connsiteY2" fmla="*/ 838200 h 838200"/>
                <a:gd name="connsiteX3" fmla="*/ 0 w 188976"/>
                <a:gd name="connsiteY3" fmla="*/ 838200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976" h="838200">
                  <a:moveTo>
                    <a:pt x="0" y="0"/>
                  </a:moveTo>
                  <a:lnTo>
                    <a:pt x="188976" y="0"/>
                  </a:lnTo>
                  <a:lnTo>
                    <a:pt x="188976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89C8B2F7-8EBA-FC9E-B4EA-AB0FC77BF064}"/>
                </a:ext>
              </a:extLst>
            </p:cNvPr>
            <p:cNvSpPr/>
            <p:nvPr/>
          </p:nvSpPr>
          <p:spPr>
            <a:xfrm rot="5400000">
              <a:off x="9523857" y="5169693"/>
              <a:ext cx="188976" cy="838200"/>
            </a:xfrm>
            <a:custGeom>
              <a:avLst/>
              <a:gdLst>
                <a:gd name="connsiteX0" fmla="*/ 0 w 188976"/>
                <a:gd name="connsiteY0" fmla="*/ 0 h 838200"/>
                <a:gd name="connsiteX1" fmla="*/ 188976 w 188976"/>
                <a:gd name="connsiteY1" fmla="*/ 0 h 838200"/>
                <a:gd name="connsiteX2" fmla="*/ 188976 w 188976"/>
                <a:gd name="connsiteY2" fmla="*/ 838200 h 838200"/>
                <a:gd name="connsiteX3" fmla="*/ 0 w 188976"/>
                <a:gd name="connsiteY3" fmla="*/ 838200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976" h="838200">
                  <a:moveTo>
                    <a:pt x="0" y="0"/>
                  </a:moveTo>
                  <a:lnTo>
                    <a:pt x="188976" y="0"/>
                  </a:lnTo>
                  <a:lnTo>
                    <a:pt x="188976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13" name="图形 2">
              <a:extLst>
                <a:ext uri="{FF2B5EF4-FFF2-40B4-BE49-F238E27FC236}">
                  <a16:creationId xmlns:a16="http://schemas.microsoft.com/office/drawing/2014/main" id="{6C4B604F-9476-EA7B-5930-788CD9FFB3AB}"/>
                </a:ext>
              </a:extLst>
            </p:cNvPr>
            <p:cNvGrpSpPr/>
            <p:nvPr/>
          </p:nvGrpSpPr>
          <p:grpSpPr>
            <a:xfrm>
              <a:off x="8651081" y="5267325"/>
              <a:ext cx="521398" cy="137350"/>
              <a:chOff x="8651081" y="5267325"/>
              <a:chExt cx="521398" cy="137350"/>
            </a:xfrm>
          </p:grpSpPr>
          <p:sp>
            <p:nvSpPr>
              <p:cNvPr id="114" name="任意多边形: 形状 113">
                <a:extLst>
                  <a:ext uri="{FF2B5EF4-FFF2-40B4-BE49-F238E27FC236}">
                    <a16:creationId xmlns:a16="http://schemas.microsoft.com/office/drawing/2014/main" id="{6028D0B0-34E8-8D5B-7174-0137CC5A088C}"/>
                  </a:ext>
                </a:extLst>
              </p:cNvPr>
              <p:cNvSpPr/>
              <p:nvPr/>
            </p:nvSpPr>
            <p:spPr>
              <a:xfrm>
                <a:off x="8651081" y="5267325"/>
                <a:ext cx="465582" cy="104298"/>
              </a:xfrm>
              <a:custGeom>
                <a:avLst/>
                <a:gdLst>
                  <a:gd name="connsiteX0" fmla="*/ 0 w 465582"/>
                  <a:gd name="connsiteY0" fmla="*/ 0 h 104298"/>
                  <a:gd name="connsiteX1" fmla="*/ 465582 w 465582"/>
                  <a:gd name="connsiteY1" fmla="*/ 104299 h 104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65582" h="104298">
                    <a:moveTo>
                      <a:pt x="0" y="0"/>
                    </a:moveTo>
                    <a:lnTo>
                      <a:pt x="465582" y="104299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5" name="任意多边形: 形状 114">
                <a:extLst>
                  <a:ext uri="{FF2B5EF4-FFF2-40B4-BE49-F238E27FC236}">
                    <a16:creationId xmlns:a16="http://schemas.microsoft.com/office/drawing/2014/main" id="{892B0E2A-7E58-CC9A-A9A8-E282E1E2DCCD}"/>
                  </a:ext>
                </a:extLst>
              </p:cNvPr>
              <p:cNvSpPr/>
              <p:nvPr/>
            </p:nvSpPr>
            <p:spPr>
              <a:xfrm>
                <a:off x="9089802" y="5330285"/>
                <a:ext cx="82676" cy="74390"/>
              </a:xfrm>
              <a:custGeom>
                <a:avLst/>
                <a:gdLst>
                  <a:gd name="connsiteX0" fmla="*/ 82677 w 82676"/>
                  <a:gd name="connsiteY0" fmla="*/ 53816 h 74390"/>
                  <a:gd name="connsiteX1" fmla="*/ 0 w 82676"/>
                  <a:gd name="connsiteY1" fmla="*/ 74390 h 74390"/>
                  <a:gd name="connsiteX2" fmla="*/ 26861 w 82676"/>
                  <a:gd name="connsiteY2" fmla="*/ 41339 h 74390"/>
                  <a:gd name="connsiteX3" fmla="*/ 16669 w 82676"/>
                  <a:gd name="connsiteY3" fmla="*/ 0 h 7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676" h="74390">
                    <a:moveTo>
                      <a:pt x="82677" y="53816"/>
                    </a:moveTo>
                    <a:lnTo>
                      <a:pt x="0" y="74390"/>
                    </a:lnTo>
                    <a:lnTo>
                      <a:pt x="26861" y="41339"/>
                    </a:lnTo>
                    <a:lnTo>
                      <a:pt x="1666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6" name="图形 2">
              <a:extLst>
                <a:ext uri="{FF2B5EF4-FFF2-40B4-BE49-F238E27FC236}">
                  <a16:creationId xmlns:a16="http://schemas.microsoft.com/office/drawing/2014/main" id="{4ECA5B71-B721-E34A-5D18-6D1917498579}"/>
                </a:ext>
              </a:extLst>
            </p:cNvPr>
            <p:cNvGrpSpPr/>
            <p:nvPr/>
          </p:nvGrpSpPr>
          <p:grpSpPr>
            <a:xfrm>
              <a:off x="8524875" y="5562600"/>
              <a:ext cx="653224" cy="107156"/>
              <a:chOff x="8524875" y="5562600"/>
              <a:chExt cx="653224" cy="107156"/>
            </a:xfrm>
          </p:grpSpPr>
          <p:sp>
            <p:nvSpPr>
              <p:cNvPr id="117" name="任意多边形: 形状 116">
                <a:extLst>
                  <a:ext uri="{FF2B5EF4-FFF2-40B4-BE49-F238E27FC236}">
                    <a16:creationId xmlns:a16="http://schemas.microsoft.com/office/drawing/2014/main" id="{BD2C46F2-3AD3-5CC1-A9AE-500033016133}"/>
                  </a:ext>
                </a:extLst>
              </p:cNvPr>
              <p:cNvSpPr/>
              <p:nvPr/>
            </p:nvSpPr>
            <p:spPr>
              <a:xfrm>
                <a:off x="8524875" y="5598128"/>
                <a:ext cx="596455" cy="71628"/>
              </a:xfrm>
              <a:custGeom>
                <a:avLst/>
                <a:gdLst>
                  <a:gd name="connsiteX0" fmla="*/ 0 w 596455"/>
                  <a:gd name="connsiteY0" fmla="*/ 71628 h 71628"/>
                  <a:gd name="connsiteX1" fmla="*/ 596455 w 596455"/>
                  <a:gd name="connsiteY1" fmla="*/ 0 h 71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96455" h="71628">
                    <a:moveTo>
                      <a:pt x="0" y="71628"/>
                    </a:moveTo>
                    <a:lnTo>
                      <a:pt x="596455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8" name="任意多边形: 形状 117">
                <a:extLst>
                  <a:ext uri="{FF2B5EF4-FFF2-40B4-BE49-F238E27FC236}">
                    <a16:creationId xmlns:a16="http://schemas.microsoft.com/office/drawing/2014/main" id="{22FC31A6-8866-8E59-164F-8CB94487D391}"/>
                  </a:ext>
                </a:extLst>
              </p:cNvPr>
              <p:cNvSpPr/>
              <p:nvPr/>
            </p:nvSpPr>
            <p:spPr>
              <a:xfrm>
                <a:off x="9097898" y="5562600"/>
                <a:ext cx="80200" cy="75628"/>
              </a:xfrm>
              <a:custGeom>
                <a:avLst/>
                <a:gdLst>
                  <a:gd name="connsiteX0" fmla="*/ 80201 w 80200"/>
                  <a:gd name="connsiteY0" fmla="*/ 28766 h 75628"/>
                  <a:gd name="connsiteX1" fmla="*/ 9144 w 80200"/>
                  <a:gd name="connsiteY1" fmla="*/ 75629 h 75628"/>
                  <a:gd name="connsiteX2" fmla="*/ 23432 w 80200"/>
                  <a:gd name="connsiteY2" fmla="*/ 35528 h 75628"/>
                  <a:gd name="connsiteX3" fmla="*/ 0 w 80200"/>
                  <a:gd name="connsiteY3" fmla="*/ 0 h 75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200" h="75628">
                    <a:moveTo>
                      <a:pt x="80201" y="28766"/>
                    </a:moveTo>
                    <a:lnTo>
                      <a:pt x="9144" y="75629"/>
                    </a:lnTo>
                    <a:lnTo>
                      <a:pt x="23432" y="355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19" name="任意多边形: 形状 118">
              <a:extLst>
                <a:ext uri="{FF2B5EF4-FFF2-40B4-BE49-F238E27FC236}">
                  <a16:creationId xmlns:a16="http://schemas.microsoft.com/office/drawing/2014/main" id="{2BD29DB1-B1ED-9B62-5E11-1EB74C758FC9}"/>
                </a:ext>
              </a:extLst>
            </p:cNvPr>
            <p:cNvSpPr/>
            <p:nvPr/>
          </p:nvSpPr>
          <p:spPr>
            <a:xfrm rot="5400000">
              <a:off x="10015156" y="5317331"/>
              <a:ext cx="188976" cy="152400"/>
            </a:xfrm>
            <a:custGeom>
              <a:avLst/>
              <a:gdLst>
                <a:gd name="connsiteX0" fmla="*/ 0 w 188976"/>
                <a:gd name="connsiteY0" fmla="*/ 0 h 152400"/>
                <a:gd name="connsiteX1" fmla="*/ 188976 w 188976"/>
                <a:gd name="connsiteY1" fmla="*/ 0 h 152400"/>
                <a:gd name="connsiteX2" fmla="*/ 188976 w 188976"/>
                <a:gd name="connsiteY2" fmla="*/ 152400 h 152400"/>
                <a:gd name="connsiteX3" fmla="*/ 0 w 188976"/>
                <a:gd name="connsiteY3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976" h="152400">
                  <a:moveTo>
                    <a:pt x="0" y="0"/>
                  </a:moveTo>
                  <a:lnTo>
                    <a:pt x="188976" y="0"/>
                  </a:lnTo>
                  <a:lnTo>
                    <a:pt x="18897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任意多边形: 形状 119">
              <a:extLst>
                <a:ext uri="{FF2B5EF4-FFF2-40B4-BE49-F238E27FC236}">
                  <a16:creationId xmlns:a16="http://schemas.microsoft.com/office/drawing/2014/main" id="{DFE85AC5-9A35-502F-4E80-CDFEA800528F}"/>
                </a:ext>
              </a:extLst>
            </p:cNvPr>
            <p:cNvSpPr/>
            <p:nvPr/>
          </p:nvSpPr>
          <p:spPr>
            <a:xfrm rot="5400000">
              <a:off x="10015156" y="5512593"/>
              <a:ext cx="188976" cy="152400"/>
            </a:xfrm>
            <a:custGeom>
              <a:avLst/>
              <a:gdLst>
                <a:gd name="connsiteX0" fmla="*/ 0 w 188976"/>
                <a:gd name="connsiteY0" fmla="*/ 0 h 152400"/>
                <a:gd name="connsiteX1" fmla="*/ 188976 w 188976"/>
                <a:gd name="connsiteY1" fmla="*/ 0 h 152400"/>
                <a:gd name="connsiteX2" fmla="*/ 188976 w 188976"/>
                <a:gd name="connsiteY2" fmla="*/ 152400 h 152400"/>
                <a:gd name="connsiteX3" fmla="*/ 0 w 188976"/>
                <a:gd name="connsiteY3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976" h="152400">
                  <a:moveTo>
                    <a:pt x="0" y="0"/>
                  </a:moveTo>
                  <a:lnTo>
                    <a:pt x="188976" y="0"/>
                  </a:lnTo>
                  <a:lnTo>
                    <a:pt x="18897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0470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228B2-CFD1-A4E8-07EB-D7D01470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图形 2">
            <a:extLst>
              <a:ext uri="{FF2B5EF4-FFF2-40B4-BE49-F238E27FC236}">
                <a16:creationId xmlns:a16="http://schemas.microsoft.com/office/drawing/2014/main" id="{C0C76E9D-E971-3C35-25FC-F336E0E21D1D}"/>
              </a:ext>
            </a:extLst>
          </p:cNvPr>
          <p:cNvGrpSpPr/>
          <p:nvPr/>
        </p:nvGrpSpPr>
        <p:grpSpPr>
          <a:xfrm>
            <a:off x="2134612" y="7594"/>
            <a:ext cx="7840448" cy="1830318"/>
            <a:chOff x="2134612" y="7594"/>
            <a:chExt cx="7840448" cy="1830318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2AC2A8C6-AF00-6521-E4FB-03178B57DDB5}"/>
                </a:ext>
              </a:extLst>
            </p:cNvPr>
            <p:cNvSpPr/>
            <p:nvPr/>
          </p:nvSpPr>
          <p:spPr>
            <a:xfrm>
              <a:off x="4713766" y="7594"/>
              <a:ext cx="5073249" cy="1830318"/>
            </a:xfrm>
            <a:custGeom>
              <a:avLst/>
              <a:gdLst>
                <a:gd name="connsiteX0" fmla="*/ 4981733 w 5073249"/>
                <a:gd name="connsiteY0" fmla="*/ 0 h 1830318"/>
                <a:gd name="connsiteX1" fmla="*/ 5073249 w 5073249"/>
                <a:gd name="connsiteY1" fmla="*/ 91516 h 1830318"/>
                <a:gd name="connsiteX2" fmla="*/ 5073249 w 5073249"/>
                <a:gd name="connsiteY2" fmla="*/ 1738803 h 1830318"/>
                <a:gd name="connsiteX3" fmla="*/ 4981733 w 5073249"/>
                <a:gd name="connsiteY3" fmla="*/ 1830319 h 1830318"/>
                <a:gd name="connsiteX4" fmla="*/ 91516 w 5073249"/>
                <a:gd name="connsiteY4" fmla="*/ 1830319 h 1830318"/>
                <a:gd name="connsiteX5" fmla="*/ 0 w 5073249"/>
                <a:gd name="connsiteY5" fmla="*/ 1738803 h 1830318"/>
                <a:gd name="connsiteX6" fmla="*/ 0 w 5073249"/>
                <a:gd name="connsiteY6" fmla="*/ 91516 h 1830318"/>
                <a:gd name="connsiteX7" fmla="*/ 91516 w 5073249"/>
                <a:gd name="connsiteY7" fmla="*/ 0 h 1830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73249" h="1830318">
                  <a:moveTo>
                    <a:pt x="4981733" y="0"/>
                  </a:moveTo>
                  <a:cubicBezTo>
                    <a:pt x="5032276" y="0"/>
                    <a:pt x="5073249" y="40973"/>
                    <a:pt x="5073249" y="91516"/>
                  </a:cubicBezTo>
                  <a:lnTo>
                    <a:pt x="5073249" y="1738803"/>
                  </a:lnTo>
                  <a:cubicBezTo>
                    <a:pt x="5073249" y="1789346"/>
                    <a:pt x="5032276" y="1830319"/>
                    <a:pt x="4981733" y="1830319"/>
                  </a:cubicBezTo>
                  <a:lnTo>
                    <a:pt x="91516" y="1830319"/>
                  </a:lnTo>
                  <a:cubicBezTo>
                    <a:pt x="40973" y="1830319"/>
                    <a:pt x="0" y="1789346"/>
                    <a:pt x="0" y="1738803"/>
                  </a:cubicBezTo>
                  <a:lnTo>
                    <a:pt x="0" y="91516"/>
                  </a:lnTo>
                  <a:cubicBezTo>
                    <a:pt x="0" y="40973"/>
                    <a:pt x="40973" y="0"/>
                    <a:pt x="91516" y="0"/>
                  </a:cubicBezTo>
                  <a:close/>
                </a:path>
              </a:pathLst>
            </a:custGeom>
            <a:solidFill>
              <a:srgbClr val="FFF2CC"/>
            </a:solidFill>
            <a:ln w="15185" cap="flat">
              <a:solidFill>
                <a:srgbClr val="D6B6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9" name="图形 2">
              <a:extLst>
                <a:ext uri="{FF2B5EF4-FFF2-40B4-BE49-F238E27FC236}">
                  <a16:creationId xmlns:a16="http://schemas.microsoft.com/office/drawing/2014/main" id="{4EC84A86-9554-3716-E85F-457499DC9723}"/>
                </a:ext>
              </a:extLst>
            </p:cNvPr>
            <p:cNvGrpSpPr/>
            <p:nvPr/>
          </p:nvGrpSpPr>
          <p:grpSpPr>
            <a:xfrm>
              <a:off x="4546683" y="1002498"/>
              <a:ext cx="286775" cy="60757"/>
              <a:chOff x="4546683" y="1002498"/>
              <a:chExt cx="286775" cy="60757"/>
            </a:xfrm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5B041F24-B320-C403-CFA9-123387B30F2F}"/>
                  </a:ext>
                </a:extLst>
              </p:cNvPr>
              <p:cNvSpPr/>
              <p:nvPr/>
            </p:nvSpPr>
            <p:spPr>
              <a:xfrm>
                <a:off x="4546683" y="1032877"/>
                <a:ext cx="241207" cy="7594"/>
              </a:xfrm>
              <a:custGeom>
                <a:avLst/>
                <a:gdLst>
                  <a:gd name="connsiteX0" fmla="*/ 0 w 241207"/>
                  <a:gd name="connsiteY0" fmla="*/ 0 h 7594"/>
                  <a:gd name="connsiteX1" fmla="*/ 241207 w 241207"/>
                  <a:gd name="connsiteY1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1207" h="7594">
                    <a:moveTo>
                      <a:pt x="0" y="0"/>
                    </a:moveTo>
                    <a:lnTo>
                      <a:pt x="241207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BA1EA62E-C429-88AE-C83F-2F17995775CA}"/>
                  </a:ext>
                </a:extLst>
              </p:cNvPr>
              <p:cNvSpPr/>
              <p:nvPr/>
            </p:nvSpPr>
            <p:spPr>
              <a:xfrm>
                <a:off x="4772701" y="1002498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图形 2">
              <a:extLst>
                <a:ext uri="{FF2B5EF4-FFF2-40B4-BE49-F238E27FC236}">
                  <a16:creationId xmlns:a16="http://schemas.microsoft.com/office/drawing/2014/main" id="{991A99F7-4342-2965-1342-F79DFF0B97D7}"/>
                </a:ext>
              </a:extLst>
            </p:cNvPr>
            <p:cNvGrpSpPr/>
            <p:nvPr/>
          </p:nvGrpSpPr>
          <p:grpSpPr>
            <a:xfrm>
              <a:off x="3027747" y="767063"/>
              <a:ext cx="1518936" cy="531627"/>
              <a:chOff x="3027747" y="767063"/>
              <a:chExt cx="1518936" cy="531627"/>
            </a:xfrm>
            <a:solidFill>
              <a:srgbClr val="FFF2CC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742A1236-F4D3-B947-AD39-2C8C1FB28471}"/>
                  </a:ext>
                </a:extLst>
              </p:cNvPr>
              <p:cNvSpPr/>
              <p:nvPr/>
            </p:nvSpPr>
            <p:spPr>
              <a:xfrm>
                <a:off x="3027747" y="767063"/>
                <a:ext cx="1518936" cy="531627"/>
              </a:xfrm>
              <a:custGeom>
                <a:avLst/>
                <a:gdLst>
                  <a:gd name="connsiteX0" fmla="*/ 1439193 w 1518936"/>
                  <a:gd name="connsiteY0" fmla="*/ 0 h 531627"/>
                  <a:gd name="connsiteX1" fmla="*/ 1518937 w 1518936"/>
                  <a:gd name="connsiteY1" fmla="*/ 79744 h 531627"/>
                  <a:gd name="connsiteX2" fmla="*/ 1518937 w 1518936"/>
                  <a:gd name="connsiteY2" fmla="*/ 451884 h 531627"/>
                  <a:gd name="connsiteX3" fmla="*/ 1439193 w 1518936"/>
                  <a:gd name="connsiteY3" fmla="*/ 531628 h 531627"/>
                  <a:gd name="connsiteX4" fmla="*/ 79744 w 1518936"/>
                  <a:gd name="connsiteY4" fmla="*/ 531628 h 531627"/>
                  <a:gd name="connsiteX5" fmla="*/ 0 w 1518936"/>
                  <a:gd name="connsiteY5" fmla="*/ 451884 h 531627"/>
                  <a:gd name="connsiteX6" fmla="*/ 0 w 1518936"/>
                  <a:gd name="connsiteY6" fmla="*/ 79744 h 531627"/>
                  <a:gd name="connsiteX7" fmla="*/ 79744 w 1518936"/>
                  <a:gd name="connsiteY7" fmla="*/ 0 h 531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18936" h="531627">
                    <a:moveTo>
                      <a:pt x="1439193" y="0"/>
                    </a:moveTo>
                    <a:cubicBezTo>
                      <a:pt x="1483234" y="0"/>
                      <a:pt x="1518937" y="35703"/>
                      <a:pt x="1518937" y="79744"/>
                    </a:cubicBezTo>
                    <a:lnTo>
                      <a:pt x="1518937" y="451884"/>
                    </a:lnTo>
                    <a:cubicBezTo>
                      <a:pt x="1518937" y="495925"/>
                      <a:pt x="1483234" y="531628"/>
                      <a:pt x="1439193" y="531628"/>
                    </a:cubicBezTo>
                    <a:lnTo>
                      <a:pt x="79744" y="531628"/>
                    </a:lnTo>
                    <a:cubicBezTo>
                      <a:pt x="35703" y="531628"/>
                      <a:pt x="0" y="495925"/>
                      <a:pt x="0" y="451884"/>
                    </a:cubicBezTo>
                    <a:lnTo>
                      <a:pt x="0" y="79744"/>
                    </a:lnTo>
                    <a:cubicBezTo>
                      <a:pt x="0" y="35703"/>
                      <a:pt x="35703" y="0"/>
                      <a:pt x="79744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15185" cap="flat">
                <a:solidFill>
                  <a:srgbClr val="D6B65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BFB8CD68-949F-8E87-A6E0-3AE44B4F04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35341" y="918956"/>
                <a:ext cx="1503747" cy="275307"/>
              </a:xfrm>
              <a:custGeom>
                <a:avLst/>
                <a:gdLst>
                  <a:gd name="connsiteX0" fmla="*/ -1 w 1503747"/>
                  <a:gd name="connsiteY0" fmla="*/ -1 h 275307"/>
                  <a:gd name="connsiteX1" fmla="*/ 1503747 w 1503747"/>
                  <a:gd name="connsiteY1" fmla="*/ -1 h 275307"/>
                  <a:gd name="connsiteX2" fmla="*/ 1503747 w 1503747"/>
                  <a:gd name="connsiteY2" fmla="*/ 275307 h 275307"/>
                  <a:gd name="connsiteX3" fmla="*/ -1 w 1503747"/>
                  <a:gd name="connsiteY3" fmla="*/ 275307 h 275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3747" h="275307">
                    <a:moveTo>
                      <a:pt x="-1" y="-1"/>
                    </a:moveTo>
                    <a:lnTo>
                      <a:pt x="1503747" y="-1"/>
                    </a:lnTo>
                    <a:lnTo>
                      <a:pt x="1503747" y="275307"/>
                    </a:lnTo>
                    <a:lnTo>
                      <a:pt x="-1" y="275307"/>
                    </a:lnTo>
                    <a:close/>
                  </a:path>
                </a:pathLst>
              </a:custGeom>
            </p:spPr>
          </p:pic>
        </p:grpSp>
        <p:grpSp>
          <p:nvGrpSpPr>
            <p:cNvPr id="15" name="图形 2">
              <a:extLst>
                <a:ext uri="{FF2B5EF4-FFF2-40B4-BE49-F238E27FC236}">
                  <a16:creationId xmlns:a16="http://schemas.microsoft.com/office/drawing/2014/main" id="{4054B775-0D84-C859-951A-68983716B071}"/>
                </a:ext>
              </a:extLst>
            </p:cNvPr>
            <p:cNvGrpSpPr/>
            <p:nvPr/>
          </p:nvGrpSpPr>
          <p:grpSpPr>
            <a:xfrm>
              <a:off x="2659404" y="1002498"/>
              <a:ext cx="351330" cy="60757"/>
              <a:chOff x="2659404" y="1002498"/>
              <a:chExt cx="351330" cy="60757"/>
            </a:xfrm>
          </p:grpSpPr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94A58AB4-360E-11D6-0CE0-CD226612343F}"/>
                  </a:ext>
                </a:extLst>
              </p:cNvPr>
              <p:cNvSpPr/>
              <p:nvPr/>
            </p:nvSpPr>
            <p:spPr>
              <a:xfrm>
                <a:off x="2659404" y="1032877"/>
                <a:ext cx="305762" cy="7594"/>
              </a:xfrm>
              <a:custGeom>
                <a:avLst/>
                <a:gdLst>
                  <a:gd name="connsiteX0" fmla="*/ 0 w 305762"/>
                  <a:gd name="connsiteY0" fmla="*/ 0 h 7594"/>
                  <a:gd name="connsiteX1" fmla="*/ 305762 w 305762"/>
                  <a:gd name="connsiteY1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5762" h="7594">
                    <a:moveTo>
                      <a:pt x="0" y="0"/>
                    </a:moveTo>
                    <a:lnTo>
                      <a:pt x="305762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ED34C0C6-3700-A2FA-21D5-A90564BA3842}"/>
                  </a:ext>
                </a:extLst>
              </p:cNvPr>
              <p:cNvSpPr/>
              <p:nvPr/>
            </p:nvSpPr>
            <p:spPr>
              <a:xfrm>
                <a:off x="2949977" y="1002498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2BE55B2B-7C1E-1D06-8A6C-C4DFAD7F9459}"/>
                </a:ext>
              </a:extLst>
            </p:cNvPr>
            <p:cNvSpPr/>
            <p:nvPr/>
          </p:nvSpPr>
          <p:spPr>
            <a:xfrm>
              <a:off x="2134612" y="763265"/>
              <a:ext cx="515679" cy="531622"/>
            </a:xfrm>
            <a:custGeom>
              <a:avLst/>
              <a:gdLst>
                <a:gd name="connsiteX0" fmla="*/ 328361 w 515679"/>
                <a:gd name="connsiteY0" fmla="*/ -376 h 531622"/>
                <a:gd name="connsiteX1" fmla="*/ 362157 w 515679"/>
                <a:gd name="connsiteY1" fmla="*/ 13605 h 531622"/>
                <a:gd name="connsiteX2" fmla="*/ 459562 w 515679"/>
                <a:gd name="connsiteY2" fmla="*/ 110803 h 531622"/>
                <a:gd name="connsiteX3" fmla="*/ 473608 w 515679"/>
                <a:gd name="connsiteY3" fmla="*/ 144668 h 531622"/>
                <a:gd name="connsiteX4" fmla="*/ 473608 w 515679"/>
                <a:gd name="connsiteY4" fmla="*/ 207293 h 531622"/>
                <a:gd name="connsiteX5" fmla="*/ 515197 w 515679"/>
                <a:gd name="connsiteY5" fmla="*/ 248872 h 531622"/>
                <a:gd name="connsiteX6" fmla="*/ 515197 w 515679"/>
                <a:gd name="connsiteY6" fmla="*/ 414899 h 531622"/>
                <a:gd name="connsiteX7" fmla="*/ 474931 w 515679"/>
                <a:gd name="connsiteY7" fmla="*/ 456467 h 531622"/>
                <a:gd name="connsiteX8" fmla="*/ 473608 w 515679"/>
                <a:gd name="connsiteY8" fmla="*/ 456483 h 531622"/>
                <a:gd name="connsiteX9" fmla="*/ 473608 w 515679"/>
                <a:gd name="connsiteY9" fmla="*/ 481406 h 531622"/>
                <a:gd name="connsiteX10" fmla="*/ 423704 w 515679"/>
                <a:gd name="connsiteY10" fmla="*/ 531246 h 531622"/>
                <a:gd name="connsiteX11" fmla="*/ 91011 w 515679"/>
                <a:gd name="connsiteY11" fmla="*/ 531246 h 531622"/>
                <a:gd name="connsiteX12" fmla="*/ 41107 w 515679"/>
                <a:gd name="connsiteY12" fmla="*/ 481406 h 531622"/>
                <a:gd name="connsiteX13" fmla="*/ 41107 w 515679"/>
                <a:gd name="connsiteY13" fmla="*/ 456483 h 531622"/>
                <a:gd name="connsiteX14" fmla="*/ -482 w 515679"/>
                <a:gd name="connsiteY14" fmla="*/ 414905 h 531622"/>
                <a:gd name="connsiteX15" fmla="*/ -482 w 515679"/>
                <a:gd name="connsiteY15" fmla="*/ 248877 h 531622"/>
                <a:gd name="connsiteX16" fmla="*/ 39783 w 515679"/>
                <a:gd name="connsiteY16" fmla="*/ 207309 h 531622"/>
                <a:gd name="connsiteX17" fmla="*/ 41107 w 515679"/>
                <a:gd name="connsiteY17" fmla="*/ 207288 h 531622"/>
                <a:gd name="connsiteX18" fmla="*/ 41107 w 515679"/>
                <a:gd name="connsiteY18" fmla="*/ 49464 h 531622"/>
                <a:gd name="connsiteX19" fmla="*/ 91011 w 515679"/>
                <a:gd name="connsiteY19" fmla="*/ -376 h 531622"/>
                <a:gd name="connsiteX20" fmla="*/ 328361 w 515679"/>
                <a:gd name="connsiteY20" fmla="*/ -376 h 531622"/>
                <a:gd name="connsiteX21" fmla="*/ 423704 w 515679"/>
                <a:gd name="connsiteY21" fmla="*/ 456489 h 531622"/>
                <a:gd name="connsiteX22" fmla="*/ 91011 w 515679"/>
                <a:gd name="connsiteY22" fmla="*/ 456489 h 531622"/>
                <a:gd name="connsiteX23" fmla="*/ 91011 w 515679"/>
                <a:gd name="connsiteY23" fmla="*/ 465462 h 531622"/>
                <a:gd name="connsiteX24" fmla="*/ 106960 w 515679"/>
                <a:gd name="connsiteY24" fmla="*/ 481411 h 531622"/>
                <a:gd name="connsiteX25" fmla="*/ 407755 w 515679"/>
                <a:gd name="connsiteY25" fmla="*/ 481411 h 531622"/>
                <a:gd name="connsiteX26" fmla="*/ 423704 w 515679"/>
                <a:gd name="connsiteY26" fmla="*/ 465462 h 531622"/>
                <a:gd name="connsiteX27" fmla="*/ 423704 w 515679"/>
                <a:gd name="connsiteY27" fmla="*/ 456489 h 531622"/>
                <a:gd name="connsiteX28" fmla="*/ 250978 w 515679"/>
                <a:gd name="connsiteY28" fmla="*/ 288170 h 531622"/>
                <a:gd name="connsiteX29" fmla="*/ 228958 w 515679"/>
                <a:gd name="connsiteY29" fmla="*/ 293018 h 531622"/>
                <a:gd name="connsiteX30" fmla="*/ 212195 w 515679"/>
                <a:gd name="connsiteY30" fmla="*/ 307675 h 531622"/>
                <a:gd name="connsiteX31" fmla="*/ 205337 w 515679"/>
                <a:gd name="connsiteY31" fmla="*/ 321987 h 531622"/>
                <a:gd name="connsiteX32" fmla="*/ 202913 w 515679"/>
                <a:gd name="connsiteY32" fmla="*/ 339100 h 531622"/>
                <a:gd name="connsiteX33" fmla="*/ 212637 w 515679"/>
                <a:gd name="connsiteY33" fmla="*/ 365586 h 531622"/>
                <a:gd name="connsiteX34" fmla="*/ 239707 w 515679"/>
                <a:gd name="connsiteY34" fmla="*/ 375139 h 531622"/>
                <a:gd name="connsiteX35" fmla="*/ 260935 w 515679"/>
                <a:gd name="connsiteY35" fmla="*/ 370376 h 531622"/>
                <a:gd name="connsiteX36" fmla="*/ 277320 w 515679"/>
                <a:gd name="connsiteY36" fmla="*/ 356564 h 531622"/>
                <a:gd name="connsiteX37" fmla="*/ 284853 w 515679"/>
                <a:gd name="connsiteY37" fmla="*/ 341407 h 531622"/>
                <a:gd name="connsiteX38" fmla="*/ 287602 w 515679"/>
                <a:gd name="connsiteY38" fmla="*/ 323800 h 531622"/>
                <a:gd name="connsiteX39" fmla="*/ 277905 w 515679"/>
                <a:gd name="connsiteY39" fmla="*/ 297601 h 531622"/>
                <a:gd name="connsiteX40" fmla="*/ 250978 w 515679"/>
                <a:gd name="connsiteY40" fmla="*/ 288170 h 531622"/>
                <a:gd name="connsiteX41" fmla="*/ 351323 w 515679"/>
                <a:gd name="connsiteY41" fmla="*/ 288053 h 531622"/>
                <a:gd name="connsiteX42" fmla="*/ 326442 w 515679"/>
                <a:gd name="connsiteY42" fmla="*/ 291732 h 531622"/>
                <a:gd name="connsiteX43" fmla="*/ 308627 w 515679"/>
                <a:gd name="connsiteY43" fmla="*/ 303353 h 531622"/>
                <a:gd name="connsiteX44" fmla="*/ 299430 w 515679"/>
                <a:gd name="connsiteY44" fmla="*/ 317750 h 531622"/>
                <a:gd name="connsiteX45" fmla="*/ 296304 w 515679"/>
                <a:gd name="connsiteY45" fmla="*/ 335421 h 531622"/>
                <a:gd name="connsiteX46" fmla="*/ 307399 w 515679"/>
                <a:gd name="connsiteY46" fmla="*/ 364448 h 531622"/>
                <a:gd name="connsiteX47" fmla="*/ 338648 w 515679"/>
                <a:gd name="connsiteY47" fmla="*/ 374788 h 531622"/>
                <a:gd name="connsiteX48" fmla="*/ 354013 w 515679"/>
                <a:gd name="connsiteY48" fmla="*/ 373762 h 531622"/>
                <a:gd name="connsiteX49" fmla="*/ 367208 w 515679"/>
                <a:gd name="connsiteY49" fmla="*/ 370700 h 531622"/>
                <a:gd name="connsiteX50" fmla="*/ 377021 w 515679"/>
                <a:gd name="connsiteY50" fmla="*/ 324788 h 531622"/>
                <a:gd name="connsiteX51" fmla="*/ 342444 w 515679"/>
                <a:gd name="connsiteY51" fmla="*/ 324788 h 531622"/>
                <a:gd name="connsiteX52" fmla="*/ 339228 w 515679"/>
                <a:gd name="connsiteY52" fmla="*/ 339865 h 531622"/>
                <a:gd name="connsiteX53" fmla="*/ 352891 w 515679"/>
                <a:gd name="connsiteY53" fmla="*/ 339865 h 531622"/>
                <a:gd name="connsiteX54" fmla="*/ 349153 w 515679"/>
                <a:gd name="connsiteY54" fmla="*/ 357212 h 531622"/>
                <a:gd name="connsiteX55" fmla="*/ 344480 w 515679"/>
                <a:gd name="connsiteY55" fmla="*/ 358175 h 531622"/>
                <a:gd name="connsiteX56" fmla="*/ 340281 w 515679"/>
                <a:gd name="connsiteY56" fmla="*/ 358494 h 531622"/>
                <a:gd name="connsiteX57" fmla="*/ 324507 w 515679"/>
                <a:gd name="connsiteY57" fmla="*/ 352422 h 531622"/>
                <a:gd name="connsiteX58" fmla="*/ 318782 w 515679"/>
                <a:gd name="connsiteY58" fmla="*/ 335660 h 531622"/>
                <a:gd name="connsiteX59" fmla="*/ 328128 w 515679"/>
                <a:gd name="connsiteY59" fmla="*/ 312588 h 531622"/>
                <a:gd name="connsiteX60" fmla="*/ 353943 w 515679"/>
                <a:gd name="connsiteY60" fmla="*/ 304177 h 531622"/>
                <a:gd name="connsiteX61" fmla="*/ 364369 w 515679"/>
                <a:gd name="connsiteY61" fmla="*/ 305432 h 531622"/>
                <a:gd name="connsiteX62" fmla="*/ 374039 w 515679"/>
                <a:gd name="connsiteY62" fmla="*/ 309201 h 531622"/>
                <a:gd name="connsiteX63" fmla="*/ 378824 w 515679"/>
                <a:gd name="connsiteY63" fmla="*/ 292146 h 531622"/>
                <a:gd name="connsiteX64" fmla="*/ 365682 w 515679"/>
                <a:gd name="connsiteY64" fmla="*/ 289052 h 531622"/>
                <a:gd name="connsiteX65" fmla="*/ 351317 w 515679"/>
                <a:gd name="connsiteY65" fmla="*/ 288058 h 531622"/>
                <a:gd name="connsiteX66" fmla="*/ 172536 w 515679"/>
                <a:gd name="connsiteY66" fmla="*/ 290094 h 531622"/>
                <a:gd name="connsiteX67" fmla="*/ 150170 w 515679"/>
                <a:gd name="connsiteY67" fmla="*/ 290094 h 531622"/>
                <a:gd name="connsiteX68" fmla="*/ 132473 w 515679"/>
                <a:gd name="connsiteY68" fmla="*/ 373092 h 531622"/>
                <a:gd name="connsiteX69" fmla="*/ 189011 w 515679"/>
                <a:gd name="connsiteY69" fmla="*/ 373092 h 531622"/>
                <a:gd name="connsiteX70" fmla="*/ 192626 w 515679"/>
                <a:gd name="connsiteY70" fmla="*/ 356559 h 531622"/>
                <a:gd name="connsiteX71" fmla="*/ 158288 w 515679"/>
                <a:gd name="connsiteY71" fmla="*/ 356559 h 531622"/>
                <a:gd name="connsiteX72" fmla="*/ 172536 w 515679"/>
                <a:gd name="connsiteY72" fmla="*/ 290094 h 531622"/>
                <a:gd name="connsiteX73" fmla="*/ 249516 w 515679"/>
                <a:gd name="connsiteY73" fmla="*/ 303587 h 531622"/>
                <a:gd name="connsiteX74" fmla="*/ 260733 w 515679"/>
                <a:gd name="connsiteY74" fmla="*/ 308552 h 531622"/>
                <a:gd name="connsiteX75" fmla="*/ 264704 w 515679"/>
                <a:gd name="connsiteY75" fmla="*/ 322630 h 531622"/>
                <a:gd name="connsiteX76" fmla="*/ 262897 w 515679"/>
                <a:gd name="connsiteY76" fmla="*/ 335708 h 531622"/>
                <a:gd name="connsiteX77" fmla="*/ 258165 w 515679"/>
                <a:gd name="connsiteY77" fmla="*/ 347042 h 531622"/>
                <a:gd name="connsiteX78" fmla="*/ 249872 w 515679"/>
                <a:gd name="connsiteY78" fmla="*/ 355952 h 531622"/>
                <a:gd name="connsiteX79" fmla="*/ 240462 w 515679"/>
                <a:gd name="connsiteY79" fmla="*/ 358839 h 531622"/>
                <a:gd name="connsiteX80" fmla="*/ 229426 w 515679"/>
                <a:gd name="connsiteY80" fmla="*/ 353789 h 531622"/>
                <a:gd name="connsiteX81" fmla="*/ 225396 w 515679"/>
                <a:gd name="connsiteY81" fmla="*/ 339977 h 531622"/>
                <a:gd name="connsiteX82" fmla="*/ 227203 w 515679"/>
                <a:gd name="connsiteY82" fmla="*/ 326803 h 531622"/>
                <a:gd name="connsiteX83" fmla="*/ 231935 w 515679"/>
                <a:gd name="connsiteY83" fmla="*/ 315331 h 531622"/>
                <a:gd name="connsiteX84" fmla="*/ 239968 w 515679"/>
                <a:gd name="connsiteY84" fmla="*/ 306570 h 531622"/>
                <a:gd name="connsiteX85" fmla="*/ 249521 w 515679"/>
                <a:gd name="connsiteY85" fmla="*/ 303592 h 531622"/>
                <a:gd name="connsiteX86" fmla="*/ 304720 w 515679"/>
                <a:gd name="connsiteY86" fmla="*/ 45476 h 531622"/>
                <a:gd name="connsiteX87" fmla="*/ 106960 w 515679"/>
                <a:gd name="connsiteY87" fmla="*/ 45476 h 531622"/>
                <a:gd name="connsiteX88" fmla="*/ 91011 w 515679"/>
                <a:gd name="connsiteY88" fmla="*/ 61425 h 531622"/>
                <a:gd name="connsiteX89" fmla="*/ 91011 w 515679"/>
                <a:gd name="connsiteY89" fmla="*/ 207288 h 531622"/>
                <a:gd name="connsiteX90" fmla="*/ 423704 w 515679"/>
                <a:gd name="connsiteY90" fmla="*/ 207288 h 531622"/>
                <a:gd name="connsiteX91" fmla="*/ 423704 w 515679"/>
                <a:gd name="connsiteY91" fmla="*/ 164944 h 531622"/>
                <a:gd name="connsiteX92" fmla="*/ 352577 w 515679"/>
                <a:gd name="connsiteY92" fmla="*/ 164944 h 531622"/>
                <a:gd name="connsiteX93" fmla="*/ 304731 w 515679"/>
                <a:gd name="connsiteY93" fmla="*/ 117097 h 531622"/>
                <a:gd name="connsiteX94" fmla="*/ 304715 w 515679"/>
                <a:gd name="connsiteY94" fmla="*/ 45476 h 531622"/>
                <a:gd name="connsiteX95" fmla="*/ 354624 w 515679"/>
                <a:gd name="connsiteY95" fmla="*/ 76545 h 531622"/>
                <a:gd name="connsiteX96" fmla="*/ 354624 w 515679"/>
                <a:gd name="connsiteY96" fmla="*/ 107129 h 531622"/>
                <a:gd name="connsiteX97" fmla="*/ 362598 w 515679"/>
                <a:gd name="connsiteY97" fmla="*/ 115104 h 531622"/>
                <a:gd name="connsiteX98" fmla="*/ 393273 w 515679"/>
                <a:gd name="connsiteY98" fmla="*/ 115104 h 531622"/>
                <a:gd name="connsiteX99" fmla="*/ 354624 w 515679"/>
                <a:gd name="connsiteY99" fmla="*/ 76545 h 53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515679" h="531622">
                  <a:moveTo>
                    <a:pt x="328361" y="-376"/>
                  </a:moveTo>
                  <a:cubicBezTo>
                    <a:pt x="341034" y="-375"/>
                    <a:pt x="353188" y="4653"/>
                    <a:pt x="362157" y="13605"/>
                  </a:cubicBezTo>
                  <a:lnTo>
                    <a:pt x="459562" y="110803"/>
                  </a:lnTo>
                  <a:cubicBezTo>
                    <a:pt x="468554" y="119778"/>
                    <a:pt x="473608" y="131962"/>
                    <a:pt x="473608" y="144668"/>
                  </a:cubicBezTo>
                  <a:lnTo>
                    <a:pt x="473608" y="207293"/>
                  </a:lnTo>
                  <a:cubicBezTo>
                    <a:pt x="496573" y="207293"/>
                    <a:pt x="515191" y="225907"/>
                    <a:pt x="515197" y="248872"/>
                  </a:cubicBezTo>
                  <a:lnTo>
                    <a:pt x="515197" y="414899"/>
                  </a:lnTo>
                  <a:cubicBezTo>
                    <a:pt x="515197" y="437353"/>
                    <a:pt x="497374" y="455753"/>
                    <a:pt x="474931" y="456467"/>
                  </a:cubicBezTo>
                  <a:lnTo>
                    <a:pt x="473608" y="456483"/>
                  </a:lnTo>
                  <a:lnTo>
                    <a:pt x="473608" y="481406"/>
                  </a:lnTo>
                  <a:cubicBezTo>
                    <a:pt x="473608" y="508934"/>
                    <a:pt x="451269" y="531246"/>
                    <a:pt x="423704" y="531246"/>
                  </a:cubicBezTo>
                  <a:lnTo>
                    <a:pt x="91011" y="531246"/>
                  </a:lnTo>
                  <a:cubicBezTo>
                    <a:pt x="63446" y="531246"/>
                    <a:pt x="41107" y="508934"/>
                    <a:pt x="41107" y="481406"/>
                  </a:cubicBezTo>
                  <a:lnTo>
                    <a:pt x="41107" y="456483"/>
                  </a:lnTo>
                  <a:cubicBezTo>
                    <a:pt x="18142" y="456483"/>
                    <a:pt x="-476" y="437870"/>
                    <a:pt x="-482" y="414905"/>
                  </a:cubicBezTo>
                  <a:lnTo>
                    <a:pt x="-482" y="248877"/>
                  </a:lnTo>
                  <a:cubicBezTo>
                    <a:pt x="-482" y="226424"/>
                    <a:pt x="17341" y="208024"/>
                    <a:pt x="39783" y="207309"/>
                  </a:cubicBezTo>
                  <a:lnTo>
                    <a:pt x="41107" y="207288"/>
                  </a:lnTo>
                  <a:lnTo>
                    <a:pt x="41107" y="49464"/>
                  </a:lnTo>
                  <a:cubicBezTo>
                    <a:pt x="41107" y="21936"/>
                    <a:pt x="63446" y="-376"/>
                    <a:pt x="91011" y="-376"/>
                  </a:cubicBezTo>
                  <a:lnTo>
                    <a:pt x="328361" y="-376"/>
                  </a:lnTo>
                  <a:close/>
                  <a:moveTo>
                    <a:pt x="423704" y="456489"/>
                  </a:moveTo>
                  <a:lnTo>
                    <a:pt x="91011" y="456489"/>
                  </a:lnTo>
                  <a:lnTo>
                    <a:pt x="91011" y="465462"/>
                  </a:lnTo>
                  <a:cubicBezTo>
                    <a:pt x="91011" y="474271"/>
                    <a:pt x="98151" y="481411"/>
                    <a:pt x="106960" y="481411"/>
                  </a:cubicBezTo>
                  <a:lnTo>
                    <a:pt x="407755" y="481411"/>
                  </a:lnTo>
                  <a:cubicBezTo>
                    <a:pt x="416563" y="481411"/>
                    <a:pt x="423704" y="474271"/>
                    <a:pt x="423704" y="465462"/>
                  </a:cubicBezTo>
                  <a:lnTo>
                    <a:pt x="423704" y="456489"/>
                  </a:lnTo>
                  <a:close/>
                  <a:moveTo>
                    <a:pt x="250978" y="288170"/>
                  </a:moveTo>
                  <a:cubicBezTo>
                    <a:pt x="242727" y="288170"/>
                    <a:pt x="235385" y="289786"/>
                    <a:pt x="228958" y="293018"/>
                  </a:cubicBezTo>
                  <a:cubicBezTo>
                    <a:pt x="222536" y="296251"/>
                    <a:pt x="216943" y="301136"/>
                    <a:pt x="212195" y="307675"/>
                  </a:cubicBezTo>
                  <a:cubicBezTo>
                    <a:pt x="209240" y="311726"/>
                    <a:pt x="206948" y="316500"/>
                    <a:pt x="205337" y="321987"/>
                  </a:cubicBezTo>
                  <a:cubicBezTo>
                    <a:pt x="203712" y="327545"/>
                    <a:pt x="202895" y="333309"/>
                    <a:pt x="202913" y="339100"/>
                  </a:cubicBezTo>
                  <a:cubicBezTo>
                    <a:pt x="202913" y="350392"/>
                    <a:pt x="206156" y="359222"/>
                    <a:pt x="212637" y="365586"/>
                  </a:cubicBezTo>
                  <a:cubicBezTo>
                    <a:pt x="219123" y="371954"/>
                    <a:pt x="228144" y="375139"/>
                    <a:pt x="239707" y="375139"/>
                  </a:cubicBezTo>
                  <a:cubicBezTo>
                    <a:pt x="247453" y="375139"/>
                    <a:pt x="254534" y="373549"/>
                    <a:pt x="260935" y="370376"/>
                  </a:cubicBezTo>
                  <a:cubicBezTo>
                    <a:pt x="267341" y="367202"/>
                    <a:pt x="272806" y="362598"/>
                    <a:pt x="277320" y="356564"/>
                  </a:cubicBezTo>
                  <a:cubicBezTo>
                    <a:pt x="280510" y="352242"/>
                    <a:pt x="283024" y="347191"/>
                    <a:pt x="284853" y="341407"/>
                  </a:cubicBezTo>
                  <a:cubicBezTo>
                    <a:pt x="286687" y="335623"/>
                    <a:pt x="287602" y="329754"/>
                    <a:pt x="287602" y="323800"/>
                  </a:cubicBezTo>
                  <a:cubicBezTo>
                    <a:pt x="287602" y="312625"/>
                    <a:pt x="284369" y="303890"/>
                    <a:pt x="277905" y="297601"/>
                  </a:cubicBezTo>
                  <a:cubicBezTo>
                    <a:pt x="271440" y="291312"/>
                    <a:pt x="262466" y="288170"/>
                    <a:pt x="250978" y="288170"/>
                  </a:cubicBezTo>
                  <a:close/>
                  <a:moveTo>
                    <a:pt x="351323" y="288053"/>
                  </a:moveTo>
                  <a:cubicBezTo>
                    <a:pt x="341546" y="288053"/>
                    <a:pt x="333252" y="289276"/>
                    <a:pt x="326442" y="291732"/>
                  </a:cubicBezTo>
                  <a:cubicBezTo>
                    <a:pt x="319674" y="294154"/>
                    <a:pt x="313572" y="298135"/>
                    <a:pt x="308627" y="303353"/>
                  </a:cubicBezTo>
                  <a:cubicBezTo>
                    <a:pt x="304592" y="307459"/>
                    <a:pt x="301460" y="312363"/>
                    <a:pt x="299430" y="317750"/>
                  </a:cubicBezTo>
                  <a:cubicBezTo>
                    <a:pt x="297314" y="323399"/>
                    <a:pt x="296255" y="329389"/>
                    <a:pt x="296304" y="335421"/>
                  </a:cubicBezTo>
                  <a:cubicBezTo>
                    <a:pt x="296304" y="347882"/>
                    <a:pt x="299999" y="357558"/>
                    <a:pt x="307399" y="364448"/>
                  </a:cubicBezTo>
                  <a:cubicBezTo>
                    <a:pt x="314800" y="371338"/>
                    <a:pt x="325209" y="374788"/>
                    <a:pt x="338648" y="374788"/>
                  </a:cubicBezTo>
                  <a:cubicBezTo>
                    <a:pt x="344215" y="374788"/>
                    <a:pt x="349334" y="374448"/>
                    <a:pt x="354013" y="373762"/>
                  </a:cubicBezTo>
                  <a:cubicBezTo>
                    <a:pt x="358491" y="373126"/>
                    <a:pt x="362907" y="372102"/>
                    <a:pt x="367208" y="370700"/>
                  </a:cubicBezTo>
                  <a:lnTo>
                    <a:pt x="377021" y="324788"/>
                  </a:lnTo>
                  <a:lnTo>
                    <a:pt x="342444" y="324788"/>
                  </a:lnTo>
                  <a:lnTo>
                    <a:pt x="339228" y="339865"/>
                  </a:lnTo>
                  <a:lnTo>
                    <a:pt x="352891" y="339865"/>
                  </a:lnTo>
                  <a:lnTo>
                    <a:pt x="349153" y="357212"/>
                  </a:lnTo>
                  <a:cubicBezTo>
                    <a:pt x="347613" y="357613"/>
                    <a:pt x="346054" y="357934"/>
                    <a:pt x="344480" y="358175"/>
                  </a:cubicBezTo>
                  <a:cubicBezTo>
                    <a:pt x="343045" y="358387"/>
                    <a:pt x="341642" y="358494"/>
                    <a:pt x="340281" y="358494"/>
                  </a:cubicBezTo>
                  <a:cubicBezTo>
                    <a:pt x="333582" y="358494"/>
                    <a:pt x="328319" y="356473"/>
                    <a:pt x="324507" y="352422"/>
                  </a:cubicBezTo>
                  <a:cubicBezTo>
                    <a:pt x="320690" y="348371"/>
                    <a:pt x="318782" y="342784"/>
                    <a:pt x="318782" y="335660"/>
                  </a:cubicBezTo>
                  <a:cubicBezTo>
                    <a:pt x="318782" y="325884"/>
                    <a:pt x="321897" y="318196"/>
                    <a:pt x="328128" y="312588"/>
                  </a:cubicBezTo>
                  <a:cubicBezTo>
                    <a:pt x="334358" y="306984"/>
                    <a:pt x="342960" y="304177"/>
                    <a:pt x="353943" y="304177"/>
                  </a:cubicBezTo>
                  <a:cubicBezTo>
                    <a:pt x="357564" y="304177"/>
                    <a:pt x="361041" y="304597"/>
                    <a:pt x="364369" y="305432"/>
                  </a:cubicBezTo>
                  <a:cubicBezTo>
                    <a:pt x="367736" y="306283"/>
                    <a:pt x="370984" y="307550"/>
                    <a:pt x="374039" y="309201"/>
                  </a:cubicBezTo>
                  <a:lnTo>
                    <a:pt x="378824" y="292146"/>
                  </a:lnTo>
                  <a:cubicBezTo>
                    <a:pt x="374543" y="290728"/>
                    <a:pt x="370145" y="289692"/>
                    <a:pt x="365682" y="289052"/>
                  </a:cubicBezTo>
                  <a:cubicBezTo>
                    <a:pt x="360924" y="288376"/>
                    <a:pt x="356123" y="288044"/>
                    <a:pt x="351317" y="288058"/>
                  </a:cubicBezTo>
                  <a:close/>
                  <a:moveTo>
                    <a:pt x="172536" y="290094"/>
                  </a:moveTo>
                  <a:lnTo>
                    <a:pt x="150170" y="290094"/>
                  </a:lnTo>
                  <a:lnTo>
                    <a:pt x="132473" y="373092"/>
                  </a:lnTo>
                  <a:lnTo>
                    <a:pt x="189011" y="373092"/>
                  </a:lnTo>
                  <a:lnTo>
                    <a:pt x="192626" y="356559"/>
                  </a:lnTo>
                  <a:lnTo>
                    <a:pt x="158288" y="356559"/>
                  </a:lnTo>
                  <a:lnTo>
                    <a:pt x="172536" y="290094"/>
                  </a:lnTo>
                  <a:close/>
                  <a:moveTo>
                    <a:pt x="249516" y="303587"/>
                  </a:moveTo>
                  <a:cubicBezTo>
                    <a:pt x="254348" y="303587"/>
                    <a:pt x="258086" y="305246"/>
                    <a:pt x="260733" y="308552"/>
                  </a:cubicBezTo>
                  <a:cubicBezTo>
                    <a:pt x="263381" y="311865"/>
                    <a:pt x="264704" y="316553"/>
                    <a:pt x="264704" y="322630"/>
                  </a:cubicBezTo>
                  <a:cubicBezTo>
                    <a:pt x="264704" y="326872"/>
                    <a:pt x="264104" y="331237"/>
                    <a:pt x="262897" y="335708"/>
                  </a:cubicBezTo>
                  <a:cubicBezTo>
                    <a:pt x="261685" y="340190"/>
                    <a:pt x="260111" y="343970"/>
                    <a:pt x="258165" y="347042"/>
                  </a:cubicBezTo>
                  <a:cubicBezTo>
                    <a:pt x="255518" y="351056"/>
                    <a:pt x="252753" y="354023"/>
                    <a:pt x="249872" y="355952"/>
                  </a:cubicBezTo>
                  <a:cubicBezTo>
                    <a:pt x="247100" y="357845"/>
                    <a:pt x="243819" y="358852"/>
                    <a:pt x="240462" y="358839"/>
                  </a:cubicBezTo>
                  <a:cubicBezTo>
                    <a:pt x="235794" y="358839"/>
                    <a:pt x="232116" y="357159"/>
                    <a:pt x="229426" y="353789"/>
                  </a:cubicBezTo>
                  <a:cubicBezTo>
                    <a:pt x="226741" y="350424"/>
                    <a:pt x="225396" y="345814"/>
                    <a:pt x="225396" y="339977"/>
                  </a:cubicBezTo>
                  <a:cubicBezTo>
                    <a:pt x="225396" y="335692"/>
                    <a:pt x="226002" y="331301"/>
                    <a:pt x="227203" y="326803"/>
                  </a:cubicBezTo>
                  <a:cubicBezTo>
                    <a:pt x="228415" y="322306"/>
                    <a:pt x="229994" y="318483"/>
                    <a:pt x="231935" y="315331"/>
                  </a:cubicBezTo>
                  <a:cubicBezTo>
                    <a:pt x="234317" y="311471"/>
                    <a:pt x="236991" y="308552"/>
                    <a:pt x="239968" y="306570"/>
                  </a:cubicBezTo>
                  <a:cubicBezTo>
                    <a:pt x="242779" y="304636"/>
                    <a:pt x="246109" y="303598"/>
                    <a:pt x="249521" y="303592"/>
                  </a:cubicBezTo>
                  <a:close/>
                  <a:moveTo>
                    <a:pt x="304720" y="45476"/>
                  </a:moveTo>
                  <a:lnTo>
                    <a:pt x="106960" y="45476"/>
                  </a:lnTo>
                  <a:cubicBezTo>
                    <a:pt x="98151" y="45476"/>
                    <a:pt x="91011" y="52617"/>
                    <a:pt x="91011" y="61425"/>
                  </a:cubicBezTo>
                  <a:lnTo>
                    <a:pt x="91011" y="207288"/>
                  </a:lnTo>
                  <a:lnTo>
                    <a:pt x="423704" y="207288"/>
                  </a:lnTo>
                  <a:lnTo>
                    <a:pt x="423704" y="164944"/>
                  </a:lnTo>
                  <a:lnTo>
                    <a:pt x="352577" y="164944"/>
                  </a:lnTo>
                  <a:cubicBezTo>
                    <a:pt x="326155" y="164939"/>
                    <a:pt x="304736" y="143519"/>
                    <a:pt x="304731" y="117097"/>
                  </a:cubicBezTo>
                  <a:lnTo>
                    <a:pt x="304715" y="45476"/>
                  </a:lnTo>
                  <a:close/>
                  <a:moveTo>
                    <a:pt x="354624" y="76545"/>
                  </a:moveTo>
                  <a:lnTo>
                    <a:pt x="354624" y="107129"/>
                  </a:lnTo>
                  <a:cubicBezTo>
                    <a:pt x="354624" y="111533"/>
                    <a:pt x="358194" y="115104"/>
                    <a:pt x="362598" y="115104"/>
                  </a:cubicBezTo>
                  <a:lnTo>
                    <a:pt x="393273" y="115104"/>
                  </a:lnTo>
                  <a:lnTo>
                    <a:pt x="354624" y="76545"/>
                  </a:lnTo>
                  <a:close/>
                </a:path>
              </a:pathLst>
            </a:custGeom>
            <a:solidFill>
              <a:srgbClr val="2C2C2C"/>
            </a:solidFill>
            <a:ln w="5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9" name="图形 2">
              <a:extLst>
                <a:ext uri="{FF2B5EF4-FFF2-40B4-BE49-F238E27FC236}">
                  <a16:creationId xmlns:a16="http://schemas.microsoft.com/office/drawing/2014/main" id="{FCAC92DA-613E-7A4E-32BA-8F5269EC737D}"/>
                </a:ext>
              </a:extLst>
            </p:cNvPr>
            <p:cNvGrpSpPr/>
            <p:nvPr/>
          </p:nvGrpSpPr>
          <p:grpSpPr>
            <a:xfrm>
              <a:off x="9564871" y="1002498"/>
              <a:ext cx="410188" cy="60757"/>
              <a:chOff x="9564871" y="1002498"/>
              <a:chExt cx="410188" cy="60757"/>
            </a:xfrm>
          </p:grpSpPr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C272EF26-20F5-9789-3E0D-7CF96F006130}"/>
                  </a:ext>
                </a:extLst>
              </p:cNvPr>
              <p:cNvSpPr/>
              <p:nvPr/>
            </p:nvSpPr>
            <p:spPr>
              <a:xfrm>
                <a:off x="9564871" y="1032877"/>
                <a:ext cx="364620" cy="75"/>
              </a:xfrm>
              <a:custGeom>
                <a:avLst/>
                <a:gdLst>
                  <a:gd name="connsiteX0" fmla="*/ 0 w 364620"/>
                  <a:gd name="connsiteY0" fmla="*/ 76 h 75"/>
                  <a:gd name="connsiteX1" fmla="*/ 214550 w 364620"/>
                  <a:gd name="connsiteY1" fmla="*/ 0 h 75"/>
                  <a:gd name="connsiteX2" fmla="*/ 364621 w 364620"/>
                  <a:gd name="connsiteY2" fmla="*/ 0 h 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4620" h="75">
                    <a:moveTo>
                      <a:pt x="0" y="76"/>
                    </a:moveTo>
                    <a:lnTo>
                      <a:pt x="214550" y="0"/>
                    </a:lnTo>
                    <a:lnTo>
                      <a:pt x="364621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96A223EA-EED7-96A5-ED00-03963384DB68}"/>
                  </a:ext>
                </a:extLst>
              </p:cNvPr>
              <p:cNvSpPr/>
              <p:nvPr/>
            </p:nvSpPr>
            <p:spPr>
              <a:xfrm>
                <a:off x="9914303" y="1002498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2" name="图形 2">
              <a:extLst>
                <a:ext uri="{FF2B5EF4-FFF2-40B4-BE49-F238E27FC236}">
                  <a16:creationId xmlns:a16="http://schemas.microsoft.com/office/drawing/2014/main" id="{8E9D255E-D160-68C2-570B-D61D4B495E35}"/>
                </a:ext>
              </a:extLst>
            </p:cNvPr>
            <p:cNvGrpSpPr/>
            <p:nvPr/>
          </p:nvGrpSpPr>
          <p:grpSpPr>
            <a:xfrm>
              <a:off x="5822590" y="1002498"/>
              <a:ext cx="159488" cy="60757"/>
              <a:chOff x="5822590" y="1002498"/>
              <a:chExt cx="159488" cy="60757"/>
            </a:xfrm>
          </p:grpSpPr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B7A849AB-2B3D-4B61-14A0-3C958D21EC5E}"/>
                  </a:ext>
                </a:extLst>
              </p:cNvPr>
              <p:cNvSpPr/>
              <p:nvPr/>
            </p:nvSpPr>
            <p:spPr>
              <a:xfrm>
                <a:off x="5822590" y="1032877"/>
                <a:ext cx="159488" cy="7594"/>
              </a:xfrm>
              <a:custGeom>
                <a:avLst/>
                <a:gdLst>
                  <a:gd name="connsiteX0" fmla="*/ 5696 w 159488"/>
                  <a:gd name="connsiteY0" fmla="*/ 0 h 7594"/>
                  <a:gd name="connsiteX1" fmla="*/ 159488 w 159488"/>
                  <a:gd name="connsiteY1" fmla="*/ 0 h 7594"/>
                  <a:gd name="connsiteX2" fmla="*/ 0 w 159488"/>
                  <a:gd name="connsiteY2" fmla="*/ 0 h 7594"/>
                  <a:gd name="connsiteX3" fmla="*/ 89314 w 159488"/>
                  <a:gd name="connsiteY3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488" h="7594">
                    <a:moveTo>
                      <a:pt x="5696" y="0"/>
                    </a:moveTo>
                    <a:lnTo>
                      <a:pt x="159488" y="0"/>
                    </a:lnTo>
                    <a:lnTo>
                      <a:pt x="0" y="0"/>
                    </a:lnTo>
                    <a:lnTo>
                      <a:pt x="89314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9724DCEE-2813-E6E3-E5AC-9A41903E692A}"/>
                  </a:ext>
                </a:extLst>
              </p:cNvPr>
              <p:cNvSpPr/>
              <p:nvPr/>
            </p:nvSpPr>
            <p:spPr>
              <a:xfrm>
                <a:off x="5896715" y="1002498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5" name="图形 2">
              <a:extLst>
                <a:ext uri="{FF2B5EF4-FFF2-40B4-BE49-F238E27FC236}">
                  <a16:creationId xmlns:a16="http://schemas.microsoft.com/office/drawing/2014/main" id="{2F966CC6-8082-D225-D0F1-B5D215A6A650}"/>
                </a:ext>
              </a:extLst>
            </p:cNvPr>
            <p:cNvGrpSpPr/>
            <p:nvPr/>
          </p:nvGrpSpPr>
          <p:grpSpPr>
            <a:xfrm>
              <a:off x="4850471" y="767139"/>
              <a:ext cx="977815" cy="541045"/>
              <a:chOff x="4850471" y="767139"/>
              <a:chExt cx="977815" cy="541045"/>
            </a:xfrm>
            <a:solidFill>
              <a:srgbClr val="D5E8D4"/>
            </a:solidFill>
          </p:grpSpPr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A96ABE2C-7994-3AE9-945B-030E3960B9FA}"/>
                  </a:ext>
                </a:extLst>
              </p:cNvPr>
              <p:cNvSpPr/>
              <p:nvPr/>
            </p:nvSpPr>
            <p:spPr>
              <a:xfrm>
                <a:off x="4850471" y="767139"/>
                <a:ext cx="977815" cy="531627"/>
              </a:xfrm>
              <a:custGeom>
                <a:avLst/>
                <a:gdLst>
                  <a:gd name="connsiteX0" fmla="*/ 898071 w 977815"/>
                  <a:gd name="connsiteY0" fmla="*/ 0 h 531627"/>
                  <a:gd name="connsiteX1" fmla="*/ 977816 w 977815"/>
                  <a:gd name="connsiteY1" fmla="*/ 79744 h 531627"/>
                  <a:gd name="connsiteX2" fmla="*/ 977816 w 977815"/>
                  <a:gd name="connsiteY2" fmla="*/ 451884 h 531627"/>
                  <a:gd name="connsiteX3" fmla="*/ 898071 w 977815"/>
                  <a:gd name="connsiteY3" fmla="*/ 531628 h 531627"/>
                  <a:gd name="connsiteX4" fmla="*/ 79744 w 977815"/>
                  <a:gd name="connsiteY4" fmla="*/ 531628 h 531627"/>
                  <a:gd name="connsiteX5" fmla="*/ 0 w 977815"/>
                  <a:gd name="connsiteY5" fmla="*/ 451884 h 531627"/>
                  <a:gd name="connsiteX6" fmla="*/ 0 w 977815"/>
                  <a:gd name="connsiteY6" fmla="*/ 79744 h 531627"/>
                  <a:gd name="connsiteX7" fmla="*/ 79744 w 977815"/>
                  <a:gd name="connsiteY7" fmla="*/ 0 h 531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77815" h="531627">
                    <a:moveTo>
                      <a:pt x="898071" y="0"/>
                    </a:moveTo>
                    <a:cubicBezTo>
                      <a:pt x="942113" y="0"/>
                      <a:pt x="977816" y="35703"/>
                      <a:pt x="977816" y="79744"/>
                    </a:cubicBezTo>
                    <a:lnTo>
                      <a:pt x="977816" y="451884"/>
                    </a:lnTo>
                    <a:cubicBezTo>
                      <a:pt x="977816" y="495925"/>
                      <a:pt x="942113" y="531628"/>
                      <a:pt x="898071" y="531628"/>
                    </a:cubicBezTo>
                    <a:lnTo>
                      <a:pt x="79744" y="531628"/>
                    </a:lnTo>
                    <a:cubicBezTo>
                      <a:pt x="35703" y="531628"/>
                      <a:pt x="0" y="495925"/>
                      <a:pt x="0" y="451884"/>
                    </a:cubicBezTo>
                    <a:lnTo>
                      <a:pt x="0" y="79744"/>
                    </a:lnTo>
                    <a:cubicBezTo>
                      <a:pt x="0" y="35703"/>
                      <a:pt x="35703" y="0"/>
                      <a:pt x="79744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5185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15F4A70B-8D7F-D8F5-078F-FE4C90874B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58065" y="805036"/>
                <a:ext cx="964524" cy="503147"/>
              </a:xfrm>
              <a:custGeom>
                <a:avLst/>
                <a:gdLst>
                  <a:gd name="connsiteX0" fmla="*/ -1 w 964524"/>
                  <a:gd name="connsiteY0" fmla="*/ -1 h 503147"/>
                  <a:gd name="connsiteX1" fmla="*/ 964524 w 964524"/>
                  <a:gd name="connsiteY1" fmla="*/ -1 h 503147"/>
                  <a:gd name="connsiteX2" fmla="*/ 964524 w 964524"/>
                  <a:gd name="connsiteY2" fmla="*/ 503147 h 503147"/>
                  <a:gd name="connsiteX3" fmla="*/ -1 w 964524"/>
                  <a:gd name="connsiteY3" fmla="*/ 503147 h 503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4524" h="503147">
                    <a:moveTo>
                      <a:pt x="-1" y="-1"/>
                    </a:moveTo>
                    <a:lnTo>
                      <a:pt x="964524" y="-1"/>
                    </a:lnTo>
                    <a:lnTo>
                      <a:pt x="964524" y="503147"/>
                    </a:lnTo>
                    <a:lnTo>
                      <a:pt x="-1" y="5031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8" name="图形 2">
              <a:extLst>
                <a:ext uri="{FF2B5EF4-FFF2-40B4-BE49-F238E27FC236}">
                  <a16:creationId xmlns:a16="http://schemas.microsoft.com/office/drawing/2014/main" id="{CC29B933-E9B4-3AAB-5CD8-E851CC0A42F9}"/>
                </a:ext>
              </a:extLst>
            </p:cNvPr>
            <p:cNvGrpSpPr/>
            <p:nvPr/>
          </p:nvGrpSpPr>
          <p:grpSpPr>
            <a:xfrm>
              <a:off x="7630125" y="596258"/>
              <a:ext cx="309635" cy="436694"/>
              <a:chOff x="7630125" y="596258"/>
              <a:chExt cx="309635" cy="436694"/>
            </a:xfrm>
          </p:grpSpPr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48903920-BFE5-6308-1EAA-0B00BA3C15B1}"/>
                  </a:ext>
                </a:extLst>
              </p:cNvPr>
              <p:cNvSpPr/>
              <p:nvPr/>
            </p:nvSpPr>
            <p:spPr>
              <a:xfrm>
                <a:off x="7630125" y="626561"/>
                <a:ext cx="264067" cy="406391"/>
              </a:xfrm>
              <a:custGeom>
                <a:avLst/>
                <a:gdLst>
                  <a:gd name="connsiteX0" fmla="*/ 0 w 264067"/>
                  <a:gd name="connsiteY0" fmla="*/ 406392 h 406391"/>
                  <a:gd name="connsiteX1" fmla="*/ 87339 w 264067"/>
                  <a:gd name="connsiteY1" fmla="*/ 406316 h 406391"/>
                  <a:gd name="connsiteX2" fmla="*/ 163286 w 264067"/>
                  <a:gd name="connsiteY2" fmla="*/ 330369 h 406391"/>
                  <a:gd name="connsiteX3" fmla="*/ 163286 w 264067"/>
                  <a:gd name="connsiteY3" fmla="*/ 75947 h 406391"/>
                  <a:gd name="connsiteX4" fmla="*/ 213715 w 264067"/>
                  <a:gd name="connsiteY4" fmla="*/ 0 h 406391"/>
                  <a:gd name="connsiteX5" fmla="*/ 264067 w 264067"/>
                  <a:gd name="connsiteY5" fmla="*/ 76 h 40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4067" h="406391">
                    <a:moveTo>
                      <a:pt x="0" y="406392"/>
                    </a:moveTo>
                    <a:lnTo>
                      <a:pt x="87339" y="406316"/>
                    </a:lnTo>
                    <a:cubicBezTo>
                      <a:pt x="137970" y="406316"/>
                      <a:pt x="163286" y="381000"/>
                      <a:pt x="163286" y="330369"/>
                    </a:cubicBezTo>
                    <a:lnTo>
                      <a:pt x="163286" y="75947"/>
                    </a:lnTo>
                    <a:cubicBezTo>
                      <a:pt x="163286" y="25316"/>
                      <a:pt x="180095" y="0"/>
                      <a:pt x="213715" y="0"/>
                    </a:cubicBezTo>
                    <a:lnTo>
                      <a:pt x="264067" y="76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754963A2-DA38-4F32-18F8-E2C6390E1452}"/>
                  </a:ext>
                </a:extLst>
              </p:cNvPr>
              <p:cNvSpPr/>
              <p:nvPr/>
            </p:nvSpPr>
            <p:spPr>
              <a:xfrm>
                <a:off x="7879003" y="596258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76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1" name="图形 2">
              <a:extLst>
                <a:ext uri="{FF2B5EF4-FFF2-40B4-BE49-F238E27FC236}">
                  <a16:creationId xmlns:a16="http://schemas.microsoft.com/office/drawing/2014/main" id="{A911F5B4-A0B9-A982-7C4D-36AC24678AFC}"/>
                </a:ext>
              </a:extLst>
            </p:cNvPr>
            <p:cNvGrpSpPr/>
            <p:nvPr/>
          </p:nvGrpSpPr>
          <p:grpSpPr>
            <a:xfrm>
              <a:off x="7630125" y="1032877"/>
              <a:ext cx="317230" cy="452035"/>
              <a:chOff x="7630125" y="1032877"/>
              <a:chExt cx="317230" cy="452035"/>
            </a:xfrm>
          </p:grpSpPr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56FBFE83-7814-55AE-06AB-915C856D5FD7}"/>
                  </a:ext>
                </a:extLst>
              </p:cNvPr>
              <p:cNvSpPr/>
              <p:nvPr/>
            </p:nvSpPr>
            <p:spPr>
              <a:xfrm>
                <a:off x="7630125" y="1032877"/>
                <a:ext cx="271662" cy="421732"/>
              </a:xfrm>
              <a:custGeom>
                <a:avLst/>
                <a:gdLst>
                  <a:gd name="connsiteX0" fmla="*/ 0 w 271662"/>
                  <a:gd name="connsiteY0" fmla="*/ 76 h 421732"/>
                  <a:gd name="connsiteX1" fmla="*/ 91136 w 271662"/>
                  <a:gd name="connsiteY1" fmla="*/ 0 h 421732"/>
                  <a:gd name="connsiteX2" fmla="*/ 167083 w 271662"/>
                  <a:gd name="connsiteY2" fmla="*/ 75947 h 421732"/>
                  <a:gd name="connsiteX3" fmla="*/ 167083 w 271662"/>
                  <a:gd name="connsiteY3" fmla="*/ 345558 h 421732"/>
                  <a:gd name="connsiteX4" fmla="*/ 219411 w 271662"/>
                  <a:gd name="connsiteY4" fmla="*/ 421581 h 421732"/>
                  <a:gd name="connsiteX5" fmla="*/ 271662 w 271662"/>
                  <a:gd name="connsiteY5" fmla="*/ 421733 h 421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1662" h="421732">
                    <a:moveTo>
                      <a:pt x="0" y="76"/>
                    </a:moveTo>
                    <a:lnTo>
                      <a:pt x="91136" y="0"/>
                    </a:lnTo>
                    <a:cubicBezTo>
                      <a:pt x="141768" y="0"/>
                      <a:pt x="167083" y="25316"/>
                      <a:pt x="167083" y="75947"/>
                    </a:cubicBezTo>
                    <a:lnTo>
                      <a:pt x="167083" y="345558"/>
                    </a:lnTo>
                    <a:cubicBezTo>
                      <a:pt x="167083" y="396189"/>
                      <a:pt x="184526" y="421530"/>
                      <a:pt x="219411" y="421581"/>
                    </a:cubicBezTo>
                    <a:lnTo>
                      <a:pt x="271662" y="421733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D599E046-8465-90F6-CAA9-F10B93DFECA8}"/>
                  </a:ext>
                </a:extLst>
              </p:cNvPr>
              <p:cNvSpPr/>
              <p:nvPr/>
            </p:nvSpPr>
            <p:spPr>
              <a:xfrm>
                <a:off x="7886598" y="1424155"/>
                <a:ext cx="60757" cy="60757"/>
              </a:xfrm>
              <a:custGeom>
                <a:avLst/>
                <a:gdLst>
                  <a:gd name="connsiteX0" fmla="*/ 60757 w 60757"/>
                  <a:gd name="connsiteY0" fmla="*/ 30531 h 60757"/>
                  <a:gd name="connsiteX1" fmla="*/ 0 w 60757"/>
                  <a:gd name="connsiteY1" fmla="*/ 60757 h 60757"/>
                  <a:gd name="connsiteX2" fmla="*/ 15189 w 60757"/>
                  <a:gd name="connsiteY2" fmla="*/ 30455 h 60757"/>
                  <a:gd name="connsiteX3" fmla="*/ 76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531"/>
                    </a:moveTo>
                    <a:lnTo>
                      <a:pt x="0" y="60757"/>
                    </a:lnTo>
                    <a:lnTo>
                      <a:pt x="15189" y="30455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4" name="图形 2">
              <a:extLst>
                <a:ext uri="{FF2B5EF4-FFF2-40B4-BE49-F238E27FC236}">
                  <a16:creationId xmlns:a16="http://schemas.microsoft.com/office/drawing/2014/main" id="{81F4F54A-6617-4599-C278-430A9FA67126}"/>
                </a:ext>
              </a:extLst>
            </p:cNvPr>
            <p:cNvGrpSpPr/>
            <p:nvPr/>
          </p:nvGrpSpPr>
          <p:grpSpPr>
            <a:xfrm>
              <a:off x="7250391" y="292395"/>
              <a:ext cx="379734" cy="1481039"/>
              <a:chOff x="7250391" y="292395"/>
              <a:chExt cx="379734" cy="1481039"/>
            </a:xfrm>
            <a:solidFill>
              <a:srgbClr val="DAE8FC"/>
            </a:solidFill>
          </p:grpSpPr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DCF3F7C6-7BEC-6CBB-EE63-A7F20A39F3A3}"/>
                  </a:ext>
                </a:extLst>
              </p:cNvPr>
              <p:cNvSpPr/>
              <p:nvPr/>
            </p:nvSpPr>
            <p:spPr>
              <a:xfrm>
                <a:off x="7250391" y="292395"/>
                <a:ext cx="379734" cy="1481039"/>
              </a:xfrm>
              <a:custGeom>
                <a:avLst/>
                <a:gdLst>
                  <a:gd name="connsiteX0" fmla="*/ 322774 w 379734"/>
                  <a:gd name="connsiteY0" fmla="*/ 0 h 1481039"/>
                  <a:gd name="connsiteX1" fmla="*/ 379734 w 379734"/>
                  <a:gd name="connsiteY1" fmla="*/ 56960 h 1481039"/>
                  <a:gd name="connsiteX2" fmla="*/ 379734 w 379734"/>
                  <a:gd name="connsiteY2" fmla="*/ 1424079 h 1481039"/>
                  <a:gd name="connsiteX3" fmla="*/ 322774 w 379734"/>
                  <a:gd name="connsiteY3" fmla="*/ 1481039 h 1481039"/>
                  <a:gd name="connsiteX4" fmla="*/ 56960 w 379734"/>
                  <a:gd name="connsiteY4" fmla="*/ 1481039 h 1481039"/>
                  <a:gd name="connsiteX5" fmla="*/ 0 w 379734"/>
                  <a:gd name="connsiteY5" fmla="*/ 1424079 h 1481039"/>
                  <a:gd name="connsiteX6" fmla="*/ 0 w 379734"/>
                  <a:gd name="connsiteY6" fmla="*/ 56960 h 1481039"/>
                  <a:gd name="connsiteX7" fmla="*/ 56960 w 379734"/>
                  <a:gd name="connsiteY7" fmla="*/ 0 h 1481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9734" h="1481039">
                    <a:moveTo>
                      <a:pt x="322774" y="0"/>
                    </a:moveTo>
                    <a:cubicBezTo>
                      <a:pt x="354232" y="0"/>
                      <a:pt x="379734" y="25502"/>
                      <a:pt x="379734" y="56960"/>
                    </a:cubicBezTo>
                    <a:lnTo>
                      <a:pt x="379734" y="1424079"/>
                    </a:lnTo>
                    <a:cubicBezTo>
                      <a:pt x="379734" y="1455538"/>
                      <a:pt x="354232" y="1481039"/>
                      <a:pt x="322774" y="1481039"/>
                    </a:cubicBezTo>
                    <a:lnTo>
                      <a:pt x="56960" y="1481039"/>
                    </a:lnTo>
                    <a:cubicBezTo>
                      <a:pt x="25502" y="1481039"/>
                      <a:pt x="0" y="1455538"/>
                      <a:pt x="0" y="1424079"/>
                    </a:cubicBezTo>
                    <a:lnTo>
                      <a:pt x="0" y="56960"/>
                    </a:lnTo>
                    <a:cubicBezTo>
                      <a:pt x="0" y="25502"/>
                      <a:pt x="25502" y="0"/>
                      <a:pt x="5696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6" name="图片 35">
                <a:extLst>
                  <a:ext uri="{FF2B5EF4-FFF2-40B4-BE49-F238E27FC236}">
                    <a16:creationId xmlns:a16="http://schemas.microsoft.com/office/drawing/2014/main" id="{316DAACB-DD0D-18EF-DC67-899CB5CF7C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57986" y="349355"/>
                <a:ext cx="364544" cy="1414509"/>
              </a:xfrm>
              <a:custGeom>
                <a:avLst/>
                <a:gdLst>
                  <a:gd name="connsiteX0" fmla="*/ -1 w 364544"/>
                  <a:gd name="connsiteY0" fmla="*/ -1 h 1414509"/>
                  <a:gd name="connsiteX1" fmla="*/ 364544 w 364544"/>
                  <a:gd name="connsiteY1" fmla="*/ -1 h 1414509"/>
                  <a:gd name="connsiteX2" fmla="*/ 364544 w 364544"/>
                  <a:gd name="connsiteY2" fmla="*/ 1414510 h 1414509"/>
                  <a:gd name="connsiteX3" fmla="*/ -1 w 364544"/>
                  <a:gd name="connsiteY3" fmla="*/ 1414510 h 141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4544" h="1414509">
                    <a:moveTo>
                      <a:pt x="-1" y="-1"/>
                    </a:moveTo>
                    <a:lnTo>
                      <a:pt x="364544" y="-1"/>
                    </a:lnTo>
                    <a:lnTo>
                      <a:pt x="364544" y="1414510"/>
                    </a:lnTo>
                    <a:lnTo>
                      <a:pt x="-1" y="1414510"/>
                    </a:lnTo>
                    <a:close/>
                  </a:path>
                </a:pathLst>
              </a:custGeom>
            </p:spPr>
          </p:pic>
        </p:grpSp>
        <p:grpSp>
          <p:nvGrpSpPr>
            <p:cNvPr id="37" name="图形 2">
              <a:extLst>
                <a:ext uri="{FF2B5EF4-FFF2-40B4-BE49-F238E27FC236}">
                  <a16:creationId xmlns:a16="http://schemas.microsoft.com/office/drawing/2014/main" id="{817FFF1F-A9D1-00E3-5B51-317F10E031D6}"/>
                </a:ext>
              </a:extLst>
            </p:cNvPr>
            <p:cNvGrpSpPr/>
            <p:nvPr/>
          </p:nvGrpSpPr>
          <p:grpSpPr>
            <a:xfrm>
              <a:off x="7964367" y="1298691"/>
              <a:ext cx="835339" cy="320875"/>
              <a:chOff x="7964367" y="1298691"/>
              <a:chExt cx="835339" cy="320875"/>
            </a:xfrm>
            <a:solidFill>
              <a:srgbClr val="DAE8FC"/>
            </a:solidFill>
          </p:grpSpPr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A7520935-1678-AFBC-6DD8-569611C8F61E}"/>
                  </a:ext>
                </a:extLst>
              </p:cNvPr>
              <p:cNvSpPr/>
              <p:nvPr/>
            </p:nvSpPr>
            <p:spPr>
              <a:xfrm>
                <a:off x="7964367" y="1298691"/>
                <a:ext cx="835339" cy="311989"/>
              </a:xfrm>
              <a:custGeom>
                <a:avLst/>
                <a:gdLst>
                  <a:gd name="connsiteX0" fmla="*/ 788556 w 835339"/>
                  <a:gd name="connsiteY0" fmla="*/ 0 h 311989"/>
                  <a:gd name="connsiteX1" fmla="*/ 835339 w 835339"/>
                  <a:gd name="connsiteY1" fmla="*/ 46783 h 311989"/>
                  <a:gd name="connsiteX2" fmla="*/ 835339 w 835339"/>
                  <a:gd name="connsiteY2" fmla="*/ 265206 h 311989"/>
                  <a:gd name="connsiteX3" fmla="*/ 788556 w 835339"/>
                  <a:gd name="connsiteY3" fmla="*/ 311990 h 311989"/>
                  <a:gd name="connsiteX4" fmla="*/ 46784 w 835339"/>
                  <a:gd name="connsiteY4" fmla="*/ 311990 h 311989"/>
                  <a:gd name="connsiteX5" fmla="*/ 1 w 835339"/>
                  <a:gd name="connsiteY5" fmla="*/ 265206 h 311989"/>
                  <a:gd name="connsiteX6" fmla="*/ 1 w 835339"/>
                  <a:gd name="connsiteY6" fmla="*/ 46783 h 311989"/>
                  <a:gd name="connsiteX7" fmla="*/ 46784 w 835339"/>
                  <a:gd name="connsiteY7" fmla="*/ 0 h 311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5339" h="311989">
                    <a:moveTo>
                      <a:pt x="788556" y="0"/>
                    </a:moveTo>
                    <a:cubicBezTo>
                      <a:pt x="814394" y="0"/>
                      <a:pt x="835339" y="20946"/>
                      <a:pt x="835339" y="46783"/>
                    </a:cubicBezTo>
                    <a:lnTo>
                      <a:pt x="835339" y="265206"/>
                    </a:lnTo>
                    <a:cubicBezTo>
                      <a:pt x="835339" y="291044"/>
                      <a:pt x="814394" y="311990"/>
                      <a:pt x="788556" y="311990"/>
                    </a:cubicBezTo>
                    <a:lnTo>
                      <a:pt x="46784" y="311990"/>
                    </a:lnTo>
                    <a:cubicBezTo>
                      <a:pt x="20946" y="311990"/>
                      <a:pt x="1" y="291044"/>
                      <a:pt x="1" y="265206"/>
                    </a:cubicBezTo>
                    <a:lnTo>
                      <a:pt x="1" y="46783"/>
                    </a:lnTo>
                    <a:cubicBezTo>
                      <a:pt x="1" y="20946"/>
                      <a:pt x="20946" y="0"/>
                      <a:pt x="46784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39" name="图片 38">
                <a:extLst>
                  <a:ext uri="{FF2B5EF4-FFF2-40B4-BE49-F238E27FC236}">
                    <a16:creationId xmlns:a16="http://schemas.microsoft.com/office/drawing/2014/main" id="{89B9AFA9-65F6-62EB-F61F-BA992D293D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71886" y="1344259"/>
                <a:ext cx="820225" cy="275307"/>
              </a:xfrm>
              <a:custGeom>
                <a:avLst/>
                <a:gdLst>
                  <a:gd name="connsiteX0" fmla="*/ -1 w 820225"/>
                  <a:gd name="connsiteY0" fmla="*/ -1 h 275307"/>
                  <a:gd name="connsiteX1" fmla="*/ 820225 w 820225"/>
                  <a:gd name="connsiteY1" fmla="*/ -1 h 275307"/>
                  <a:gd name="connsiteX2" fmla="*/ 820225 w 820225"/>
                  <a:gd name="connsiteY2" fmla="*/ 275307 h 275307"/>
                  <a:gd name="connsiteX3" fmla="*/ -1 w 820225"/>
                  <a:gd name="connsiteY3" fmla="*/ 275307 h 275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0225" h="275307">
                    <a:moveTo>
                      <a:pt x="-1" y="-1"/>
                    </a:moveTo>
                    <a:lnTo>
                      <a:pt x="820225" y="-1"/>
                    </a:lnTo>
                    <a:lnTo>
                      <a:pt x="820225" y="275307"/>
                    </a:lnTo>
                    <a:lnTo>
                      <a:pt x="-1" y="275307"/>
                    </a:lnTo>
                    <a:close/>
                  </a:path>
                </a:pathLst>
              </a:custGeom>
            </p:spPr>
          </p:pic>
        </p:grpSp>
        <p:grpSp>
          <p:nvGrpSpPr>
            <p:cNvPr id="40" name="图形 2">
              <a:extLst>
                <a:ext uri="{FF2B5EF4-FFF2-40B4-BE49-F238E27FC236}">
                  <a16:creationId xmlns:a16="http://schemas.microsoft.com/office/drawing/2014/main" id="{1EEEF69E-61FA-228E-823E-DAA66D77CFB8}"/>
                </a:ext>
              </a:extLst>
            </p:cNvPr>
            <p:cNvGrpSpPr/>
            <p:nvPr/>
          </p:nvGrpSpPr>
          <p:grpSpPr>
            <a:xfrm>
              <a:off x="7956773" y="469275"/>
              <a:ext cx="842934" cy="322470"/>
              <a:chOff x="7956773" y="469275"/>
              <a:chExt cx="842934" cy="322470"/>
            </a:xfrm>
            <a:solidFill>
              <a:srgbClr val="DAE8FC"/>
            </a:solidFill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8714F090-1AE1-8D31-31D1-BCF415D73AFD}"/>
                  </a:ext>
                </a:extLst>
              </p:cNvPr>
              <p:cNvSpPr/>
              <p:nvPr/>
            </p:nvSpPr>
            <p:spPr>
              <a:xfrm>
                <a:off x="7956773" y="469275"/>
                <a:ext cx="842934" cy="314799"/>
              </a:xfrm>
              <a:custGeom>
                <a:avLst/>
                <a:gdLst>
                  <a:gd name="connsiteX0" fmla="*/ 795695 w 842934"/>
                  <a:gd name="connsiteY0" fmla="*/ 0 h 314799"/>
                  <a:gd name="connsiteX1" fmla="*/ 842934 w 842934"/>
                  <a:gd name="connsiteY1" fmla="*/ 47239 h 314799"/>
                  <a:gd name="connsiteX2" fmla="*/ 842934 w 842934"/>
                  <a:gd name="connsiteY2" fmla="*/ 267561 h 314799"/>
                  <a:gd name="connsiteX3" fmla="*/ 795695 w 842934"/>
                  <a:gd name="connsiteY3" fmla="*/ 314800 h 314799"/>
                  <a:gd name="connsiteX4" fmla="*/ 47239 w 842934"/>
                  <a:gd name="connsiteY4" fmla="*/ 314800 h 314799"/>
                  <a:gd name="connsiteX5" fmla="*/ 1 w 842934"/>
                  <a:gd name="connsiteY5" fmla="*/ 267561 h 314799"/>
                  <a:gd name="connsiteX6" fmla="*/ 1 w 842934"/>
                  <a:gd name="connsiteY6" fmla="*/ 47239 h 314799"/>
                  <a:gd name="connsiteX7" fmla="*/ 47239 w 842934"/>
                  <a:gd name="connsiteY7" fmla="*/ 0 h 314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2934" h="314799">
                    <a:moveTo>
                      <a:pt x="795695" y="0"/>
                    </a:moveTo>
                    <a:cubicBezTo>
                      <a:pt x="821784" y="0"/>
                      <a:pt x="842934" y="21150"/>
                      <a:pt x="842934" y="47239"/>
                    </a:cubicBezTo>
                    <a:lnTo>
                      <a:pt x="842934" y="267561"/>
                    </a:lnTo>
                    <a:cubicBezTo>
                      <a:pt x="842934" y="293650"/>
                      <a:pt x="821784" y="314800"/>
                      <a:pt x="795695" y="314800"/>
                    </a:cubicBezTo>
                    <a:lnTo>
                      <a:pt x="47239" y="314800"/>
                    </a:lnTo>
                    <a:cubicBezTo>
                      <a:pt x="21150" y="314800"/>
                      <a:pt x="1" y="293650"/>
                      <a:pt x="1" y="267561"/>
                    </a:cubicBezTo>
                    <a:lnTo>
                      <a:pt x="1" y="47239"/>
                    </a:lnTo>
                    <a:cubicBezTo>
                      <a:pt x="1" y="21150"/>
                      <a:pt x="21150" y="0"/>
                      <a:pt x="47239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2" name="图片 41">
                <a:extLst>
                  <a:ext uri="{FF2B5EF4-FFF2-40B4-BE49-F238E27FC236}">
                    <a16:creationId xmlns:a16="http://schemas.microsoft.com/office/drawing/2014/main" id="{E47DEBAF-6C55-126F-B879-58F12184AF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64291" y="516438"/>
                <a:ext cx="827820" cy="275307"/>
              </a:xfrm>
              <a:custGeom>
                <a:avLst/>
                <a:gdLst>
                  <a:gd name="connsiteX0" fmla="*/ -1 w 827820"/>
                  <a:gd name="connsiteY0" fmla="*/ -1 h 275307"/>
                  <a:gd name="connsiteX1" fmla="*/ 827820 w 827820"/>
                  <a:gd name="connsiteY1" fmla="*/ -1 h 275307"/>
                  <a:gd name="connsiteX2" fmla="*/ 827820 w 827820"/>
                  <a:gd name="connsiteY2" fmla="*/ 275307 h 275307"/>
                  <a:gd name="connsiteX3" fmla="*/ -1 w 827820"/>
                  <a:gd name="connsiteY3" fmla="*/ 275307 h 275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7820" h="275307">
                    <a:moveTo>
                      <a:pt x="-1" y="-1"/>
                    </a:moveTo>
                    <a:lnTo>
                      <a:pt x="827820" y="-1"/>
                    </a:lnTo>
                    <a:lnTo>
                      <a:pt x="827820" y="275307"/>
                    </a:lnTo>
                    <a:lnTo>
                      <a:pt x="-1" y="275307"/>
                    </a:lnTo>
                    <a:close/>
                  </a:path>
                </a:pathLst>
              </a:custGeom>
            </p:spPr>
          </p:pic>
        </p:grpSp>
        <p:grpSp>
          <p:nvGrpSpPr>
            <p:cNvPr id="43" name="图形 2">
              <a:extLst>
                <a:ext uri="{FF2B5EF4-FFF2-40B4-BE49-F238E27FC236}">
                  <a16:creationId xmlns:a16="http://schemas.microsoft.com/office/drawing/2014/main" id="{3DA59942-88C9-6BD3-9D8F-E326CAE8E205}"/>
                </a:ext>
              </a:extLst>
            </p:cNvPr>
            <p:cNvGrpSpPr/>
            <p:nvPr/>
          </p:nvGrpSpPr>
          <p:grpSpPr>
            <a:xfrm>
              <a:off x="8799707" y="626637"/>
              <a:ext cx="368418" cy="436694"/>
              <a:chOff x="8799707" y="626637"/>
              <a:chExt cx="368418" cy="436694"/>
            </a:xfrm>
          </p:grpSpPr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FD4F3528-D749-6CDF-45FD-5A35CAFC3B89}"/>
                  </a:ext>
                </a:extLst>
              </p:cNvPr>
              <p:cNvSpPr/>
              <p:nvPr/>
            </p:nvSpPr>
            <p:spPr>
              <a:xfrm>
                <a:off x="8799707" y="626637"/>
                <a:ext cx="322850" cy="406315"/>
              </a:xfrm>
              <a:custGeom>
                <a:avLst/>
                <a:gdLst>
                  <a:gd name="connsiteX0" fmla="*/ 0 w 322850"/>
                  <a:gd name="connsiteY0" fmla="*/ 0 h 406315"/>
                  <a:gd name="connsiteX1" fmla="*/ 117718 w 322850"/>
                  <a:gd name="connsiteY1" fmla="*/ 0 h 406315"/>
                  <a:gd name="connsiteX2" fmla="*/ 193664 w 322850"/>
                  <a:gd name="connsiteY2" fmla="*/ 75871 h 406315"/>
                  <a:gd name="connsiteX3" fmla="*/ 193664 w 322850"/>
                  <a:gd name="connsiteY3" fmla="*/ 330293 h 406315"/>
                  <a:gd name="connsiteX4" fmla="*/ 258295 w 322850"/>
                  <a:gd name="connsiteY4" fmla="*/ 406240 h 406315"/>
                  <a:gd name="connsiteX5" fmla="*/ 322850 w 322850"/>
                  <a:gd name="connsiteY5" fmla="*/ 406316 h 406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2850" h="406315">
                    <a:moveTo>
                      <a:pt x="0" y="0"/>
                    </a:moveTo>
                    <a:lnTo>
                      <a:pt x="117718" y="0"/>
                    </a:lnTo>
                    <a:cubicBezTo>
                      <a:pt x="168349" y="-51"/>
                      <a:pt x="193664" y="25240"/>
                      <a:pt x="193664" y="75871"/>
                    </a:cubicBezTo>
                    <a:lnTo>
                      <a:pt x="193664" y="330293"/>
                    </a:lnTo>
                    <a:cubicBezTo>
                      <a:pt x="193664" y="380924"/>
                      <a:pt x="215208" y="406240"/>
                      <a:pt x="258295" y="406240"/>
                    </a:cubicBezTo>
                    <a:lnTo>
                      <a:pt x="322850" y="406316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96ADE514-FC8F-75D1-C1F8-E477AA694519}"/>
                  </a:ext>
                </a:extLst>
              </p:cNvPr>
              <p:cNvSpPr/>
              <p:nvPr/>
            </p:nvSpPr>
            <p:spPr>
              <a:xfrm>
                <a:off x="9107367" y="1002574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76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" name="图形 2">
              <a:extLst>
                <a:ext uri="{FF2B5EF4-FFF2-40B4-BE49-F238E27FC236}">
                  <a16:creationId xmlns:a16="http://schemas.microsoft.com/office/drawing/2014/main" id="{4872109B-38D5-C224-4394-6C976B94A49F}"/>
                </a:ext>
              </a:extLst>
            </p:cNvPr>
            <p:cNvGrpSpPr/>
            <p:nvPr/>
          </p:nvGrpSpPr>
          <p:grpSpPr>
            <a:xfrm>
              <a:off x="8799707" y="1002574"/>
              <a:ext cx="368418" cy="452111"/>
              <a:chOff x="8799707" y="1002574"/>
              <a:chExt cx="368418" cy="452111"/>
            </a:xfrm>
          </p:grpSpPr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5BA3802A-E7C2-28FE-B9BB-88DF73FD10B8}"/>
                  </a:ext>
                </a:extLst>
              </p:cNvPr>
              <p:cNvSpPr/>
              <p:nvPr/>
            </p:nvSpPr>
            <p:spPr>
              <a:xfrm>
                <a:off x="8799707" y="1032877"/>
                <a:ext cx="322850" cy="421808"/>
              </a:xfrm>
              <a:custGeom>
                <a:avLst/>
                <a:gdLst>
                  <a:gd name="connsiteX0" fmla="*/ 0 w 322850"/>
                  <a:gd name="connsiteY0" fmla="*/ 421809 h 421808"/>
                  <a:gd name="connsiteX1" fmla="*/ 117718 w 322850"/>
                  <a:gd name="connsiteY1" fmla="*/ 421657 h 421808"/>
                  <a:gd name="connsiteX2" fmla="*/ 193664 w 322850"/>
                  <a:gd name="connsiteY2" fmla="*/ 345558 h 421808"/>
                  <a:gd name="connsiteX3" fmla="*/ 193664 w 322850"/>
                  <a:gd name="connsiteY3" fmla="*/ 75947 h 421808"/>
                  <a:gd name="connsiteX4" fmla="*/ 258295 w 322850"/>
                  <a:gd name="connsiteY4" fmla="*/ 0 h 421808"/>
                  <a:gd name="connsiteX5" fmla="*/ 322850 w 322850"/>
                  <a:gd name="connsiteY5" fmla="*/ 76 h 421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2850" h="421808">
                    <a:moveTo>
                      <a:pt x="0" y="421809"/>
                    </a:moveTo>
                    <a:lnTo>
                      <a:pt x="117718" y="421657"/>
                    </a:lnTo>
                    <a:cubicBezTo>
                      <a:pt x="168349" y="421556"/>
                      <a:pt x="193664" y="396189"/>
                      <a:pt x="193664" y="345558"/>
                    </a:cubicBezTo>
                    <a:lnTo>
                      <a:pt x="193664" y="75947"/>
                    </a:lnTo>
                    <a:cubicBezTo>
                      <a:pt x="193664" y="25316"/>
                      <a:pt x="215208" y="0"/>
                      <a:pt x="258295" y="0"/>
                    </a:cubicBezTo>
                    <a:lnTo>
                      <a:pt x="322850" y="76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486A8434-72CF-3814-EEC9-7D21DE0C4C71}"/>
                  </a:ext>
                </a:extLst>
              </p:cNvPr>
              <p:cNvSpPr/>
              <p:nvPr/>
            </p:nvSpPr>
            <p:spPr>
              <a:xfrm>
                <a:off x="9107367" y="1002574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76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9" name="图形 2">
              <a:extLst>
                <a:ext uri="{FF2B5EF4-FFF2-40B4-BE49-F238E27FC236}">
                  <a16:creationId xmlns:a16="http://schemas.microsoft.com/office/drawing/2014/main" id="{7C2E79B3-FE3F-EFD3-2212-0CDD291E5CAA}"/>
                </a:ext>
              </a:extLst>
            </p:cNvPr>
            <p:cNvGrpSpPr/>
            <p:nvPr/>
          </p:nvGrpSpPr>
          <p:grpSpPr>
            <a:xfrm>
              <a:off x="8883248" y="934146"/>
              <a:ext cx="159488" cy="220245"/>
              <a:chOff x="8883248" y="934146"/>
              <a:chExt cx="159488" cy="220245"/>
            </a:xfrm>
            <a:solidFill>
              <a:srgbClr val="FFFFFF"/>
            </a:solidFill>
          </p:grpSpPr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DA3E1060-5D78-D12C-BA52-F6745C907C8A}"/>
                  </a:ext>
                </a:extLst>
              </p:cNvPr>
              <p:cNvSpPr/>
              <p:nvPr/>
            </p:nvSpPr>
            <p:spPr>
              <a:xfrm>
                <a:off x="8883248" y="941740"/>
                <a:ext cx="159488" cy="159488"/>
              </a:xfrm>
              <a:custGeom>
                <a:avLst/>
                <a:gdLst>
                  <a:gd name="connsiteX0" fmla="*/ 159488 w 159488"/>
                  <a:gd name="connsiteY0" fmla="*/ 79744 h 159488"/>
                  <a:gd name="connsiteX1" fmla="*/ 79744 w 159488"/>
                  <a:gd name="connsiteY1" fmla="*/ 159488 h 159488"/>
                  <a:gd name="connsiteX2" fmla="*/ 0 w 159488"/>
                  <a:gd name="connsiteY2" fmla="*/ 79744 h 159488"/>
                  <a:gd name="connsiteX3" fmla="*/ 79744 w 159488"/>
                  <a:gd name="connsiteY3" fmla="*/ 0 h 159488"/>
                  <a:gd name="connsiteX4" fmla="*/ 159488 w 159488"/>
                  <a:gd name="connsiteY4" fmla="*/ 79744 h 159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9488" h="159488">
                    <a:moveTo>
                      <a:pt x="159488" y="79744"/>
                    </a:moveTo>
                    <a:cubicBezTo>
                      <a:pt x="159488" y="123786"/>
                      <a:pt x="123786" y="159488"/>
                      <a:pt x="79744" y="159488"/>
                    </a:cubicBezTo>
                    <a:cubicBezTo>
                      <a:pt x="35703" y="159488"/>
                      <a:pt x="0" y="123786"/>
                      <a:pt x="0" y="79744"/>
                    </a:cubicBezTo>
                    <a:cubicBezTo>
                      <a:pt x="0" y="35703"/>
                      <a:pt x="35703" y="0"/>
                      <a:pt x="79744" y="0"/>
                    </a:cubicBezTo>
                    <a:cubicBezTo>
                      <a:pt x="123786" y="0"/>
                      <a:pt x="159488" y="35703"/>
                      <a:pt x="159488" y="797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759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1" name="图片 50">
                <a:extLst>
                  <a:ext uri="{FF2B5EF4-FFF2-40B4-BE49-F238E27FC236}">
                    <a16:creationId xmlns:a16="http://schemas.microsoft.com/office/drawing/2014/main" id="{63A90858-F905-A9A7-C26C-5CA4A52501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90843" y="934146"/>
                <a:ext cx="144299" cy="220245"/>
              </a:xfrm>
              <a:custGeom>
                <a:avLst/>
                <a:gdLst>
                  <a:gd name="connsiteX0" fmla="*/ -1 w 144299"/>
                  <a:gd name="connsiteY0" fmla="*/ -1 h 220245"/>
                  <a:gd name="connsiteX1" fmla="*/ 144299 w 144299"/>
                  <a:gd name="connsiteY1" fmla="*/ -1 h 220245"/>
                  <a:gd name="connsiteX2" fmla="*/ 144299 w 144299"/>
                  <a:gd name="connsiteY2" fmla="*/ 220245 h 220245"/>
                  <a:gd name="connsiteX3" fmla="*/ -1 w 144299"/>
                  <a:gd name="connsiteY3" fmla="*/ 220245 h 22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4299" h="220245">
                    <a:moveTo>
                      <a:pt x="-1" y="-1"/>
                    </a:moveTo>
                    <a:lnTo>
                      <a:pt x="144299" y="-1"/>
                    </a:lnTo>
                    <a:lnTo>
                      <a:pt x="144299" y="220245"/>
                    </a:lnTo>
                    <a:lnTo>
                      <a:pt x="-1" y="220245"/>
                    </a:lnTo>
                    <a:close/>
                  </a:path>
                </a:pathLst>
              </a:custGeom>
            </p:spPr>
          </p:pic>
        </p:grpSp>
        <p:grpSp>
          <p:nvGrpSpPr>
            <p:cNvPr id="52" name="图形 2">
              <a:extLst>
                <a:ext uri="{FF2B5EF4-FFF2-40B4-BE49-F238E27FC236}">
                  <a16:creationId xmlns:a16="http://schemas.microsoft.com/office/drawing/2014/main" id="{663B4957-0C4D-DF56-134A-FFCA4B5A8C25}"/>
                </a:ext>
              </a:extLst>
            </p:cNvPr>
            <p:cNvGrpSpPr/>
            <p:nvPr/>
          </p:nvGrpSpPr>
          <p:grpSpPr>
            <a:xfrm>
              <a:off x="6354218" y="1002498"/>
              <a:ext cx="226017" cy="60757"/>
              <a:chOff x="6354218" y="1002498"/>
              <a:chExt cx="226017" cy="60757"/>
            </a:xfrm>
          </p:grpSpPr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75FFA76D-35F0-CE2C-140A-A1C2BA204795}"/>
                  </a:ext>
                </a:extLst>
              </p:cNvPr>
              <p:cNvSpPr/>
              <p:nvPr/>
            </p:nvSpPr>
            <p:spPr>
              <a:xfrm>
                <a:off x="6354218" y="1032877"/>
                <a:ext cx="180449" cy="7594"/>
              </a:xfrm>
              <a:custGeom>
                <a:avLst/>
                <a:gdLst>
                  <a:gd name="connsiteX0" fmla="*/ 0 w 180449"/>
                  <a:gd name="connsiteY0" fmla="*/ 0 h 7594"/>
                  <a:gd name="connsiteX1" fmla="*/ 151894 w 180449"/>
                  <a:gd name="connsiteY1" fmla="*/ 0 h 7594"/>
                  <a:gd name="connsiteX2" fmla="*/ 91136 w 180449"/>
                  <a:gd name="connsiteY2" fmla="*/ 0 h 7594"/>
                  <a:gd name="connsiteX3" fmla="*/ 180450 w 180449"/>
                  <a:gd name="connsiteY3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0449" h="7594">
                    <a:moveTo>
                      <a:pt x="0" y="0"/>
                    </a:moveTo>
                    <a:lnTo>
                      <a:pt x="151894" y="0"/>
                    </a:lnTo>
                    <a:lnTo>
                      <a:pt x="91136" y="0"/>
                    </a:lnTo>
                    <a:lnTo>
                      <a:pt x="180450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6175E363-E0D2-3547-C9E1-931D583DB267}"/>
                  </a:ext>
                </a:extLst>
              </p:cNvPr>
              <p:cNvSpPr/>
              <p:nvPr/>
            </p:nvSpPr>
            <p:spPr>
              <a:xfrm>
                <a:off x="6519479" y="1002498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5" name="图形 2">
              <a:extLst>
                <a:ext uri="{FF2B5EF4-FFF2-40B4-BE49-F238E27FC236}">
                  <a16:creationId xmlns:a16="http://schemas.microsoft.com/office/drawing/2014/main" id="{552B052A-ABD3-D113-B0F4-59175F10025F}"/>
                </a:ext>
              </a:extLst>
            </p:cNvPr>
            <p:cNvGrpSpPr/>
            <p:nvPr/>
          </p:nvGrpSpPr>
          <p:grpSpPr>
            <a:xfrm>
              <a:off x="5974484" y="539298"/>
              <a:ext cx="379734" cy="996726"/>
              <a:chOff x="5974484" y="539298"/>
              <a:chExt cx="379734" cy="996726"/>
            </a:xfrm>
            <a:solidFill>
              <a:srgbClr val="DAE8FC"/>
            </a:solidFill>
          </p:grpSpPr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A5CA24B6-DC66-7F4E-5071-481854C8F885}"/>
                  </a:ext>
                </a:extLst>
              </p:cNvPr>
              <p:cNvSpPr/>
              <p:nvPr/>
            </p:nvSpPr>
            <p:spPr>
              <a:xfrm rot="10800000" flipV="1">
                <a:off x="5974484" y="539298"/>
                <a:ext cx="379734" cy="987308"/>
              </a:xfrm>
              <a:custGeom>
                <a:avLst/>
                <a:gdLst>
                  <a:gd name="connsiteX0" fmla="*/ 322774 w 379734"/>
                  <a:gd name="connsiteY0" fmla="*/ 0 h 987308"/>
                  <a:gd name="connsiteX1" fmla="*/ 379734 w 379734"/>
                  <a:gd name="connsiteY1" fmla="*/ 56960 h 987308"/>
                  <a:gd name="connsiteX2" fmla="*/ 379734 w 379734"/>
                  <a:gd name="connsiteY2" fmla="*/ 930349 h 987308"/>
                  <a:gd name="connsiteX3" fmla="*/ 322774 w 379734"/>
                  <a:gd name="connsiteY3" fmla="*/ 987309 h 987308"/>
                  <a:gd name="connsiteX4" fmla="*/ 56960 w 379734"/>
                  <a:gd name="connsiteY4" fmla="*/ 987309 h 987308"/>
                  <a:gd name="connsiteX5" fmla="*/ 0 w 379734"/>
                  <a:gd name="connsiteY5" fmla="*/ 930349 h 987308"/>
                  <a:gd name="connsiteX6" fmla="*/ 0 w 379734"/>
                  <a:gd name="connsiteY6" fmla="*/ 56960 h 987308"/>
                  <a:gd name="connsiteX7" fmla="*/ 56960 w 379734"/>
                  <a:gd name="connsiteY7" fmla="*/ 0 h 987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9734" h="987308">
                    <a:moveTo>
                      <a:pt x="322774" y="0"/>
                    </a:moveTo>
                    <a:cubicBezTo>
                      <a:pt x="354232" y="0"/>
                      <a:pt x="379734" y="25502"/>
                      <a:pt x="379734" y="56960"/>
                    </a:cubicBezTo>
                    <a:lnTo>
                      <a:pt x="379734" y="930349"/>
                    </a:lnTo>
                    <a:cubicBezTo>
                      <a:pt x="379734" y="961807"/>
                      <a:pt x="354232" y="987309"/>
                      <a:pt x="322774" y="987309"/>
                    </a:cubicBezTo>
                    <a:lnTo>
                      <a:pt x="56960" y="987309"/>
                    </a:lnTo>
                    <a:cubicBezTo>
                      <a:pt x="25502" y="987309"/>
                      <a:pt x="0" y="961807"/>
                      <a:pt x="0" y="930349"/>
                    </a:cubicBezTo>
                    <a:lnTo>
                      <a:pt x="0" y="56960"/>
                    </a:lnTo>
                    <a:cubicBezTo>
                      <a:pt x="0" y="25502"/>
                      <a:pt x="25502" y="0"/>
                      <a:pt x="5696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7" name="图片 56">
                <a:extLst>
                  <a:ext uri="{FF2B5EF4-FFF2-40B4-BE49-F238E27FC236}">
                    <a16:creationId xmlns:a16="http://schemas.microsoft.com/office/drawing/2014/main" id="{FF4B706E-3F72-9FB5-B282-3EA5F36AE7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82079" y="577196"/>
                <a:ext cx="364544" cy="958828"/>
              </a:xfrm>
              <a:custGeom>
                <a:avLst/>
                <a:gdLst>
                  <a:gd name="connsiteX0" fmla="*/ -1 w 364544"/>
                  <a:gd name="connsiteY0" fmla="*/ -1 h 958828"/>
                  <a:gd name="connsiteX1" fmla="*/ 364544 w 364544"/>
                  <a:gd name="connsiteY1" fmla="*/ -1 h 958828"/>
                  <a:gd name="connsiteX2" fmla="*/ 364544 w 364544"/>
                  <a:gd name="connsiteY2" fmla="*/ 958828 h 958828"/>
                  <a:gd name="connsiteX3" fmla="*/ -1 w 364544"/>
                  <a:gd name="connsiteY3" fmla="*/ 958828 h 958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4544" h="958828">
                    <a:moveTo>
                      <a:pt x="-1" y="-1"/>
                    </a:moveTo>
                    <a:lnTo>
                      <a:pt x="364544" y="-1"/>
                    </a:lnTo>
                    <a:lnTo>
                      <a:pt x="364544" y="958828"/>
                    </a:lnTo>
                    <a:lnTo>
                      <a:pt x="-1" y="958828"/>
                    </a:lnTo>
                    <a:close/>
                  </a:path>
                </a:pathLst>
              </a:custGeom>
            </p:spPr>
          </p:pic>
        </p:grpSp>
        <p:grpSp>
          <p:nvGrpSpPr>
            <p:cNvPr id="58" name="图形 2">
              <a:extLst>
                <a:ext uri="{FF2B5EF4-FFF2-40B4-BE49-F238E27FC236}">
                  <a16:creationId xmlns:a16="http://schemas.microsoft.com/office/drawing/2014/main" id="{CCEDED3F-946D-1580-22DC-2E9238A44DC7}"/>
                </a:ext>
              </a:extLst>
            </p:cNvPr>
            <p:cNvGrpSpPr/>
            <p:nvPr/>
          </p:nvGrpSpPr>
          <p:grpSpPr>
            <a:xfrm>
              <a:off x="6976982" y="1002498"/>
              <a:ext cx="256396" cy="60757"/>
              <a:chOff x="6976982" y="1002498"/>
              <a:chExt cx="256396" cy="60757"/>
            </a:xfrm>
          </p:grpSpPr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CD5017FA-2206-2D1A-984A-B474EAA3B934}"/>
                  </a:ext>
                </a:extLst>
              </p:cNvPr>
              <p:cNvSpPr/>
              <p:nvPr/>
            </p:nvSpPr>
            <p:spPr>
              <a:xfrm>
                <a:off x="6976982" y="1032877"/>
                <a:ext cx="210828" cy="7594"/>
              </a:xfrm>
              <a:custGeom>
                <a:avLst/>
                <a:gdLst>
                  <a:gd name="connsiteX0" fmla="*/ 0 w 210828"/>
                  <a:gd name="connsiteY0" fmla="*/ 0 h 7594"/>
                  <a:gd name="connsiteX1" fmla="*/ 151894 w 210828"/>
                  <a:gd name="connsiteY1" fmla="*/ 0 h 7594"/>
                  <a:gd name="connsiteX2" fmla="*/ 210829 w 210828"/>
                  <a:gd name="connsiteY2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0828" h="7594">
                    <a:moveTo>
                      <a:pt x="0" y="0"/>
                    </a:moveTo>
                    <a:lnTo>
                      <a:pt x="151894" y="0"/>
                    </a:lnTo>
                    <a:lnTo>
                      <a:pt x="210829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A6EB8F7C-151F-0476-59F2-B50343670D1B}"/>
                  </a:ext>
                </a:extLst>
              </p:cNvPr>
              <p:cNvSpPr/>
              <p:nvPr/>
            </p:nvSpPr>
            <p:spPr>
              <a:xfrm>
                <a:off x="7172622" y="1002498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1" name="图形 2">
              <a:extLst>
                <a:ext uri="{FF2B5EF4-FFF2-40B4-BE49-F238E27FC236}">
                  <a16:creationId xmlns:a16="http://schemas.microsoft.com/office/drawing/2014/main" id="{EBE86522-64F6-890F-70F3-2F842AB203FB}"/>
                </a:ext>
              </a:extLst>
            </p:cNvPr>
            <p:cNvGrpSpPr/>
            <p:nvPr/>
          </p:nvGrpSpPr>
          <p:grpSpPr>
            <a:xfrm>
              <a:off x="6597248" y="425378"/>
              <a:ext cx="379734" cy="1224566"/>
              <a:chOff x="6597248" y="425378"/>
              <a:chExt cx="379734" cy="1224566"/>
            </a:xfrm>
            <a:solidFill>
              <a:srgbClr val="DAE8FC"/>
            </a:solidFill>
          </p:grpSpPr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27FF96FC-E0C6-3A82-2AC0-A33B80CEDE39}"/>
                  </a:ext>
                </a:extLst>
              </p:cNvPr>
              <p:cNvSpPr/>
              <p:nvPr/>
            </p:nvSpPr>
            <p:spPr>
              <a:xfrm rot="10800000" flipV="1">
                <a:off x="6597248" y="425378"/>
                <a:ext cx="379734" cy="1215225"/>
              </a:xfrm>
              <a:custGeom>
                <a:avLst/>
                <a:gdLst>
                  <a:gd name="connsiteX0" fmla="*/ 322774 w 379734"/>
                  <a:gd name="connsiteY0" fmla="*/ 0 h 1215225"/>
                  <a:gd name="connsiteX1" fmla="*/ 379734 w 379734"/>
                  <a:gd name="connsiteY1" fmla="*/ 56960 h 1215225"/>
                  <a:gd name="connsiteX2" fmla="*/ 379734 w 379734"/>
                  <a:gd name="connsiteY2" fmla="*/ 1158265 h 1215225"/>
                  <a:gd name="connsiteX3" fmla="*/ 322774 w 379734"/>
                  <a:gd name="connsiteY3" fmla="*/ 1215226 h 1215225"/>
                  <a:gd name="connsiteX4" fmla="*/ 56960 w 379734"/>
                  <a:gd name="connsiteY4" fmla="*/ 1215226 h 1215225"/>
                  <a:gd name="connsiteX5" fmla="*/ 0 w 379734"/>
                  <a:gd name="connsiteY5" fmla="*/ 1158265 h 1215225"/>
                  <a:gd name="connsiteX6" fmla="*/ 0 w 379734"/>
                  <a:gd name="connsiteY6" fmla="*/ 56960 h 1215225"/>
                  <a:gd name="connsiteX7" fmla="*/ 56960 w 379734"/>
                  <a:gd name="connsiteY7" fmla="*/ 0 h 1215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9734" h="1215225">
                    <a:moveTo>
                      <a:pt x="322774" y="0"/>
                    </a:moveTo>
                    <a:cubicBezTo>
                      <a:pt x="354232" y="0"/>
                      <a:pt x="379734" y="25502"/>
                      <a:pt x="379734" y="56960"/>
                    </a:cubicBezTo>
                    <a:lnTo>
                      <a:pt x="379734" y="1158265"/>
                    </a:lnTo>
                    <a:cubicBezTo>
                      <a:pt x="379734" y="1189724"/>
                      <a:pt x="354232" y="1215226"/>
                      <a:pt x="322774" y="1215226"/>
                    </a:cubicBezTo>
                    <a:lnTo>
                      <a:pt x="56960" y="1215226"/>
                    </a:lnTo>
                    <a:cubicBezTo>
                      <a:pt x="25502" y="1215226"/>
                      <a:pt x="0" y="1189724"/>
                      <a:pt x="0" y="1158265"/>
                    </a:cubicBezTo>
                    <a:lnTo>
                      <a:pt x="0" y="56960"/>
                    </a:lnTo>
                    <a:cubicBezTo>
                      <a:pt x="0" y="25502"/>
                      <a:pt x="25502" y="0"/>
                      <a:pt x="5696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58986A03-4E91-35C7-8E71-02E9E3E320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04843" y="463275"/>
                <a:ext cx="364544" cy="1186669"/>
              </a:xfrm>
              <a:custGeom>
                <a:avLst/>
                <a:gdLst>
                  <a:gd name="connsiteX0" fmla="*/ -1 w 364544"/>
                  <a:gd name="connsiteY0" fmla="*/ -1 h 1186669"/>
                  <a:gd name="connsiteX1" fmla="*/ 364544 w 364544"/>
                  <a:gd name="connsiteY1" fmla="*/ -1 h 1186669"/>
                  <a:gd name="connsiteX2" fmla="*/ 364544 w 364544"/>
                  <a:gd name="connsiteY2" fmla="*/ 1186669 h 1186669"/>
                  <a:gd name="connsiteX3" fmla="*/ -1 w 364544"/>
                  <a:gd name="connsiteY3" fmla="*/ 1186669 h 118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4544" h="1186669">
                    <a:moveTo>
                      <a:pt x="-1" y="-1"/>
                    </a:moveTo>
                    <a:lnTo>
                      <a:pt x="364544" y="-1"/>
                    </a:lnTo>
                    <a:lnTo>
                      <a:pt x="364544" y="1186669"/>
                    </a:lnTo>
                    <a:lnTo>
                      <a:pt x="-1" y="1186669"/>
                    </a:lnTo>
                    <a:close/>
                  </a:path>
                </a:pathLst>
              </a:custGeom>
            </p:spPr>
          </p:pic>
        </p:grpSp>
        <p:grpSp>
          <p:nvGrpSpPr>
            <p:cNvPr id="64" name="图形 2">
              <a:extLst>
                <a:ext uri="{FF2B5EF4-FFF2-40B4-BE49-F238E27FC236}">
                  <a16:creationId xmlns:a16="http://schemas.microsoft.com/office/drawing/2014/main" id="{5C38E27B-B893-36C4-8416-782C5B2FB224}"/>
                </a:ext>
              </a:extLst>
            </p:cNvPr>
            <p:cNvGrpSpPr/>
            <p:nvPr/>
          </p:nvGrpSpPr>
          <p:grpSpPr>
            <a:xfrm>
              <a:off x="9185137" y="387404"/>
              <a:ext cx="379734" cy="1291096"/>
              <a:chOff x="9185137" y="387404"/>
              <a:chExt cx="379734" cy="1291096"/>
            </a:xfrm>
            <a:solidFill>
              <a:srgbClr val="D5E8D4"/>
            </a:solidFill>
          </p:grpSpPr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id="{8D20E6FC-A902-EA48-6310-942524ED32CD}"/>
                  </a:ext>
                </a:extLst>
              </p:cNvPr>
              <p:cNvSpPr/>
              <p:nvPr/>
            </p:nvSpPr>
            <p:spPr>
              <a:xfrm rot="10800000" flipV="1">
                <a:off x="9185137" y="387404"/>
                <a:ext cx="379734" cy="1291096"/>
              </a:xfrm>
              <a:custGeom>
                <a:avLst/>
                <a:gdLst>
                  <a:gd name="connsiteX0" fmla="*/ 322774 w 379734"/>
                  <a:gd name="connsiteY0" fmla="*/ 0 h 1291096"/>
                  <a:gd name="connsiteX1" fmla="*/ 379734 w 379734"/>
                  <a:gd name="connsiteY1" fmla="*/ 56960 h 1291096"/>
                  <a:gd name="connsiteX2" fmla="*/ 379734 w 379734"/>
                  <a:gd name="connsiteY2" fmla="*/ 1234136 h 1291096"/>
                  <a:gd name="connsiteX3" fmla="*/ 322774 w 379734"/>
                  <a:gd name="connsiteY3" fmla="*/ 1291096 h 1291096"/>
                  <a:gd name="connsiteX4" fmla="*/ 56960 w 379734"/>
                  <a:gd name="connsiteY4" fmla="*/ 1291096 h 1291096"/>
                  <a:gd name="connsiteX5" fmla="*/ 0 w 379734"/>
                  <a:gd name="connsiteY5" fmla="*/ 1234136 h 1291096"/>
                  <a:gd name="connsiteX6" fmla="*/ 0 w 379734"/>
                  <a:gd name="connsiteY6" fmla="*/ 56960 h 1291096"/>
                  <a:gd name="connsiteX7" fmla="*/ 56960 w 379734"/>
                  <a:gd name="connsiteY7" fmla="*/ 0 h 1291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9734" h="1291096">
                    <a:moveTo>
                      <a:pt x="322774" y="0"/>
                    </a:moveTo>
                    <a:cubicBezTo>
                      <a:pt x="354232" y="0"/>
                      <a:pt x="379734" y="25502"/>
                      <a:pt x="379734" y="56960"/>
                    </a:cubicBezTo>
                    <a:lnTo>
                      <a:pt x="379734" y="1234136"/>
                    </a:lnTo>
                    <a:cubicBezTo>
                      <a:pt x="379734" y="1265594"/>
                      <a:pt x="354232" y="1291096"/>
                      <a:pt x="322774" y="1291096"/>
                    </a:cubicBezTo>
                    <a:lnTo>
                      <a:pt x="56960" y="1291096"/>
                    </a:lnTo>
                    <a:cubicBezTo>
                      <a:pt x="25502" y="1291096"/>
                      <a:pt x="0" y="1265594"/>
                      <a:pt x="0" y="1234136"/>
                    </a:cubicBezTo>
                    <a:lnTo>
                      <a:pt x="0" y="56960"/>
                    </a:lnTo>
                    <a:cubicBezTo>
                      <a:pt x="0" y="25502"/>
                      <a:pt x="25502" y="0"/>
                      <a:pt x="56960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5185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6" name="图片 65">
                <a:extLst>
                  <a:ext uri="{FF2B5EF4-FFF2-40B4-BE49-F238E27FC236}">
                    <a16:creationId xmlns:a16="http://schemas.microsoft.com/office/drawing/2014/main" id="{977A4AB2-706E-6813-A870-8A176FE312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87035" y="691116"/>
                <a:ext cx="364544" cy="730988"/>
              </a:xfrm>
              <a:custGeom>
                <a:avLst/>
                <a:gdLst>
                  <a:gd name="connsiteX0" fmla="*/ -1 w 364544"/>
                  <a:gd name="connsiteY0" fmla="*/ -1 h 730988"/>
                  <a:gd name="connsiteX1" fmla="*/ 364544 w 364544"/>
                  <a:gd name="connsiteY1" fmla="*/ -1 h 730988"/>
                  <a:gd name="connsiteX2" fmla="*/ 364544 w 364544"/>
                  <a:gd name="connsiteY2" fmla="*/ 730988 h 730988"/>
                  <a:gd name="connsiteX3" fmla="*/ -1 w 364544"/>
                  <a:gd name="connsiteY3" fmla="*/ 730988 h 730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4544" h="730988">
                    <a:moveTo>
                      <a:pt x="-1" y="-1"/>
                    </a:moveTo>
                    <a:lnTo>
                      <a:pt x="364544" y="-1"/>
                    </a:lnTo>
                    <a:lnTo>
                      <a:pt x="364544" y="730988"/>
                    </a:lnTo>
                    <a:lnTo>
                      <a:pt x="-1" y="730988"/>
                    </a:lnTo>
                    <a:close/>
                  </a:path>
                </a:pathLst>
              </a:custGeom>
            </p:spPr>
          </p:pic>
        </p:grpSp>
        <p:grpSp>
          <p:nvGrpSpPr>
            <p:cNvPr id="67" name="图形 2">
              <a:extLst>
                <a:ext uri="{FF2B5EF4-FFF2-40B4-BE49-F238E27FC236}">
                  <a16:creationId xmlns:a16="http://schemas.microsoft.com/office/drawing/2014/main" id="{B9F9818E-6611-F14A-7320-7169F77FE292}"/>
                </a:ext>
              </a:extLst>
            </p:cNvPr>
            <p:cNvGrpSpPr/>
            <p:nvPr/>
          </p:nvGrpSpPr>
          <p:grpSpPr>
            <a:xfrm>
              <a:off x="6354218" y="167083"/>
              <a:ext cx="1116418" cy="865869"/>
              <a:chOff x="6354218" y="167083"/>
              <a:chExt cx="1116418" cy="865869"/>
            </a:xfrm>
          </p:grpSpPr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304D2155-1E30-FCF0-1201-84FA7CD41A3B}"/>
                  </a:ext>
                </a:extLst>
              </p:cNvPr>
              <p:cNvSpPr/>
              <p:nvPr/>
            </p:nvSpPr>
            <p:spPr>
              <a:xfrm>
                <a:off x="6354218" y="167083"/>
                <a:ext cx="1086039" cy="865869"/>
              </a:xfrm>
              <a:custGeom>
                <a:avLst/>
                <a:gdLst>
                  <a:gd name="connsiteX0" fmla="*/ 0 w 1086039"/>
                  <a:gd name="connsiteY0" fmla="*/ 865870 h 865869"/>
                  <a:gd name="connsiteX1" fmla="*/ 91136 w 1086039"/>
                  <a:gd name="connsiteY1" fmla="*/ 865794 h 865869"/>
                  <a:gd name="connsiteX2" fmla="*/ 91136 w 1086039"/>
                  <a:gd name="connsiteY2" fmla="*/ 0 h 865869"/>
                  <a:gd name="connsiteX3" fmla="*/ 622764 w 1086039"/>
                  <a:gd name="connsiteY3" fmla="*/ 0 h 865869"/>
                  <a:gd name="connsiteX4" fmla="*/ 1086040 w 1086039"/>
                  <a:gd name="connsiteY4" fmla="*/ 0 h 865869"/>
                  <a:gd name="connsiteX5" fmla="*/ 1086040 w 1086039"/>
                  <a:gd name="connsiteY5" fmla="*/ 62732 h 865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86039" h="865869">
                    <a:moveTo>
                      <a:pt x="0" y="865870"/>
                    </a:moveTo>
                    <a:lnTo>
                      <a:pt x="91136" y="865794"/>
                    </a:lnTo>
                    <a:lnTo>
                      <a:pt x="91136" y="0"/>
                    </a:lnTo>
                    <a:lnTo>
                      <a:pt x="622764" y="0"/>
                    </a:lnTo>
                    <a:lnTo>
                      <a:pt x="1086040" y="0"/>
                    </a:lnTo>
                    <a:lnTo>
                      <a:pt x="1086040" y="62732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2FB8C0C1-156F-0D8A-EF63-005054A01A8A}"/>
                  </a:ext>
                </a:extLst>
              </p:cNvPr>
              <p:cNvSpPr/>
              <p:nvPr/>
            </p:nvSpPr>
            <p:spPr>
              <a:xfrm>
                <a:off x="7409879" y="214625"/>
                <a:ext cx="60757" cy="60757"/>
              </a:xfrm>
              <a:custGeom>
                <a:avLst/>
                <a:gdLst>
                  <a:gd name="connsiteX0" fmla="*/ 30379 w 60757"/>
                  <a:gd name="connsiteY0" fmla="*/ 60757 h 60757"/>
                  <a:gd name="connsiteX1" fmla="*/ 0 w 60757"/>
                  <a:gd name="connsiteY1" fmla="*/ 0 h 60757"/>
                  <a:gd name="connsiteX2" fmla="*/ 30379 w 60757"/>
                  <a:gd name="connsiteY2" fmla="*/ 15189 h 60757"/>
                  <a:gd name="connsiteX3" fmla="*/ 60757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30379" y="60757"/>
                    </a:moveTo>
                    <a:lnTo>
                      <a:pt x="0" y="0"/>
                    </a:lnTo>
                    <a:lnTo>
                      <a:pt x="30379" y="15189"/>
                    </a:lnTo>
                    <a:lnTo>
                      <a:pt x="60757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0" name="图形 2">
              <a:extLst>
                <a:ext uri="{FF2B5EF4-FFF2-40B4-BE49-F238E27FC236}">
                  <a16:creationId xmlns:a16="http://schemas.microsoft.com/office/drawing/2014/main" id="{B4621A38-3BB0-3F8F-38EF-8C6B7743D098}"/>
                </a:ext>
              </a:extLst>
            </p:cNvPr>
            <p:cNvGrpSpPr/>
            <p:nvPr/>
          </p:nvGrpSpPr>
          <p:grpSpPr>
            <a:xfrm>
              <a:off x="8738949" y="83541"/>
              <a:ext cx="972119" cy="227840"/>
              <a:chOff x="8738949" y="83541"/>
              <a:chExt cx="972119" cy="227840"/>
            </a:xfrm>
            <a:noFill/>
          </p:grpSpPr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4BAF0EF4-0CE0-1AAF-F130-B24057ECAAFC}"/>
                  </a:ext>
                </a:extLst>
              </p:cNvPr>
              <p:cNvSpPr/>
              <p:nvPr/>
            </p:nvSpPr>
            <p:spPr>
              <a:xfrm>
                <a:off x="8738949" y="83541"/>
                <a:ext cx="972119" cy="227840"/>
              </a:xfrm>
              <a:custGeom>
                <a:avLst/>
                <a:gdLst>
                  <a:gd name="connsiteX0" fmla="*/ 0 w 972119"/>
                  <a:gd name="connsiteY0" fmla="*/ 0 h 227840"/>
                  <a:gd name="connsiteX1" fmla="*/ 972120 w 972119"/>
                  <a:gd name="connsiteY1" fmla="*/ 0 h 227840"/>
                  <a:gd name="connsiteX2" fmla="*/ 972120 w 972119"/>
                  <a:gd name="connsiteY2" fmla="*/ 227841 h 227840"/>
                  <a:gd name="connsiteX3" fmla="*/ 0 w 972119"/>
                  <a:gd name="connsiteY3" fmla="*/ 227841 h 227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2119" h="227840">
                    <a:moveTo>
                      <a:pt x="0" y="0"/>
                    </a:moveTo>
                    <a:lnTo>
                      <a:pt x="972120" y="0"/>
                    </a:lnTo>
                    <a:lnTo>
                      <a:pt x="972120" y="227841"/>
                    </a:lnTo>
                    <a:lnTo>
                      <a:pt x="0" y="227841"/>
                    </a:lnTo>
                    <a:close/>
                  </a:path>
                </a:pathLst>
              </a:custGeom>
              <a:noFill/>
              <a:ln w="75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72" name="图片 71">
                <a:extLst>
                  <a:ext uri="{FF2B5EF4-FFF2-40B4-BE49-F238E27FC236}">
                    <a16:creationId xmlns:a16="http://schemas.microsoft.com/office/drawing/2014/main" id="{711005BD-C8A2-1021-AA76-62449BCE70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46544" y="106325"/>
                <a:ext cx="956930" cy="205056"/>
              </a:xfrm>
              <a:custGeom>
                <a:avLst/>
                <a:gdLst>
                  <a:gd name="connsiteX0" fmla="*/ -1 w 956930"/>
                  <a:gd name="connsiteY0" fmla="*/ -1 h 205056"/>
                  <a:gd name="connsiteX1" fmla="*/ 956930 w 956930"/>
                  <a:gd name="connsiteY1" fmla="*/ -1 h 205056"/>
                  <a:gd name="connsiteX2" fmla="*/ 956930 w 956930"/>
                  <a:gd name="connsiteY2" fmla="*/ 205056 h 205056"/>
                  <a:gd name="connsiteX3" fmla="*/ -1 w 956930"/>
                  <a:gd name="connsiteY3" fmla="*/ 205056 h 205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6930" h="205056">
                    <a:moveTo>
                      <a:pt x="-1" y="-1"/>
                    </a:moveTo>
                    <a:lnTo>
                      <a:pt x="956930" y="-1"/>
                    </a:lnTo>
                    <a:lnTo>
                      <a:pt x="956930" y="205056"/>
                    </a:lnTo>
                    <a:lnTo>
                      <a:pt x="-1" y="205056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73" name="图形 2">
            <a:extLst>
              <a:ext uri="{FF2B5EF4-FFF2-40B4-BE49-F238E27FC236}">
                <a16:creationId xmlns:a16="http://schemas.microsoft.com/office/drawing/2014/main" id="{8E672796-7AC6-E990-5FBD-FA96131ADDF2}"/>
              </a:ext>
            </a:extLst>
          </p:cNvPr>
          <p:cNvGrpSpPr/>
          <p:nvPr/>
        </p:nvGrpSpPr>
        <p:grpSpPr>
          <a:xfrm>
            <a:off x="2123962" y="4169482"/>
            <a:ext cx="7851098" cy="2585738"/>
            <a:chOff x="2123962" y="4169482"/>
            <a:chExt cx="7851098" cy="2585738"/>
          </a:xfrm>
        </p:grpSpPr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41AB3D8F-A36E-8B43-5863-3A31350DE910}"/>
                </a:ext>
              </a:extLst>
            </p:cNvPr>
            <p:cNvSpPr/>
            <p:nvPr/>
          </p:nvSpPr>
          <p:spPr>
            <a:xfrm>
              <a:off x="4765031" y="4169482"/>
              <a:ext cx="5021984" cy="2585738"/>
            </a:xfrm>
            <a:custGeom>
              <a:avLst/>
              <a:gdLst>
                <a:gd name="connsiteX0" fmla="*/ 4887939 w 5021984"/>
                <a:gd name="connsiteY0" fmla="*/ 0 h 2680923"/>
                <a:gd name="connsiteX1" fmla="*/ 5021985 w 5021984"/>
                <a:gd name="connsiteY1" fmla="*/ 134046 h 2680923"/>
                <a:gd name="connsiteX2" fmla="*/ 5021985 w 5021984"/>
                <a:gd name="connsiteY2" fmla="*/ 2546878 h 2680923"/>
                <a:gd name="connsiteX3" fmla="*/ 4887939 w 5021984"/>
                <a:gd name="connsiteY3" fmla="*/ 2680924 h 2680923"/>
                <a:gd name="connsiteX4" fmla="*/ 134046 w 5021984"/>
                <a:gd name="connsiteY4" fmla="*/ 2680924 h 2680923"/>
                <a:gd name="connsiteX5" fmla="*/ 0 w 5021984"/>
                <a:gd name="connsiteY5" fmla="*/ 2546878 h 2680923"/>
                <a:gd name="connsiteX6" fmla="*/ 0 w 5021984"/>
                <a:gd name="connsiteY6" fmla="*/ 134046 h 2680923"/>
                <a:gd name="connsiteX7" fmla="*/ 134046 w 5021984"/>
                <a:gd name="connsiteY7" fmla="*/ 0 h 2680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21984" h="2680923">
                  <a:moveTo>
                    <a:pt x="4887939" y="0"/>
                  </a:moveTo>
                  <a:cubicBezTo>
                    <a:pt x="4961970" y="0"/>
                    <a:pt x="5021985" y="60014"/>
                    <a:pt x="5021985" y="134046"/>
                  </a:cubicBezTo>
                  <a:lnTo>
                    <a:pt x="5021985" y="2546878"/>
                  </a:lnTo>
                  <a:cubicBezTo>
                    <a:pt x="5021985" y="2620909"/>
                    <a:pt x="4961971" y="2680924"/>
                    <a:pt x="4887939" y="2680924"/>
                  </a:cubicBezTo>
                  <a:lnTo>
                    <a:pt x="134046" y="2680924"/>
                  </a:lnTo>
                  <a:cubicBezTo>
                    <a:pt x="60014" y="2680924"/>
                    <a:pt x="0" y="2620910"/>
                    <a:pt x="0" y="2546878"/>
                  </a:cubicBezTo>
                  <a:lnTo>
                    <a:pt x="0" y="134046"/>
                  </a:lnTo>
                  <a:cubicBezTo>
                    <a:pt x="0" y="60015"/>
                    <a:pt x="60014" y="0"/>
                    <a:pt x="134046" y="0"/>
                  </a:cubicBezTo>
                  <a:close/>
                </a:path>
              </a:pathLst>
            </a:custGeom>
            <a:solidFill>
              <a:srgbClr val="FFF2CC"/>
            </a:solidFill>
            <a:ln w="15185" cap="flat">
              <a:solidFill>
                <a:srgbClr val="DBC06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B0237954-3FC3-16DD-C71A-8D342CD033FD}"/>
                </a:ext>
              </a:extLst>
            </p:cNvPr>
            <p:cNvSpPr/>
            <p:nvPr/>
          </p:nvSpPr>
          <p:spPr>
            <a:xfrm>
              <a:off x="4926418" y="5490956"/>
              <a:ext cx="3265714" cy="1161986"/>
            </a:xfrm>
            <a:custGeom>
              <a:avLst/>
              <a:gdLst>
                <a:gd name="connsiteX0" fmla="*/ 3207615 w 3265714"/>
                <a:gd name="connsiteY0" fmla="*/ 0 h 1161986"/>
                <a:gd name="connsiteX1" fmla="*/ 3265714 w 3265714"/>
                <a:gd name="connsiteY1" fmla="*/ 58100 h 1161986"/>
                <a:gd name="connsiteX2" fmla="*/ 3265714 w 3265714"/>
                <a:gd name="connsiteY2" fmla="*/ 1103888 h 1161986"/>
                <a:gd name="connsiteX3" fmla="*/ 3207615 w 3265714"/>
                <a:gd name="connsiteY3" fmla="*/ 1161987 h 1161986"/>
                <a:gd name="connsiteX4" fmla="*/ 58099 w 3265714"/>
                <a:gd name="connsiteY4" fmla="*/ 1161987 h 1161986"/>
                <a:gd name="connsiteX5" fmla="*/ 0 w 3265714"/>
                <a:gd name="connsiteY5" fmla="*/ 1103888 h 1161986"/>
                <a:gd name="connsiteX6" fmla="*/ 0 w 3265714"/>
                <a:gd name="connsiteY6" fmla="*/ 58100 h 1161986"/>
                <a:gd name="connsiteX7" fmla="*/ 58099 w 3265714"/>
                <a:gd name="connsiteY7" fmla="*/ 0 h 1161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5714" h="1161986">
                  <a:moveTo>
                    <a:pt x="3207615" y="0"/>
                  </a:moveTo>
                  <a:cubicBezTo>
                    <a:pt x="3239702" y="0"/>
                    <a:pt x="3265714" y="26012"/>
                    <a:pt x="3265714" y="58100"/>
                  </a:cubicBezTo>
                  <a:lnTo>
                    <a:pt x="3265714" y="1103888"/>
                  </a:lnTo>
                  <a:cubicBezTo>
                    <a:pt x="3265714" y="1135975"/>
                    <a:pt x="3239702" y="1161987"/>
                    <a:pt x="3207615" y="1161987"/>
                  </a:cubicBezTo>
                  <a:lnTo>
                    <a:pt x="58099" y="1161987"/>
                  </a:lnTo>
                  <a:cubicBezTo>
                    <a:pt x="26012" y="1161987"/>
                    <a:pt x="0" y="1135975"/>
                    <a:pt x="0" y="1103888"/>
                  </a:cubicBezTo>
                  <a:lnTo>
                    <a:pt x="0" y="58100"/>
                  </a:lnTo>
                  <a:cubicBezTo>
                    <a:pt x="0" y="26012"/>
                    <a:pt x="26012" y="0"/>
                    <a:pt x="58099" y="0"/>
                  </a:cubicBezTo>
                  <a:close/>
                </a:path>
              </a:pathLst>
            </a:custGeom>
            <a:solidFill>
              <a:srgbClr val="FFFFDE"/>
            </a:solidFill>
            <a:ln w="15185" cap="flat">
              <a:solidFill>
                <a:srgbClr val="D6B6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2F83B05B-A375-0BFB-C8E7-E8E39B605BDD}"/>
                </a:ext>
              </a:extLst>
            </p:cNvPr>
            <p:cNvSpPr/>
            <p:nvPr/>
          </p:nvSpPr>
          <p:spPr>
            <a:xfrm>
              <a:off x="4926418" y="4234036"/>
              <a:ext cx="3265714" cy="1161986"/>
            </a:xfrm>
            <a:custGeom>
              <a:avLst/>
              <a:gdLst>
                <a:gd name="connsiteX0" fmla="*/ 3207615 w 3265714"/>
                <a:gd name="connsiteY0" fmla="*/ 0 h 1161986"/>
                <a:gd name="connsiteX1" fmla="*/ 3265714 w 3265714"/>
                <a:gd name="connsiteY1" fmla="*/ 58100 h 1161986"/>
                <a:gd name="connsiteX2" fmla="*/ 3265714 w 3265714"/>
                <a:gd name="connsiteY2" fmla="*/ 1103888 h 1161986"/>
                <a:gd name="connsiteX3" fmla="*/ 3207615 w 3265714"/>
                <a:gd name="connsiteY3" fmla="*/ 1161987 h 1161986"/>
                <a:gd name="connsiteX4" fmla="*/ 58099 w 3265714"/>
                <a:gd name="connsiteY4" fmla="*/ 1161987 h 1161986"/>
                <a:gd name="connsiteX5" fmla="*/ 0 w 3265714"/>
                <a:gd name="connsiteY5" fmla="*/ 1103888 h 1161986"/>
                <a:gd name="connsiteX6" fmla="*/ 0 w 3265714"/>
                <a:gd name="connsiteY6" fmla="*/ 58100 h 1161986"/>
                <a:gd name="connsiteX7" fmla="*/ 58099 w 3265714"/>
                <a:gd name="connsiteY7" fmla="*/ 0 h 1161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5714" h="1161986">
                  <a:moveTo>
                    <a:pt x="3207615" y="0"/>
                  </a:moveTo>
                  <a:cubicBezTo>
                    <a:pt x="3239702" y="0"/>
                    <a:pt x="3265714" y="26012"/>
                    <a:pt x="3265714" y="58100"/>
                  </a:cubicBezTo>
                  <a:lnTo>
                    <a:pt x="3265714" y="1103888"/>
                  </a:lnTo>
                  <a:cubicBezTo>
                    <a:pt x="3265714" y="1135975"/>
                    <a:pt x="3239702" y="1161987"/>
                    <a:pt x="3207615" y="1161987"/>
                  </a:cubicBezTo>
                  <a:lnTo>
                    <a:pt x="58099" y="1161987"/>
                  </a:lnTo>
                  <a:cubicBezTo>
                    <a:pt x="26012" y="1161987"/>
                    <a:pt x="0" y="1135975"/>
                    <a:pt x="0" y="1103888"/>
                  </a:cubicBezTo>
                  <a:lnTo>
                    <a:pt x="0" y="58100"/>
                  </a:lnTo>
                  <a:cubicBezTo>
                    <a:pt x="0" y="26012"/>
                    <a:pt x="26012" y="0"/>
                    <a:pt x="58099" y="0"/>
                  </a:cubicBezTo>
                  <a:close/>
                </a:path>
              </a:pathLst>
            </a:custGeom>
            <a:solidFill>
              <a:srgbClr val="FFFFDE"/>
            </a:solidFill>
            <a:ln w="15185" cap="flat">
              <a:solidFill>
                <a:srgbClr val="D6B6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77" name="图形 2">
              <a:extLst>
                <a:ext uri="{FF2B5EF4-FFF2-40B4-BE49-F238E27FC236}">
                  <a16:creationId xmlns:a16="http://schemas.microsoft.com/office/drawing/2014/main" id="{D05333E5-BD50-245A-FF4D-E57E3CB28262}"/>
                </a:ext>
              </a:extLst>
            </p:cNvPr>
            <p:cNvGrpSpPr/>
            <p:nvPr/>
          </p:nvGrpSpPr>
          <p:grpSpPr>
            <a:xfrm>
              <a:off x="2659404" y="4784651"/>
              <a:ext cx="351330" cy="60757"/>
              <a:chOff x="2659404" y="4784651"/>
              <a:chExt cx="351330" cy="60757"/>
            </a:xfrm>
          </p:grpSpPr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E51BA217-F0E0-4D72-FD29-2935AA59D8A3}"/>
                  </a:ext>
                </a:extLst>
              </p:cNvPr>
              <p:cNvSpPr/>
              <p:nvPr/>
            </p:nvSpPr>
            <p:spPr>
              <a:xfrm>
                <a:off x="2659404" y="4815029"/>
                <a:ext cx="305762" cy="7594"/>
              </a:xfrm>
              <a:custGeom>
                <a:avLst/>
                <a:gdLst>
                  <a:gd name="connsiteX0" fmla="*/ 0 w 305762"/>
                  <a:gd name="connsiteY0" fmla="*/ 0 h 7594"/>
                  <a:gd name="connsiteX1" fmla="*/ 305762 w 305762"/>
                  <a:gd name="connsiteY1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5762" h="7594">
                    <a:moveTo>
                      <a:pt x="0" y="0"/>
                    </a:moveTo>
                    <a:lnTo>
                      <a:pt x="305762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5548228B-627E-6234-F3F0-EA2070991192}"/>
                  </a:ext>
                </a:extLst>
              </p:cNvPr>
              <p:cNvSpPr/>
              <p:nvPr/>
            </p:nvSpPr>
            <p:spPr>
              <a:xfrm>
                <a:off x="2949977" y="4784651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7F1240A3-F0E0-6A00-C679-614D699D14D0}"/>
                </a:ext>
              </a:extLst>
            </p:cNvPr>
            <p:cNvSpPr/>
            <p:nvPr/>
          </p:nvSpPr>
          <p:spPr>
            <a:xfrm rot="-5400000">
              <a:off x="2189980" y="4553421"/>
              <a:ext cx="398928" cy="530964"/>
            </a:xfrm>
            <a:custGeom>
              <a:avLst/>
              <a:gdLst>
                <a:gd name="connsiteX0" fmla="*/ 398451 w 398928"/>
                <a:gd name="connsiteY0" fmla="*/ 66759 h 530964"/>
                <a:gd name="connsiteX1" fmla="*/ 332021 w 398928"/>
                <a:gd name="connsiteY1" fmla="*/ 330 h 530964"/>
                <a:gd name="connsiteX2" fmla="*/ 265592 w 398928"/>
                <a:gd name="connsiteY2" fmla="*/ 66760 h 530964"/>
                <a:gd name="connsiteX3" fmla="*/ 313421 w 398928"/>
                <a:gd name="connsiteY3" fmla="*/ 130532 h 530964"/>
                <a:gd name="connsiteX4" fmla="*/ 313421 w 398928"/>
                <a:gd name="connsiteY4" fmla="*/ 196961 h 530964"/>
                <a:gd name="connsiteX5" fmla="*/ 199162 w 398928"/>
                <a:gd name="connsiteY5" fmla="*/ 310335 h 530964"/>
                <a:gd name="connsiteX6" fmla="*/ 84681 w 398928"/>
                <a:gd name="connsiteY6" fmla="*/ 196740 h 530964"/>
                <a:gd name="connsiteX7" fmla="*/ 84681 w 398928"/>
                <a:gd name="connsiteY7" fmla="*/ 130310 h 530964"/>
                <a:gd name="connsiteX8" fmla="*/ 129709 w 398928"/>
                <a:gd name="connsiteY8" fmla="*/ 47859 h 530964"/>
                <a:gd name="connsiteX9" fmla="*/ 47258 w 398928"/>
                <a:gd name="connsiteY9" fmla="*/ 2830 h 530964"/>
                <a:gd name="connsiteX10" fmla="*/ 2230 w 398928"/>
                <a:gd name="connsiteY10" fmla="*/ 85281 h 530964"/>
                <a:gd name="connsiteX11" fmla="*/ 47258 w 398928"/>
                <a:gd name="connsiteY11" fmla="*/ 130310 h 530964"/>
                <a:gd name="connsiteX12" fmla="*/ 47258 w 398928"/>
                <a:gd name="connsiteY12" fmla="*/ 211798 h 530964"/>
                <a:gd name="connsiteX13" fmla="*/ 180118 w 398928"/>
                <a:gd name="connsiteY13" fmla="*/ 344657 h 530964"/>
                <a:gd name="connsiteX14" fmla="*/ 180118 w 398928"/>
                <a:gd name="connsiteY14" fmla="*/ 400901 h 530964"/>
                <a:gd name="connsiteX15" fmla="*/ 135089 w 398928"/>
                <a:gd name="connsiteY15" fmla="*/ 483352 h 530964"/>
                <a:gd name="connsiteX16" fmla="*/ 217540 w 398928"/>
                <a:gd name="connsiteY16" fmla="*/ 528381 h 530964"/>
                <a:gd name="connsiteX17" fmla="*/ 262569 w 398928"/>
                <a:gd name="connsiteY17" fmla="*/ 445930 h 530964"/>
                <a:gd name="connsiteX18" fmla="*/ 217540 w 398928"/>
                <a:gd name="connsiteY18" fmla="*/ 400901 h 530964"/>
                <a:gd name="connsiteX19" fmla="*/ 217540 w 398928"/>
                <a:gd name="connsiteY19" fmla="*/ 345100 h 530964"/>
                <a:gd name="connsiteX20" fmla="*/ 350401 w 398928"/>
                <a:gd name="connsiteY20" fmla="*/ 212240 h 530964"/>
                <a:gd name="connsiteX21" fmla="*/ 350401 w 398928"/>
                <a:gd name="connsiteY21" fmla="*/ 130532 h 530964"/>
                <a:gd name="connsiteX22" fmla="*/ 398451 w 398928"/>
                <a:gd name="connsiteY22" fmla="*/ 66759 h 530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98928" h="530964">
                  <a:moveTo>
                    <a:pt x="398451" y="66759"/>
                  </a:moveTo>
                  <a:cubicBezTo>
                    <a:pt x="398451" y="30071"/>
                    <a:pt x="368709" y="330"/>
                    <a:pt x="332021" y="330"/>
                  </a:cubicBezTo>
                  <a:cubicBezTo>
                    <a:pt x="295333" y="330"/>
                    <a:pt x="265592" y="30072"/>
                    <a:pt x="265592" y="66760"/>
                  </a:cubicBezTo>
                  <a:cubicBezTo>
                    <a:pt x="265592" y="96284"/>
                    <a:pt x="285078" y="122265"/>
                    <a:pt x="313421" y="130532"/>
                  </a:cubicBezTo>
                  <a:lnTo>
                    <a:pt x="313421" y="196961"/>
                  </a:lnTo>
                  <a:lnTo>
                    <a:pt x="199162" y="310335"/>
                  </a:lnTo>
                  <a:lnTo>
                    <a:pt x="84681" y="196740"/>
                  </a:lnTo>
                  <a:lnTo>
                    <a:pt x="84681" y="130310"/>
                  </a:lnTo>
                  <a:cubicBezTo>
                    <a:pt x="119883" y="119976"/>
                    <a:pt x="140043" y="83062"/>
                    <a:pt x="129709" y="47859"/>
                  </a:cubicBezTo>
                  <a:cubicBezTo>
                    <a:pt x="119376" y="12656"/>
                    <a:pt x="82461" y="-7504"/>
                    <a:pt x="47258" y="2830"/>
                  </a:cubicBezTo>
                  <a:cubicBezTo>
                    <a:pt x="12056" y="13164"/>
                    <a:pt x="-8104" y="50079"/>
                    <a:pt x="2230" y="85281"/>
                  </a:cubicBezTo>
                  <a:cubicBezTo>
                    <a:pt x="8598" y="106976"/>
                    <a:pt x="25564" y="123942"/>
                    <a:pt x="47258" y="130310"/>
                  </a:cubicBezTo>
                  <a:lnTo>
                    <a:pt x="47258" y="211798"/>
                  </a:lnTo>
                  <a:lnTo>
                    <a:pt x="180118" y="344657"/>
                  </a:lnTo>
                  <a:lnTo>
                    <a:pt x="180118" y="400901"/>
                  </a:lnTo>
                  <a:cubicBezTo>
                    <a:pt x="144915" y="411235"/>
                    <a:pt x="124755" y="448150"/>
                    <a:pt x="135089" y="483352"/>
                  </a:cubicBezTo>
                  <a:cubicBezTo>
                    <a:pt x="145423" y="518555"/>
                    <a:pt x="182337" y="538715"/>
                    <a:pt x="217540" y="528381"/>
                  </a:cubicBezTo>
                  <a:cubicBezTo>
                    <a:pt x="252742" y="518047"/>
                    <a:pt x="272902" y="481133"/>
                    <a:pt x="262569" y="445930"/>
                  </a:cubicBezTo>
                  <a:cubicBezTo>
                    <a:pt x="256200" y="424236"/>
                    <a:pt x="239234" y="407270"/>
                    <a:pt x="217540" y="400901"/>
                  </a:cubicBezTo>
                  <a:lnTo>
                    <a:pt x="217540" y="345100"/>
                  </a:lnTo>
                  <a:lnTo>
                    <a:pt x="350401" y="212240"/>
                  </a:lnTo>
                  <a:lnTo>
                    <a:pt x="350401" y="130532"/>
                  </a:lnTo>
                  <a:cubicBezTo>
                    <a:pt x="378832" y="122346"/>
                    <a:pt x="398423" y="96345"/>
                    <a:pt x="398451" y="66759"/>
                  </a:cubicBezTo>
                  <a:close/>
                </a:path>
              </a:pathLst>
            </a:custGeom>
            <a:solidFill>
              <a:srgbClr val="2C2C2C"/>
            </a:solidFill>
            <a:ln w="5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81" name="图形 2">
              <a:extLst>
                <a:ext uri="{FF2B5EF4-FFF2-40B4-BE49-F238E27FC236}">
                  <a16:creationId xmlns:a16="http://schemas.microsoft.com/office/drawing/2014/main" id="{D3061A3F-7045-F975-08C9-6070289F79C6}"/>
                </a:ext>
              </a:extLst>
            </p:cNvPr>
            <p:cNvGrpSpPr/>
            <p:nvPr/>
          </p:nvGrpSpPr>
          <p:grpSpPr>
            <a:xfrm>
              <a:off x="4546683" y="4784651"/>
              <a:ext cx="491831" cy="60757"/>
              <a:chOff x="4546683" y="4784651"/>
              <a:chExt cx="491831" cy="60757"/>
            </a:xfrm>
          </p:grpSpPr>
          <p:sp>
            <p:nvSpPr>
              <p:cNvPr id="82" name="任意多边形: 形状 81">
                <a:extLst>
                  <a:ext uri="{FF2B5EF4-FFF2-40B4-BE49-F238E27FC236}">
                    <a16:creationId xmlns:a16="http://schemas.microsoft.com/office/drawing/2014/main" id="{79C98BB9-97E6-FA00-AD5F-B3BD447AE72C}"/>
                  </a:ext>
                </a:extLst>
              </p:cNvPr>
              <p:cNvSpPr/>
              <p:nvPr/>
            </p:nvSpPr>
            <p:spPr>
              <a:xfrm>
                <a:off x="4546683" y="4815029"/>
                <a:ext cx="446263" cy="7594"/>
              </a:xfrm>
              <a:custGeom>
                <a:avLst/>
                <a:gdLst>
                  <a:gd name="connsiteX0" fmla="*/ 0 w 446263"/>
                  <a:gd name="connsiteY0" fmla="*/ 0 h 7594"/>
                  <a:gd name="connsiteX1" fmla="*/ 446264 w 446263"/>
                  <a:gd name="connsiteY1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6263" h="7594">
                    <a:moveTo>
                      <a:pt x="0" y="0"/>
                    </a:moveTo>
                    <a:lnTo>
                      <a:pt x="446264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2893540A-E3DB-DFDC-693F-A9DF90ED3D96}"/>
                  </a:ext>
                </a:extLst>
              </p:cNvPr>
              <p:cNvSpPr/>
              <p:nvPr/>
            </p:nvSpPr>
            <p:spPr>
              <a:xfrm>
                <a:off x="4977758" y="4784651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4" name="图形 2">
              <a:extLst>
                <a:ext uri="{FF2B5EF4-FFF2-40B4-BE49-F238E27FC236}">
                  <a16:creationId xmlns:a16="http://schemas.microsoft.com/office/drawing/2014/main" id="{2821EC52-7F5C-E4E1-BEFD-457B3CBFFF42}"/>
                </a:ext>
              </a:extLst>
            </p:cNvPr>
            <p:cNvGrpSpPr/>
            <p:nvPr/>
          </p:nvGrpSpPr>
          <p:grpSpPr>
            <a:xfrm>
              <a:off x="4546683" y="4815029"/>
              <a:ext cx="491831" cy="1259426"/>
              <a:chOff x="4546683" y="4815029"/>
              <a:chExt cx="491831" cy="1259426"/>
            </a:xfrm>
          </p:grpSpPr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49E09568-3211-0A62-8668-71A675544AE9}"/>
                  </a:ext>
                </a:extLst>
              </p:cNvPr>
              <p:cNvSpPr/>
              <p:nvPr/>
            </p:nvSpPr>
            <p:spPr>
              <a:xfrm>
                <a:off x="4546683" y="4815029"/>
                <a:ext cx="446263" cy="1229810"/>
              </a:xfrm>
              <a:custGeom>
                <a:avLst/>
                <a:gdLst>
                  <a:gd name="connsiteX0" fmla="*/ 0 w 446263"/>
                  <a:gd name="connsiteY0" fmla="*/ 0 h 1229810"/>
                  <a:gd name="connsiteX1" fmla="*/ 178475 w 446263"/>
                  <a:gd name="connsiteY1" fmla="*/ 0 h 1229810"/>
                  <a:gd name="connsiteX2" fmla="*/ 254422 w 446263"/>
                  <a:gd name="connsiteY2" fmla="*/ 75947 h 1229810"/>
                  <a:gd name="connsiteX3" fmla="*/ 254422 w 446263"/>
                  <a:gd name="connsiteY3" fmla="*/ 1154392 h 1229810"/>
                  <a:gd name="connsiteX4" fmla="*/ 330369 w 446263"/>
                  <a:gd name="connsiteY4" fmla="*/ 1229807 h 1229810"/>
                  <a:gd name="connsiteX5" fmla="*/ 446264 w 446263"/>
                  <a:gd name="connsiteY5" fmla="*/ 1228896 h 1229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6263" h="1229810">
                    <a:moveTo>
                      <a:pt x="0" y="0"/>
                    </a:moveTo>
                    <a:lnTo>
                      <a:pt x="178475" y="0"/>
                    </a:lnTo>
                    <a:cubicBezTo>
                      <a:pt x="229106" y="0"/>
                      <a:pt x="254422" y="25315"/>
                      <a:pt x="254422" y="75947"/>
                    </a:cubicBezTo>
                    <a:lnTo>
                      <a:pt x="254422" y="1154392"/>
                    </a:lnTo>
                    <a:cubicBezTo>
                      <a:pt x="254422" y="1205023"/>
                      <a:pt x="279738" y="1230162"/>
                      <a:pt x="330369" y="1229807"/>
                    </a:cubicBezTo>
                    <a:lnTo>
                      <a:pt x="446264" y="1228896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0D454032-4275-426A-4D52-C3A0EFA16830}"/>
                  </a:ext>
                </a:extLst>
              </p:cNvPr>
              <p:cNvSpPr/>
              <p:nvPr/>
            </p:nvSpPr>
            <p:spPr>
              <a:xfrm>
                <a:off x="4977530" y="6013699"/>
                <a:ext cx="60985" cy="60757"/>
              </a:xfrm>
              <a:custGeom>
                <a:avLst/>
                <a:gdLst>
                  <a:gd name="connsiteX0" fmla="*/ 60985 w 60985"/>
                  <a:gd name="connsiteY0" fmla="*/ 29923 h 60757"/>
                  <a:gd name="connsiteX1" fmla="*/ 456 w 60985"/>
                  <a:gd name="connsiteY1" fmla="*/ 60757 h 60757"/>
                  <a:gd name="connsiteX2" fmla="*/ 15417 w 60985"/>
                  <a:gd name="connsiteY2" fmla="*/ 30227 h 60757"/>
                  <a:gd name="connsiteX3" fmla="*/ 0 w 60985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985" h="60757">
                    <a:moveTo>
                      <a:pt x="60985" y="29923"/>
                    </a:moveTo>
                    <a:lnTo>
                      <a:pt x="456" y="60757"/>
                    </a:lnTo>
                    <a:lnTo>
                      <a:pt x="15417" y="302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7" name="图形 2">
              <a:extLst>
                <a:ext uri="{FF2B5EF4-FFF2-40B4-BE49-F238E27FC236}">
                  <a16:creationId xmlns:a16="http://schemas.microsoft.com/office/drawing/2014/main" id="{FE45A0CC-9923-7332-E55E-5D9C7B514123}"/>
                </a:ext>
              </a:extLst>
            </p:cNvPr>
            <p:cNvGrpSpPr/>
            <p:nvPr/>
          </p:nvGrpSpPr>
          <p:grpSpPr>
            <a:xfrm>
              <a:off x="3027747" y="4549215"/>
              <a:ext cx="1518936" cy="531627"/>
              <a:chOff x="3027747" y="4549215"/>
              <a:chExt cx="1518936" cy="531627"/>
            </a:xfrm>
            <a:solidFill>
              <a:srgbClr val="FFF2CC"/>
            </a:solidFill>
          </p:grpSpPr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44E121F6-96A0-CBC5-E8F6-039F01F5E743}"/>
                  </a:ext>
                </a:extLst>
              </p:cNvPr>
              <p:cNvSpPr/>
              <p:nvPr/>
            </p:nvSpPr>
            <p:spPr>
              <a:xfrm>
                <a:off x="3027747" y="4549215"/>
                <a:ext cx="1518936" cy="531627"/>
              </a:xfrm>
              <a:custGeom>
                <a:avLst/>
                <a:gdLst>
                  <a:gd name="connsiteX0" fmla="*/ 1439193 w 1518936"/>
                  <a:gd name="connsiteY0" fmla="*/ 0 h 531627"/>
                  <a:gd name="connsiteX1" fmla="*/ 1518937 w 1518936"/>
                  <a:gd name="connsiteY1" fmla="*/ 79744 h 531627"/>
                  <a:gd name="connsiteX2" fmla="*/ 1518937 w 1518936"/>
                  <a:gd name="connsiteY2" fmla="*/ 451884 h 531627"/>
                  <a:gd name="connsiteX3" fmla="*/ 1439193 w 1518936"/>
                  <a:gd name="connsiteY3" fmla="*/ 531628 h 531627"/>
                  <a:gd name="connsiteX4" fmla="*/ 79744 w 1518936"/>
                  <a:gd name="connsiteY4" fmla="*/ 531628 h 531627"/>
                  <a:gd name="connsiteX5" fmla="*/ 0 w 1518936"/>
                  <a:gd name="connsiteY5" fmla="*/ 451884 h 531627"/>
                  <a:gd name="connsiteX6" fmla="*/ 0 w 1518936"/>
                  <a:gd name="connsiteY6" fmla="*/ 79744 h 531627"/>
                  <a:gd name="connsiteX7" fmla="*/ 79744 w 1518936"/>
                  <a:gd name="connsiteY7" fmla="*/ 0 h 531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18936" h="531627">
                    <a:moveTo>
                      <a:pt x="1439193" y="0"/>
                    </a:moveTo>
                    <a:cubicBezTo>
                      <a:pt x="1483234" y="0"/>
                      <a:pt x="1518937" y="35703"/>
                      <a:pt x="1518937" y="79744"/>
                    </a:cubicBezTo>
                    <a:lnTo>
                      <a:pt x="1518937" y="451884"/>
                    </a:lnTo>
                    <a:cubicBezTo>
                      <a:pt x="1518937" y="495925"/>
                      <a:pt x="1483234" y="531628"/>
                      <a:pt x="1439193" y="531628"/>
                    </a:cubicBezTo>
                    <a:lnTo>
                      <a:pt x="79744" y="531628"/>
                    </a:lnTo>
                    <a:cubicBezTo>
                      <a:pt x="35703" y="531628"/>
                      <a:pt x="0" y="495925"/>
                      <a:pt x="0" y="451884"/>
                    </a:cubicBezTo>
                    <a:lnTo>
                      <a:pt x="0" y="79744"/>
                    </a:lnTo>
                    <a:cubicBezTo>
                      <a:pt x="0" y="35703"/>
                      <a:pt x="35703" y="0"/>
                      <a:pt x="79744" y="0"/>
                    </a:cubicBezTo>
                    <a:close/>
                  </a:path>
                </a:pathLst>
              </a:custGeom>
              <a:solidFill>
                <a:srgbClr val="FFF2CC"/>
              </a:solidFill>
              <a:ln w="15185" cap="flat">
                <a:solidFill>
                  <a:srgbClr val="D6B65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89" name="图片 88">
                <a:extLst>
                  <a:ext uri="{FF2B5EF4-FFF2-40B4-BE49-F238E27FC236}">
                    <a16:creationId xmlns:a16="http://schemas.microsoft.com/office/drawing/2014/main" id="{7F92C178-FBF9-1DC8-567B-502DA4B5B0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35341" y="4701109"/>
                <a:ext cx="1503747" cy="275307"/>
              </a:xfrm>
              <a:custGeom>
                <a:avLst/>
                <a:gdLst>
                  <a:gd name="connsiteX0" fmla="*/ -1 w 1503747"/>
                  <a:gd name="connsiteY0" fmla="*/ -1 h 275307"/>
                  <a:gd name="connsiteX1" fmla="*/ 1503747 w 1503747"/>
                  <a:gd name="connsiteY1" fmla="*/ -1 h 275307"/>
                  <a:gd name="connsiteX2" fmla="*/ 1503747 w 1503747"/>
                  <a:gd name="connsiteY2" fmla="*/ 275307 h 275307"/>
                  <a:gd name="connsiteX3" fmla="*/ -1 w 1503747"/>
                  <a:gd name="connsiteY3" fmla="*/ 275307 h 275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3747" h="275307">
                    <a:moveTo>
                      <a:pt x="-1" y="-1"/>
                    </a:moveTo>
                    <a:lnTo>
                      <a:pt x="1503747" y="-1"/>
                    </a:lnTo>
                    <a:lnTo>
                      <a:pt x="1503747" y="275307"/>
                    </a:lnTo>
                    <a:lnTo>
                      <a:pt x="-1" y="275307"/>
                    </a:lnTo>
                    <a:close/>
                  </a:path>
                </a:pathLst>
              </a:custGeom>
            </p:spPr>
          </p:pic>
        </p:grpSp>
        <p:grpSp>
          <p:nvGrpSpPr>
            <p:cNvPr id="90" name="图形 2">
              <a:extLst>
                <a:ext uri="{FF2B5EF4-FFF2-40B4-BE49-F238E27FC236}">
                  <a16:creationId xmlns:a16="http://schemas.microsoft.com/office/drawing/2014/main" id="{27CBB95F-1E7D-9ABE-AD67-BBBA16D941E4}"/>
                </a:ext>
              </a:extLst>
            </p:cNvPr>
            <p:cNvGrpSpPr/>
            <p:nvPr/>
          </p:nvGrpSpPr>
          <p:grpSpPr>
            <a:xfrm>
              <a:off x="9635122" y="5382960"/>
              <a:ext cx="339938" cy="60757"/>
              <a:chOff x="9635122" y="5382960"/>
              <a:chExt cx="339938" cy="60757"/>
            </a:xfrm>
          </p:grpSpPr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BB4E72AE-4CA6-E174-35D7-02E5C2D4E6A6}"/>
                  </a:ext>
                </a:extLst>
              </p:cNvPr>
              <p:cNvSpPr/>
              <p:nvPr/>
            </p:nvSpPr>
            <p:spPr>
              <a:xfrm>
                <a:off x="9635122" y="5411212"/>
                <a:ext cx="294446" cy="2430"/>
              </a:xfrm>
              <a:custGeom>
                <a:avLst/>
                <a:gdLst>
                  <a:gd name="connsiteX0" fmla="*/ 0 w 294446"/>
                  <a:gd name="connsiteY0" fmla="*/ 0 h 2430"/>
                  <a:gd name="connsiteX1" fmla="*/ 178475 w 294446"/>
                  <a:gd name="connsiteY1" fmla="*/ 0 h 2430"/>
                  <a:gd name="connsiteX2" fmla="*/ 294446 w 294446"/>
                  <a:gd name="connsiteY2" fmla="*/ 2430 h 2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4446" h="2430">
                    <a:moveTo>
                      <a:pt x="0" y="0"/>
                    </a:moveTo>
                    <a:lnTo>
                      <a:pt x="178475" y="0"/>
                    </a:lnTo>
                    <a:lnTo>
                      <a:pt x="294446" y="243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7B94A8E2-3E29-0A7C-F953-DA741B05D3FE}"/>
                  </a:ext>
                </a:extLst>
              </p:cNvPr>
              <p:cNvSpPr/>
              <p:nvPr/>
            </p:nvSpPr>
            <p:spPr>
              <a:xfrm>
                <a:off x="9913695" y="5382960"/>
                <a:ext cx="61364" cy="60757"/>
              </a:xfrm>
              <a:custGeom>
                <a:avLst/>
                <a:gdLst>
                  <a:gd name="connsiteX0" fmla="*/ 61365 w 61364"/>
                  <a:gd name="connsiteY0" fmla="*/ 31670 h 60757"/>
                  <a:gd name="connsiteX1" fmla="*/ 0 w 61364"/>
                  <a:gd name="connsiteY1" fmla="*/ 60757 h 60757"/>
                  <a:gd name="connsiteX2" fmla="*/ 15873 w 61364"/>
                  <a:gd name="connsiteY2" fmla="*/ 30682 h 60757"/>
                  <a:gd name="connsiteX3" fmla="*/ 1291 w 61364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364" h="60757">
                    <a:moveTo>
                      <a:pt x="61365" y="31670"/>
                    </a:moveTo>
                    <a:lnTo>
                      <a:pt x="0" y="60757"/>
                    </a:lnTo>
                    <a:lnTo>
                      <a:pt x="15873" y="30682"/>
                    </a:lnTo>
                    <a:lnTo>
                      <a:pt x="1291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3" name="图形 2">
              <a:extLst>
                <a:ext uri="{FF2B5EF4-FFF2-40B4-BE49-F238E27FC236}">
                  <a16:creationId xmlns:a16="http://schemas.microsoft.com/office/drawing/2014/main" id="{021491A7-BE5F-43F9-F8BA-F9BD002A0DA3}"/>
                </a:ext>
              </a:extLst>
            </p:cNvPr>
            <p:cNvGrpSpPr/>
            <p:nvPr/>
          </p:nvGrpSpPr>
          <p:grpSpPr>
            <a:xfrm>
              <a:off x="9103494" y="5380833"/>
              <a:ext cx="134881" cy="60757"/>
              <a:chOff x="9103494" y="5380833"/>
              <a:chExt cx="134881" cy="60757"/>
            </a:xfrm>
          </p:grpSpPr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D277C318-1A31-826C-81C6-51B2EBCC9343}"/>
                  </a:ext>
                </a:extLst>
              </p:cNvPr>
              <p:cNvSpPr/>
              <p:nvPr/>
            </p:nvSpPr>
            <p:spPr>
              <a:xfrm>
                <a:off x="9103494" y="5411212"/>
                <a:ext cx="89313" cy="7594"/>
              </a:xfrm>
              <a:custGeom>
                <a:avLst/>
                <a:gdLst>
                  <a:gd name="connsiteX0" fmla="*/ 0 w 89313"/>
                  <a:gd name="connsiteY0" fmla="*/ 0 h 7594"/>
                  <a:gd name="connsiteX1" fmla="*/ 89314 w 89313"/>
                  <a:gd name="connsiteY1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313" h="7594">
                    <a:moveTo>
                      <a:pt x="0" y="0"/>
                    </a:moveTo>
                    <a:lnTo>
                      <a:pt x="89314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BCD064B5-80BC-19EE-2E06-500FFE3FA208}"/>
                  </a:ext>
                </a:extLst>
              </p:cNvPr>
              <p:cNvSpPr/>
              <p:nvPr/>
            </p:nvSpPr>
            <p:spPr>
              <a:xfrm>
                <a:off x="9177618" y="5380833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6" name="图形 2">
              <a:extLst>
                <a:ext uri="{FF2B5EF4-FFF2-40B4-BE49-F238E27FC236}">
                  <a16:creationId xmlns:a16="http://schemas.microsoft.com/office/drawing/2014/main" id="{C0FCB062-C604-205A-8BAF-82515DDDD1A2}"/>
                </a:ext>
              </a:extLst>
            </p:cNvPr>
            <p:cNvGrpSpPr/>
            <p:nvPr/>
          </p:nvGrpSpPr>
          <p:grpSpPr>
            <a:xfrm>
              <a:off x="8723760" y="4668832"/>
              <a:ext cx="379734" cy="1484760"/>
              <a:chOff x="8723760" y="4668832"/>
              <a:chExt cx="379734" cy="1484760"/>
            </a:xfrm>
            <a:solidFill>
              <a:srgbClr val="DAE8FC"/>
            </a:solidFill>
          </p:grpSpPr>
          <p:sp>
            <p:nvSpPr>
              <p:cNvPr id="97" name="任意多边形: 形状 96">
                <a:extLst>
                  <a:ext uri="{FF2B5EF4-FFF2-40B4-BE49-F238E27FC236}">
                    <a16:creationId xmlns:a16="http://schemas.microsoft.com/office/drawing/2014/main" id="{D7B54A4A-AA04-01D2-DC03-4A901CEE24D9}"/>
                  </a:ext>
                </a:extLst>
              </p:cNvPr>
              <p:cNvSpPr/>
              <p:nvPr/>
            </p:nvSpPr>
            <p:spPr>
              <a:xfrm>
                <a:off x="8723760" y="4668832"/>
                <a:ext cx="379734" cy="1484760"/>
              </a:xfrm>
              <a:custGeom>
                <a:avLst/>
                <a:gdLst>
                  <a:gd name="connsiteX0" fmla="*/ 322774 w 379734"/>
                  <a:gd name="connsiteY0" fmla="*/ 0 h 1484760"/>
                  <a:gd name="connsiteX1" fmla="*/ 379734 w 379734"/>
                  <a:gd name="connsiteY1" fmla="*/ 56960 h 1484760"/>
                  <a:gd name="connsiteX2" fmla="*/ 379734 w 379734"/>
                  <a:gd name="connsiteY2" fmla="*/ 1427801 h 1484760"/>
                  <a:gd name="connsiteX3" fmla="*/ 322774 w 379734"/>
                  <a:gd name="connsiteY3" fmla="*/ 1484761 h 1484760"/>
                  <a:gd name="connsiteX4" fmla="*/ 56960 w 379734"/>
                  <a:gd name="connsiteY4" fmla="*/ 1484761 h 1484760"/>
                  <a:gd name="connsiteX5" fmla="*/ 0 w 379734"/>
                  <a:gd name="connsiteY5" fmla="*/ 1427801 h 1484760"/>
                  <a:gd name="connsiteX6" fmla="*/ 0 w 379734"/>
                  <a:gd name="connsiteY6" fmla="*/ 56960 h 1484760"/>
                  <a:gd name="connsiteX7" fmla="*/ 56960 w 379734"/>
                  <a:gd name="connsiteY7" fmla="*/ 0 h 1484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9734" h="1484760">
                    <a:moveTo>
                      <a:pt x="322774" y="0"/>
                    </a:moveTo>
                    <a:cubicBezTo>
                      <a:pt x="354232" y="0"/>
                      <a:pt x="379734" y="25502"/>
                      <a:pt x="379734" y="56960"/>
                    </a:cubicBezTo>
                    <a:lnTo>
                      <a:pt x="379734" y="1427801"/>
                    </a:lnTo>
                    <a:cubicBezTo>
                      <a:pt x="379734" y="1459259"/>
                      <a:pt x="354232" y="1484761"/>
                      <a:pt x="322774" y="1484761"/>
                    </a:cubicBezTo>
                    <a:lnTo>
                      <a:pt x="56960" y="1484761"/>
                    </a:lnTo>
                    <a:cubicBezTo>
                      <a:pt x="25502" y="1484761"/>
                      <a:pt x="0" y="1459259"/>
                      <a:pt x="0" y="1427801"/>
                    </a:cubicBezTo>
                    <a:lnTo>
                      <a:pt x="0" y="56960"/>
                    </a:lnTo>
                    <a:cubicBezTo>
                      <a:pt x="0" y="25502"/>
                      <a:pt x="25502" y="0"/>
                      <a:pt x="5696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98" name="图片 97">
                <a:extLst>
                  <a:ext uri="{FF2B5EF4-FFF2-40B4-BE49-F238E27FC236}">
                    <a16:creationId xmlns:a16="http://schemas.microsoft.com/office/drawing/2014/main" id="{29FA45C9-D36B-7C14-F832-BF1F4BCB3A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31354" y="4731488"/>
                <a:ext cx="364544" cy="1414509"/>
              </a:xfrm>
              <a:custGeom>
                <a:avLst/>
                <a:gdLst>
                  <a:gd name="connsiteX0" fmla="*/ -1 w 364544"/>
                  <a:gd name="connsiteY0" fmla="*/ -1 h 1414509"/>
                  <a:gd name="connsiteX1" fmla="*/ 364544 w 364544"/>
                  <a:gd name="connsiteY1" fmla="*/ -1 h 1414509"/>
                  <a:gd name="connsiteX2" fmla="*/ 364544 w 364544"/>
                  <a:gd name="connsiteY2" fmla="*/ 1414510 h 1414509"/>
                  <a:gd name="connsiteX3" fmla="*/ -1 w 364544"/>
                  <a:gd name="connsiteY3" fmla="*/ 1414510 h 141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4544" h="1414509">
                    <a:moveTo>
                      <a:pt x="-1" y="-1"/>
                    </a:moveTo>
                    <a:lnTo>
                      <a:pt x="364544" y="-1"/>
                    </a:lnTo>
                    <a:lnTo>
                      <a:pt x="364544" y="1414510"/>
                    </a:lnTo>
                    <a:lnTo>
                      <a:pt x="-1" y="1414510"/>
                    </a:lnTo>
                    <a:close/>
                  </a:path>
                </a:pathLst>
              </a:custGeom>
            </p:spPr>
          </p:pic>
        </p:grpSp>
        <p:grpSp>
          <p:nvGrpSpPr>
            <p:cNvPr id="99" name="图形 2">
              <a:extLst>
                <a:ext uri="{FF2B5EF4-FFF2-40B4-BE49-F238E27FC236}">
                  <a16:creationId xmlns:a16="http://schemas.microsoft.com/office/drawing/2014/main" id="{FCA5135D-9D25-5DCE-2C4D-85820D810094}"/>
                </a:ext>
              </a:extLst>
            </p:cNvPr>
            <p:cNvGrpSpPr/>
            <p:nvPr/>
          </p:nvGrpSpPr>
          <p:grpSpPr>
            <a:xfrm>
              <a:off x="9255388" y="4765664"/>
              <a:ext cx="379734" cy="1291096"/>
              <a:chOff x="9255388" y="4765664"/>
              <a:chExt cx="379734" cy="1291096"/>
            </a:xfrm>
            <a:solidFill>
              <a:srgbClr val="D5E8D4"/>
            </a:solidFill>
          </p:grpSpPr>
          <p:sp>
            <p:nvSpPr>
              <p:cNvPr id="100" name="任意多边形: 形状 99">
                <a:extLst>
                  <a:ext uri="{FF2B5EF4-FFF2-40B4-BE49-F238E27FC236}">
                    <a16:creationId xmlns:a16="http://schemas.microsoft.com/office/drawing/2014/main" id="{1FB53C75-53B0-5B1A-E596-3ABF50D50DE0}"/>
                  </a:ext>
                </a:extLst>
              </p:cNvPr>
              <p:cNvSpPr/>
              <p:nvPr/>
            </p:nvSpPr>
            <p:spPr>
              <a:xfrm rot="10800000" flipV="1">
                <a:off x="9255388" y="4765664"/>
                <a:ext cx="379734" cy="1291096"/>
              </a:xfrm>
              <a:custGeom>
                <a:avLst/>
                <a:gdLst>
                  <a:gd name="connsiteX0" fmla="*/ 322774 w 379734"/>
                  <a:gd name="connsiteY0" fmla="*/ 0 h 1291096"/>
                  <a:gd name="connsiteX1" fmla="*/ 379734 w 379734"/>
                  <a:gd name="connsiteY1" fmla="*/ 56960 h 1291096"/>
                  <a:gd name="connsiteX2" fmla="*/ 379734 w 379734"/>
                  <a:gd name="connsiteY2" fmla="*/ 1234136 h 1291096"/>
                  <a:gd name="connsiteX3" fmla="*/ 322774 w 379734"/>
                  <a:gd name="connsiteY3" fmla="*/ 1291096 h 1291096"/>
                  <a:gd name="connsiteX4" fmla="*/ 56960 w 379734"/>
                  <a:gd name="connsiteY4" fmla="*/ 1291096 h 1291096"/>
                  <a:gd name="connsiteX5" fmla="*/ 0 w 379734"/>
                  <a:gd name="connsiteY5" fmla="*/ 1234136 h 1291096"/>
                  <a:gd name="connsiteX6" fmla="*/ 0 w 379734"/>
                  <a:gd name="connsiteY6" fmla="*/ 56960 h 1291096"/>
                  <a:gd name="connsiteX7" fmla="*/ 56960 w 379734"/>
                  <a:gd name="connsiteY7" fmla="*/ 0 h 1291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9734" h="1291096">
                    <a:moveTo>
                      <a:pt x="322774" y="0"/>
                    </a:moveTo>
                    <a:cubicBezTo>
                      <a:pt x="354232" y="0"/>
                      <a:pt x="379734" y="25502"/>
                      <a:pt x="379734" y="56960"/>
                    </a:cubicBezTo>
                    <a:lnTo>
                      <a:pt x="379734" y="1234136"/>
                    </a:lnTo>
                    <a:cubicBezTo>
                      <a:pt x="379734" y="1265595"/>
                      <a:pt x="354232" y="1291096"/>
                      <a:pt x="322774" y="1291096"/>
                    </a:cubicBezTo>
                    <a:lnTo>
                      <a:pt x="56960" y="1291096"/>
                    </a:lnTo>
                    <a:cubicBezTo>
                      <a:pt x="25502" y="1291096"/>
                      <a:pt x="0" y="1265595"/>
                      <a:pt x="0" y="1234136"/>
                    </a:cubicBezTo>
                    <a:lnTo>
                      <a:pt x="0" y="56960"/>
                    </a:lnTo>
                    <a:cubicBezTo>
                      <a:pt x="0" y="25502"/>
                      <a:pt x="25502" y="0"/>
                      <a:pt x="56960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5185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01" name="图片 100">
                <a:extLst>
                  <a:ext uri="{FF2B5EF4-FFF2-40B4-BE49-F238E27FC236}">
                    <a16:creationId xmlns:a16="http://schemas.microsoft.com/office/drawing/2014/main" id="{38EAE083-B813-C48B-63BC-3AB1D6B6C2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62982" y="5073249"/>
                <a:ext cx="364544" cy="730988"/>
              </a:xfrm>
              <a:custGeom>
                <a:avLst/>
                <a:gdLst>
                  <a:gd name="connsiteX0" fmla="*/ -1 w 364544"/>
                  <a:gd name="connsiteY0" fmla="*/ -1 h 730988"/>
                  <a:gd name="connsiteX1" fmla="*/ 364544 w 364544"/>
                  <a:gd name="connsiteY1" fmla="*/ -1 h 730988"/>
                  <a:gd name="connsiteX2" fmla="*/ 364544 w 364544"/>
                  <a:gd name="connsiteY2" fmla="*/ 730988 h 730988"/>
                  <a:gd name="connsiteX3" fmla="*/ -1 w 364544"/>
                  <a:gd name="connsiteY3" fmla="*/ 730988 h 730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4544" h="730988">
                    <a:moveTo>
                      <a:pt x="-1" y="-1"/>
                    </a:moveTo>
                    <a:lnTo>
                      <a:pt x="364544" y="-1"/>
                    </a:lnTo>
                    <a:lnTo>
                      <a:pt x="364544" y="730988"/>
                    </a:lnTo>
                    <a:lnTo>
                      <a:pt x="-1" y="730988"/>
                    </a:lnTo>
                    <a:close/>
                  </a:path>
                </a:pathLst>
              </a:custGeom>
            </p:spPr>
          </p:pic>
        </p:grpSp>
        <p:grpSp>
          <p:nvGrpSpPr>
            <p:cNvPr id="102" name="图形 2">
              <a:extLst>
                <a:ext uri="{FF2B5EF4-FFF2-40B4-BE49-F238E27FC236}">
                  <a16:creationId xmlns:a16="http://schemas.microsoft.com/office/drawing/2014/main" id="{4D3D2ED0-AA1B-2241-038F-F7C5C4712843}"/>
                </a:ext>
              </a:extLst>
            </p:cNvPr>
            <p:cNvGrpSpPr/>
            <p:nvPr/>
          </p:nvGrpSpPr>
          <p:grpSpPr>
            <a:xfrm>
              <a:off x="7956773" y="4813131"/>
              <a:ext cx="749975" cy="632257"/>
              <a:chOff x="7956773" y="4813131"/>
              <a:chExt cx="749975" cy="632257"/>
            </a:xfrm>
          </p:grpSpPr>
          <p:sp>
            <p:nvSpPr>
              <p:cNvPr id="103" name="任意多边形: 形状 102">
                <a:extLst>
                  <a:ext uri="{FF2B5EF4-FFF2-40B4-BE49-F238E27FC236}">
                    <a16:creationId xmlns:a16="http://schemas.microsoft.com/office/drawing/2014/main" id="{CF6E0723-F3A3-7C25-EAD9-0E9F88168319}"/>
                  </a:ext>
                </a:extLst>
              </p:cNvPr>
              <p:cNvSpPr/>
              <p:nvPr/>
            </p:nvSpPr>
            <p:spPr>
              <a:xfrm>
                <a:off x="7956773" y="4813131"/>
                <a:ext cx="704406" cy="601878"/>
              </a:xfrm>
              <a:custGeom>
                <a:avLst/>
                <a:gdLst>
                  <a:gd name="connsiteX0" fmla="*/ 0 w 704406"/>
                  <a:gd name="connsiteY0" fmla="*/ 0 h 601878"/>
                  <a:gd name="connsiteX1" fmla="*/ 311306 w 704406"/>
                  <a:gd name="connsiteY1" fmla="*/ 1519 h 601878"/>
                  <a:gd name="connsiteX2" fmla="*/ 387253 w 704406"/>
                  <a:gd name="connsiteY2" fmla="*/ 77846 h 601878"/>
                  <a:gd name="connsiteX3" fmla="*/ 387253 w 704406"/>
                  <a:gd name="connsiteY3" fmla="*/ 525932 h 601878"/>
                  <a:gd name="connsiteX4" fmla="*/ 463200 w 704406"/>
                  <a:gd name="connsiteY4" fmla="*/ 601879 h 601878"/>
                  <a:gd name="connsiteX5" fmla="*/ 704407 w 704406"/>
                  <a:gd name="connsiteY5" fmla="*/ 601879 h 601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406" h="601878">
                    <a:moveTo>
                      <a:pt x="0" y="0"/>
                    </a:moveTo>
                    <a:lnTo>
                      <a:pt x="311306" y="1519"/>
                    </a:lnTo>
                    <a:cubicBezTo>
                      <a:pt x="361937" y="1772"/>
                      <a:pt x="387253" y="27214"/>
                      <a:pt x="387253" y="77846"/>
                    </a:cubicBezTo>
                    <a:lnTo>
                      <a:pt x="387253" y="525932"/>
                    </a:lnTo>
                    <a:cubicBezTo>
                      <a:pt x="387253" y="576563"/>
                      <a:pt x="412568" y="601879"/>
                      <a:pt x="463200" y="601879"/>
                    </a:cubicBezTo>
                    <a:lnTo>
                      <a:pt x="704407" y="601879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4" name="任意多边形: 形状 103">
                <a:extLst>
                  <a:ext uri="{FF2B5EF4-FFF2-40B4-BE49-F238E27FC236}">
                    <a16:creationId xmlns:a16="http://schemas.microsoft.com/office/drawing/2014/main" id="{F462153A-5166-DE69-3867-23B1DBA3DB63}"/>
                  </a:ext>
                </a:extLst>
              </p:cNvPr>
              <p:cNvSpPr/>
              <p:nvPr/>
            </p:nvSpPr>
            <p:spPr>
              <a:xfrm>
                <a:off x="8645990" y="5384631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05" name="图形 2">
              <a:extLst>
                <a:ext uri="{FF2B5EF4-FFF2-40B4-BE49-F238E27FC236}">
                  <a16:creationId xmlns:a16="http://schemas.microsoft.com/office/drawing/2014/main" id="{F1B54DF0-82B0-5C7E-4333-C560CB116C9E}"/>
                </a:ext>
              </a:extLst>
            </p:cNvPr>
            <p:cNvGrpSpPr/>
            <p:nvPr/>
          </p:nvGrpSpPr>
          <p:grpSpPr>
            <a:xfrm>
              <a:off x="7956773" y="5380833"/>
              <a:ext cx="749975" cy="664157"/>
              <a:chOff x="7956773" y="5380833"/>
              <a:chExt cx="749975" cy="664157"/>
            </a:xfrm>
          </p:grpSpPr>
          <p:sp>
            <p:nvSpPr>
              <p:cNvPr id="106" name="任意多边形: 形状 105">
                <a:extLst>
                  <a:ext uri="{FF2B5EF4-FFF2-40B4-BE49-F238E27FC236}">
                    <a16:creationId xmlns:a16="http://schemas.microsoft.com/office/drawing/2014/main" id="{63A55A64-4F33-FEA3-71B6-95C15B9F8F24}"/>
                  </a:ext>
                </a:extLst>
              </p:cNvPr>
              <p:cNvSpPr/>
              <p:nvPr/>
            </p:nvSpPr>
            <p:spPr>
              <a:xfrm>
                <a:off x="7956773" y="5411212"/>
                <a:ext cx="704406" cy="633778"/>
              </a:xfrm>
              <a:custGeom>
                <a:avLst/>
                <a:gdLst>
                  <a:gd name="connsiteX0" fmla="*/ 0 w 704406"/>
                  <a:gd name="connsiteY0" fmla="*/ 632258 h 633778"/>
                  <a:gd name="connsiteX1" fmla="*/ 311306 w 704406"/>
                  <a:gd name="connsiteY1" fmla="*/ 633777 h 633778"/>
                  <a:gd name="connsiteX2" fmla="*/ 387253 w 704406"/>
                  <a:gd name="connsiteY2" fmla="*/ 558209 h 633778"/>
                  <a:gd name="connsiteX3" fmla="*/ 387253 w 704406"/>
                  <a:gd name="connsiteY3" fmla="*/ 75947 h 633778"/>
                  <a:gd name="connsiteX4" fmla="*/ 463200 w 704406"/>
                  <a:gd name="connsiteY4" fmla="*/ 0 h 633778"/>
                  <a:gd name="connsiteX5" fmla="*/ 704407 w 704406"/>
                  <a:gd name="connsiteY5" fmla="*/ 0 h 633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406" h="633778">
                    <a:moveTo>
                      <a:pt x="0" y="632258"/>
                    </a:moveTo>
                    <a:lnTo>
                      <a:pt x="311306" y="633777"/>
                    </a:lnTo>
                    <a:cubicBezTo>
                      <a:pt x="361937" y="634030"/>
                      <a:pt x="387253" y="608841"/>
                      <a:pt x="387253" y="558209"/>
                    </a:cubicBezTo>
                    <a:lnTo>
                      <a:pt x="387253" y="75947"/>
                    </a:lnTo>
                    <a:cubicBezTo>
                      <a:pt x="387253" y="25315"/>
                      <a:pt x="412568" y="0"/>
                      <a:pt x="463200" y="0"/>
                    </a:cubicBezTo>
                    <a:lnTo>
                      <a:pt x="704407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: 形状 106">
                <a:extLst>
                  <a:ext uri="{FF2B5EF4-FFF2-40B4-BE49-F238E27FC236}">
                    <a16:creationId xmlns:a16="http://schemas.microsoft.com/office/drawing/2014/main" id="{26D35519-7C25-525C-852C-A5C8DD4B6EBE}"/>
                  </a:ext>
                </a:extLst>
              </p:cNvPr>
              <p:cNvSpPr/>
              <p:nvPr/>
            </p:nvSpPr>
            <p:spPr>
              <a:xfrm>
                <a:off x="8645990" y="5380833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08" name="图形 2">
              <a:extLst>
                <a:ext uri="{FF2B5EF4-FFF2-40B4-BE49-F238E27FC236}">
                  <a16:creationId xmlns:a16="http://schemas.microsoft.com/office/drawing/2014/main" id="{CA5406DA-D869-D98C-A25D-8FBFD57CB9F9}"/>
                </a:ext>
              </a:extLst>
            </p:cNvPr>
            <p:cNvGrpSpPr/>
            <p:nvPr/>
          </p:nvGrpSpPr>
          <p:grpSpPr>
            <a:xfrm>
              <a:off x="8404783" y="5301089"/>
              <a:ext cx="212651" cy="275307"/>
              <a:chOff x="8404783" y="5301089"/>
              <a:chExt cx="212651" cy="275307"/>
            </a:xfrm>
            <a:solidFill>
              <a:srgbClr val="FFFFFF"/>
            </a:solidFill>
          </p:grpSpPr>
          <p:sp>
            <p:nvSpPr>
              <p:cNvPr id="109" name="任意多边形: 形状 108">
                <a:extLst>
                  <a:ext uri="{FF2B5EF4-FFF2-40B4-BE49-F238E27FC236}">
                    <a16:creationId xmlns:a16="http://schemas.microsoft.com/office/drawing/2014/main" id="{8F5A7680-9466-2DDD-6E44-97333DE657A9}"/>
                  </a:ext>
                </a:extLst>
              </p:cNvPr>
              <p:cNvSpPr/>
              <p:nvPr/>
            </p:nvSpPr>
            <p:spPr>
              <a:xfrm>
                <a:off x="8404783" y="5308684"/>
                <a:ext cx="212651" cy="212651"/>
              </a:xfrm>
              <a:custGeom>
                <a:avLst/>
                <a:gdLst>
                  <a:gd name="connsiteX0" fmla="*/ 212651 w 212651"/>
                  <a:gd name="connsiteY0" fmla="*/ 106326 h 212651"/>
                  <a:gd name="connsiteX1" fmla="*/ 106326 w 212651"/>
                  <a:gd name="connsiteY1" fmla="*/ 212651 h 212651"/>
                  <a:gd name="connsiteX2" fmla="*/ 0 w 212651"/>
                  <a:gd name="connsiteY2" fmla="*/ 106326 h 212651"/>
                  <a:gd name="connsiteX3" fmla="*/ 106326 w 212651"/>
                  <a:gd name="connsiteY3" fmla="*/ 0 h 212651"/>
                  <a:gd name="connsiteX4" fmla="*/ 212651 w 212651"/>
                  <a:gd name="connsiteY4" fmla="*/ 106326 h 212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651" h="212651">
                    <a:moveTo>
                      <a:pt x="212651" y="106326"/>
                    </a:moveTo>
                    <a:cubicBezTo>
                      <a:pt x="212651" y="165048"/>
                      <a:pt x="165048" y="212651"/>
                      <a:pt x="106326" y="212651"/>
                    </a:cubicBezTo>
                    <a:cubicBezTo>
                      <a:pt x="47604" y="212651"/>
                      <a:pt x="0" y="165048"/>
                      <a:pt x="0" y="106326"/>
                    </a:cubicBezTo>
                    <a:cubicBezTo>
                      <a:pt x="0" y="47604"/>
                      <a:pt x="47604" y="0"/>
                      <a:pt x="106326" y="0"/>
                    </a:cubicBezTo>
                    <a:cubicBezTo>
                      <a:pt x="165048" y="0"/>
                      <a:pt x="212651" y="47604"/>
                      <a:pt x="212651" y="1063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759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10" name="图片 109">
                <a:extLst>
                  <a:ext uri="{FF2B5EF4-FFF2-40B4-BE49-F238E27FC236}">
                    <a16:creationId xmlns:a16="http://schemas.microsoft.com/office/drawing/2014/main" id="{14E15DB8-72F4-3EFC-EAEB-D54870864A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04783" y="5301089"/>
                <a:ext cx="197461" cy="275307"/>
              </a:xfrm>
              <a:custGeom>
                <a:avLst/>
                <a:gdLst>
                  <a:gd name="connsiteX0" fmla="*/ -1 w 197461"/>
                  <a:gd name="connsiteY0" fmla="*/ -1 h 275307"/>
                  <a:gd name="connsiteX1" fmla="*/ 197461 w 197461"/>
                  <a:gd name="connsiteY1" fmla="*/ -1 h 275307"/>
                  <a:gd name="connsiteX2" fmla="*/ 197461 w 197461"/>
                  <a:gd name="connsiteY2" fmla="*/ 275307 h 275307"/>
                  <a:gd name="connsiteX3" fmla="*/ -1 w 197461"/>
                  <a:gd name="connsiteY3" fmla="*/ 275307 h 275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461" h="275307">
                    <a:moveTo>
                      <a:pt x="-1" y="-1"/>
                    </a:moveTo>
                    <a:lnTo>
                      <a:pt x="197461" y="-1"/>
                    </a:lnTo>
                    <a:lnTo>
                      <a:pt x="197461" y="275307"/>
                    </a:lnTo>
                    <a:lnTo>
                      <a:pt x="-1" y="275307"/>
                    </a:lnTo>
                    <a:close/>
                  </a:path>
                </a:pathLst>
              </a:custGeom>
            </p:spPr>
          </p:pic>
        </p:grpSp>
        <p:grpSp>
          <p:nvGrpSpPr>
            <p:cNvPr id="111" name="图形 2">
              <a:extLst>
                <a:ext uri="{FF2B5EF4-FFF2-40B4-BE49-F238E27FC236}">
                  <a16:creationId xmlns:a16="http://schemas.microsoft.com/office/drawing/2014/main" id="{F0901536-6CD8-96C1-7EF1-6EB3CB3826E7}"/>
                </a:ext>
              </a:extLst>
            </p:cNvPr>
            <p:cNvGrpSpPr/>
            <p:nvPr/>
          </p:nvGrpSpPr>
          <p:grpSpPr>
            <a:xfrm>
              <a:off x="5458046" y="4784499"/>
              <a:ext cx="220321" cy="60757"/>
              <a:chOff x="5458046" y="4784499"/>
              <a:chExt cx="220321" cy="60757"/>
            </a:xfrm>
          </p:grpSpPr>
          <p:sp>
            <p:nvSpPr>
              <p:cNvPr id="112" name="任意多边形: 形状 111">
                <a:extLst>
                  <a:ext uri="{FF2B5EF4-FFF2-40B4-BE49-F238E27FC236}">
                    <a16:creationId xmlns:a16="http://schemas.microsoft.com/office/drawing/2014/main" id="{8B207364-8CF5-36D4-F84E-127A6815F5CF}"/>
                  </a:ext>
                </a:extLst>
              </p:cNvPr>
              <p:cNvSpPr/>
              <p:nvPr/>
            </p:nvSpPr>
            <p:spPr>
              <a:xfrm>
                <a:off x="5458046" y="4814498"/>
                <a:ext cx="174829" cy="531"/>
              </a:xfrm>
              <a:custGeom>
                <a:avLst/>
                <a:gdLst>
                  <a:gd name="connsiteX0" fmla="*/ 0 w 174829"/>
                  <a:gd name="connsiteY0" fmla="*/ 532 h 531"/>
                  <a:gd name="connsiteX1" fmla="*/ 151894 w 174829"/>
                  <a:gd name="connsiteY1" fmla="*/ 532 h 531"/>
                  <a:gd name="connsiteX2" fmla="*/ 174830 w 174829"/>
                  <a:gd name="connsiteY2" fmla="*/ 0 h 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4829" h="531">
                    <a:moveTo>
                      <a:pt x="0" y="532"/>
                    </a:moveTo>
                    <a:lnTo>
                      <a:pt x="151894" y="532"/>
                    </a:lnTo>
                    <a:lnTo>
                      <a:pt x="174830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" name="任意多边形: 形状 112">
                <a:extLst>
                  <a:ext uri="{FF2B5EF4-FFF2-40B4-BE49-F238E27FC236}">
                    <a16:creationId xmlns:a16="http://schemas.microsoft.com/office/drawing/2014/main" id="{C2895C5A-83BA-0A07-CFBF-AF1ECA494384}"/>
                  </a:ext>
                </a:extLst>
              </p:cNvPr>
              <p:cNvSpPr/>
              <p:nvPr/>
            </p:nvSpPr>
            <p:spPr>
              <a:xfrm>
                <a:off x="5617002" y="4784499"/>
                <a:ext cx="61365" cy="60757"/>
              </a:xfrm>
              <a:custGeom>
                <a:avLst/>
                <a:gdLst>
                  <a:gd name="connsiteX0" fmla="*/ 61365 w 61365"/>
                  <a:gd name="connsiteY0" fmla="*/ 29012 h 60757"/>
                  <a:gd name="connsiteX1" fmla="*/ 1367 w 61365"/>
                  <a:gd name="connsiteY1" fmla="*/ 60757 h 60757"/>
                  <a:gd name="connsiteX2" fmla="*/ 15873 w 61365"/>
                  <a:gd name="connsiteY2" fmla="*/ 29999 h 60757"/>
                  <a:gd name="connsiteX3" fmla="*/ 0 w 61365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365" h="60757">
                    <a:moveTo>
                      <a:pt x="61365" y="29012"/>
                    </a:moveTo>
                    <a:lnTo>
                      <a:pt x="1367" y="60757"/>
                    </a:lnTo>
                    <a:lnTo>
                      <a:pt x="15873" y="299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4" name="图形 2">
              <a:extLst>
                <a:ext uri="{FF2B5EF4-FFF2-40B4-BE49-F238E27FC236}">
                  <a16:creationId xmlns:a16="http://schemas.microsoft.com/office/drawing/2014/main" id="{A22A8E49-231D-98B2-7042-555CA745C342}"/>
                </a:ext>
              </a:extLst>
            </p:cNvPr>
            <p:cNvGrpSpPr/>
            <p:nvPr/>
          </p:nvGrpSpPr>
          <p:grpSpPr>
            <a:xfrm>
              <a:off x="5055527" y="4309983"/>
              <a:ext cx="402518" cy="1010093"/>
              <a:chOff x="5055527" y="4309983"/>
              <a:chExt cx="402518" cy="1010093"/>
            </a:xfrm>
            <a:solidFill>
              <a:srgbClr val="DAE8FC"/>
            </a:solidFill>
          </p:grpSpPr>
          <p:sp>
            <p:nvSpPr>
              <p:cNvPr id="115" name="任意多边形: 形状 114">
                <a:extLst>
                  <a:ext uri="{FF2B5EF4-FFF2-40B4-BE49-F238E27FC236}">
                    <a16:creationId xmlns:a16="http://schemas.microsoft.com/office/drawing/2014/main" id="{E6B8CC81-3442-79FD-A54C-7027F0A8C34D}"/>
                  </a:ext>
                </a:extLst>
              </p:cNvPr>
              <p:cNvSpPr/>
              <p:nvPr/>
            </p:nvSpPr>
            <p:spPr>
              <a:xfrm>
                <a:off x="5055527" y="4309983"/>
                <a:ext cx="402518" cy="1010093"/>
              </a:xfrm>
              <a:custGeom>
                <a:avLst/>
                <a:gdLst>
                  <a:gd name="connsiteX0" fmla="*/ 342140 w 402518"/>
                  <a:gd name="connsiteY0" fmla="*/ 0 h 1010093"/>
                  <a:gd name="connsiteX1" fmla="*/ 402518 w 402518"/>
                  <a:gd name="connsiteY1" fmla="*/ 60378 h 1010093"/>
                  <a:gd name="connsiteX2" fmla="*/ 402518 w 402518"/>
                  <a:gd name="connsiteY2" fmla="*/ 949715 h 1010093"/>
                  <a:gd name="connsiteX3" fmla="*/ 342140 w 402518"/>
                  <a:gd name="connsiteY3" fmla="*/ 1010093 h 1010093"/>
                  <a:gd name="connsiteX4" fmla="*/ 60378 w 402518"/>
                  <a:gd name="connsiteY4" fmla="*/ 1010093 h 1010093"/>
                  <a:gd name="connsiteX5" fmla="*/ 0 w 402518"/>
                  <a:gd name="connsiteY5" fmla="*/ 949715 h 1010093"/>
                  <a:gd name="connsiteX6" fmla="*/ 0 w 402518"/>
                  <a:gd name="connsiteY6" fmla="*/ 60378 h 1010093"/>
                  <a:gd name="connsiteX7" fmla="*/ 60378 w 402518"/>
                  <a:gd name="connsiteY7" fmla="*/ 0 h 101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2518" h="1010093">
                    <a:moveTo>
                      <a:pt x="342140" y="0"/>
                    </a:moveTo>
                    <a:cubicBezTo>
                      <a:pt x="375486" y="0"/>
                      <a:pt x="402518" y="27032"/>
                      <a:pt x="402518" y="60378"/>
                    </a:cubicBezTo>
                    <a:lnTo>
                      <a:pt x="402518" y="949715"/>
                    </a:lnTo>
                    <a:cubicBezTo>
                      <a:pt x="402518" y="983061"/>
                      <a:pt x="375486" y="1010093"/>
                      <a:pt x="342140" y="1010093"/>
                    </a:cubicBezTo>
                    <a:lnTo>
                      <a:pt x="60378" y="1010093"/>
                    </a:lnTo>
                    <a:cubicBezTo>
                      <a:pt x="27032" y="1010093"/>
                      <a:pt x="0" y="983061"/>
                      <a:pt x="0" y="949715"/>
                    </a:cubicBezTo>
                    <a:lnTo>
                      <a:pt x="0" y="60378"/>
                    </a:lnTo>
                    <a:cubicBezTo>
                      <a:pt x="0" y="27032"/>
                      <a:pt x="27032" y="0"/>
                      <a:pt x="60378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16" name="图片 115">
                <a:extLst>
                  <a:ext uri="{FF2B5EF4-FFF2-40B4-BE49-F238E27FC236}">
                    <a16:creationId xmlns:a16="http://schemas.microsoft.com/office/drawing/2014/main" id="{2DFCB115-9365-2FFA-A2EB-403E2B623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63122" y="4359348"/>
                <a:ext cx="387328" cy="958828"/>
              </a:xfrm>
              <a:custGeom>
                <a:avLst/>
                <a:gdLst>
                  <a:gd name="connsiteX0" fmla="*/ -1 w 387328"/>
                  <a:gd name="connsiteY0" fmla="*/ -1 h 958828"/>
                  <a:gd name="connsiteX1" fmla="*/ 387328 w 387328"/>
                  <a:gd name="connsiteY1" fmla="*/ -1 h 958828"/>
                  <a:gd name="connsiteX2" fmla="*/ 387328 w 387328"/>
                  <a:gd name="connsiteY2" fmla="*/ 958828 h 958828"/>
                  <a:gd name="connsiteX3" fmla="*/ -1 w 387328"/>
                  <a:gd name="connsiteY3" fmla="*/ 958828 h 958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28" h="958828">
                    <a:moveTo>
                      <a:pt x="-1" y="-1"/>
                    </a:moveTo>
                    <a:lnTo>
                      <a:pt x="387328" y="-1"/>
                    </a:lnTo>
                    <a:lnTo>
                      <a:pt x="387328" y="958828"/>
                    </a:lnTo>
                    <a:lnTo>
                      <a:pt x="-1" y="958828"/>
                    </a:lnTo>
                    <a:close/>
                  </a:path>
                </a:pathLst>
              </a:custGeom>
            </p:spPr>
          </p:pic>
        </p:grpSp>
        <p:grpSp>
          <p:nvGrpSpPr>
            <p:cNvPr id="117" name="图形 2">
              <a:extLst>
                <a:ext uri="{FF2B5EF4-FFF2-40B4-BE49-F238E27FC236}">
                  <a16:creationId xmlns:a16="http://schemas.microsoft.com/office/drawing/2014/main" id="{62113537-2DAD-E0F1-54BD-B1050D22FA83}"/>
                </a:ext>
              </a:extLst>
            </p:cNvPr>
            <p:cNvGrpSpPr/>
            <p:nvPr/>
          </p:nvGrpSpPr>
          <p:grpSpPr>
            <a:xfrm>
              <a:off x="6673195" y="4784651"/>
              <a:ext cx="209233" cy="60757"/>
              <a:chOff x="6673195" y="4784651"/>
              <a:chExt cx="209233" cy="60757"/>
            </a:xfrm>
          </p:grpSpPr>
          <p:sp>
            <p:nvSpPr>
              <p:cNvPr id="118" name="任意多边形: 形状 117">
                <a:extLst>
                  <a:ext uri="{FF2B5EF4-FFF2-40B4-BE49-F238E27FC236}">
                    <a16:creationId xmlns:a16="http://schemas.microsoft.com/office/drawing/2014/main" id="{5021AFF6-886F-619C-A6F3-090D7CE0A036}"/>
                  </a:ext>
                </a:extLst>
              </p:cNvPr>
              <p:cNvSpPr/>
              <p:nvPr/>
            </p:nvSpPr>
            <p:spPr>
              <a:xfrm>
                <a:off x="6673195" y="4815029"/>
                <a:ext cx="163665" cy="7594"/>
              </a:xfrm>
              <a:custGeom>
                <a:avLst/>
                <a:gdLst>
                  <a:gd name="connsiteX0" fmla="*/ 0 w 163665"/>
                  <a:gd name="connsiteY0" fmla="*/ 0 h 7594"/>
                  <a:gd name="connsiteX1" fmla="*/ 151894 w 163665"/>
                  <a:gd name="connsiteY1" fmla="*/ 0 h 7594"/>
                  <a:gd name="connsiteX2" fmla="*/ 163665 w 163665"/>
                  <a:gd name="connsiteY2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3665" h="7594">
                    <a:moveTo>
                      <a:pt x="0" y="0"/>
                    </a:moveTo>
                    <a:lnTo>
                      <a:pt x="151894" y="0"/>
                    </a:lnTo>
                    <a:lnTo>
                      <a:pt x="163665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9" name="任意多边形: 形状 118">
                <a:extLst>
                  <a:ext uri="{FF2B5EF4-FFF2-40B4-BE49-F238E27FC236}">
                    <a16:creationId xmlns:a16="http://schemas.microsoft.com/office/drawing/2014/main" id="{0B1EFB04-4537-6364-B0FD-01AC6ED7CC3D}"/>
                  </a:ext>
                </a:extLst>
              </p:cNvPr>
              <p:cNvSpPr/>
              <p:nvPr/>
            </p:nvSpPr>
            <p:spPr>
              <a:xfrm>
                <a:off x="6821671" y="4784651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20" name="图形 2">
              <a:extLst>
                <a:ext uri="{FF2B5EF4-FFF2-40B4-BE49-F238E27FC236}">
                  <a16:creationId xmlns:a16="http://schemas.microsoft.com/office/drawing/2014/main" id="{D7B14C85-2E3F-0092-A4B6-D88048E43AA8}"/>
                </a:ext>
              </a:extLst>
            </p:cNvPr>
            <p:cNvGrpSpPr/>
            <p:nvPr/>
          </p:nvGrpSpPr>
          <p:grpSpPr>
            <a:xfrm>
              <a:off x="5695455" y="4547317"/>
              <a:ext cx="977815" cy="543019"/>
              <a:chOff x="5695455" y="4547317"/>
              <a:chExt cx="977815" cy="543019"/>
            </a:xfrm>
            <a:solidFill>
              <a:srgbClr val="D5E8D4"/>
            </a:solidFill>
          </p:grpSpPr>
          <p:sp>
            <p:nvSpPr>
              <p:cNvPr id="121" name="任意多边形: 形状 120">
                <a:extLst>
                  <a:ext uri="{FF2B5EF4-FFF2-40B4-BE49-F238E27FC236}">
                    <a16:creationId xmlns:a16="http://schemas.microsoft.com/office/drawing/2014/main" id="{BBAF67B9-8E08-064C-64AA-4B389AF42644}"/>
                  </a:ext>
                </a:extLst>
              </p:cNvPr>
              <p:cNvSpPr/>
              <p:nvPr/>
            </p:nvSpPr>
            <p:spPr>
              <a:xfrm rot="10800000" flipV="1">
                <a:off x="5695455" y="4547317"/>
                <a:ext cx="977815" cy="531627"/>
              </a:xfrm>
              <a:custGeom>
                <a:avLst/>
                <a:gdLst>
                  <a:gd name="connsiteX0" fmla="*/ 898071 w 977815"/>
                  <a:gd name="connsiteY0" fmla="*/ 0 h 531627"/>
                  <a:gd name="connsiteX1" fmla="*/ 977816 w 977815"/>
                  <a:gd name="connsiteY1" fmla="*/ 79744 h 531627"/>
                  <a:gd name="connsiteX2" fmla="*/ 977816 w 977815"/>
                  <a:gd name="connsiteY2" fmla="*/ 451884 h 531627"/>
                  <a:gd name="connsiteX3" fmla="*/ 898071 w 977815"/>
                  <a:gd name="connsiteY3" fmla="*/ 531628 h 531627"/>
                  <a:gd name="connsiteX4" fmla="*/ 79744 w 977815"/>
                  <a:gd name="connsiteY4" fmla="*/ 531628 h 531627"/>
                  <a:gd name="connsiteX5" fmla="*/ 0 w 977815"/>
                  <a:gd name="connsiteY5" fmla="*/ 451884 h 531627"/>
                  <a:gd name="connsiteX6" fmla="*/ 0 w 977815"/>
                  <a:gd name="connsiteY6" fmla="*/ 79744 h 531627"/>
                  <a:gd name="connsiteX7" fmla="*/ 79744 w 977815"/>
                  <a:gd name="connsiteY7" fmla="*/ 0 h 531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77815" h="531627">
                    <a:moveTo>
                      <a:pt x="898071" y="0"/>
                    </a:moveTo>
                    <a:cubicBezTo>
                      <a:pt x="942113" y="0"/>
                      <a:pt x="977816" y="35703"/>
                      <a:pt x="977816" y="79744"/>
                    </a:cubicBezTo>
                    <a:lnTo>
                      <a:pt x="977816" y="451884"/>
                    </a:lnTo>
                    <a:cubicBezTo>
                      <a:pt x="977816" y="495925"/>
                      <a:pt x="942113" y="531628"/>
                      <a:pt x="898071" y="531628"/>
                    </a:cubicBezTo>
                    <a:lnTo>
                      <a:pt x="79744" y="531628"/>
                    </a:lnTo>
                    <a:cubicBezTo>
                      <a:pt x="35703" y="531628"/>
                      <a:pt x="0" y="495925"/>
                      <a:pt x="0" y="451884"/>
                    </a:cubicBezTo>
                    <a:lnTo>
                      <a:pt x="0" y="79744"/>
                    </a:lnTo>
                    <a:cubicBezTo>
                      <a:pt x="0" y="35703"/>
                      <a:pt x="35703" y="0"/>
                      <a:pt x="79744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5185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22" name="图片 121">
                <a:extLst>
                  <a:ext uri="{FF2B5EF4-FFF2-40B4-BE49-F238E27FC236}">
                    <a16:creationId xmlns:a16="http://schemas.microsoft.com/office/drawing/2014/main" id="{65332068-E3DA-B2EE-EC93-4EAFAF8B84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01075" y="4587189"/>
                <a:ext cx="964524" cy="503147"/>
              </a:xfrm>
              <a:custGeom>
                <a:avLst/>
                <a:gdLst>
                  <a:gd name="connsiteX0" fmla="*/ -1 w 964524"/>
                  <a:gd name="connsiteY0" fmla="*/ -1 h 503147"/>
                  <a:gd name="connsiteX1" fmla="*/ 964524 w 964524"/>
                  <a:gd name="connsiteY1" fmla="*/ -1 h 503147"/>
                  <a:gd name="connsiteX2" fmla="*/ 964524 w 964524"/>
                  <a:gd name="connsiteY2" fmla="*/ 503147 h 503147"/>
                  <a:gd name="connsiteX3" fmla="*/ -1 w 964524"/>
                  <a:gd name="connsiteY3" fmla="*/ 503147 h 503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4524" h="503147">
                    <a:moveTo>
                      <a:pt x="-1" y="-1"/>
                    </a:moveTo>
                    <a:lnTo>
                      <a:pt x="964524" y="-1"/>
                    </a:lnTo>
                    <a:lnTo>
                      <a:pt x="964524" y="503147"/>
                    </a:lnTo>
                    <a:lnTo>
                      <a:pt x="-1" y="503147"/>
                    </a:lnTo>
                    <a:close/>
                  </a:path>
                </a:pathLst>
              </a:custGeom>
            </p:spPr>
          </p:pic>
        </p:grpSp>
        <p:grpSp>
          <p:nvGrpSpPr>
            <p:cNvPr id="123" name="图形 2">
              <a:extLst>
                <a:ext uri="{FF2B5EF4-FFF2-40B4-BE49-F238E27FC236}">
                  <a16:creationId xmlns:a16="http://schemas.microsoft.com/office/drawing/2014/main" id="{3DBB4CF8-3965-15C1-038F-05490047C497}"/>
                </a:ext>
              </a:extLst>
            </p:cNvPr>
            <p:cNvGrpSpPr/>
            <p:nvPr/>
          </p:nvGrpSpPr>
          <p:grpSpPr>
            <a:xfrm>
              <a:off x="7250391" y="4784651"/>
              <a:ext cx="233688" cy="60757"/>
              <a:chOff x="7250391" y="4784651"/>
              <a:chExt cx="233688" cy="60757"/>
            </a:xfrm>
          </p:grpSpPr>
          <p:sp>
            <p:nvSpPr>
              <p:cNvPr id="124" name="任意多边形: 形状 123">
                <a:extLst>
                  <a:ext uri="{FF2B5EF4-FFF2-40B4-BE49-F238E27FC236}">
                    <a16:creationId xmlns:a16="http://schemas.microsoft.com/office/drawing/2014/main" id="{B566B655-F462-40C7-2B02-9FB9816E2352}"/>
                  </a:ext>
                </a:extLst>
              </p:cNvPr>
              <p:cNvSpPr/>
              <p:nvPr/>
            </p:nvSpPr>
            <p:spPr>
              <a:xfrm>
                <a:off x="7250391" y="4815029"/>
                <a:ext cx="188120" cy="7594"/>
              </a:xfrm>
              <a:custGeom>
                <a:avLst/>
                <a:gdLst>
                  <a:gd name="connsiteX0" fmla="*/ 0 w 188120"/>
                  <a:gd name="connsiteY0" fmla="*/ 0 h 7594"/>
                  <a:gd name="connsiteX1" fmla="*/ 151894 w 188120"/>
                  <a:gd name="connsiteY1" fmla="*/ 0 h 7594"/>
                  <a:gd name="connsiteX2" fmla="*/ 98731 w 188120"/>
                  <a:gd name="connsiteY2" fmla="*/ 0 h 7594"/>
                  <a:gd name="connsiteX3" fmla="*/ 188120 w 188120"/>
                  <a:gd name="connsiteY3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120" h="7594">
                    <a:moveTo>
                      <a:pt x="0" y="0"/>
                    </a:moveTo>
                    <a:lnTo>
                      <a:pt x="151894" y="0"/>
                    </a:lnTo>
                    <a:lnTo>
                      <a:pt x="98731" y="0"/>
                    </a:lnTo>
                    <a:lnTo>
                      <a:pt x="188120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5" name="任意多边形: 形状 124">
                <a:extLst>
                  <a:ext uri="{FF2B5EF4-FFF2-40B4-BE49-F238E27FC236}">
                    <a16:creationId xmlns:a16="http://schemas.microsoft.com/office/drawing/2014/main" id="{183C7F72-13B1-9A49-528E-9403D24CEA66}"/>
                  </a:ext>
                </a:extLst>
              </p:cNvPr>
              <p:cNvSpPr/>
              <p:nvPr/>
            </p:nvSpPr>
            <p:spPr>
              <a:xfrm>
                <a:off x="7423322" y="4784651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26" name="图形 2">
              <a:extLst>
                <a:ext uri="{FF2B5EF4-FFF2-40B4-BE49-F238E27FC236}">
                  <a16:creationId xmlns:a16="http://schemas.microsoft.com/office/drawing/2014/main" id="{9B132C72-7B4E-1DF3-2881-7386344DB5E9}"/>
                </a:ext>
              </a:extLst>
            </p:cNvPr>
            <p:cNvGrpSpPr/>
            <p:nvPr/>
          </p:nvGrpSpPr>
          <p:grpSpPr>
            <a:xfrm>
              <a:off x="6899441" y="4332767"/>
              <a:ext cx="350950" cy="985410"/>
              <a:chOff x="6899441" y="4332767"/>
              <a:chExt cx="350950" cy="985410"/>
            </a:xfrm>
            <a:solidFill>
              <a:srgbClr val="DAE8FC"/>
            </a:solidFill>
          </p:grpSpPr>
          <p:sp>
            <p:nvSpPr>
              <p:cNvPr id="127" name="任意多边形: 形状 126">
                <a:extLst>
                  <a:ext uri="{FF2B5EF4-FFF2-40B4-BE49-F238E27FC236}">
                    <a16:creationId xmlns:a16="http://schemas.microsoft.com/office/drawing/2014/main" id="{D3B4EFF1-6914-83BB-F306-377AD2EC9D4D}"/>
                  </a:ext>
                </a:extLst>
              </p:cNvPr>
              <p:cNvSpPr/>
              <p:nvPr/>
            </p:nvSpPr>
            <p:spPr>
              <a:xfrm>
                <a:off x="6899441" y="4332767"/>
                <a:ext cx="350950" cy="960727"/>
              </a:xfrm>
              <a:custGeom>
                <a:avLst/>
                <a:gdLst>
                  <a:gd name="connsiteX0" fmla="*/ 298319 w 350950"/>
                  <a:gd name="connsiteY0" fmla="*/ 0 h 960727"/>
                  <a:gd name="connsiteX1" fmla="*/ 350950 w 350950"/>
                  <a:gd name="connsiteY1" fmla="*/ 52631 h 960727"/>
                  <a:gd name="connsiteX2" fmla="*/ 350950 w 350950"/>
                  <a:gd name="connsiteY2" fmla="*/ 908096 h 960727"/>
                  <a:gd name="connsiteX3" fmla="*/ 298319 w 350950"/>
                  <a:gd name="connsiteY3" fmla="*/ 960728 h 960727"/>
                  <a:gd name="connsiteX4" fmla="*/ 52631 w 350950"/>
                  <a:gd name="connsiteY4" fmla="*/ 960728 h 960727"/>
                  <a:gd name="connsiteX5" fmla="*/ 0 w 350950"/>
                  <a:gd name="connsiteY5" fmla="*/ 908096 h 960727"/>
                  <a:gd name="connsiteX6" fmla="*/ 0 w 350950"/>
                  <a:gd name="connsiteY6" fmla="*/ 52631 h 960727"/>
                  <a:gd name="connsiteX7" fmla="*/ 52631 w 350950"/>
                  <a:gd name="connsiteY7" fmla="*/ 0 h 960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0950" h="960727">
                    <a:moveTo>
                      <a:pt x="298319" y="0"/>
                    </a:moveTo>
                    <a:cubicBezTo>
                      <a:pt x="327387" y="0"/>
                      <a:pt x="350950" y="23564"/>
                      <a:pt x="350950" y="52631"/>
                    </a:cubicBezTo>
                    <a:lnTo>
                      <a:pt x="350950" y="908096"/>
                    </a:lnTo>
                    <a:cubicBezTo>
                      <a:pt x="350950" y="937164"/>
                      <a:pt x="327387" y="960728"/>
                      <a:pt x="298319" y="960728"/>
                    </a:cubicBezTo>
                    <a:lnTo>
                      <a:pt x="52631" y="960728"/>
                    </a:lnTo>
                    <a:cubicBezTo>
                      <a:pt x="23564" y="960728"/>
                      <a:pt x="0" y="937164"/>
                      <a:pt x="0" y="908096"/>
                    </a:cubicBezTo>
                    <a:lnTo>
                      <a:pt x="0" y="52631"/>
                    </a:lnTo>
                    <a:cubicBezTo>
                      <a:pt x="0" y="23564"/>
                      <a:pt x="23564" y="0"/>
                      <a:pt x="52631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28" name="图片 127">
                <a:extLst>
                  <a:ext uri="{FF2B5EF4-FFF2-40B4-BE49-F238E27FC236}">
                    <a16:creationId xmlns:a16="http://schemas.microsoft.com/office/drawing/2014/main" id="{1E21C623-E1D0-4DE9-9201-7B6E7A0FC5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01036" y="4359348"/>
                <a:ext cx="334166" cy="958828"/>
              </a:xfrm>
              <a:custGeom>
                <a:avLst/>
                <a:gdLst>
                  <a:gd name="connsiteX0" fmla="*/ -1 w 334166"/>
                  <a:gd name="connsiteY0" fmla="*/ -1 h 958828"/>
                  <a:gd name="connsiteX1" fmla="*/ 334166 w 334166"/>
                  <a:gd name="connsiteY1" fmla="*/ -1 h 958828"/>
                  <a:gd name="connsiteX2" fmla="*/ 334166 w 334166"/>
                  <a:gd name="connsiteY2" fmla="*/ 958828 h 958828"/>
                  <a:gd name="connsiteX3" fmla="*/ -1 w 334166"/>
                  <a:gd name="connsiteY3" fmla="*/ 958828 h 958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4166" h="958828">
                    <a:moveTo>
                      <a:pt x="-1" y="-1"/>
                    </a:moveTo>
                    <a:lnTo>
                      <a:pt x="334166" y="-1"/>
                    </a:lnTo>
                    <a:lnTo>
                      <a:pt x="334166" y="958828"/>
                    </a:lnTo>
                    <a:lnTo>
                      <a:pt x="-1" y="958828"/>
                    </a:lnTo>
                    <a:close/>
                  </a:path>
                </a:pathLst>
              </a:custGeom>
            </p:spPr>
          </p:pic>
        </p:grpSp>
        <p:grpSp>
          <p:nvGrpSpPr>
            <p:cNvPr id="129" name="图形 2">
              <a:extLst>
                <a:ext uri="{FF2B5EF4-FFF2-40B4-BE49-F238E27FC236}">
                  <a16:creationId xmlns:a16="http://schemas.microsoft.com/office/drawing/2014/main" id="{46A89470-C180-DF1E-7D68-29B1DF86C8B6}"/>
                </a:ext>
              </a:extLst>
            </p:cNvPr>
            <p:cNvGrpSpPr/>
            <p:nvPr/>
          </p:nvGrpSpPr>
          <p:grpSpPr>
            <a:xfrm>
              <a:off x="7501092" y="4397322"/>
              <a:ext cx="455681" cy="831617"/>
              <a:chOff x="7501092" y="4397322"/>
              <a:chExt cx="455681" cy="831617"/>
            </a:xfrm>
            <a:solidFill>
              <a:srgbClr val="DAE8FC"/>
            </a:solidFill>
          </p:grpSpPr>
          <p:sp>
            <p:nvSpPr>
              <p:cNvPr id="130" name="任意多边形: 形状 129">
                <a:extLst>
                  <a:ext uri="{FF2B5EF4-FFF2-40B4-BE49-F238E27FC236}">
                    <a16:creationId xmlns:a16="http://schemas.microsoft.com/office/drawing/2014/main" id="{C1B7FDA4-B366-61C7-A023-5979EC449BF4}"/>
                  </a:ext>
                </a:extLst>
              </p:cNvPr>
              <p:cNvSpPr/>
              <p:nvPr/>
            </p:nvSpPr>
            <p:spPr>
              <a:xfrm>
                <a:off x="7501092" y="4397322"/>
                <a:ext cx="455681" cy="831617"/>
              </a:xfrm>
              <a:custGeom>
                <a:avLst/>
                <a:gdLst>
                  <a:gd name="connsiteX0" fmla="*/ 387329 w 455681"/>
                  <a:gd name="connsiteY0" fmla="*/ 0 h 831617"/>
                  <a:gd name="connsiteX1" fmla="*/ 455681 w 455681"/>
                  <a:gd name="connsiteY1" fmla="*/ 68352 h 831617"/>
                  <a:gd name="connsiteX2" fmla="*/ 455681 w 455681"/>
                  <a:gd name="connsiteY2" fmla="*/ 763266 h 831617"/>
                  <a:gd name="connsiteX3" fmla="*/ 387329 w 455681"/>
                  <a:gd name="connsiteY3" fmla="*/ 831618 h 831617"/>
                  <a:gd name="connsiteX4" fmla="*/ 68352 w 455681"/>
                  <a:gd name="connsiteY4" fmla="*/ 831618 h 831617"/>
                  <a:gd name="connsiteX5" fmla="*/ 0 w 455681"/>
                  <a:gd name="connsiteY5" fmla="*/ 763266 h 831617"/>
                  <a:gd name="connsiteX6" fmla="*/ 0 w 455681"/>
                  <a:gd name="connsiteY6" fmla="*/ 68352 h 831617"/>
                  <a:gd name="connsiteX7" fmla="*/ 68352 w 455681"/>
                  <a:gd name="connsiteY7" fmla="*/ 0 h 831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5681" h="831617">
                    <a:moveTo>
                      <a:pt x="387329" y="0"/>
                    </a:moveTo>
                    <a:cubicBezTo>
                      <a:pt x="425079" y="0"/>
                      <a:pt x="455681" y="30602"/>
                      <a:pt x="455681" y="68352"/>
                    </a:cubicBezTo>
                    <a:lnTo>
                      <a:pt x="455681" y="763266"/>
                    </a:lnTo>
                    <a:cubicBezTo>
                      <a:pt x="455681" y="801016"/>
                      <a:pt x="425079" y="831618"/>
                      <a:pt x="387329" y="831618"/>
                    </a:cubicBezTo>
                    <a:lnTo>
                      <a:pt x="68352" y="831618"/>
                    </a:lnTo>
                    <a:cubicBezTo>
                      <a:pt x="30602" y="831618"/>
                      <a:pt x="0" y="801016"/>
                      <a:pt x="0" y="763266"/>
                    </a:cubicBezTo>
                    <a:lnTo>
                      <a:pt x="0" y="68352"/>
                    </a:lnTo>
                    <a:cubicBezTo>
                      <a:pt x="0" y="30602"/>
                      <a:pt x="30602" y="0"/>
                      <a:pt x="6835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31" name="图片 130">
                <a:extLst>
                  <a:ext uri="{FF2B5EF4-FFF2-40B4-BE49-F238E27FC236}">
                    <a16:creationId xmlns:a16="http://schemas.microsoft.com/office/drawing/2014/main" id="{0927550F-45E9-B3F1-A4D6-205F9B736A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508610" y="4473269"/>
                <a:ext cx="440491" cy="730988"/>
              </a:xfrm>
              <a:custGeom>
                <a:avLst/>
                <a:gdLst>
                  <a:gd name="connsiteX0" fmla="*/ -1 w 440491"/>
                  <a:gd name="connsiteY0" fmla="*/ -1 h 730988"/>
                  <a:gd name="connsiteX1" fmla="*/ 440491 w 440491"/>
                  <a:gd name="connsiteY1" fmla="*/ -1 h 730988"/>
                  <a:gd name="connsiteX2" fmla="*/ 440491 w 440491"/>
                  <a:gd name="connsiteY2" fmla="*/ 730988 h 730988"/>
                  <a:gd name="connsiteX3" fmla="*/ -1 w 440491"/>
                  <a:gd name="connsiteY3" fmla="*/ 730988 h 730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0491" h="730988">
                    <a:moveTo>
                      <a:pt x="-1" y="-1"/>
                    </a:moveTo>
                    <a:lnTo>
                      <a:pt x="440491" y="-1"/>
                    </a:lnTo>
                    <a:lnTo>
                      <a:pt x="440491" y="730988"/>
                    </a:lnTo>
                    <a:lnTo>
                      <a:pt x="-1" y="730988"/>
                    </a:lnTo>
                    <a:close/>
                  </a:path>
                </a:pathLst>
              </a:custGeom>
            </p:spPr>
          </p:pic>
        </p:grpSp>
        <p:grpSp>
          <p:nvGrpSpPr>
            <p:cNvPr id="132" name="图形 2">
              <a:extLst>
                <a:ext uri="{FF2B5EF4-FFF2-40B4-BE49-F238E27FC236}">
                  <a16:creationId xmlns:a16="http://schemas.microsoft.com/office/drawing/2014/main" id="{EE728C8E-831B-C113-03B0-69BE9305B6C9}"/>
                </a:ext>
              </a:extLst>
            </p:cNvPr>
            <p:cNvGrpSpPr/>
            <p:nvPr/>
          </p:nvGrpSpPr>
          <p:grpSpPr>
            <a:xfrm>
              <a:off x="5458046" y="6013091"/>
              <a:ext cx="200423" cy="60757"/>
              <a:chOff x="5458046" y="6013091"/>
              <a:chExt cx="200423" cy="60757"/>
            </a:xfrm>
          </p:grpSpPr>
          <p:sp>
            <p:nvSpPr>
              <p:cNvPr id="133" name="任意多边形: 形状 132">
                <a:extLst>
                  <a:ext uri="{FF2B5EF4-FFF2-40B4-BE49-F238E27FC236}">
                    <a16:creationId xmlns:a16="http://schemas.microsoft.com/office/drawing/2014/main" id="{C7E4BC82-7041-2C59-CDAD-824CFBB2D312}"/>
                  </a:ext>
                </a:extLst>
              </p:cNvPr>
              <p:cNvSpPr/>
              <p:nvPr/>
            </p:nvSpPr>
            <p:spPr>
              <a:xfrm>
                <a:off x="5458046" y="6043470"/>
                <a:ext cx="154855" cy="7594"/>
              </a:xfrm>
              <a:custGeom>
                <a:avLst/>
                <a:gdLst>
                  <a:gd name="connsiteX0" fmla="*/ 0 w 154855"/>
                  <a:gd name="connsiteY0" fmla="*/ 0 h 7594"/>
                  <a:gd name="connsiteX1" fmla="*/ 154856 w 154855"/>
                  <a:gd name="connsiteY1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4855" h="7594">
                    <a:moveTo>
                      <a:pt x="0" y="0"/>
                    </a:moveTo>
                    <a:lnTo>
                      <a:pt x="154856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4" name="任意多边形: 形状 133">
                <a:extLst>
                  <a:ext uri="{FF2B5EF4-FFF2-40B4-BE49-F238E27FC236}">
                    <a16:creationId xmlns:a16="http://schemas.microsoft.com/office/drawing/2014/main" id="{369137DC-8492-DD2B-51E3-F2F533A5D19D}"/>
                  </a:ext>
                </a:extLst>
              </p:cNvPr>
              <p:cNvSpPr/>
              <p:nvPr/>
            </p:nvSpPr>
            <p:spPr>
              <a:xfrm>
                <a:off x="5597712" y="6013091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35" name="图形 2">
              <a:extLst>
                <a:ext uri="{FF2B5EF4-FFF2-40B4-BE49-F238E27FC236}">
                  <a16:creationId xmlns:a16="http://schemas.microsoft.com/office/drawing/2014/main" id="{1537329C-657B-E6C9-8FEF-4244EBD22890}"/>
                </a:ext>
              </a:extLst>
            </p:cNvPr>
            <p:cNvGrpSpPr/>
            <p:nvPr/>
          </p:nvGrpSpPr>
          <p:grpSpPr>
            <a:xfrm>
              <a:off x="5055527" y="5538423"/>
              <a:ext cx="402518" cy="1010093"/>
              <a:chOff x="5055527" y="5538423"/>
              <a:chExt cx="402518" cy="1010093"/>
            </a:xfrm>
            <a:solidFill>
              <a:srgbClr val="DAE8FC"/>
            </a:solidFill>
          </p:grpSpPr>
          <p:sp>
            <p:nvSpPr>
              <p:cNvPr id="136" name="任意多边形: 形状 135">
                <a:extLst>
                  <a:ext uri="{FF2B5EF4-FFF2-40B4-BE49-F238E27FC236}">
                    <a16:creationId xmlns:a16="http://schemas.microsoft.com/office/drawing/2014/main" id="{D178EF28-E529-D56F-CCA0-000864146C78}"/>
                  </a:ext>
                </a:extLst>
              </p:cNvPr>
              <p:cNvSpPr/>
              <p:nvPr/>
            </p:nvSpPr>
            <p:spPr>
              <a:xfrm>
                <a:off x="5055527" y="5538423"/>
                <a:ext cx="402518" cy="1010093"/>
              </a:xfrm>
              <a:custGeom>
                <a:avLst/>
                <a:gdLst>
                  <a:gd name="connsiteX0" fmla="*/ 342140 w 402518"/>
                  <a:gd name="connsiteY0" fmla="*/ 0 h 1010093"/>
                  <a:gd name="connsiteX1" fmla="*/ 402518 w 402518"/>
                  <a:gd name="connsiteY1" fmla="*/ 60378 h 1010093"/>
                  <a:gd name="connsiteX2" fmla="*/ 402518 w 402518"/>
                  <a:gd name="connsiteY2" fmla="*/ 949715 h 1010093"/>
                  <a:gd name="connsiteX3" fmla="*/ 342140 w 402518"/>
                  <a:gd name="connsiteY3" fmla="*/ 1010093 h 1010093"/>
                  <a:gd name="connsiteX4" fmla="*/ 60378 w 402518"/>
                  <a:gd name="connsiteY4" fmla="*/ 1010093 h 1010093"/>
                  <a:gd name="connsiteX5" fmla="*/ 0 w 402518"/>
                  <a:gd name="connsiteY5" fmla="*/ 949715 h 1010093"/>
                  <a:gd name="connsiteX6" fmla="*/ 0 w 402518"/>
                  <a:gd name="connsiteY6" fmla="*/ 60378 h 1010093"/>
                  <a:gd name="connsiteX7" fmla="*/ 60378 w 402518"/>
                  <a:gd name="connsiteY7" fmla="*/ 0 h 101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2518" h="1010093">
                    <a:moveTo>
                      <a:pt x="342140" y="0"/>
                    </a:moveTo>
                    <a:cubicBezTo>
                      <a:pt x="375486" y="0"/>
                      <a:pt x="402518" y="27032"/>
                      <a:pt x="402518" y="60378"/>
                    </a:cubicBezTo>
                    <a:lnTo>
                      <a:pt x="402518" y="949715"/>
                    </a:lnTo>
                    <a:cubicBezTo>
                      <a:pt x="402518" y="983061"/>
                      <a:pt x="375486" y="1010093"/>
                      <a:pt x="342140" y="1010093"/>
                    </a:cubicBezTo>
                    <a:lnTo>
                      <a:pt x="60378" y="1010093"/>
                    </a:lnTo>
                    <a:cubicBezTo>
                      <a:pt x="27032" y="1010093"/>
                      <a:pt x="0" y="983061"/>
                      <a:pt x="0" y="949715"/>
                    </a:cubicBezTo>
                    <a:lnTo>
                      <a:pt x="0" y="60378"/>
                    </a:lnTo>
                    <a:cubicBezTo>
                      <a:pt x="0" y="27032"/>
                      <a:pt x="27032" y="0"/>
                      <a:pt x="60378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37" name="图片 136">
                <a:extLst>
                  <a:ext uri="{FF2B5EF4-FFF2-40B4-BE49-F238E27FC236}">
                    <a16:creationId xmlns:a16="http://schemas.microsoft.com/office/drawing/2014/main" id="{6D606433-B3F5-A1F3-2EFD-2133AEC8A3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63122" y="5589687"/>
                <a:ext cx="387328" cy="958828"/>
              </a:xfrm>
              <a:custGeom>
                <a:avLst/>
                <a:gdLst>
                  <a:gd name="connsiteX0" fmla="*/ -1 w 387328"/>
                  <a:gd name="connsiteY0" fmla="*/ -1 h 958828"/>
                  <a:gd name="connsiteX1" fmla="*/ 387328 w 387328"/>
                  <a:gd name="connsiteY1" fmla="*/ -1 h 958828"/>
                  <a:gd name="connsiteX2" fmla="*/ 387328 w 387328"/>
                  <a:gd name="connsiteY2" fmla="*/ 958828 h 958828"/>
                  <a:gd name="connsiteX3" fmla="*/ -1 w 387328"/>
                  <a:gd name="connsiteY3" fmla="*/ 958828 h 958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28" h="958828">
                    <a:moveTo>
                      <a:pt x="-1" y="-1"/>
                    </a:moveTo>
                    <a:lnTo>
                      <a:pt x="387328" y="-1"/>
                    </a:lnTo>
                    <a:lnTo>
                      <a:pt x="387328" y="958828"/>
                    </a:lnTo>
                    <a:lnTo>
                      <a:pt x="-1" y="958828"/>
                    </a:lnTo>
                    <a:close/>
                  </a:path>
                </a:pathLst>
              </a:custGeom>
            </p:spPr>
          </p:pic>
        </p:grpSp>
        <p:grpSp>
          <p:nvGrpSpPr>
            <p:cNvPr id="138" name="图形 2">
              <a:extLst>
                <a:ext uri="{FF2B5EF4-FFF2-40B4-BE49-F238E27FC236}">
                  <a16:creationId xmlns:a16="http://schemas.microsoft.com/office/drawing/2014/main" id="{176D3FFD-1E6C-B941-96A4-A802A510E008}"/>
                </a:ext>
              </a:extLst>
            </p:cNvPr>
            <p:cNvGrpSpPr/>
            <p:nvPr/>
          </p:nvGrpSpPr>
          <p:grpSpPr>
            <a:xfrm>
              <a:off x="6653297" y="6014990"/>
              <a:ext cx="229131" cy="60757"/>
              <a:chOff x="6653297" y="6014990"/>
              <a:chExt cx="229131" cy="60757"/>
            </a:xfrm>
          </p:grpSpPr>
          <p:sp>
            <p:nvSpPr>
              <p:cNvPr id="139" name="任意多边形: 形状 138">
                <a:extLst>
                  <a:ext uri="{FF2B5EF4-FFF2-40B4-BE49-F238E27FC236}">
                    <a16:creationId xmlns:a16="http://schemas.microsoft.com/office/drawing/2014/main" id="{6E08D162-F5D5-CF58-A8E7-EB278135498F}"/>
                  </a:ext>
                </a:extLst>
              </p:cNvPr>
              <p:cNvSpPr/>
              <p:nvPr/>
            </p:nvSpPr>
            <p:spPr>
              <a:xfrm>
                <a:off x="6653297" y="6045368"/>
                <a:ext cx="183563" cy="7594"/>
              </a:xfrm>
              <a:custGeom>
                <a:avLst/>
                <a:gdLst>
                  <a:gd name="connsiteX0" fmla="*/ 0 w 183563"/>
                  <a:gd name="connsiteY0" fmla="*/ 0 h 7594"/>
                  <a:gd name="connsiteX1" fmla="*/ 152805 w 183563"/>
                  <a:gd name="connsiteY1" fmla="*/ 0 h 7594"/>
                  <a:gd name="connsiteX2" fmla="*/ 183563 w 183563"/>
                  <a:gd name="connsiteY2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3563" h="7594">
                    <a:moveTo>
                      <a:pt x="0" y="0"/>
                    </a:moveTo>
                    <a:lnTo>
                      <a:pt x="152805" y="0"/>
                    </a:lnTo>
                    <a:lnTo>
                      <a:pt x="183563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0" name="任意多边形: 形状 139">
                <a:extLst>
                  <a:ext uri="{FF2B5EF4-FFF2-40B4-BE49-F238E27FC236}">
                    <a16:creationId xmlns:a16="http://schemas.microsoft.com/office/drawing/2014/main" id="{6B39413E-9E61-7523-CB2A-20B924DEA1DD}"/>
                  </a:ext>
                </a:extLst>
              </p:cNvPr>
              <p:cNvSpPr/>
              <p:nvPr/>
            </p:nvSpPr>
            <p:spPr>
              <a:xfrm>
                <a:off x="6821671" y="6014990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1" name="图形 2">
              <a:extLst>
                <a:ext uri="{FF2B5EF4-FFF2-40B4-BE49-F238E27FC236}">
                  <a16:creationId xmlns:a16="http://schemas.microsoft.com/office/drawing/2014/main" id="{76C148F8-7050-08EC-CF3C-9AAB44ABD13E}"/>
                </a:ext>
              </a:extLst>
            </p:cNvPr>
            <p:cNvGrpSpPr/>
            <p:nvPr/>
          </p:nvGrpSpPr>
          <p:grpSpPr>
            <a:xfrm>
              <a:off x="5675557" y="5777656"/>
              <a:ext cx="977815" cy="543019"/>
              <a:chOff x="5675557" y="5777656"/>
              <a:chExt cx="977815" cy="543019"/>
            </a:xfrm>
            <a:solidFill>
              <a:srgbClr val="D5E8D4"/>
            </a:solidFill>
          </p:grpSpPr>
          <p:sp>
            <p:nvSpPr>
              <p:cNvPr id="142" name="任意多边形: 形状 141">
                <a:extLst>
                  <a:ext uri="{FF2B5EF4-FFF2-40B4-BE49-F238E27FC236}">
                    <a16:creationId xmlns:a16="http://schemas.microsoft.com/office/drawing/2014/main" id="{0E3ACE51-FB3E-EFF0-CB4A-D4883206C774}"/>
                  </a:ext>
                </a:extLst>
              </p:cNvPr>
              <p:cNvSpPr/>
              <p:nvPr/>
            </p:nvSpPr>
            <p:spPr>
              <a:xfrm rot="10800000" flipV="1">
                <a:off x="5675557" y="5777656"/>
                <a:ext cx="977815" cy="531627"/>
              </a:xfrm>
              <a:custGeom>
                <a:avLst/>
                <a:gdLst>
                  <a:gd name="connsiteX0" fmla="*/ 898071 w 977815"/>
                  <a:gd name="connsiteY0" fmla="*/ 0 h 531627"/>
                  <a:gd name="connsiteX1" fmla="*/ 977816 w 977815"/>
                  <a:gd name="connsiteY1" fmla="*/ 79744 h 531627"/>
                  <a:gd name="connsiteX2" fmla="*/ 977816 w 977815"/>
                  <a:gd name="connsiteY2" fmla="*/ 451884 h 531627"/>
                  <a:gd name="connsiteX3" fmla="*/ 898071 w 977815"/>
                  <a:gd name="connsiteY3" fmla="*/ 531628 h 531627"/>
                  <a:gd name="connsiteX4" fmla="*/ 79744 w 977815"/>
                  <a:gd name="connsiteY4" fmla="*/ 531628 h 531627"/>
                  <a:gd name="connsiteX5" fmla="*/ 0 w 977815"/>
                  <a:gd name="connsiteY5" fmla="*/ 451884 h 531627"/>
                  <a:gd name="connsiteX6" fmla="*/ 0 w 977815"/>
                  <a:gd name="connsiteY6" fmla="*/ 79744 h 531627"/>
                  <a:gd name="connsiteX7" fmla="*/ 79744 w 977815"/>
                  <a:gd name="connsiteY7" fmla="*/ 0 h 531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77815" h="531627">
                    <a:moveTo>
                      <a:pt x="898071" y="0"/>
                    </a:moveTo>
                    <a:cubicBezTo>
                      <a:pt x="942113" y="0"/>
                      <a:pt x="977816" y="35703"/>
                      <a:pt x="977816" y="79744"/>
                    </a:cubicBezTo>
                    <a:lnTo>
                      <a:pt x="977816" y="451884"/>
                    </a:lnTo>
                    <a:cubicBezTo>
                      <a:pt x="977816" y="495925"/>
                      <a:pt x="942113" y="531628"/>
                      <a:pt x="898071" y="531628"/>
                    </a:cubicBezTo>
                    <a:lnTo>
                      <a:pt x="79744" y="531628"/>
                    </a:lnTo>
                    <a:cubicBezTo>
                      <a:pt x="35703" y="531628"/>
                      <a:pt x="0" y="495925"/>
                      <a:pt x="0" y="451884"/>
                    </a:cubicBezTo>
                    <a:lnTo>
                      <a:pt x="0" y="79744"/>
                    </a:lnTo>
                    <a:cubicBezTo>
                      <a:pt x="0" y="35703"/>
                      <a:pt x="35703" y="0"/>
                      <a:pt x="79744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5185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43" name="图片 142">
                <a:extLst>
                  <a:ext uri="{FF2B5EF4-FFF2-40B4-BE49-F238E27FC236}">
                    <a16:creationId xmlns:a16="http://schemas.microsoft.com/office/drawing/2014/main" id="{5B178DB1-24E5-563C-C4B5-0D601EFCC8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678291" y="5817528"/>
                <a:ext cx="964524" cy="503147"/>
              </a:xfrm>
              <a:custGeom>
                <a:avLst/>
                <a:gdLst>
                  <a:gd name="connsiteX0" fmla="*/ -1 w 964524"/>
                  <a:gd name="connsiteY0" fmla="*/ -1 h 503147"/>
                  <a:gd name="connsiteX1" fmla="*/ 964524 w 964524"/>
                  <a:gd name="connsiteY1" fmla="*/ -1 h 503147"/>
                  <a:gd name="connsiteX2" fmla="*/ 964524 w 964524"/>
                  <a:gd name="connsiteY2" fmla="*/ 503147 h 503147"/>
                  <a:gd name="connsiteX3" fmla="*/ -1 w 964524"/>
                  <a:gd name="connsiteY3" fmla="*/ 503147 h 503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4524" h="503147">
                    <a:moveTo>
                      <a:pt x="-1" y="-1"/>
                    </a:moveTo>
                    <a:lnTo>
                      <a:pt x="964524" y="-1"/>
                    </a:lnTo>
                    <a:lnTo>
                      <a:pt x="964524" y="503147"/>
                    </a:lnTo>
                    <a:lnTo>
                      <a:pt x="-1" y="503147"/>
                    </a:lnTo>
                    <a:close/>
                  </a:path>
                </a:pathLst>
              </a:custGeom>
            </p:spPr>
          </p:pic>
        </p:grpSp>
        <p:grpSp>
          <p:nvGrpSpPr>
            <p:cNvPr id="144" name="图形 2">
              <a:extLst>
                <a:ext uri="{FF2B5EF4-FFF2-40B4-BE49-F238E27FC236}">
                  <a16:creationId xmlns:a16="http://schemas.microsoft.com/office/drawing/2014/main" id="{9C676E3B-8F4B-7BE0-4449-CFDABEE9C2E7}"/>
                </a:ext>
              </a:extLst>
            </p:cNvPr>
            <p:cNvGrpSpPr/>
            <p:nvPr/>
          </p:nvGrpSpPr>
          <p:grpSpPr>
            <a:xfrm>
              <a:off x="7250391" y="6014990"/>
              <a:ext cx="233688" cy="60757"/>
              <a:chOff x="7250391" y="6014990"/>
              <a:chExt cx="233688" cy="60757"/>
            </a:xfrm>
          </p:grpSpPr>
          <p:sp>
            <p:nvSpPr>
              <p:cNvPr id="145" name="任意多边形: 形状 144">
                <a:extLst>
                  <a:ext uri="{FF2B5EF4-FFF2-40B4-BE49-F238E27FC236}">
                    <a16:creationId xmlns:a16="http://schemas.microsoft.com/office/drawing/2014/main" id="{F26BE545-9957-A70B-3913-AD69C142D30E}"/>
                  </a:ext>
                </a:extLst>
              </p:cNvPr>
              <p:cNvSpPr/>
              <p:nvPr/>
            </p:nvSpPr>
            <p:spPr>
              <a:xfrm>
                <a:off x="7250391" y="6045368"/>
                <a:ext cx="188120" cy="7594"/>
              </a:xfrm>
              <a:custGeom>
                <a:avLst/>
                <a:gdLst>
                  <a:gd name="connsiteX0" fmla="*/ 0 w 188120"/>
                  <a:gd name="connsiteY0" fmla="*/ 0 h 7594"/>
                  <a:gd name="connsiteX1" fmla="*/ 151894 w 188120"/>
                  <a:gd name="connsiteY1" fmla="*/ 0 h 7594"/>
                  <a:gd name="connsiteX2" fmla="*/ 98731 w 188120"/>
                  <a:gd name="connsiteY2" fmla="*/ 0 h 7594"/>
                  <a:gd name="connsiteX3" fmla="*/ 188120 w 188120"/>
                  <a:gd name="connsiteY3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120" h="7594">
                    <a:moveTo>
                      <a:pt x="0" y="0"/>
                    </a:moveTo>
                    <a:lnTo>
                      <a:pt x="151894" y="0"/>
                    </a:lnTo>
                    <a:lnTo>
                      <a:pt x="98731" y="0"/>
                    </a:lnTo>
                    <a:lnTo>
                      <a:pt x="188120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6" name="任意多边形: 形状 145">
                <a:extLst>
                  <a:ext uri="{FF2B5EF4-FFF2-40B4-BE49-F238E27FC236}">
                    <a16:creationId xmlns:a16="http://schemas.microsoft.com/office/drawing/2014/main" id="{A2F10242-E0CC-05FE-1648-BF2BF184EBA9}"/>
                  </a:ext>
                </a:extLst>
              </p:cNvPr>
              <p:cNvSpPr/>
              <p:nvPr/>
            </p:nvSpPr>
            <p:spPr>
              <a:xfrm>
                <a:off x="7423322" y="6014990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7" name="图形 2">
              <a:extLst>
                <a:ext uri="{FF2B5EF4-FFF2-40B4-BE49-F238E27FC236}">
                  <a16:creationId xmlns:a16="http://schemas.microsoft.com/office/drawing/2014/main" id="{5BC652AE-D350-490D-7F0A-3910DDB996DC}"/>
                </a:ext>
              </a:extLst>
            </p:cNvPr>
            <p:cNvGrpSpPr/>
            <p:nvPr/>
          </p:nvGrpSpPr>
          <p:grpSpPr>
            <a:xfrm>
              <a:off x="6899441" y="5563106"/>
              <a:ext cx="350950" cy="985410"/>
              <a:chOff x="6899441" y="5563106"/>
              <a:chExt cx="350950" cy="985410"/>
            </a:xfrm>
            <a:solidFill>
              <a:srgbClr val="DAE8FC"/>
            </a:solidFill>
          </p:grpSpPr>
          <p:sp>
            <p:nvSpPr>
              <p:cNvPr id="148" name="任意多边形: 形状 147">
                <a:extLst>
                  <a:ext uri="{FF2B5EF4-FFF2-40B4-BE49-F238E27FC236}">
                    <a16:creationId xmlns:a16="http://schemas.microsoft.com/office/drawing/2014/main" id="{BEFBD162-8DB3-C1A7-D750-5CAB8472D8AC}"/>
                  </a:ext>
                </a:extLst>
              </p:cNvPr>
              <p:cNvSpPr/>
              <p:nvPr/>
            </p:nvSpPr>
            <p:spPr>
              <a:xfrm>
                <a:off x="6899441" y="5563106"/>
                <a:ext cx="350950" cy="960727"/>
              </a:xfrm>
              <a:custGeom>
                <a:avLst/>
                <a:gdLst>
                  <a:gd name="connsiteX0" fmla="*/ 298319 w 350950"/>
                  <a:gd name="connsiteY0" fmla="*/ 0 h 960727"/>
                  <a:gd name="connsiteX1" fmla="*/ 350950 w 350950"/>
                  <a:gd name="connsiteY1" fmla="*/ 52631 h 960727"/>
                  <a:gd name="connsiteX2" fmla="*/ 350950 w 350950"/>
                  <a:gd name="connsiteY2" fmla="*/ 908096 h 960727"/>
                  <a:gd name="connsiteX3" fmla="*/ 298319 w 350950"/>
                  <a:gd name="connsiteY3" fmla="*/ 960728 h 960727"/>
                  <a:gd name="connsiteX4" fmla="*/ 52631 w 350950"/>
                  <a:gd name="connsiteY4" fmla="*/ 960728 h 960727"/>
                  <a:gd name="connsiteX5" fmla="*/ 0 w 350950"/>
                  <a:gd name="connsiteY5" fmla="*/ 908096 h 960727"/>
                  <a:gd name="connsiteX6" fmla="*/ 0 w 350950"/>
                  <a:gd name="connsiteY6" fmla="*/ 52631 h 960727"/>
                  <a:gd name="connsiteX7" fmla="*/ 52631 w 350950"/>
                  <a:gd name="connsiteY7" fmla="*/ 0 h 960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0950" h="960727">
                    <a:moveTo>
                      <a:pt x="298319" y="0"/>
                    </a:moveTo>
                    <a:cubicBezTo>
                      <a:pt x="327387" y="0"/>
                      <a:pt x="350950" y="23564"/>
                      <a:pt x="350950" y="52631"/>
                    </a:cubicBezTo>
                    <a:lnTo>
                      <a:pt x="350950" y="908096"/>
                    </a:lnTo>
                    <a:cubicBezTo>
                      <a:pt x="350950" y="937164"/>
                      <a:pt x="327387" y="960728"/>
                      <a:pt x="298319" y="960728"/>
                    </a:cubicBezTo>
                    <a:lnTo>
                      <a:pt x="52631" y="960728"/>
                    </a:lnTo>
                    <a:cubicBezTo>
                      <a:pt x="23564" y="960728"/>
                      <a:pt x="0" y="937164"/>
                      <a:pt x="0" y="908096"/>
                    </a:cubicBezTo>
                    <a:lnTo>
                      <a:pt x="0" y="52631"/>
                    </a:lnTo>
                    <a:cubicBezTo>
                      <a:pt x="0" y="23564"/>
                      <a:pt x="23564" y="0"/>
                      <a:pt x="52631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49" name="图片 148">
                <a:extLst>
                  <a:ext uri="{FF2B5EF4-FFF2-40B4-BE49-F238E27FC236}">
                    <a16:creationId xmlns:a16="http://schemas.microsoft.com/office/drawing/2014/main" id="{7A23EC61-CA57-8BD3-DF46-AB55B8A68F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01036" y="5589687"/>
                <a:ext cx="334166" cy="958828"/>
              </a:xfrm>
              <a:custGeom>
                <a:avLst/>
                <a:gdLst>
                  <a:gd name="connsiteX0" fmla="*/ -1 w 334166"/>
                  <a:gd name="connsiteY0" fmla="*/ -1 h 958828"/>
                  <a:gd name="connsiteX1" fmla="*/ 334166 w 334166"/>
                  <a:gd name="connsiteY1" fmla="*/ -1 h 958828"/>
                  <a:gd name="connsiteX2" fmla="*/ 334166 w 334166"/>
                  <a:gd name="connsiteY2" fmla="*/ 958828 h 958828"/>
                  <a:gd name="connsiteX3" fmla="*/ -1 w 334166"/>
                  <a:gd name="connsiteY3" fmla="*/ 958828 h 958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4166" h="958828">
                    <a:moveTo>
                      <a:pt x="-1" y="-1"/>
                    </a:moveTo>
                    <a:lnTo>
                      <a:pt x="334166" y="-1"/>
                    </a:lnTo>
                    <a:lnTo>
                      <a:pt x="334166" y="958828"/>
                    </a:lnTo>
                    <a:lnTo>
                      <a:pt x="-1" y="958828"/>
                    </a:lnTo>
                    <a:close/>
                  </a:path>
                </a:pathLst>
              </a:custGeom>
            </p:spPr>
          </p:pic>
        </p:grpSp>
        <p:grpSp>
          <p:nvGrpSpPr>
            <p:cNvPr id="150" name="图形 2">
              <a:extLst>
                <a:ext uri="{FF2B5EF4-FFF2-40B4-BE49-F238E27FC236}">
                  <a16:creationId xmlns:a16="http://schemas.microsoft.com/office/drawing/2014/main" id="{E402A598-ABF5-ADBA-028C-EE9AA481E6AE}"/>
                </a:ext>
              </a:extLst>
            </p:cNvPr>
            <p:cNvGrpSpPr/>
            <p:nvPr/>
          </p:nvGrpSpPr>
          <p:grpSpPr>
            <a:xfrm>
              <a:off x="7501092" y="5627661"/>
              <a:ext cx="455681" cy="831617"/>
              <a:chOff x="7501092" y="5627661"/>
              <a:chExt cx="455681" cy="831617"/>
            </a:xfrm>
            <a:solidFill>
              <a:srgbClr val="DAE8FC"/>
            </a:solidFill>
          </p:grpSpPr>
          <p:sp>
            <p:nvSpPr>
              <p:cNvPr id="151" name="任意多边形: 形状 150">
                <a:extLst>
                  <a:ext uri="{FF2B5EF4-FFF2-40B4-BE49-F238E27FC236}">
                    <a16:creationId xmlns:a16="http://schemas.microsoft.com/office/drawing/2014/main" id="{D5C275F5-C360-125C-FDF3-882C6030689C}"/>
                  </a:ext>
                </a:extLst>
              </p:cNvPr>
              <p:cNvSpPr/>
              <p:nvPr/>
            </p:nvSpPr>
            <p:spPr>
              <a:xfrm>
                <a:off x="7501092" y="5627661"/>
                <a:ext cx="455681" cy="831617"/>
              </a:xfrm>
              <a:custGeom>
                <a:avLst/>
                <a:gdLst>
                  <a:gd name="connsiteX0" fmla="*/ 387329 w 455681"/>
                  <a:gd name="connsiteY0" fmla="*/ 0 h 831617"/>
                  <a:gd name="connsiteX1" fmla="*/ 455681 w 455681"/>
                  <a:gd name="connsiteY1" fmla="*/ 68352 h 831617"/>
                  <a:gd name="connsiteX2" fmla="*/ 455681 w 455681"/>
                  <a:gd name="connsiteY2" fmla="*/ 763266 h 831617"/>
                  <a:gd name="connsiteX3" fmla="*/ 387329 w 455681"/>
                  <a:gd name="connsiteY3" fmla="*/ 831618 h 831617"/>
                  <a:gd name="connsiteX4" fmla="*/ 68352 w 455681"/>
                  <a:gd name="connsiteY4" fmla="*/ 831618 h 831617"/>
                  <a:gd name="connsiteX5" fmla="*/ 0 w 455681"/>
                  <a:gd name="connsiteY5" fmla="*/ 763266 h 831617"/>
                  <a:gd name="connsiteX6" fmla="*/ 0 w 455681"/>
                  <a:gd name="connsiteY6" fmla="*/ 68352 h 831617"/>
                  <a:gd name="connsiteX7" fmla="*/ 68352 w 455681"/>
                  <a:gd name="connsiteY7" fmla="*/ 0 h 831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5681" h="831617">
                    <a:moveTo>
                      <a:pt x="387329" y="0"/>
                    </a:moveTo>
                    <a:cubicBezTo>
                      <a:pt x="425079" y="0"/>
                      <a:pt x="455681" y="30602"/>
                      <a:pt x="455681" y="68352"/>
                    </a:cubicBezTo>
                    <a:lnTo>
                      <a:pt x="455681" y="763266"/>
                    </a:lnTo>
                    <a:cubicBezTo>
                      <a:pt x="455681" y="801016"/>
                      <a:pt x="425079" y="831618"/>
                      <a:pt x="387329" y="831618"/>
                    </a:cubicBezTo>
                    <a:lnTo>
                      <a:pt x="68352" y="831618"/>
                    </a:lnTo>
                    <a:cubicBezTo>
                      <a:pt x="30602" y="831618"/>
                      <a:pt x="0" y="801016"/>
                      <a:pt x="0" y="763266"/>
                    </a:cubicBezTo>
                    <a:lnTo>
                      <a:pt x="0" y="68352"/>
                    </a:lnTo>
                    <a:cubicBezTo>
                      <a:pt x="0" y="30602"/>
                      <a:pt x="30602" y="0"/>
                      <a:pt x="6835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52" name="图片 151">
                <a:extLst>
                  <a:ext uri="{FF2B5EF4-FFF2-40B4-BE49-F238E27FC236}">
                    <a16:creationId xmlns:a16="http://schemas.microsoft.com/office/drawing/2014/main" id="{470CC3CB-511D-D406-B882-69A03ECAE5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508610" y="5703607"/>
                <a:ext cx="440491" cy="730988"/>
              </a:xfrm>
              <a:custGeom>
                <a:avLst/>
                <a:gdLst>
                  <a:gd name="connsiteX0" fmla="*/ -1 w 440491"/>
                  <a:gd name="connsiteY0" fmla="*/ -1 h 730988"/>
                  <a:gd name="connsiteX1" fmla="*/ 440491 w 440491"/>
                  <a:gd name="connsiteY1" fmla="*/ -1 h 730988"/>
                  <a:gd name="connsiteX2" fmla="*/ 440491 w 440491"/>
                  <a:gd name="connsiteY2" fmla="*/ 730988 h 730988"/>
                  <a:gd name="connsiteX3" fmla="*/ -1 w 440491"/>
                  <a:gd name="connsiteY3" fmla="*/ 730988 h 730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0491" h="730988">
                    <a:moveTo>
                      <a:pt x="-1" y="-1"/>
                    </a:moveTo>
                    <a:lnTo>
                      <a:pt x="440491" y="-1"/>
                    </a:lnTo>
                    <a:lnTo>
                      <a:pt x="440491" y="730988"/>
                    </a:lnTo>
                    <a:lnTo>
                      <a:pt x="-1" y="730988"/>
                    </a:lnTo>
                    <a:close/>
                  </a:path>
                </a:pathLst>
              </a:custGeom>
            </p:spPr>
          </p:pic>
        </p:grpSp>
        <p:grpSp>
          <p:nvGrpSpPr>
            <p:cNvPr id="153" name="图形 2">
              <a:extLst>
                <a:ext uri="{FF2B5EF4-FFF2-40B4-BE49-F238E27FC236}">
                  <a16:creationId xmlns:a16="http://schemas.microsoft.com/office/drawing/2014/main" id="{916F8EC3-A27A-252A-3E83-20F1C0B147FB}"/>
                </a:ext>
              </a:extLst>
            </p:cNvPr>
            <p:cNvGrpSpPr/>
            <p:nvPr/>
          </p:nvGrpSpPr>
          <p:grpSpPr>
            <a:xfrm>
              <a:off x="8268079" y="4226441"/>
              <a:ext cx="1442990" cy="279104"/>
              <a:chOff x="8268079" y="4226441"/>
              <a:chExt cx="1442990" cy="279104"/>
            </a:xfrm>
            <a:noFill/>
          </p:grpSpPr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52F93B13-247A-7121-CCAE-62DB78C57E36}"/>
                  </a:ext>
                </a:extLst>
              </p:cNvPr>
              <p:cNvSpPr/>
              <p:nvPr/>
            </p:nvSpPr>
            <p:spPr>
              <a:xfrm>
                <a:off x="8268079" y="4226441"/>
                <a:ext cx="1442990" cy="227840"/>
              </a:xfrm>
              <a:custGeom>
                <a:avLst/>
                <a:gdLst>
                  <a:gd name="connsiteX0" fmla="*/ 0 w 1442990"/>
                  <a:gd name="connsiteY0" fmla="*/ 0 h 227840"/>
                  <a:gd name="connsiteX1" fmla="*/ 1442990 w 1442990"/>
                  <a:gd name="connsiteY1" fmla="*/ 0 h 227840"/>
                  <a:gd name="connsiteX2" fmla="*/ 1442990 w 1442990"/>
                  <a:gd name="connsiteY2" fmla="*/ 227841 h 227840"/>
                  <a:gd name="connsiteX3" fmla="*/ 0 w 1442990"/>
                  <a:gd name="connsiteY3" fmla="*/ 227841 h 227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42990" h="227840">
                    <a:moveTo>
                      <a:pt x="0" y="0"/>
                    </a:moveTo>
                    <a:lnTo>
                      <a:pt x="1442990" y="0"/>
                    </a:lnTo>
                    <a:lnTo>
                      <a:pt x="1442990" y="227841"/>
                    </a:lnTo>
                    <a:lnTo>
                      <a:pt x="0" y="227841"/>
                    </a:lnTo>
                    <a:close/>
                  </a:path>
                </a:pathLst>
              </a:custGeom>
              <a:noFill/>
              <a:ln w="75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55" name="图片 154">
                <a:extLst>
                  <a:ext uri="{FF2B5EF4-FFF2-40B4-BE49-F238E27FC236}">
                    <a16:creationId xmlns:a16="http://schemas.microsoft.com/office/drawing/2014/main" id="{AC5BED5A-9454-EE8E-E95A-B269C1E789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75673" y="4230239"/>
                <a:ext cx="1427800" cy="275307"/>
              </a:xfrm>
              <a:custGeom>
                <a:avLst/>
                <a:gdLst>
                  <a:gd name="connsiteX0" fmla="*/ -1 w 1427800"/>
                  <a:gd name="connsiteY0" fmla="*/ -1 h 275307"/>
                  <a:gd name="connsiteX1" fmla="*/ 1427800 w 1427800"/>
                  <a:gd name="connsiteY1" fmla="*/ -1 h 275307"/>
                  <a:gd name="connsiteX2" fmla="*/ 1427800 w 1427800"/>
                  <a:gd name="connsiteY2" fmla="*/ 275307 h 275307"/>
                  <a:gd name="connsiteX3" fmla="*/ -1 w 1427800"/>
                  <a:gd name="connsiteY3" fmla="*/ 275307 h 275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27800" h="275307">
                    <a:moveTo>
                      <a:pt x="-1" y="-1"/>
                    </a:moveTo>
                    <a:lnTo>
                      <a:pt x="1427800" y="-1"/>
                    </a:lnTo>
                    <a:lnTo>
                      <a:pt x="1427800" y="275307"/>
                    </a:lnTo>
                    <a:lnTo>
                      <a:pt x="-1" y="275307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56" name="图形 2">
            <a:extLst>
              <a:ext uri="{FF2B5EF4-FFF2-40B4-BE49-F238E27FC236}">
                <a16:creationId xmlns:a16="http://schemas.microsoft.com/office/drawing/2014/main" id="{5EFE7B98-194A-20AC-540E-5C2300065041}"/>
              </a:ext>
            </a:extLst>
          </p:cNvPr>
          <p:cNvGrpSpPr/>
          <p:nvPr/>
        </p:nvGrpSpPr>
        <p:grpSpPr>
          <a:xfrm>
            <a:off x="2146130" y="1982212"/>
            <a:ext cx="7828929" cy="2050564"/>
            <a:chOff x="2146130" y="1982212"/>
            <a:chExt cx="7828929" cy="2050564"/>
          </a:xfrm>
        </p:grpSpPr>
        <p:sp>
          <p:nvSpPr>
            <p:cNvPr id="157" name="任意多边形: 形状 156">
              <a:extLst>
                <a:ext uri="{FF2B5EF4-FFF2-40B4-BE49-F238E27FC236}">
                  <a16:creationId xmlns:a16="http://schemas.microsoft.com/office/drawing/2014/main" id="{4B59CE9C-BBEC-55D5-ECEC-CBE353A258B5}"/>
                </a:ext>
              </a:extLst>
            </p:cNvPr>
            <p:cNvSpPr/>
            <p:nvPr/>
          </p:nvSpPr>
          <p:spPr>
            <a:xfrm>
              <a:off x="2989773" y="1982212"/>
              <a:ext cx="6797242" cy="2050564"/>
            </a:xfrm>
            <a:custGeom>
              <a:avLst/>
              <a:gdLst>
                <a:gd name="connsiteX0" fmla="*/ 6694714 w 6797242"/>
                <a:gd name="connsiteY0" fmla="*/ 0 h 2050564"/>
                <a:gd name="connsiteX1" fmla="*/ 6797243 w 6797242"/>
                <a:gd name="connsiteY1" fmla="*/ 102528 h 2050564"/>
                <a:gd name="connsiteX2" fmla="*/ 6797243 w 6797242"/>
                <a:gd name="connsiteY2" fmla="*/ 1948037 h 2050564"/>
                <a:gd name="connsiteX3" fmla="*/ 6694714 w 6797242"/>
                <a:gd name="connsiteY3" fmla="*/ 2050565 h 2050564"/>
                <a:gd name="connsiteX4" fmla="*/ 102528 w 6797242"/>
                <a:gd name="connsiteY4" fmla="*/ 2050565 h 2050564"/>
                <a:gd name="connsiteX5" fmla="*/ 0 w 6797242"/>
                <a:gd name="connsiteY5" fmla="*/ 1948037 h 2050564"/>
                <a:gd name="connsiteX6" fmla="*/ 0 w 6797242"/>
                <a:gd name="connsiteY6" fmla="*/ 102528 h 2050564"/>
                <a:gd name="connsiteX7" fmla="*/ 102528 w 6797242"/>
                <a:gd name="connsiteY7" fmla="*/ 0 h 2050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97242" h="2050564">
                  <a:moveTo>
                    <a:pt x="6694714" y="0"/>
                  </a:moveTo>
                  <a:cubicBezTo>
                    <a:pt x="6751339" y="0"/>
                    <a:pt x="6797243" y="45903"/>
                    <a:pt x="6797243" y="102528"/>
                  </a:cubicBezTo>
                  <a:lnTo>
                    <a:pt x="6797243" y="1948037"/>
                  </a:lnTo>
                  <a:cubicBezTo>
                    <a:pt x="6797243" y="2004662"/>
                    <a:pt x="6751339" y="2050565"/>
                    <a:pt x="6694714" y="2050565"/>
                  </a:cubicBezTo>
                  <a:lnTo>
                    <a:pt x="102528" y="2050565"/>
                  </a:lnTo>
                  <a:cubicBezTo>
                    <a:pt x="45903" y="2050565"/>
                    <a:pt x="0" y="2004662"/>
                    <a:pt x="0" y="1948037"/>
                  </a:cubicBezTo>
                  <a:lnTo>
                    <a:pt x="0" y="102528"/>
                  </a:lnTo>
                  <a:cubicBezTo>
                    <a:pt x="0" y="45903"/>
                    <a:pt x="45903" y="0"/>
                    <a:pt x="102528" y="0"/>
                  </a:cubicBezTo>
                  <a:close/>
                </a:path>
              </a:pathLst>
            </a:custGeom>
            <a:solidFill>
              <a:srgbClr val="FFF2CC"/>
            </a:solidFill>
            <a:ln w="15185" cap="flat">
              <a:solidFill>
                <a:srgbClr val="D6B6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58" name="图形 2">
              <a:extLst>
                <a:ext uri="{FF2B5EF4-FFF2-40B4-BE49-F238E27FC236}">
                  <a16:creationId xmlns:a16="http://schemas.microsoft.com/office/drawing/2014/main" id="{288D43F6-0177-C29C-73F1-88A19EE9BF21}"/>
                </a:ext>
              </a:extLst>
            </p:cNvPr>
            <p:cNvGrpSpPr/>
            <p:nvPr/>
          </p:nvGrpSpPr>
          <p:grpSpPr>
            <a:xfrm>
              <a:off x="3070429" y="2236634"/>
              <a:ext cx="2278405" cy="1469571"/>
              <a:chOff x="3070429" y="2236634"/>
              <a:chExt cx="2278405" cy="1469571"/>
            </a:xfrm>
          </p:grpSpPr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6570E644-61F4-EDD8-05A3-76ED106E1BC8}"/>
                  </a:ext>
                </a:extLst>
              </p:cNvPr>
              <p:cNvSpPr/>
              <p:nvPr/>
            </p:nvSpPr>
            <p:spPr>
              <a:xfrm>
                <a:off x="3070429" y="2236634"/>
                <a:ext cx="2278405" cy="1469571"/>
              </a:xfrm>
              <a:custGeom>
                <a:avLst/>
                <a:gdLst>
                  <a:gd name="connsiteX0" fmla="*/ 2204889 w 2278405"/>
                  <a:gd name="connsiteY0" fmla="*/ 0 h 1469571"/>
                  <a:gd name="connsiteX1" fmla="*/ 2278405 w 2278405"/>
                  <a:gd name="connsiteY1" fmla="*/ 73516 h 1469571"/>
                  <a:gd name="connsiteX2" fmla="*/ 2278405 w 2278405"/>
                  <a:gd name="connsiteY2" fmla="*/ 1396055 h 1469571"/>
                  <a:gd name="connsiteX3" fmla="*/ 2204889 w 2278405"/>
                  <a:gd name="connsiteY3" fmla="*/ 1469571 h 1469571"/>
                  <a:gd name="connsiteX4" fmla="*/ 73517 w 2278405"/>
                  <a:gd name="connsiteY4" fmla="*/ 1469571 h 1469571"/>
                  <a:gd name="connsiteX5" fmla="*/ 0 w 2278405"/>
                  <a:gd name="connsiteY5" fmla="*/ 1396055 h 1469571"/>
                  <a:gd name="connsiteX6" fmla="*/ 0 w 2278405"/>
                  <a:gd name="connsiteY6" fmla="*/ 73516 h 1469571"/>
                  <a:gd name="connsiteX7" fmla="*/ 73517 w 2278405"/>
                  <a:gd name="connsiteY7" fmla="*/ 0 h 1469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78405" h="1469571">
                    <a:moveTo>
                      <a:pt x="2204889" y="0"/>
                    </a:moveTo>
                    <a:cubicBezTo>
                      <a:pt x="2245491" y="0"/>
                      <a:pt x="2278405" y="32915"/>
                      <a:pt x="2278405" y="73516"/>
                    </a:cubicBezTo>
                    <a:lnTo>
                      <a:pt x="2278405" y="1396055"/>
                    </a:lnTo>
                    <a:cubicBezTo>
                      <a:pt x="2278405" y="1436657"/>
                      <a:pt x="2245491" y="1469571"/>
                      <a:pt x="2204889" y="1469571"/>
                    </a:cubicBezTo>
                    <a:lnTo>
                      <a:pt x="73517" y="1469571"/>
                    </a:lnTo>
                    <a:cubicBezTo>
                      <a:pt x="32915" y="1469571"/>
                      <a:pt x="0" y="1436657"/>
                      <a:pt x="0" y="1396055"/>
                    </a:cubicBezTo>
                    <a:lnTo>
                      <a:pt x="0" y="73516"/>
                    </a:lnTo>
                    <a:cubicBezTo>
                      <a:pt x="0" y="32914"/>
                      <a:pt x="32915" y="0"/>
                      <a:pt x="73517" y="0"/>
                    </a:cubicBezTo>
                    <a:close/>
                  </a:path>
                </a:pathLst>
              </a:custGeom>
              <a:solidFill>
                <a:srgbClr val="FFFFDE"/>
              </a:solidFill>
              <a:ln w="15185" cap="flat">
                <a:solidFill>
                  <a:srgbClr val="D6B65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60" name="图形 2">
                <a:extLst>
                  <a:ext uri="{FF2B5EF4-FFF2-40B4-BE49-F238E27FC236}">
                    <a16:creationId xmlns:a16="http://schemas.microsoft.com/office/drawing/2014/main" id="{1029B0BC-7F1F-239D-5F95-75B42B50FF18}"/>
                  </a:ext>
                </a:extLst>
              </p:cNvPr>
              <p:cNvGrpSpPr/>
              <p:nvPr/>
            </p:nvGrpSpPr>
            <p:grpSpPr>
              <a:xfrm>
                <a:off x="4209631" y="2312581"/>
                <a:ext cx="1063255" cy="279104"/>
                <a:chOff x="4209631" y="2312581"/>
                <a:chExt cx="1063255" cy="279104"/>
              </a:xfrm>
              <a:noFill/>
            </p:grpSpPr>
            <p:sp>
              <p:nvSpPr>
                <p:cNvPr id="161" name="任意多边形: 形状 160">
                  <a:extLst>
                    <a:ext uri="{FF2B5EF4-FFF2-40B4-BE49-F238E27FC236}">
                      <a16:creationId xmlns:a16="http://schemas.microsoft.com/office/drawing/2014/main" id="{265810FA-8940-BC8D-4643-01349BB9A340}"/>
                    </a:ext>
                  </a:extLst>
                </p:cNvPr>
                <p:cNvSpPr/>
                <p:nvPr/>
              </p:nvSpPr>
              <p:spPr>
                <a:xfrm>
                  <a:off x="4209631" y="2312581"/>
                  <a:ext cx="1063255" cy="227840"/>
                </a:xfrm>
                <a:custGeom>
                  <a:avLst/>
                  <a:gdLst>
                    <a:gd name="connsiteX0" fmla="*/ 0 w 1063255"/>
                    <a:gd name="connsiteY0" fmla="*/ 0 h 227840"/>
                    <a:gd name="connsiteX1" fmla="*/ 1063256 w 1063255"/>
                    <a:gd name="connsiteY1" fmla="*/ 0 h 227840"/>
                    <a:gd name="connsiteX2" fmla="*/ 1063256 w 1063255"/>
                    <a:gd name="connsiteY2" fmla="*/ 227841 h 227840"/>
                    <a:gd name="connsiteX3" fmla="*/ 0 w 1063255"/>
                    <a:gd name="connsiteY3" fmla="*/ 227841 h 2278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63255" h="227840">
                      <a:moveTo>
                        <a:pt x="0" y="0"/>
                      </a:moveTo>
                      <a:lnTo>
                        <a:pt x="1063256" y="0"/>
                      </a:lnTo>
                      <a:lnTo>
                        <a:pt x="1063256" y="227841"/>
                      </a:lnTo>
                      <a:lnTo>
                        <a:pt x="0" y="227841"/>
                      </a:lnTo>
                      <a:close/>
                    </a:path>
                  </a:pathLst>
                </a:custGeom>
                <a:noFill/>
                <a:ln w="759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162" name="图片 161">
                  <a:extLst>
                    <a:ext uri="{FF2B5EF4-FFF2-40B4-BE49-F238E27FC236}">
                      <a16:creationId xmlns:a16="http://schemas.microsoft.com/office/drawing/2014/main" id="{1BE406F1-282B-C4A3-A3B7-76F4D521C8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212517" y="2316378"/>
                  <a:ext cx="1048066" cy="275307"/>
                </a:xfrm>
                <a:custGeom>
                  <a:avLst/>
                  <a:gdLst>
                    <a:gd name="connsiteX0" fmla="*/ -1 w 1048066"/>
                    <a:gd name="connsiteY0" fmla="*/ -1 h 275307"/>
                    <a:gd name="connsiteX1" fmla="*/ 1048066 w 1048066"/>
                    <a:gd name="connsiteY1" fmla="*/ -1 h 275307"/>
                    <a:gd name="connsiteX2" fmla="*/ 1048066 w 1048066"/>
                    <a:gd name="connsiteY2" fmla="*/ 275307 h 275307"/>
                    <a:gd name="connsiteX3" fmla="*/ -1 w 1048066"/>
                    <a:gd name="connsiteY3" fmla="*/ 275307 h 275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48066" h="275307">
                      <a:moveTo>
                        <a:pt x="-1" y="-1"/>
                      </a:moveTo>
                      <a:lnTo>
                        <a:pt x="1048066" y="-1"/>
                      </a:lnTo>
                      <a:lnTo>
                        <a:pt x="1048066" y="275307"/>
                      </a:lnTo>
                      <a:lnTo>
                        <a:pt x="-1" y="27530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63" name="图形 2">
                <a:extLst>
                  <a:ext uri="{FF2B5EF4-FFF2-40B4-BE49-F238E27FC236}">
                    <a16:creationId xmlns:a16="http://schemas.microsoft.com/office/drawing/2014/main" id="{4CC29A9B-B7F2-CAA1-D49E-606424F99359}"/>
                  </a:ext>
                </a:extLst>
              </p:cNvPr>
              <p:cNvGrpSpPr/>
              <p:nvPr/>
            </p:nvGrpSpPr>
            <p:grpSpPr>
              <a:xfrm>
                <a:off x="3981791" y="2604976"/>
                <a:ext cx="438669" cy="410112"/>
                <a:chOff x="3981791" y="2604976"/>
                <a:chExt cx="438669" cy="410112"/>
              </a:xfrm>
            </p:grpSpPr>
            <p:sp>
              <p:nvSpPr>
                <p:cNvPr id="164" name="任意多边形: 形状 163">
                  <a:extLst>
                    <a:ext uri="{FF2B5EF4-FFF2-40B4-BE49-F238E27FC236}">
                      <a16:creationId xmlns:a16="http://schemas.microsoft.com/office/drawing/2014/main" id="{3213F104-F465-700E-001A-8C164A39AA02}"/>
                    </a:ext>
                  </a:extLst>
                </p:cNvPr>
                <p:cNvSpPr/>
                <p:nvPr/>
              </p:nvSpPr>
              <p:spPr>
                <a:xfrm>
                  <a:off x="3981791" y="2604976"/>
                  <a:ext cx="393100" cy="379734"/>
                </a:xfrm>
                <a:custGeom>
                  <a:avLst/>
                  <a:gdLst>
                    <a:gd name="connsiteX0" fmla="*/ 0 w 393100"/>
                    <a:gd name="connsiteY0" fmla="*/ 0 h 379734"/>
                    <a:gd name="connsiteX1" fmla="*/ 52707 w 393100"/>
                    <a:gd name="connsiteY1" fmla="*/ 0 h 379734"/>
                    <a:gd name="connsiteX2" fmla="*/ 105414 w 393100"/>
                    <a:gd name="connsiteY2" fmla="*/ 75947 h 379734"/>
                    <a:gd name="connsiteX3" fmla="*/ 105414 w 393100"/>
                    <a:gd name="connsiteY3" fmla="*/ 303787 h 379734"/>
                    <a:gd name="connsiteX4" fmla="*/ 181361 w 393100"/>
                    <a:gd name="connsiteY4" fmla="*/ 379734 h 379734"/>
                    <a:gd name="connsiteX5" fmla="*/ 393101 w 393100"/>
                    <a:gd name="connsiteY5" fmla="*/ 379734 h 379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3100" h="379734">
                      <a:moveTo>
                        <a:pt x="0" y="0"/>
                      </a:moveTo>
                      <a:lnTo>
                        <a:pt x="52707" y="0"/>
                      </a:lnTo>
                      <a:cubicBezTo>
                        <a:pt x="87845" y="0"/>
                        <a:pt x="105414" y="25316"/>
                        <a:pt x="105414" y="75947"/>
                      </a:cubicBezTo>
                      <a:lnTo>
                        <a:pt x="105414" y="303787"/>
                      </a:lnTo>
                      <a:cubicBezTo>
                        <a:pt x="105414" y="354419"/>
                        <a:pt x="130730" y="379734"/>
                        <a:pt x="181361" y="379734"/>
                      </a:cubicBezTo>
                      <a:lnTo>
                        <a:pt x="393101" y="379734"/>
                      </a:lnTo>
                    </a:path>
                  </a:pathLst>
                </a:custGeom>
                <a:noFill/>
                <a:ln w="1518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65" name="任意多边形: 形状 164">
                  <a:extLst>
                    <a:ext uri="{FF2B5EF4-FFF2-40B4-BE49-F238E27FC236}">
                      <a16:creationId xmlns:a16="http://schemas.microsoft.com/office/drawing/2014/main" id="{70609ADC-4AA5-8857-F60B-8B2D130230F4}"/>
                    </a:ext>
                  </a:extLst>
                </p:cNvPr>
                <p:cNvSpPr/>
                <p:nvPr/>
              </p:nvSpPr>
              <p:spPr>
                <a:xfrm>
                  <a:off x="4359702" y="2954332"/>
                  <a:ext cx="60757" cy="60757"/>
                </a:xfrm>
                <a:custGeom>
                  <a:avLst/>
                  <a:gdLst>
                    <a:gd name="connsiteX0" fmla="*/ 60757 w 60757"/>
                    <a:gd name="connsiteY0" fmla="*/ 30379 h 60757"/>
                    <a:gd name="connsiteX1" fmla="*/ 0 w 60757"/>
                    <a:gd name="connsiteY1" fmla="*/ 60757 h 60757"/>
                    <a:gd name="connsiteX2" fmla="*/ 15189 w 60757"/>
                    <a:gd name="connsiteY2" fmla="*/ 30379 h 60757"/>
                    <a:gd name="connsiteX3" fmla="*/ 0 w 60757"/>
                    <a:gd name="connsiteY3" fmla="*/ 0 h 607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757" h="60757">
                      <a:moveTo>
                        <a:pt x="60757" y="30379"/>
                      </a:moveTo>
                      <a:lnTo>
                        <a:pt x="0" y="60757"/>
                      </a:lnTo>
                      <a:lnTo>
                        <a:pt x="15189" y="303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18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6" name="图形 2">
                <a:extLst>
                  <a:ext uri="{FF2B5EF4-FFF2-40B4-BE49-F238E27FC236}">
                    <a16:creationId xmlns:a16="http://schemas.microsoft.com/office/drawing/2014/main" id="{40675ADC-87A5-3187-1387-158F600931AA}"/>
                  </a:ext>
                </a:extLst>
              </p:cNvPr>
              <p:cNvGrpSpPr/>
              <p:nvPr/>
            </p:nvGrpSpPr>
            <p:grpSpPr>
              <a:xfrm>
                <a:off x="3191944" y="2491056"/>
                <a:ext cx="789847" cy="275307"/>
                <a:chOff x="3191944" y="2491056"/>
                <a:chExt cx="789847" cy="275307"/>
              </a:xfrm>
              <a:solidFill>
                <a:srgbClr val="DAE8FC"/>
              </a:solidFill>
            </p:grpSpPr>
            <p:sp>
              <p:nvSpPr>
                <p:cNvPr id="167" name="任意多边形: 形状 166">
                  <a:extLst>
                    <a:ext uri="{FF2B5EF4-FFF2-40B4-BE49-F238E27FC236}">
                      <a16:creationId xmlns:a16="http://schemas.microsoft.com/office/drawing/2014/main" id="{05F10BA5-E69F-4F0F-3B5A-24A124FAEB38}"/>
                    </a:ext>
                  </a:extLst>
                </p:cNvPr>
                <p:cNvSpPr/>
                <p:nvPr/>
              </p:nvSpPr>
              <p:spPr>
                <a:xfrm>
                  <a:off x="3191944" y="2491056"/>
                  <a:ext cx="789847" cy="227840"/>
                </a:xfrm>
                <a:custGeom>
                  <a:avLst/>
                  <a:gdLst>
                    <a:gd name="connsiteX0" fmla="*/ 755671 w 789847"/>
                    <a:gd name="connsiteY0" fmla="*/ 0 h 227840"/>
                    <a:gd name="connsiteX1" fmla="*/ 789847 w 789847"/>
                    <a:gd name="connsiteY1" fmla="*/ 34176 h 227840"/>
                    <a:gd name="connsiteX2" fmla="*/ 789847 w 789847"/>
                    <a:gd name="connsiteY2" fmla="*/ 193664 h 227840"/>
                    <a:gd name="connsiteX3" fmla="*/ 755671 w 789847"/>
                    <a:gd name="connsiteY3" fmla="*/ 227841 h 227840"/>
                    <a:gd name="connsiteX4" fmla="*/ 34176 w 789847"/>
                    <a:gd name="connsiteY4" fmla="*/ 227841 h 227840"/>
                    <a:gd name="connsiteX5" fmla="*/ 0 w 789847"/>
                    <a:gd name="connsiteY5" fmla="*/ 193664 h 227840"/>
                    <a:gd name="connsiteX6" fmla="*/ 0 w 789847"/>
                    <a:gd name="connsiteY6" fmla="*/ 34176 h 227840"/>
                    <a:gd name="connsiteX7" fmla="*/ 34176 w 789847"/>
                    <a:gd name="connsiteY7" fmla="*/ 0 h 2278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89847" h="227840">
                      <a:moveTo>
                        <a:pt x="755671" y="0"/>
                      </a:moveTo>
                      <a:cubicBezTo>
                        <a:pt x="774546" y="0"/>
                        <a:pt x="789847" y="15301"/>
                        <a:pt x="789847" y="34176"/>
                      </a:cubicBezTo>
                      <a:lnTo>
                        <a:pt x="789847" y="193664"/>
                      </a:lnTo>
                      <a:cubicBezTo>
                        <a:pt x="789847" y="212539"/>
                        <a:pt x="774546" y="227841"/>
                        <a:pt x="755671" y="227841"/>
                      </a:cubicBezTo>
                      <a:lnTo>
                        <a:pt x="34176" y="227841"/>
                      </a:lnTo>
                      <a:cubicBezTo>
                        <a:pt x="15301" y="227841"/>
                        <a:pt x="0" y="212539"/>
                        <a:pt x="0" y="193664"/>
                      </a:cubicBezTo>
                      <a:lnTo>
                        <a:pt x="0" y="34176"/>
                      </a:lnTo>
                      <a:cubicBezTo>
                        <a:pt x="0" y="15301"/>
                        <a:pt x="15301" y="0"/>
                        <a:pt x="34176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7593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168" name="图片 167">
                  <a:extLst>
                    <a:ext uri="{FF2B5EF4-FFF2-40B4-BE49-F238E27FC236}">
                      <a16:creationId xmlns:a16="http://schemas.microsoft.com/office/drawing/2014/main" id="{7953D87F-5095-2CD5-777F-B2078982BD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94830" y="2491056"/>
                  <a:ext cx="774657" cy="275307"/>
                </a:xfrm>
                <a:custGeom>
                  <a:avLst/>
                  <a:gdLst>
                    <a:gd name="connsiteX0" fmla="*/ -1 w 774657"/>
                    <a:gd name="connsiteY0" fmla="*/ -1 h 275307"/>
                    <a:gd name="connsiteX1" fmla="*/ 774657 w 774657"/>
                    <a:gd name="connsiteY1" fmla="*/ -1 h 275307"/>
                    <a:gd name="connsiteX2" fmla="*/ 774657 w 774657"/>
                    <a:gd name="connsiteY2" fmla="*/ 275307 h 275307"/>
                    <a:gd name="connsiteX3" fmla="*/ -1 w 774657"/>
                    <a:gd name="connsiteY3" fmla="*/ 275307 h 275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4657" h="275307">
                      <a:moveTo>
                        <a:pt x="-1" y="-1"/>
                      </a:moveTo>
                      <a:lnTo>
                        <a:pt x="774657" y="-1"/>
                      </a:lnTo>
                      <a:lnTo>
                        <a:pt x="774657" y="275307"/>
                      </a:lnTo>
                      <a:lnTo>
                        <a:pt x="-1" y="27530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69" name="图形 2">
                <a:extLst>
                  <a:ext uri="{FF2B5EF4-FFF2-40B4-BE49-F238E27FC236}">
                    <a16:creationId xmlns:a16="http://schemas.microsoft.com/office/drawing/2014/main" id="{CAE086F3-2710-0E98-5A18-35D435988E7E}"/>
                  </a:ext>
                </a:extLst>
              </p:cNvPr>
              <p:cNvGrpSpPr/>
              <p:nvPr/>
            </p:nvGrpSpPr>
            <p:grpSpPr>
              <a:xfrm>
                <a:off x="3981791" y="2954332"/>
                <a:ext cx="438669" cy="60757"/>
                <a:chOff x="3981791" y="2954332"/>
                <a:chExt cx="438669" cy="60757"/>
              </a:xfrm>
            </p:grpSpPr>
            <p:sp>
              <p:nvSpPr>
                <p:cNvPr id="170" name="任意多边形: 形状 169">
                  <a:extLst>
                    <a:ext uri="{FF2B5EF4-FFF2-40B4-BE49-F238E27FC236}">
                      <a16:creationId xmlns:a16="http://schemas.microsoft.com/office/drawing/2014/main" id="{C631DEAB-10C4-D97C-4B4F-5CDA3BCFCFEF}"/>
                    </a:ext>
                  </a:extLst>
                </p:cNvPr>
                <p:cNvSpPr/>
                <p:nvPr/>
              </p:nvSpPr>
              <p:spPr>
                <a:xfrm>
                  <a:off x="3981791" y="2984710"/>
                  <a:ext cx="393100" cy="7594"/>
                </a:xfrm>
                <a:custGeom>
                  <a:avLst/>
                  <a:gdLst>
                    <a:gd name="connsiteX0" fmla="*/ 0 w 393100"/>
                    <a:gd name="connsiteY0" fmla="*/ 0 h 7594"/>
                    <a:gd name="connsiteX1" fmla="*/ 393101 w 393100"/>
                    <a:gd name="connsiteY1" fmla="*/ 0 h 7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93100" h="7594">
                      <a:moveTo>
                        <a:pt x="0" y="0"/>
                      </a:moveTo>
                      <a:lnTo>
                        <a:pt x="393101" y="0"/>
                      </a:lnTo>
                    </a:path>
                  </a:pathLst>
                </a:custGeom>
                <a:noFill/>
                <a:ln w="1518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1" name="任意多边形: 形状 170">
                  <a:extLst>
                    <a:ext uri="{FF2B5EF4-FFF2-40B4-BE49-F238E27FC236}">
                      <a16:creationId xmlns:a16="http://schemas.microsoft.com/office/drawing/2014/main" id="{AE8FD566-C908-8E7E-7B81-807EFAC03DCC}"/>
                    </a:ext>
                  </a:extLst>
                </p:cNvPr>
                <p:cNvSpPr/>
                <p:nvPr/>
              </p:nvSpPr>
              <p:spPr>
                <a:xfrm>
                  <a:off x="4359702" y="2954332"/>
                  <a:ext cx="60757" cy="60757"/>
                </a:xfrm>
                <a:custGeom>
                  <a:avLst/>
                  <a:gdLst>
                    <a:gd name="connsiteX0" fmla="*/ 60757 w 60757"/>
                    <a:gd name="connsiteY0" fmla="*/ 30379 h 60757"/>
                    <a:gd name="connsiteX1" fmla="*/ 0 w 60757"/>
                    <a:gd name="connsiteY1" fmla="*/ 60757 h 60757"/>
                    <a:gd name="connsiteX2" fmla="*/ 15189 w 60757"/>
                    <a:gd name="connsiteY2" fmla="*/ 30379 h 60757"/>
                    <a:gd name="connsiteX3" fmla="*/ 0 w 60757"/>
                    <a:gd name="connsiteY3" fmla="*/ 0 h 607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757" h="60757">
                      <a:moveTo>
                        <a:pt x="60757" y="30379"/>
                      </a:moveTo>
                      <a:lnTo>
                        <a:pt x="0" y="60757"/>
                      </a:lnTo>
                      <a:lnTo>
                        <a:pt x="15189" y="303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18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2" name="图形 2">
                <a:extLst>
                  <a:ext uri="{FF2B5EF4-FFF2-40B4-BE49-F238E27FC236}">
                    <a16:creationId xmlns:a16="http://schemas.microsoft.com/office/drawing/2014/main" id="{0719CDA6-FAE6-221A-3CE3-700988AC598D}"/>
                  </a:ext>
                </a:extLst>
              </p:cNvPr>
              <p:cNvGrpSpPr/>
              <p:nvPr/>
            </p:nvGrpSpPr>
            <p:grpSpPr>
              <a:xfrm>
                <a:off x="3191944" y="2870790"/>
                <a:ext cx="789847" cy="275307"/>
                <a:chOff x="3191944" y="2870790"/>
                <a:chExt cx="789847" cy="275307"/>
              </a:xfrm>
              <a:solidFill>
                <a:srgbClr val="DAE8FC"/>
              </a:solidFill>
            </p:grpSpPr>
            <p:sp>
              <p:nvSpPr>
                <p:cNvPr id="173" name="任意多边形: 形状 172">
                  <a:extLst>
                    <a:ext uri="{FF2B5EF4-FFF2-40B4-BE49-F238E27FC236}">
                      <a16:creationId xmlns:a16="http://schemas.microsoft.com/office/drawing/2014/main" id="{6A68AC26-4A4C-65C1-9A38-46540B249DE8}"/>
                    </a:ext>
                  </a:extLst>
                </p:cNvPr>
                <p:cNvSpPr/>
                <p:nvPr/>
              </p:nvSpPr>
              <p:spPr>
                <a:xfrm>
                  <a:off x="3191944" y="2870790"/>
                  <a:ext cx="789847" cy="227840"/>
                </a:xfrm>
                <a:custGeom>
                  <a:avLst/>
                  <a:gdLst>
                    <a:gd name="connsiteX0" fmla="*/ 755671 w 789847"/>
                    <a:gd name="connsiteY0" fmla="*/ 0 h 227840"/>
                    <a:gd name="connsiteX1" fmla="*/ 789847 w 789847"/>
                    <a:gd name="connsiteY1" fmla="*/ 34176 h 227840"/>
                    <a:gd name="connsiteX2" fmla="*/ 789847 w 789847"/>
                    <a:gd name="connsiteY2" fmla="*/ 193664 h 227840"/>
                    <a:gd name="connsiteX3" fmla="*/ 755671 w 789847"/>
                    <a:gd name="connsiteY3" fmla="*/ 227841 h 227840"/>
                    <a:gd name="connsiteX4" fmla="*/ 34176 w 789847"/>
                    <a:gd name="connsiteY4" fmla="*/ 227841 h 227840"/>
                    <a:gd name="connsiteX5" fmla="*/ 0 w 789847"/>
                    <a:gd name="connsiteY5" fmla="*/ 193664 h 227840"/>
                    <a:gd name="connsiteX6" fmla="*/ 0 w 789847"/>
                    <a:gd name="connsiteY6" fmla="*/ 34176 h 227840"/>
                    <a:gd name="connsiteX7" fmla="*/ 34176 w 789847"/>
                    <a:gd name="connsiteY7" fmla="*/ 0 h 2278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89847" h="227840">
                      <a:moveTo>
                        <a:pt x="755671" y="0"/>
                      </a:moveTo>
                      <a:cubicBezTo>
                        <a:pt x="774546" y="0"/>
                        <a:pt x="789847" y="15301"/>
                        <a:pt x="789847" y="34176"/>
                      </a:cubicBezTo>
                      <a:lnTo>
                        <a:pt x="789847" y="193664"/>
                      </a:lnTo>
                      <a:cubicBezTo>
                        <a:pt x="789847" y="212539"/>
                        <a:pt x="774546" y="227841"/>
                        <a:pt x="755671" y="227841"/>
                      </a:cubicBezTo>
                      <a:lnTo>
                        <a:pt x="34176" y="227841"/>
                      </a:lnTo>
                      <a:cubicBezTo>
                        <a:pt x="15301" y="227841"/>
                        <a:pt x="0" y="212539"/>
                        <a:pt x="0" y="193664"/>
                      </a:cubicBezTo>
                      <a:lnTo>
                        <a:pt x="0" y="34176"/>
                      </a:lnTo>
                      <a:cubicBezTo>
                        <a:pt x="0" y="15301"/>
                        <a:pt x="15301" y="0"/>
                        <a:pt x="34176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7593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174" name="图片 173">
                  <a:extLst>
                    <a:ext uri="{FF2B5EF4-FFF2-40B4-BE49-F238E27FC236}">
                      <a16:creationId xmlns:a16="http://schemas.microsoft.com/office/drawing/2014/main" id="{1906BA5E-AA5F-01C5-5A2A-0986E9D688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94830" y="2870790"/>
                  <a:ext cx="774657" cy="275307"/>
                </a:xfrm>
                <a:custGeom>
                  <a:avLst/>
                  <a:gdLst>
                    <a:gd name="connsiteX0" fmla="*/ -1 w 774657"/>
                    <a:gd name="connsiteY0" fmla="*/ -1 h 275307"/>
                    <a:gd name="connsiteX1" fmla="*/ 774657 w 774657"/>
                    <a:gd name="connsiteY1" fmla="*/ -1 h 275307"/>
                    <a:gd name="connsiteX2" fmla="*/ 774657 w 774657"/>
                    <a:gd name="connsiteY2" fmla="*/ 275307 h 275307"/>
                    <a:gd name="connsiteX3" fmla="*/ -1 w 774657"/>
                    <a:gd name="connsiteY3" fmla="*/ 275307 h 275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4657" h="275307">
                      <a:moveTo>
                        <a:pt x="-1" y="-1"/>
                      </a:moveTo>
                      <a:lnTo>
                        <a:pt x="774657" y="-1"/>
                      </a:lnTo>
                      <a:lnTo>
                        <a:pt x="774657" y="275307"/>
                      </a:lnTo>
                      <a:lnTo>
                        <a:pt x="-1" y="27530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75" name="图形 2">
                <a:extLst>
                  <a:ext uri="{FF2B5EF4-FFF2-40B4-BE49-F238E27FC236}">
                    <a16:creationId xmlns:a16="http://schemas.microsoft.com/office/drawing/2014/main" id="{AA7E6DC4-FB2F-1AC6-7F9D-125C7A9C5BA0}"/>
                  </a:ext>
                </a:extLst>
              </p:cNvPr>
              <p:cNvGrpSpPr/>
              <p:nvPr/>
            </p:nvGrpSpPr>
            <p:grpSpPr>
              <a:xfrm>
                <a:off x="3981791" y="2954332"/>
                <a:ext cx="438669" cy="410112"/>
                <a:chOff x="3981791" y="2954332"/>
                <a:chExt cx="438669" cy="410112"/>
              </a:xfrm>
            </p:grpSpPr>
            <p:sp>
              <p:nvSpPr>
                <p:cNvPr id="176" name="任意多边形: 形状 175">
                  <a:extLst>
                    <a:ext uri="{FF2B5EF4-FFF2-40B4-BE49-F238E27FC236}">
                      <a16:creationId xmlns:a16="http://schemas.microsoft.com/office/drawing/2014/main" id="{6D36534E-E1BA-21C1-4C29-3503C0A6F1FC}"/>
                    </a:ext>
                  </a:extLst>
                </p:cNvPr>
                <p:cNvSpPr/>
                <p:nvPr/>
              </p:nvSpPr>
              <p:spPr>
                <a:xfrm>
                  <a:off x="3981791" y="2984710"/>
                  <a:ext cx="393100" cy="379734"/>
                </a:xfrm>
                <a:custGeom>
                  <a:avLst/>
                  <a:gdLst>
                    <a:gd name="connsiteX0" fmla="*/ 0 w 393100"/>
                    <a:gd name="connsiteY0" fmla="*/ 379734 h 379734"/>
                    <a:gd name="connsiteX1" fmla="*/ 52707 w 393100"/>
                    <a:gd name="connsiteY1" fmla="*/ 379734 h 379734"/>
                    <a:gd name="connsiteX2" fmla="*/ 105414 w 393100"/>
                    <a:gd name="connsiteY2" fmla="*/ 303787 h 379734"/>
                    <a:gd name="connsiteX3" fmla="*/ 105414 w 393100"/>
                    <a:gd name="connsiteY3" fmla="*/ 75947 h 379734"/>
                    <a:gd name="connsiteX4" fmla="*/ 181361 w 393100"/>
                    <a:gd name="connsiteY4" fmla="*/ 0 h 379734"/>
                    <a:gd name="connsiteX5" fmla="*/ 393101 w 393100"/>
                    <a:gd name="connsiteY5" fmla="*/ 0 h 379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3100" h="379734">
                      <a:moveTo>
                        <a:pt x="0" y="379734"/>
                      </a:moveTo>
                      <a:lnTo>
                        <a:pt x="52707" y="379734"/>
                      </a:lnTo>
                      <a:cubicBezTo>
                        <a:pt x="87845" y="379734"/>
                        <a:pt x="105414" y="354419"/>
                        <a:pt x="105414" y="303787"/>
                      </a:cubicBezTo>
                      <a:lnTo>
                        <a:pt x="105414" y="75947"/>
                      </a:lnTo>
                      <a:cubicBezTo>
                        <a:pt x="105414" y="25316"/>
                        <a:pt x="130730" y="0"/>
                        <a:pt x="181361" y="0"/>
                      </a:cubicBezTo>
                      <a:lnTo>
                        <a:pt x="393101" y="0"/>
                      </a:lnTo>
                    </a:path>
                  </a:pathLst>
                </a:custGeom>
                <a:noFill/>
                <a:ln w="1518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77" name="任意多边形: 形状 176">
                  <a:extLst>
                    <a:ext uri="{FF2B5EF4-FFF2-40B4-BE49-F238E27FC236}">
                      <a16:creationId xmlns:a16="http://schemas.microsoft.com/office/drawing/2014/main" id="{D7299CC9-ACE6-8740-46DD-C37FA91959F1}"/>
                    </a:ext>
                  </a:extLst>
                </p:cNvPr>
                <p:cNvSpPr/>
                <p:nvPr/>
              </p:nvSpPr>
              <p:spPr>
                <a:xfrm>
                  <a:off x="4359702" y="2954332"/>
                  <a:ext cx="60757" cy="60757"/>
                </a:xfrm>
                <a:custGeom>
                  <a:avLst/>
                  <a:gdLst>
                    <a:gd name="connsiteX0" fmla="*/ 60757 w 60757"/>
                    <a:gd name="connsiteY0" fmla="*/ 30379 h 60757"/>
                    <a:gd name="connsiteX1" fmla="*/ 0 w 60757"/>
                    <a:gd name="connsiteY1" fmla="*/ 60757 h 60757"/>
                    <a:gd name="connsiteX2" fmla="*/ 15189 w 60757"/>
                    <a:gd name="connsiteY2" fmla="*/ 30379 h 60757"/>
                    <a:gd name="connsiteX3" fmla="*/ 0 w 60757"/>
                    <a:gd name="connsiteY3" fmla="*/ 0 h 607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757" h="60757">
                      <a:moveTo>
                        <a:pt x="60757" y="30379"/>
                      </a:moveTo>
                      <a:lnTo>
                        <a:pt x="0" y="60757"/>
                      </a:lnTo>
                      <a:lnTo>
                        <a:pt x="15189" y="303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518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8" name="图形 2">
                <a:extLst>
                  <a:ext uri="{FF2B5EF4-FFF2-40B4-BE49-F238E27FC236}">
                    <a16:creationId xmlns:a16="http://schemas.microsoft.com/office/drawing/2014/main" id="{A4A62225-13B5-DAE6-62CE-1D9991956FB4}"/>
                  </a:ext>
                </a:extLst>
              </p:cNvPr>
              <p:cNvGrpSpPr/>
              <p:nvPr/>
            </p:nvGrpSpPr>
            <p:grpSpPr>
              <a:xfrm>
                <a:off x="3191944" y="3250524"/>
                <a:ext cx="789847" cy="275307"/>
                <a:chOff x="3191944" y="3250524"/>
                <a:chExt cx="789847" cy="275307"/>
              </a:xfrm>
              <a:solidFill>
                <a:srgbClr val="DAE8FC"/>
              </a:solidFill>
            </p:grpSpPr>
            <p:sp>
              <p:nvSpPr>
                <p:cNvPr id="179" name="任意多边形: 形状 178">
                  <a:extLst>
                    <a:ext uri="{FF2B5EF4-FFF2-40B4-BE49-F238E27FC236}">
                      <a16:creationId xmlns:a16="http://schemas.microsoft.com/office/drawing/2014/main" id="{729FDCE2-F8F4-13B3-F11B-4F103CFFBB0B}"/>
                    </a:ext>
                  </a:extLst>
                </p:cNvPr>
                <p:cNvSpPr/>
                <p:nvPr/>
              </p:nvSpPr>
              <p:spPr>
                <a:xfrm>
                  <a:off x="3191944" y="3250524"/>
                  <a:ext cx="789847" cy="227840"/>
                </a:xfrm>
                <a:custGeom>
                  <a:avLst/>
                  <a:gdLst>
                    <a:gd name="connsiteX0" fmla="*/ 755671 w 789847"/>
                    <a:gd name="connsiteY0" fmla="*/ 0 h 227840"/>
                    <a:gd name="connsiteX1" fmla="*/ 789847 w 789847"/>
                    <a:gd name="connsiteY1" fmla="*/ 34176 h 227840"/>
                    <a:gd name="connsiteX2" fmla="*/ 789847 w 789847"/>
                    <a:gd name="connsiteY2" fmla="*/ 193664 h 227840"/>
                    <a:gd name="connsiteX3" fmla="*/ 755671 w 789847"/>
                    <a:gd name="connsiteY3" fmla="*/ 227841 h 227840"/>
                    <a:gd name="connsiteX4" fmla="*/ 34176 w 789847"/>
                    <a:gd name="connsiteY4" fmla="*/ 227841 h 227840"/>
                    <a:gd name="connsiteX5" fmla="*/ 0 w 789847"/>
                    <a:gd name="connsiteY5" fmla="*/ 193664 h 227840"/>
                    <a:gd name="connsiteX6" fmla="*/ 0 w 789847"/>
                    <a:gd name="connsiteY6" fmla="*/ 34176 h 227840"/>
                    <a:gd name="connsiteX7" fmla="*/ 34176 w 789847"/>
                    <a:gd name="connsiteY7" fmla="*/ 0 h 2278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89847" h="227840">
                      <a:moveTo>
                        <a:pt x="755671" y="0"/>
                      </a:moveTo>
                      <a:cubicBezTo>
                        <a:pt x="774546" y="0"/>
                        <a:pt x="789847" y="15301"/>
                        <a:pt x="789847" y="34176"/>
                      </a:cubicBezTo>
                      <a:lnTo>
                        <a:pt x="789847" y="193664"/>
                      </a:lnTo>
                      <a:cubicBezTo>
                        <a:pt x="789847" y="212539"/>
                        <a:pt x="774546" y="227841"/>
                        <a:pt x="755671" y="227841"/>
                      </a:cubicBezTo>
                      <a:lnTo>
                        <a:pt x="34176" y="227841"/>
                      </a:lnTo>
                      <a:cubicBezTo>
                        <a:pt x="15301" y="227841"/>
                        <a:pt x="0" y="212539"/>
                        <a:pt x="0" y="193664"/>
                      </a:cubicBezTo>
                      <a:lnTo>
                        <a:pt x="0" y="34176"/>
                      </a:lnTo>
                      <a:cubicBezTo>
                        <a:pt x="0" y="15301"/>
                        <a:pt x="15301" y="0"/>
                        <a:pt x="34176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7593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180" name="图片 179">
                  <a:extLst>
                    <a:ext uri="{FF2B5EF4-FFF2-40B4-BE49-F238E27FC236}">
                      <a16:creationId xmlns:a16="http://schemas.microsoft.com/office/drawing/2014/main" id="{9B20E539-1573-5874-0CB1-6F9384D7D4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94830" y="3250524"/>
                  <a:ext cx="774657" cy="275307"/>
                </a:xfrm>
                <a:custGeom>
                  <a:avLst/>
                  <a:gdLst>
                    <a:gd name="connsiteX0" fmla="*/ -1 w 774657"/>
                    <a:gd name="connsiteY0" fmla="*/ -1 h 275307"/>
                    <a:gd name="connsiteX1" fmla="*/ 774657 w 774657"/>
                    <a:gd name="connsiteY1" fmla="*/ -1 h 275307"/>
                    <a:gd name="connsiteX2" fmla="*/ 774657 w 774657"/>
                    <a:gd name="connsiteY2" fmla="*/ 275307 h 275307"/>
                    <a:gd name="connsiteX3" fmla="*/ -1 w 774657"/>
                    <a:gd name="connsiteY3" fmla="*/ 275307 h 275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4657" h="275307">
                      <a:moveTo>
                        <a:pt x="-1" y="-1"/>
                      </a:moveTo>
                      <a:lnTo>
                        <a:pt x="774657" y="-1"/>
                      </a:lnTo>
                      <a:lnTo>
                        <a:pt x="774657" y="275307"/>
                      </a:lnTo>
                      <a:lnTo>
                        <a:pt x="-1" y="27530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1" name="图形 2">
                <a:extLst>
                  <a:ext uri="{FF2B5EF4-FFF2-40B4-BE49-F238E27FC236}">
                    <a16:creationId xmlns:a16="http://schemas.microsoft.com/office/drawing/2014/main" id="{5701CAC0-A34C-5FE9-589C-095BE7574BD3}"/>
                  </a:ext>
                </a:extLst>
              </p:cNvPr>
              <p:cNvGrpSpPr/>
              <p:nvPr/>
            </p:nvGrpSpPr>
            <p:grpSpPr>
              <a:xfrm>
                <a:off x="4437472" y="2732187"/>
                <a:ext cx="835415" cy="527830"/>
                <a:chOff x="4437472" y="2732187"/>
                <a:chExt cx="835415" cy="527830"/>
              </a:xfrm>
              <a:solidFill>
                <a:srgbClr val="DAE8FC"/>
              </a:solidFill>
            </p:grpSpPr>
            <p:sp>
              <p:nvSpPr>
                <p:cNvPr id="182" name="任意多边形: 形状 181">
                  <a:extLst>
                    <a:ext uri="{FF2B5EF4-FFF2-40B4-BE49-F238E27FC236}">
                      <a16:creationId xmlns:a16="http://schemas.microsoft.com/office/drawing/2014/main" id="{A47F0C99-C84C-6A8D-1C1E-4C571DB65AAE}"/>
                    </a:ext>
                  </a:extLst>
                </p:cNvPr>
                <p:cNvSpPr/>
                <p:nvPr/>
              </p:nvSpPr>
              <p:spPr>
                <a:xfrm>
                  <a:off x="4437472" y="2732187"/>
                  <a:ext cx="835415" cy="505046"/>
                </a:xfrm>
                <a:custGeom>
                  <a:avLst/>
                  <a:gdLst>
                    <a:gd name="connsiteX0" fmla="*/ 759696 w 835415"/>
                    <a:gd name="connsiteY0" fmla="*/ 0 h 505046"/>
                    <a:gd name="connsiteX1" fmla="*/ 835415 w 835415"/>
                    <a:gd name="connsiteY1" fmla="*/ 75719 h 505046"/>
                    <a:gd name="connsiteX2" fmla="*/ 835415 w 835415"/>
                    <a:gd name="connsiteY2" fmla="*/ 429328 h 505046"/>
                    <a:gd name="connsiteX3" fmla="*/ 759696 w 835415"/>
                    <a:gd name="connsiteY3" fmla="*/ 505047 h 505046"/>
                    <a:gd name="connsiteX4" fmla="*/ 75719 w 835415"/>
                    <a:gd name="connsiteY4" fmla="*/ 505047 h 505046"/>
                    <a:gd name="connsiteX5" fmla="*/ 0 w 835415"/>
                    <a:gd name="connsiteY5" fmla="*/ 429328 h 505046"/>
                    <a:gd name="connsiteX6" fmla="*/ 0 w 835415"/>
                    <a:gd name="connsiteY6" fmla="*/ 75719 h 505046"/>
                    <a:gd name="connsiteX7" fmla="*/ 75719 w 835415"/>
                    <a:gd name="connsiteY7" fmla="*/ 0 h 5050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35415" h="505046">
                      <a:moveTo>
                        <a:pt x="759696" y="0"/>
                      </a:moveTo>
                      <a:cubicBezTo>
                        <a:pt x="801515" y="0"/>
                        <a:pt x="835415" y="33901"/>
                        <a:pt x="835415" y="75719"/>
                      </a:cubicBezTo>
                      <a:lnTo>
                        <a:pt x="835415" y="429328"/>
                      </a:lnTo>
                      <a:cubicBezTo>
                        <a:pt x="835415" y="471146"/>
                        <a:pt x="801515" y="505047"/>
                        <a:pt x="759696" y="505047"/>
                      </a:cubicBezTo>
                      <a:lnTo>
                        <a:pt x="75719" y="505047"/>
                      </a:lnTo>
                      <a:cubicBezTo>
                        <a:pt x="33900" y="505047"/>
                        <a:pt x="0" y="471146"/>
                        <a:pt x="0" y="429328"/>
                      </a:cubicBezTo>
                      <a:lnTo>
                        <a:pt x="0" y="75719"/>
                      </a:lnTo>
                      <a:cubicBezTo>
                        <a:pt x="0" y="33901"/>
                        <a:pt x="33900" y="0"/>
                        <a:pt x="75719" y="0"/>
                      </a:cubicBezTo>
                      <a:close/>
                    </a:path>
                  </a:pathLst>
                </a:custGeom>
                <a:solidFill>
                  <a:srgbClr val="DAE8FC"/>
                </a:solidFill>
                <a:ln w="7593" cap="flat">
                  <a:solidFill>
                    <a:srgbClr val="6C8EB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183" name="图片 182">
                  <a:extLst>
                    <a:ext uri="{FF2B5EF4-FFF2-40B4-BE49-F238E27FC236}">
                      <a16:creationId xmlns:a16="http://schemas.microsoft.com/office/drawing/2014/main" id="{F4202EB4-066F-338A-DE95-0CA3E75086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440358" y="2756870"/>
                  <a:ext cx="820225" cy="503147"/>
                </a:xfrm>
                <a:custGeom>
                  <a:avLst/>
                  <a:gdLst>
                    <a:gd name="connsiteX0" fmla="*/ -1 w 820225"/>
                    <a:gd name="connsiteY0" fmla="*/ -1 h 503147"/>
                    <a:gd name="connsiteX1" fmla="*/ 820225 w 820225"/>
                    <a:gd name="connsiteY1" fmla="*/ -1 h 503147"/>
                    <a:gd name="connsiteX2" fmla="*/ 820225 w 820225"/>
                    <a:gd name="connsiteY2" fmla="*/ 503147 h 503147"/>
                    <a:gd name="connsiteX3" fmla="*/ -1 w 820225"/>
                    <a:gd name="connsiteY3" fmla="*/ 503147 h 5031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20225" h="503147">
                      <a:moveTo>
                        <a:pt x="-1" y="-1"/>
                      </a:moveTo>
                      <a:lnTo>
                        <a:pt x="820225" y="-1"/>
                      </a:lnTo>
                      <a:lnTo>
                        <a:pt x="820225" y="503147"/>
                      </a:lnTo>
                      <a:lnTo>
                        <a:pt x="-1" y="503147"/>
                      </a:lnTo>
                      <a:close/>
                    </a:path>
                  </a:pathLst>
                </a:custGeom>
              </p:spPr>
            </p:pic>
          </p:grpSp>
          <p:grpSp>
            <p:nvGrpSpPr>
              <p:cNvPr id="184" name="图形 2">
                <a:extLst>
                  <a:ext uri="{FF2B5EF4-FFF2-40B4-BE49-F238E27FC236}">
                    <a16:creationId xmlns:a16="http://schemas.microsoft.com/office/drawing/2014/main" id="{23A8F32C-9889-7B5C-A0AD-114C1A12FDAE}"/>
                  </a:ext>
                </a:extLst>
              </p:cNvPr>
              <p:cNvGrpSpPr/>
              <p:nvPr/>
            </p:nvGrpSpPr>
            <p:grpSpPr>
              <a:xfrm>
                <a:off x="4166949" y="2893574"/>
                <a:ext cx="159488" cy="220245"/>
                <a:chOff x="4166949" y="2893574"/>
                <a:chExt cx="159488" cy="220245"/>
              </a:xfrm>
              <a:solidFill>
                <a:srgbClr val="FFFFFF"/>
              </a:solidFill>
            </p:grpSpPr>
            <p:sp>
              <p:nvSpPr>
                <p:cNvPr id="185" name="任意多边形: 形状 184">
                  <a:extLst>
                    <a:ext uri="{FF2B5EF4-FFF2-40B4-BE49-F238E27FC236}">
                      <a16:creationId xmlns:a16="http://schemas.microsoft.com/office/drawing/2014/main" id="{631ADCF7-6680-890D-218C-FBC85ED96A56}"/>
                    </a:ext>
                  </a:extLst>
                </p:cNvPr>
                <p:cNvSpPr/>
                <p:nvPr/>
              </p:nvSpPr>
              <p:spPr>
                <a:xfrm>
                  <a:off x="4166949" y="2904966"/>
                  <a:ext cx="159488" cy="159488"/>
                </a:xfrm>
                <a:custGeom>
                  <a:avLst/>
                  <a:gdLst>
                    <a:gd name="connsiteX0" fmla="*/ 159488 w 159488"/>
                    <a:gd name="connsiteY0" fmla="*/ 79744 h 159488"/>
                    <a:gd name="connsiteX1" fmla="*/ 79744 w 159488"/>
                    <a:gd name="connsiteY1" fmla="*/ 159488 h 159488"/>
                    <a:gd name="connsiteX2" fmla="*/ 0 w 159488"/>
                    <a:gd name="connsiteY2" fmla="*/ 79744 h 159488"/>
                    <a:gd name="connsiteX3" fmla="*/ 79744 w 159488"/>
                    <a:gd name="connsiteY3" fmla="*/ 0 h 159488"/>
                    <a:gd name="connsiteX4" fmla="*/ 159488 w 159488"/>
                    <a:gd name="connsiteY4" fmla="*/ 79744 h 159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9488" h="159488">
                      <a:moveTo>
                        <a:pt x="159488" y="79744"/>
                      </a:moveTo>
                      <a:cubicBezTo>
                        <a:pt x="159488" y="123786"/>
                        <a:pt x="123786" y="159488"/>
                        <a:pt x="79744" y="159488"/>
                      </a:cubicBezTo>
                      <a:cubicBezTo>
                        <a:pt x="35703" y="159488"/>
                        <a:pt x="0" y="123786"/>
                        <a:pt x="0" y="79744"/>
                      </a:cubicBezTo>
                      <a:cubicBezTo>
                        <a:pt x="0" y="35703"/>
                        <a:pt x="35703" y="0"/>
                        <a:pt x="79744" y="0"/>
                      </a:cubicBezTo>
                      <a:cubicBezTo>
                        <a:pt x="123786" y="0"/>
                        <a:pt x="159488" y="35703"/>
                        <a:pt x="159488" y="7974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593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pic>
              <p:nvPicPr>
                <p:cNvPr id="186" name="图片 185">
                  <a:extLst>
                    <a:ext uri="{FF2B5EF4-FFF2-40B4-BE49-F238E27FC236}">
                      <a16:creationId xmlns:a16="http://schemas.microsoft.com/office/drawing/2014/main" id="{0DBA3D17-98D1-7E40-CAF8-B0814FF0DE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74544" y="2893574"/>
                  <a:ext cx="144299" cy="220245"/>
                </a:xfrm>
                <a:custGeom>
                  <a:avLst/>
                  <a:gdLst>
                    <a:gd name="connsiteX0" fmla="*/ -1 w 144299"/>
                    <a:gd name="connsiteY0" fmla="*/ -1 h 220245"/>
                    <a:gd name="connsiteX1" fmla="*/ 144299 w 144299"/>
                    <a:gd name="connsiteY1" fmla="*/ -1 h 220245"/>
                    <a:gd name="connsiteX2" fmla="*/ 144299 w 144299"/>
                    <a:gd name="connsiteY2" fmla="*/ 220245 h 220245"/>
                    <a:gd name="connsiteX3" fmla="*/ -1 w 144299"/>
                    <a:gd name="connsiteY3" fmla="*/ 220245 h 220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4299" h="220245">
                      <a:moveTo>
                        <a:pt x="-1" y="-1"/>
                      </a:moveTo>
                      <a:lnTo>
                        <a:pt x="144299" y="-1"/>
                      </a:lnTo>
                      <a:lnTo>
                        <a:pt x="144299" y="220245"/>
                      </a:lnTo>
                      <a:lnTo>
                        <a:pt x="-1" y="220245"/>
                      </a:lnTo>
                      <a:close/>
                    </a:path>
                  </a:pathLst>
                </a:custGeom>
              </p:spPr>
            </p:pic>
          </p:grpSp>
        </p:grpSp>
        <p:grpSp>
          <p:nvGrpSpPr>
            <p:cNvPr id="187" name="图形 2">
              <a:extLst>
                <a:ext uri="{FF2B5EF4-FFF2-40B4-BE49-F238E27FC236}">
                  <a16:creationId xmlns:a16="http://schemas.microsoft.com/office/drawing/2014/main" id="{52FB5E7B-171C-03DC-0A6E-D4E7A2EC7E4D}"/>
                </a:ext>
              </a:extLst>
            </p:cNvPr>
            <p:cNvGrpSpPr/>
            <p:nvPr/>
          </p:nvGrpSpPr>
          <p:grpSpPr>
            <a:xfrm>
              <a:off x="2659404" y="2955471"/>
              <a:ext cx="515527" cy="60757"/>
              <a:chOff x="2659404" y="2955471"/>
              <a:chExt cx="515527" cy="60757"/>
            </a:xfrm>
          </p:grpSpPr>
          <p:sp>
            <p:nvSpPr>
              <p:cNvPr id="188" name="任意多边形: 形状 187">
                <a:extLst>
                  <a:ext uri="{FF2B5EF4-FFF2-40B4-BE49-F238E27FC236}">
                    <a16:creationId xmlns:a16="http://schemas.microsoft.com/office/drawing/2014/main" id="{5D9D5227-73C0-6B86-B164-2A42298C332B}"/>
                  </a:ext>
                </a:extLst>
              </p:cNvPr>
              <p:cNvSpPr/>
              <p:nvPr/>
            </p:nvSpPr>
            <p:spPr>
              <a:xfrm>
                <a:off x="2659404" y="2985622"/>
                <a:ext cx="469959" cy="6683"/>
              </a:xfrm>
              <a:custGeom>
                <a:avLst/>
                <a:gdLst>
                  <a:gd name="connsiteX0" fmla="*/ 0 w 469959"/>
                  <a:gd name="connsiteY0" fmla="*/ 6683 h 6683"/>
                  <a:gd name="connsiteX1" fmla="*/ 469959 w 469959"/>
                  <a:gd name="connsiteY1" fmla="*/ 0 h 6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69959" h="6683">
                    <a:moveTo>
                      <a:pt x="0" y="6683"/>
                    </a:moveTo>
                    <a:lnTo>
                      <a:pt x="469959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" name="任意多边形: 形状 188">
                <a:extLst>
                  <a:ext uri="{FF2B5EF4-FFF2-40B4-BE49-F238E27FC236}">
                    <a16:creationId xmlns:a16="http://schemas.microsoft.com/office/drawing/2014/main" id="{E2CE400D-00BC-38D9-CE88-5EB8C7E81C3D}"/>
                  </a:ext>
                </a:extLst>
              </p:cNvPr>
              <p:cNvSpPr/>
              <p:nvPr/>
            </p:nvSpPr>
            <p:spPr>
              <a:xfrm>
                <a:off x="3113794" y="2955471"/>
                <a:ext cx="61137" cy="60757"/>
              </a:xfrm>
              <a:custGeom>
                <a:avLst/>
                <a:gdLst>
                  <a:gd name="connsiteX0" fmla="*/ 61137 w 61137"/>
                  <a:gd name="connsiteY0" fmla="*/ 29467 h 60757"/>
                  <a:gd name="connsiteX1" fmla="*/ 835 w 61137"/>
                  <a:gd name="connsiteY1" fmla="*/ 60757 h 60757"/>
                  <a:gd name="connsiteX2" fmla="*/ 15569 w 61137"/>
                  <a:gd name="connsiteY2" fmla="*/ 30151 h 60757"/>
                  <a:gd name="connsiteX3" fmla="*/ 0 w 6113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137" h="60757">
                    <a:moveTo>
                      <a:pt x="61137" y="29467"/>
                    </a:moveTo>
                    <a:lnTo>
                      <a:pt x="835" y="60757"/>
                    </a:lnTo>
                    <a:lnTo>
                      <a:pt x="15569" y="301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90" name="图形 2">
              <a:extLst>
                <a:ext uri="{FF2B5EF4-FFF2-40B4-BE49-F238E27FC236}">
                  <a16:creationId xmlns:a16="http://schemas.microsoft.com/office/drawing/2014/main" id="{C177F2AE-7F28-41DB-3A3B-6EE75AECBB6A}"/>
                </a:ext>
              </a:extLst>
            </p:cNvPr>
            <p:cNvGrpSpPr/>
            <p:nvPr/>
          </p:nvGrpSpPr>
          <p:grpSpPr>
            <a:xfrm>
              <a:off x="2659404" y="2574598"/>
              <a:ext cx="515527" cy="417707"/>
              <a:chOff x="2659404" y="2574598"/>
              <a:chExt cx="515527" cy="417707"/>
            </a:xfrm>
          </p:grpSpPr>
          <p:sp>
            <p:nvSpPr>
              <p:cNvPr id="191" name="任意多边形: 形状 190">
                <a:extLst>
                  <a:ext uri="{FF2B5EF4-FFF2-40B4-BE49-F238E27FC236}">
                    <a16:creationId xmlns:a16="http://schemas.microsoft.com/office/drawing/2014/main" id="{DF176613-6F9D-B2B2-270D-FA553C14B118}"/>
                  </a:ext>
                </a:extLst>
              </p:cNvPr>
              <p:cNvSpPr/>
              <p:nvPr/>
            </p:nvSpPr>
            <p:spPr>
              <a:xfrm>
                <a:off x="2659404" y="2604976"/>
                <a:ext cx="469959" cy="387328"/>
              </a:xfrm>
              <a:custGeom>
                <a:avLst/>
                <a:gdLst>
                  <a:gd name="connsiteX0" fmla="*/ 0 w 469959"/>
                  <a:gd name="connsiteY0" fmla="*/ 387329 h 387328"/>
                  <a:gd name="connsiteX1" fmla="*/ 70251 w 469959"/>
                  <a:gd name="connsiteY1" fmla="*/ 375937 h 387328"/>
                  <a:gd name="connsiteX2" fmla="*/ 140502 w 469959"/>
                  <a:gd name="connsiteY2" fmla="*/ 288598 h 387328"/>
                  <a:gd name="connsiteX3" fmla="*/ 140502 w 469959"/>
                  <a:gd name="connsiteY3" fmla="*/ 75947 h 387328"/>
                  <a:gd name="connsiteX4" fmla="*/ 216449 w 469959"/>
                  <a:gd name="connsiteY4" fmla="*/ 0 h 387328"/>
                  <a:gd name="connsiteX5" fmla="*/ 469959 w 469959"/>
                  <a:gd name="connsiteY5" fmla="*/ 0 h 387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69959" h="387328">
                    <a:moveTo>
                      <a:pt x="0" y="387329"/>
                    </a:moveTo>
                    <a:lnTo>
                      <a:pt x="70251" y="375937"/>
                    </a:lnTo>
                    <a:cubicBezTo>
                      <a:pt x="117085" y="368342"/>
                      <a:pt x="140502" y="339229"/>
                      <a:pt x="140502" y="288598"/>
                    </a:cubicBezTo>
                    <a:lnTo>
                      <a:pt x="140502" y="75947"/>
                    </a:lnTo>
                    <a:cubicBezTo>
                      <a:pt x="140502" y="25316"/>
                      <a:pt x="165817" y="0"/>
                      <a:pt x="216449" y="0"/>
                    </a:cubicBezTo>
                    <a:lnTo>
                      <a:pt x="469959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" name="任意多边形: 形状 191">
                <a:extLst>
                  <a:ext uri="{FF2B5EF4-FFF2-40B4-BE49-F238E27FC236}">
                    <a16:creationId xmlns:a16="http://schemas.microsoft.com/office/drawing/2014/main" id="{1486934D-EED6-75E6-17CA-D36593B319DF}"/>
                  </a:ext>
                </a:extLst>
              </p:cNvPr>
              <p:cNvSpPr/>
              <p:nvPr/>
            </p:nvSpPr>
            <p:spPr>
              <a:xfrm>
                <a:off x="3114174" y="2574598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93" name="图形 2">
              <a:extLst>
                <a:ext uri="{FF2B5EF4-FFF2-40B4-BE49-F238E27FC236}">
                  <a16:creationId xmlns:a16="http://schemas.microsoft.com/office/drawing/2014/main" id="{FBEDE2FB-3088-6D6D-9F2F-FC17F74904F1}"/>
                </a:ext>
              </a:extLst>
            </p:cNvPr>
            <p:cNvGrpSpPr/>
            <p:nvPr/>
          </p:nvGrpSpPr>
          <p:grpSpPr>
            <a:xfrm>
              <a:off x="2659404" y="2992305"/>
              <a:ext cx="515527" cy="402518"/>
              <a:chOff x="2659404" y="2992305"/>
              <a:chExt cx="515527" cy="402518"/>
            </a:xfrm>
          </p:grpSpPr>
          <p:sp>
            <p:nvSpPr>
              <p:cNvPr id="194" name="任意多边形: 形状 193">
                <a:extLst>
                  <a:ext uri="{FF2B5EF4-FFF2-40B4-BE49-F238E27FC236}">
                    <a16:creationId xmlns:a16="http://schemas.microsoft.com/office/drawing/2014/main" id="{0E58267B-EF56-2517-2F10-22BEAA5F1EE9}"/>
                  </a:ext>
                </a:extLst>
              </p:cNvPr>
              <p:cNvSpPr/>
              <p:nvPr/>
            </p:nvSpPr>
            <p:spPr>
              <a:xfrm>
                <a:off x="2659404" y="2992305"/>
                <a:ext cx="469959" cy="372139"/>
              </a:xfrm>
              <a:custGeom>
                <a:avLst/>
                <a:gdLst>
                  <a:gd name="connsiteX0" fmla="*/ 0 w 469959"/>
                  <a:gd name="connsiteY0" fmla="*/ 0 h 372139"/>
                  <a:gd name="connsiteX1" fmla="*/ 70251 w 469959"/>
                  <a:gd name="connsiteY1" fmla="*/ 26581 h 372139"/>
                  <a:gd name="connsiteX2" fmla="*/ 140502 w 469959"/>
                  <a:gd name="connsiteY2" fmla="*/ 129110 h 372139"/>
                  <a:gd name="connsiteX3" fmla="*/ 140502 w 469959"/>
                  <a:gd name="connsiteY3" fmla="*/ 296193 h 372139"/>
                  <a:gd name="connsiteX4" fmla="*/ 216449 w 469959"/>
                  <a:gd name="connsiteY4" fmla="*/ 372140 h 372139"/>
                  <a:gd name="connsiteX5" fmla="*/ 469959 w 469959"/>
                  <a:gd name="connsiteY5" fmla="*/ 372140 h 372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69959" h="372139">
                    <a:moveTo>
                      <a:pt x="0" y="0"/>
                    </a:moveTo>
                    <a:lnTo>
                      <a:pt x="70251" y="26581"/>
                    </a:lnTo>
                    <a:cubicBezTo>
                      <a:pt x="117085" y="44302"/>
                      <a:pt x="140502" y="78478"/>
                      <a:pt x="140502" y="129110"/>
                    </a:cubicBezTo>
                    <a:lnTo>
                      <a:pt x="140502" y="296193"/>
                    </a:lnTo>
                    <a:cubicBezTo>
                      <a:pt x="140502" y="346824"/>
                      <a:pt x="165817" y="372140"/>
                      <a:pt x="216449" y="372140"/>
                    </a:cubicBezTo>
                    <a:lnTo>
                      <a:pt x="469959" y="37214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" name="任意多边形: 形状 194">
                <a:extLst>
                  <a:ext uri="{FF2B5EF4-FFF2-40B4-BE49-F238E27FC236}">
                    <a16:creationId xmlns:a16="http://schemas.microsoft.com/office/drawing/2014/main" id="{0B4F59C6-F55F-6E27-4A47-78B0BA6D06BC}"/>
                  </a:ext>
                </a:extLst>
              </p:cNvPr>
              <p:cNvSpPr/>
              <p:nvPr/>
            </p:nvSpPr>
            <p:spPr>
              <a:xfrm>
                <a:off x="3114174" y="3334066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96" name="任意多边形: 形状 195">
              <a:extLst>
                <a:ext uri="{FF2B5EF4-FFF2-40B4-BE49-F238E27FC236}">
                  <a16:creationId xmlns:a16="http://schemas.microsoft.com/office/drawing/2014/main" id="{9A42917A-57B2-BF61-0FCE-19D4B7C27B33}"/>
                </a:ext>
              </a:extLst>
            </p:cNvPr>
            <p:cNvSpPr/>
            <p:nvPr/>
          </p:nvSpPr>
          <p:spPr>
            <a:xfrm>
              <a:off x="2146130" y="2744845"/>
              <a:ext cx="487325" cy="487325"/>
            </a:xfrm>
            <a:custGeom>
              <a:avLst/>
              <a:gdLst>
                <a:gd name="connsiteX0" fmla="*/ 398243 w 487325"/>
                <a:gd name="connsiteY0" fmla="*/ 297815 h 487325"/>
                <a:gd name="connsiteX1" fmla="*/ 442546 w 487325"/>
                <a:gd name="connsiteY1" fmla="*/ 254620 h 487325"/>
                <a:gd name="connsiteX2" fmla="*/ 486848 w 487325"/>
                <a:gd name="connsiteY2" fmla="*/ 298922 h 487325"/>
                <a:gd name="connsiteX3" fmla="*/ 442546 w 487325"/>
                <a:gd name="connsiteY3" fmla="*/ 343225 h 487325"/>
                <a:gd name="connsiteX4" fmla="*/ 403781 w 487325"/>
                <a:gd name="connsiteY4" fmla="*/ 319966 h 487325"/>
                <a:gd name="connsiteX5" fmla="*/ 345081 w 487325"/>
                <a:gd name="connsiteY5" fmla="*/ 319966 h 487325"/>
                <a:gd name="connsiteX6" fmla="*/ 334005 w 487325"/>
                <a:gd name="connsiteY6" fmla="*/ 312213 h 487325"/>
                <a:gd name="connsiteX7" fmla="*/ 284165 w 487325"/>
                <a:gd name="connsiteY7" fmla="*/ 121713 h 487325"/>
                <a:gd name="connsiteX8" fmla="*/ 211066 w 487325"/>
                <a:gd name="connsiteY8" fmla="*/ 401925 h 487325"/>
                <a:gd name="connsiteX9" fmla="*/ 190023 w 487325"/>
                <a:gd name="connsiteY9" fmla="*/ 403033 h 487325"/>
                <a:gd name="connsiteX10" fmla="*/ 136860 w 487325"/>
                <a:gd name="connsiteY10" fmla="*/ 236899 h 487325"/>
                <a:gd name="connsiteX11" fmla="*/ 98095 w 487325"/>
                <a:gd name="connsiteY11" fmla="*/ 315536 h 487325"/>
                <a:gd name="connsiteX12" fmla="*/ 88127 w 487325"/>
                <a:gd name="connsiteY12" fmla="*/ 322181 h 487325"/>
                <a:gd name="connsiteX13" fmla="*/ 43825 w 487325"/>
                <a:gd name="connsiteY13" fmla="*/ 322181 h 487325"/>
                <a:gd name="connsiteX14" fmla="*/ 32749 w 487325"/>
                <a:gd name="connsiteY14" fmla="*/ 311105 h 487325"/>
                <a:gd name="connsiteX15" fmla="*/ 43825 w 487325"/>
                <a:gd name="connsiteY15" fmla="*/ 300030 h 487325"/>
                <a:gd name="connsiteX16" fmla="*/ 80374 w 487325"/>
                <a:gd name="connsiteY16" fmla="*/ 300030 h 487325"/>
                <a:gd name="connsiteX17" fmla="*/ 127999 w 487325"/>
                <a:gd name="connsiteY17" fmla="*/ 203672 h 487325"/>
                <a:gd name="connsiteX18" fmla="*/ 147935 w 487325"/>
                <a:gd name="connsiteY18" fmla="*/ 204780 h 487325"/>
                <a:gd name="connsiteX19" fmla="*/ 198883 w 487325"/>
                <a:gd name="connsiteY19" fmla="*/ 358730 h 487325"/>
                <a:gd name="connsiteX20" fmla="*/ 273089 w 487325"/>
                <a:gd name="connsiteY20" fmla="*/ 74088 h 487325"/>
                <a:gd name="connsiteX21" fmla="*/ 294133 w 487325"/>
                <a:gd name="connsiteY21" fmla="*/ 74088 h 487325"/>
                <a:gd name="connsiteX22" fmla="*/ 352834 w 487325"/>
                <a:gd name="connsiteY22" fmla="*/ 297815 h 487325"/>
                <a:gd name="connsiteX23" fmla="*/ 398243 w 487325"/>
                <a:gd name="connsiteY23" fmla="*/ 297815 h 487325"/>
                <a:gd name="connsiteX24" fmla="*/ 442546 w 487325"/>
                <a:gd name="connsiteY24" fmla="*/ 321073 h 487325"/>
                <a:gd name="connsiteX25" fmla="*/ 464697 w 487325"/>
                <a:gd name="connsiteY25" fmla="*/ 298922 h 487325"/>
                <a:gd name="connsiteX26" fmla="*/ 442546 w 487325"/>
                <a:gd name="connsiteY26" fmla="*/ 276771 h 487325"/>
                <a:gd name="connsiteX27" fmla="*/ 420395 w 487325"/>
                <a:gd name="connsiteY27" fmla="*/ 298922 h 487325"/>
                <a:gd name="connsiteX28" fmla="*/ 442546 w 487325"/>
                <a:gd name="connsiteY28" fmla="*/ 321073 h 487325"/>
                <a:gd name="connsiteX29" fmla="*/ 21674 w 487325"/>
                <a:gd name="connsiteY29" fmla="*/ 465056 h 487325"/>
                <a:gd name="connsiteX30" fmla="*/ 475773 w 487325"/>
                <a:gd name="connsiteY30" fmla="*/ 465056 h 487325"/>
                <a:gd name="connsiteX31" fmla="*/ 486848 w 487325"/>
                <a:gd name="connsiteY31" fmla="*/ 476132 h 487325"/>
                <a:gd name="connsiteX32" fmla="*/ 475773 w 487325"/>
                <a:gd name="connsiteY32" fmla="*/ 487207 h 487325"/>
                <a:gd name="connsiteX33" fmla="*/ 10598 w 487325"/>
                <a:gd name="connsiteY33" fmla="*/ 487207 h 487325"/>
                <a:gd name="connsiteX34" fmla="*/ -478 w 487325"/>
                <a:gd name="connsiteY34" fmla="*/ 476132 h 487325"/>
                <a:gd name="connsiteX35" fmla="*/ -478 w 487325"/>
                <a:gd name="connsiteY35" fmla="*/ 10957 h 487325"/>
                <a:gd name="connsiteX36" fmla="*/ 10598 w 487325"/>
                <a:gd name="connsiteY36" fmla="*/ -118 h 487325"/>
                <a:gd name="connsiteX37" fmla="*/ 21674 w 487325"/>
                <a:gd name="connsiteY37" fmla="*/ 10957 h 487325"/>
                <a:gd name="connsiteX38" fmla="*/ 21674 w 487325"/>
                <a:gd name="connsiteY38" fmla="*/ 465056 h 48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87325" h="487325">
                  <a:moveTo>
                    <a:pt x="398243" y="297815"/>
                  </a:moveTo>
                  <a:cubicBezTo>
                    <a:pt x="398243" y="273448"/>
                    <a:pt x="418179" y="254620"/>
                    <a:pt x="442546" y="254620"/>
                  </a:cubicBezTo>
                  <a:cubicBezTo>
                    <a:pt x="466912" y="254620"/>
                    <a:pt x="486848" y="274556"/>
                    <a:pt x="486848" y="298922"/>
                  </a:cubicBezTo>
                  <a:cubicBezTo>
                    <a:pt x="486848" y="323288"/>
                    <a:pt x="466912" y="343225"/>
                    <a:pt x="442546" y="343225"/>
                  </a:cubicBezTo>
                  <a:cubicBezTo>
                    <a:pt x="425932" y="343225"/>
                    <a:pt x="411534" y="334364"/>
                    <a:pt x="403781" y="319966"/>
                  </a:cubicBezTo>
                  <a:lnTo>
                    <a:pt x="345081" y="319966"/>
                  </a:lnTo>
                  <a:cubicBezTo>
                    <a:pt x="339543" y="319966"/>
                    <a:pt x="335113" y="316643"/>
                    <a:pt x="334005" y="312213"/>
                  </a:cubicBezTo>
                  <a:lnTo>
                    <a:pt x="284165" y="121713"/>
                  </a:lnTo>
                  <a:lnTo>
                    <a:pt x="211066" y="401925"/>
                  </a:lnTo>
                  <a:cubicBezTo>
                    <a:pt x="207743" y="413001"/>
                    <a:pt x="193345" y="413001"/>
                    <a:pt x="190023" y="403033"/>
                  </a:cubicBezTo>
                  <a:lnTo>
                    <a:pt x="136860" y="236899"/>
                  </a:lnTo>
                  <a:lnTo>
                    <a:pt x="98095" y="315536"/>
                  </a:lnTo>
                  <a:cubicBezTo>
                    <a:pt x="95880" y="318858"/>
                    <a:pt x="92557" y="322181"/>
                    <a:pt x="88127" y="322181"/>
                  </a:cubicBezTo>
                  <a:lnTo>
                    <a:pt x="43825" y="322181"/>
                  </a:lnTo>
                  <a:cubicBezTo>
                    <a:pt x="37179" y="322181"/>
                    <a:pt x="32749" y="317751"/>
                    <a:pt x="32749" y="311105"/>
                  </a:cubicBezTo>
                  <a:cubicBezTo>
                    <a:pt x="32749" y="304460"/>
                    <a:pt x="37179" y="300030"/>
                    <a:pt x="43825" y="300030"/>
                  </a:cubicBezTo>
                  <a:lnTo>
                    <a:pt x="80374" y="300030"/>
                  </a:lnTo>
                  <a:lnTo>
                    <a:pt x="127999" y="203672"/>
                  </a:lnTo>
                  <a:cubicBezTo>
                    <a:pt x="132429" y="194812"/>
                    <a:pt x="145720" y="195919"/>
                    <a:pt x="147935" y="204780"/>
                  </a:cubicBezTo>
                  <a:lnTo>
                    <a:pt x="198883" y="358730"/>
                  </a:lnTo>
                  <a:lnTo>
                    <a:pt x="273089" y="74088"/>
                  </a:lnTo>
                  <a:cubicBezTo>
                    <a:pt x="276412" y="63012"/>
                    <a:pt x="291918" y="63012"/>
                    <a:pt x="294133" y="74088"/>
                  </a:cubicBezTo>
                  <a:lnTo>
                    <a:pt x="352834" y="297815"/>
                  </a:lnTo>
                  <a:lnTo>
                    <a:pt x="398243" y="297815"/>
                  </a:lnTo>
                  <a:close/>
                  <a:moveTo>
                    <a:pt x="442546" y="321073"/>
                  </a:moveTo>
                  <a:cubicBezTo>
                    <a:pt x="454729" y="321073"/>
                    <a:pt x="464697" y="311105"/>
                    <a:pt x="464697" y="298922"/>
                  </a:cubicBezTo>
                  <a:cubicBezTo>
                    <a:pt x="464697" y="286739"/>
                    <a:pt x="454729" y="276771"/>
                    <a:pt x="442546" y="276771"/>
                  </a:cubicBezTo>
                  <a:cubicBezTo>
                    <a:pt x="430363" y="276771"/>
                    <a:pt x="420395" y="286739"/>
                    <a:pt x="420395" y="298922"/>
                  </a:cubicBezTo>
                  <a:cubicBezTo>
                    <a:pt x="420395" y="311105"/>
                    <a:pt x="430363" y="321073"/>
                    <a:pt x="442546" y="321073"/>
                  </a:cubicBezTo>
                  <a:close/>
                  <a:moveTo>
                    <a:pt x="21674" y="465056"/>
                  </a:moveTo>
                  <a:lnTo>
                    <a:pt x="475773" y="465056"/>
                  </a:lnTo>
                  <a:cubicBezTo>
                    <a:pt x="482418" y="465056"/>
                    <a:pt x="486848" y="469486"/>
                    <a:pt x="486848" y="476132"/>
                  </a:cubicBezTo>
                  <a:cubicBezTo>
                    <a:pt x="486848" y="482777"/>
                    <a:pt x="482418" y="487207"/>
                    <a:pt x="475773" y="487207"/>
                  </a:cubicBezTo>
                  <a:lnTo>
                    <a:pt x="10598" y="487207"/>
                  </a:lnTo>
                  <a:cubicBezTo>
                    <a:pt x="3953" y="487207"/>
                    <a:pt x="-478" y="482777"/>
                    <a:pt x="-478" y="476132"/>
                  </a:cubicBezTo>
                  <a:lnTo>
                    <a:pt x="-478" y="10957"/>
                  </a:lnTo>
                  <a:cubicBezTo>
                    <a:pt x="-478" y="4312"/>
                    <a:pt x="3953" y="-118"/>
                    <a:pt x="10598" y="-118"/>
                  </a:cubicBezTo>
                  <a:cubicBezTo>
                    <a:pt x="17243" y="-118"/>
                    <a:pt x="21674" y="4312"/>
                    <a:pt x="21674" y="10957"/>
                  </a:cubicBezTo>
                  <a:lnTo>
                    <a:pt x="21674" y="465056"/>
                  </a:lnTo>
                  <a:close/>
                </a:path>
              </a:pathLst>
            </a:custGeom>
            <a:solidFill>
              <a:srgbClr val="2C2C2C"/>
            </a:solidFill>
            <a:ln w="5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97" name="图形 2">
              <a:extLst>
                <a:ext uri="{FF2B5EF4-FFF2-40B4-BE49-F238E27FC236}">
                  <a16:creationId xmlns:a16="http://schemas.microsoft.com/office/drawing/2014/main" id="{65655198-C5C3-F5C7-E661-0D99FDA546EE}"/>
                </a:ext>
              </a:extLst>
            </p:cNvPr>
            <p:cNvGrpSpPr/>
            <p:nvPr/>
          </p:nvGrpSpPr>
          <p:grpSpPr>
            <a:xfrm>
              <a:off x="9581959" y="2945294"/>
              <a:ext cx="393100" cy="60757"/>
              <a:chOff x="9581959" y="2945294"/>
              <a:chExt cx="393100" cy="60757"/>
            </a:xfrm>
          </p:grpSpPr>
          <p:sp>
            <p:nvSpPr>
              <p:cNvPr id="198" name="任意多边形: 形状 197">
                <a:extLst>
                  <a:ext uri="{FF2B5EF4-FFF2-40B4-BE49-F238E27FC236}">
                    <a16:creationId xmlns:a16="http://schemas.microsoft.com/office/drawing/2014/main" id="{66324C26-07A9-3AD7-5090-80F2EA4C7739}"/>
                  </a:ext>
                </a:extLst>
              </p:cNvPr>
              <p:cNvSpPr/>
              <p:nvPr/>
            </p:nvSpPr>
            <p:spPr>
              <a:xfrm>
                <a:off x="9581959" y="2971420"/>
                <a:ext cx="347608" cy="4556"/>
              </a:xfrm>
              <a:custGeom>
                <a:avLst/>
                <a:gdLst>
                  <a:gd name="connsiteX0" fmla="*/ 0 w 347608"/>
                  <a:gd name="connsiteY0" fmla="*/ 0 h 4556"/>
                  <a:gd name="connsiteX1" fmla="*/ 205056 w 347608"/>
                  <a:gd name="connsiteY1" fmla="*/ 1899 h 4556"/>
                  <a:gd name="connsiteX2" fmla="*/ 347609 w 347608"/>
                  <a:gd name="connsiteY2" fmla="*/ 4557 h 4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7608" h="4556">
                    <a:moveTo>
                      <a:pt x="0" y="0"/>
                    </a:moveTo>
                    <a:lnTo>
                      <a:pt x="205056" y="1899"/>
                    </a:lnTo>
                    <a:lnTo>
                      <a:pt x="347609" y="4557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" name="任意多边形: 形状 198">
                <a:extLst>
                  <a:ext uri="{FF2B5EF4-FFF2-40B4-BE49-F238E27FC236}">
                    <a16:creationId xmlns:a16="http://schemas.microsoft.com/office/drawing/2014/main" id="{BEB5AE03-4A0B-95F4-7889-CA80CCDD8E66}"/>
                  </a:ext>
                </a:extLst>
              </p:cNvPr>
              <p:cNvSpPr/>
              <p:nvPr/>
            </p:nvSpPr>
            <p:spPr>
              <a:xfrm>
                <a:off x="9913770" y="2945294"/>
                <a:ext cx="61289" cy="60757"/>
              </a:xfrm>
              <a:custGeom>
                <a:avLst/>
                <a:gdLst>
                  <a:gd name="connsiteX0" fmla="*/ 61290 w 61289"/>
                  <a:gd name="connsiteY0" fmla="*/ 31518 h 60757"/>
                  <a:gd name="connsiteX1" fmla="*/ 0 w 61289"/>
                  <a:gd name="connsiteY1" fmla="*/ 60757 h 60757"/>
                  <a:gd name="connsiteX2" fmla="*/ 15798 w 61289"/>
                  <a:gd name="connsiteY2" fmla="*/ 30683 h 60757"/>
                  <a:gd name="connsiteX3" fmla="*/ 1139 w 61289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289" h="60757">
                    <a:moveTo>
                      <a:pt x="61290" y="31518"/>
                    </a:moveTo>
                    <a:lnTo>
                      <a:pt x="0" y="60757"/>
                    </a:lnTo>
                    <a:lnTo>
                      <a:pt x="15798" y="30683"/>
                    </a:lnTo>
                    <a:lnTo>
                      <a:pt x="11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00" name="图形 2">
              <a:extLst>
                <a:ext uri="{FF2B5EF4-FFF2-40B4-BE49-F238E27FC236}">
                  <a16:creationId xmlns:a16="http://schemas.microsoft.com/office/drawing/2014/main" id="{06D501A8-3E9B-70BF-E2B1-40D63A055834}"/>
                </a:ext>
              </a:extLst>
            </p:cNvPr>
            <p:cNvGrpSpPr/>
            <p:nvPr/>
          </p:nvGrpSpPr>
          <p:grpSpPr>
            <a:xfrm>
              <a:off x="6460544" y="2954332"/>
              <a:ext cx="195639" cy="60757"/>
              <a:chOff x="6460544" y="2954332"/>
              <a:chExt cx="195639" cy="60757"/>
            </a:xfrm>
          </p:grpSpPr>
          <p:sp>
            <p:nvSpPr>
              <p:cNvPr id="201" name="任意多边形: 形状 200">
                <a:extLst>
                  <a:ext uri="{FF2B5EF4-FFF2-40B4-BE49-F238E27FC236}">
                    <a16:creationId xmlns:a16="http://schemas.microsoft.com/office/drawing/2014/main" id="{4DA0A963-3C54-D74D-9EE5-1E34BB9FABCF}"/>
                  </a:ext>
                </a:extLst>
              </p:cNvPr>
              <p:cNvSpPr/>
              <p:nvPr/>
            </p:nvSpPr>
            <p:spPr>
              <a:xfrm>
                <a:off x="6460544" y="2984710"/>
                <a:ext cx="151893" cy="7594"/>
              </a:xfrm>
              <a:custGeom>
                <a:avLst/>
                <a:gdLst>
                  <a:gd name="connsiteX0" fmla="*/ 0 w 151893"/>
                  <a:gd name="connsiteY0" fmla="*/ 0 h 7594"/>
                  <a:gd name="connsiteX1" fmla="*/ 151894 w 151893"/>
                  <a:gd name="connsiteY1" fmla="*/ 0 h 7594"/>
                  <a:gd name="connsiteX2" fmla="*/ 60757 w 151893"/>
                  <a:gd name="connsiteY2" fmla="*/ 0 h 7594"/>
                  <a:gd name="connsiteX3" fmla="*/ 150071 w 151893"/>
                  <a:gd name="connsiteY3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893" h="7594">
                    <a:moveTo>
                      <a:pt x="0" y="0"/>
                    </a:moveTo>
                    <a:lnTo>
                      <a:pt x="151894" y="0"/>
                    </a:lnTo>
                    <a:lnTo>
                      <a:pt x="60757" y="0"/>
                    </a:lnTo>
                    <a:lnTo>
                      <a:pt x="150071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" name="任意多边形: 形状 201">
                <a:extLst>
                  <a:ext uri="{FF2B5EF4-FFF2-40B4-BE49-F238E27FC236}">
                    <a16:creationId xmlns:a16="http://schemas.microsoft.com/office/drawing/2014/main" id="{02659656-5254-E366-6761-97D356AC818A}"/>
                  </a:ext>
                </a:extLst>
              </p:cNvPr>
              <p:cNvSpPr/>
              <p:nvPr/>
            </p:nvSpPr>
            <p:spPr>
              <a:xfrm>
                <a:off x="6595426" y="2954332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03" name="图形 2">
              <a:extLst>
                <a:ext uri="{FF2B5EF4-FFF2-40B4-BE49-F238E27FC236}">
                  <a16:creationId xmlns:a16="http://schemas.microsoft.com/office/drawing/2014/main" id="{FB3C9916-D31A-E2BE-68CC-AE90CBC33208}"/>
                </a:ext>
              </a:extLst>
            </p:cNvPr>
            <p:cNvGrpSpPr/>
            <p:nvPr/>
          </p:nvGrpSpPr>
          <p:grpSpPr>
            <a:xfrm>
              <a:off x="5482804" y="2718897"/>
              <a:ext cx="977815" cy="541121"/>
              <a:chOff x="5482804" y="2718897"/>
              <a:chExt cx="977815" cy="541121"/>
            </a:xfrm>
            <a:solidFill>
              <a:srgbClr val="D5E8D4"/>
            </a:solidFill>
          </p:grpSpPr>
          <p:sp>
            <p:nvSpPr>
              <p:cNvPr id="204" name="任意多边形: 形状 203">
                <a:extLst>
                  <a:ext uri="{FF2B5EF4-FFF2-40B4-BE49-F238E27FC236}">
                    <a16:creationId xmlns:a16="http://schemas.microsoft.com/office/drawing/2014/main" id="{41110371-FA04-B391-ECE3-04458A836354}"/>
                  </a:ext>
                </a:extLst>
              </p:cNvPr>
              <p:cNvSpPr/>
              <p:nvPr/>
            </p:nvSpPr>
            <p:spPr>
              <a:xfrm rot="10800000" flipV="1">
                <a:off x="5482804" y="2718897"/>
                <a:ext cx="977815" cy="531627"/>
              </a:xfrm>
              <a:custGeom>
                <a:avLst/>
                <a:gdLst>
                  <a:gd name="connsiteX0" fmla="*/ 898071 w 977815"/>
                  <a:gd name="connsiteY0" fmla="*/ 0 h 531627"/>
                  <a:gd name="connsiteX1" fmla="*/ 977816 w 977815"/>
                  <a:gd name="connsiteY1" fmla="*/ 79744 h 531627"/>
                  <a:gd name="connsiteX2" fmla="*/ 977816 w 977815"/>
                  <a:gd name="connsiteY2" fmla="*/ 451884 h 531627"/>
                  <a:gd name="connsiteX3" fmla="*/ 898071 w 977815"/>
                  <a:gd name="connsiteY3" fmla="*/ 531628 h 531627"/>
                  <a:gd name="connsiteX4" fmla="*/ 79744 w 977815"/>
                  <a:gd name="connsiteY4" fmla="*/ 531628 h 531627"/>
                  <a:gd name="connsiteX5" fmla="*/ 0 w 977815"/>
                  <a:gd name="connsiteY5" fmla="*/ 451884 h 531627"/>
                  <a:gd name="connsiteX6" fmla="*/ 0 w 977815"/>
                  <a:gd name="connsiteY6" fmla="*/ 79744 h 531627"/>
                  <a:gd name="connsiteX7" fmla="*/ 79744 w 977815"/>
                  <a:gd name="connsiteY7" fmla="*/ 0 h 531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77815" h="531627">
                    <a:moveTo>
                      <a:pt x="898071" y="0"/>
                    </a:moveTo>
                    <a:cubicBezTo>
                      <a:pt x="942113" y="0"/>
                      <a:pt x="977816" y="35703"/>
                      <a:pt x="977816" y="79744"/>
                    </a:cubicBezTo>
                    <a:lnTo>
                      <a:pt x="977816" y="451884"/>
                    </a:lnTo>
                    <a:cubicBezTo>
                      <a:pt x="977816" y="495925"/>
                      <a:pt x="942113" y="531628"/>
                      <a:pt x="898071" y="531628"/>
                    </a:cubicBezTo>
                    <a:lnTo>
                      <a:pt x="79744" y="531628"/>
                    </a:lnTo>
                    <a:cubicBezTo>
                      <a:pt x="35703" y="531628"/>
                      <a:pt x="0" y="495925"/>
                      <a:pt x="0" y="451884"/>
                    </a:cubicBezTo>
                    <a:lnTo>
                      <a:pt x="0" y="79744"/>
                    </a:lnTo>
                    <a:cubicBezTo>
                      <a:pt x="0" y="35703"/>
                      <a:pt x="35703" y="0"/>
                      <a:pt x="79744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5185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05" name="图片 204">
                <a:extLst>
                  <a:ext uri="{FF2B5EF4-FFF2-40B4-BE49-F238E27FC236}">
                    <a16:creationId xmlns:a16="http://schemas.microsoft.com/office/drawing/2014/main" id="{4A54DA15-7765-03E9-DA20-F046E5ED0C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88424" y="2756870"/>
                <a:ext cx="964524" cy="503147"/>
              </a:xfrm>
              <a:custGeom>
                <a:avLst/>
                <a:gdLst>
                  <a:gd name="connsiteX0" fmla="*/ -1 w 964524"/>
                  <a:gd name="connsiteY0" fmla="*/ -1 h 503147"/>
                  <a:gd name="connsiteX1" fmla="*/ 964524 w 964524"/>
                  <a:gd name="connsiteY1" fmla="*/ -1 h 503147"/>
                  <a:gd name="connsiteX2" fmla="*/ 964524 w 964524"/>
                  <a:gd name="connsiteY2" fmla="*/ 503147 h 503147"/>
                  <a:gd name="connsiteX3" fmla="*/ -1 w 964524"/>
                  <a:gd name="connsiteY3" fmla="*/ 503147 h 503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4524" h="503147">
                    <a:moveTo>
                      <a:pt x="-1" y="-1"/>
                    </a:moveTo>
                    <a:lnTo>
                      <a:pt x="964524" y="-1"/>
                    </a:lnTo>
                    <a:lnTo>
                      <a:pt x="964524" y="503147"/>
                    </a:lnTo>
                    <a:lnTo>
                      <a:pt x="-1" y="503147"/>
                    </a:lnTo>
                    <a:close/>
                  </a:path>
                </a:pathLst>
              </a:custGeom>
            </p:spPr>
          </p:pic>
        </p:grpSp>
        <p:grpSp>
          <p:nvGrpSpPr>
            <p:cNvPr id="206" name="图形 2">
              <a:extLst>
                <a:ext uri="{FF2B5EF4-FFF2-40B4-BE49-F238E27FC236}">
                  <a16:creationId xmlns:a16="http://schemas.microsoft.com/office/drawing/2014/main" id="{EEF43096-C306-4526-3D2C-E323E2B5085A}"/>
                </a:ext>
              </a:extLst>
            </p:cNvPr>
            <p:cNvGrpSpPr/>
            <p:nvPr/>
          </p:nvGrpSpPr>
          <p:grpSpPr>
            <a:xfrm>
              <a:off x="5272887" y="2954332"/>
              <a:ext cx="192829" cy="60757"/>
              <a:chOff x="5272887" y="2954332"/>
              <a:chExt cx="192829" cy="60757"/>
            </a:xfrm>
          </p:grpSpPr>
          <p:sp>
            <p:nvSpPr>
              <p:cNvPr id="207" name="任意多边形: 形状 206">
                <a:extLst>
                  <a:ext uri="{FF2B5EF4-FFF2-40B4-BE49-F238E27FC236}">
                    <a16:creationId xmlns:a16="http://schemas.microsoft.com/office/drawing/2014/main" id="{2E7824E3-733B-B2C3-D89A-3E3ED32F1BCC}"/>
                  </a:ext>
                </a:extLst>
              </p:cNvPr>
              <p:cNvSpPr/>
              <p:nvPr/>
            </p:nvSpPr>
            <p:spPr>
              <a:xfrm>
                <a:off x="5272887" y="2984710"/>
                <a:ext cx="150982" cy="7594"/>
              </a:xfrm>
              <a:custGeom>
                <a:avLst/>
                <a:gdLst>
                  <a:gd name="connsiteX0" fmla="*/ 0 w 150982"/>
                  <a:gd name="connsiteY0" fmla="*/ 0 h 7594"/>
                  <a:gd name="connsiteX1" fmla="*/ 150982 w 150982"/>
                  <a:gd name="connsiteY1" fmla="*/ 0 h 7594"/>
                  <a:gd name="connsiteX2" fmla="*/ 147261 w 150982"/>
                  <a:gd name="connsiteY2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0982" h="7594">
                    <a:moveTo>
                      <a:pt x="0" y="0"/>
                    </a:moveTo>
                    <a:lnTo>
                      <a:pt x="150982" y="0"/>
                    </a:lnTo>
                    <a:lnTo>
                      <a:pt x="147261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" name="任意多边形: 形状 207">
                <a:extLst>
                  <a:ext uri="{FF2B5EF4-FFF2-40B4-BE49-F238E27FC236}">
                    <a16:creationId xmlns:a16="http://schemas.microsoft.com/office/drawing/2014/main" id="{FE387ABA-0299-49A4-E308-5B2B5220F3C2}"/>
                  </a:ext>
                </a:extLst>
              </p:cNvPr>
              <p:cNvSpPr/>
              <p:nvPr/>
            </p:nvSpPr>
            <p:spPr>
              <a:xfrm>
                <a:off x="5404959" y="2954332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09" name="图形 2">
              <a:extLst>
                <a:ext uri="{FF2B5EF4-FFF2-40B4-BE49-F238E27FC236}">
                  <a16:creationId xmlns:a16="http://schemas.microsoft.com/office/drawing/2014/main" id="{5C57B40C-F366-830A-6F55-3D0674F24232}"/>
                </a:ext>
              </a:extLst>
            </p:cNvPr>
            <p:cNvGrpSpPr/>
            <p:nvPr/>
          </p:nvGrpSpPr>
          <p:grpSpPr>
            <a:xfrm>
              <a:off x="7052929" y="2954332"/>
              <a:ext cx="180449" cy="60757"/>
              <a:chOff x="7052929" y="2954332"/>
              <a:chExt cx="180449" cy="60757"/>
            </a:xfrm>
          </p:grpSpPr>
          <p:sp>
            <p:nvSpPr>
              <p:cNvPr id="210" name="任意多边形: 形状 209">
                <a:extLst>
                  <a:ext uri="{FF2B5EF4-FFF2-40B4-BE49-F238E27FC236}">
                    <a16:creationId xmlns:a16="http://schemas.microsoft.com/office/drawing/2014/main" id="{E489A907-47B4-3110-561F-FA8356008F67}"/>
                  </a:ext>
                </a:extLst>
              </p:cNvPr>
              <p:cNvSpPr/>
              <p:nvPr/>
            </p:nvSpPr>
            <p:spPr>
              <a:xfrm>
                <a:off x="7052929" y="2984710"/>
                <a:ext cx="134881" cy="7594"/>
              </a:xfrm>
              <a:custGeom>
                <a:avLst/>
                <a:gdLst>
                  <a:gd name="connsiteX0" fmla="*/ 0 w 134881"/>
                  <a:gd name="connsiteY0" fmla="*/ 0 h 7594"/>
                  <a:gd name="connsiteX1" fmla="*/ 134882 w 134881"/>
                  <a:gd name="connsiteY1" fmla="*/ 0 h 7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881" h="7594">
                    <a:moveTo>
                      <a:pt x="0" y="0"/>
                    </a:moveTo>
                    <a:lnTo>
                      <a:pt x="134882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" name="任意多边形: 形状 210">
                <a:extLst>
                  <a:ext uri="{FF2B5EF4-FFF2-40B4-BE49-F238E27FC236}">
                    <a16:creationId xmlns:a16="http://schemas.microsoft.com/office/drawing/2014/main" id="{F5E4ADC6-1E82-322A-3ECA-3BF68680544E}"/>
                  </a:ext>
                </a:extLst>
              </p:cNvPr>
              <p:cNvSpPr/>
              <p:nvPr/>
            </p:nvSpPr>
            <p:spPr>
              <a:xfrm>
                <a:off x="7172622" y="2954332"/>
                <a:ext cx="60757" cy="60757"/>
              </a:xfrm>
              <a:custGeom>
                <a:avLst/>
                <a:gdLst>
                  <a:gd name="connsiteX0" fmla="*/ 60757 w 60757"/>
                  <a:gd name="connsiteY0" fmla="*/ 30379 h 60757"/>
                  <a:gd name="connsiteX1" fmla="*/ 0 w 60757"/>
                  <a:gd name="connsiteY1" fmla="*/ 60757 h 60757"/>
                  <a:gd name="connsiteX2" fmla="*/ 15189 w 60757"/>
                  <a:gd name="connsiteY2" fmla="*/ 30379 h 60757"/>
                  <a:gd name="connsiteX3" fmla="*/ 0 w 60757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757" h="60757">
                    <a:moveTo>
                      <a:pt x="60757" y="30379"/>
                    </a:moveTo>
                    <a:lnTo>
                      <a:pt x="0" y="60757"/>
                    </a:lnTo>
                    <a:lnTo>
                      <a:pt x="15189" y="303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12" name="图形 2">
              <a:extLst>
                <a:ext uri="{FF2B5EF4-FFF2-40B4-BE49-F238E27FC236}">
                  <a16:creationId xmlns:a16="http://schemas.microsoft.com/office/drawing/2014/main" id="{FC870D35-BCF4-2333-B2CE-C9BAFE21B6D4}"/>
                </a:ext>
              </a:extLst>
            </p:cNvPr>
            <p:cNvGrpSpPr/>
            <p:nvPr/>
          </p:nvGrpSpPr>
          <p:grpSpPr>
            <a:xfrm>
              <a:off x="6673195" y="2491056"/>
              <a:ext cx="379734" cy="996802"/>
              <a:chOff x="6673195" y="2491056"/>
              <a:chExt cx="379734" cy="996802"/>
            </a:xfrm>
            <a:solidFill>
              <a:srgbClr val="DAE8FC"/>
            </a:solidFill>
          </p:grpSpPr>
          <p:sp>
            <p:nvSpPr>
              <p:cNvPr id="213" name="任意多边形: 形状 212">
                <a:extLst>
                  <a:ext uri="{FF2B5EF4-FFF2-40B4-BE49-F238E27FC236}">
                    <a16:creationId xmlns:a16="http://schemas.microsoft.com/office/drawing/2014/main" id="{5876F0EC-2955-8454-C0BA-54F67FAF0AA5}"/>
                  </a:ext>
                </a:extLst>
              </p:cNvPr>
              <p:cNvSpPr/>
              <p:nvPr/>
            </p:nvSpPr>
            <p:spPr>
              <a:xfrm rot="10800000" flipV="1">
                <a:off x="6673195" y="2491056"/>
                <a:ext cx="379734" cy="987308"/>
              </a:xfrm>
              <a:custGeom>
                <a:avLst/>
                <a:gdLst>
                  <a:gd name="connsiteX0" fmla="*/ 322774 w 379734"/>
                  <a:gd name="connsiteY0" fmla="*/ 0 h 987308"/>
                  <a:gd name="connsiteX1" fmla="*/ 379734 w 379734"/>
                  <a:gd name="connsiteY1" fmla="*/ 56960 h 987308"/>
                  <a:gd name="connsiteX2" fmla="*/ 379734 w 379734"/>
                  <a:gd name="connsiteY2" fmla="*/ 930349 h 987308"/>
                  <a:gd name="connsiteX3" fmla="*/ 322774 w 379734"/>
                  <a:gd name="connsiteY3" fmla="*/ 987309 h 987308"/>
                  <a:gd name="connsiteX4" fmla="*/ 56960 w 379734"/>
                  <a:gd name="connsiteY4" fmla="*/ 987309 h 987308"/>
                  <a:gd name="connsiteX5" fmla="*/ 0 w 379734"/>
                  <a:gd name="connsiteY5" fmla="*/ 930349 h 987308"/>
                  <a:gd name="connsiteX6" fmla="*/ 0 w 379734"/>
                  <a:gd name="connsiteY6" fmla="*/ 56960 h 987308"/>
                  <a:gd name="connsiteX7" fmla="*/ 56960 w 379734"/>
                  <a:gd name="connsiteY7" fmla="*/ 0 h 987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9734" h="987308">
                    <a:moveTo>
                      <a:pt x="322774" y="0"/>
                    </a:moveTo>
                    <a:cubicBezTo>
                      <a:pt x="354232" y="0"/>
                      <a:pt x="379734" y="25502"/>
                      <a:pt x="379734" y="56960"/>
                    </a:cubicBezTo>
                    <a:lnTo>
                      <a:pt x="379734" y="930349"/>
                    </a:lnTo>
                    <a:cubicBezTo>
                      <a:pt x="379734" y="961807"/>
                      <a:pt x="354232" y="987309"/>
                      <a:pt x="322774" y="987309"/>
                    </a:cubicBezTo>
                    <a:lnTo>
                      <a:pt x="56960" y="987309"/>
                    </a:lnTo>
                    <a:cubicBezTo>
                      <a:pt x="25502" y="987309"/>
                      <a:pt x="0" y="961807"/>
                      <a:pt x="0" y="930349"/>
                    </a:cubicBezTo>
                    <a:lnTo>
                      <a:pt x="0" y="56960"/>
                    </a:lnTo>
                    <a:cubicBezTo>
                      <a:pt x="0" y="25502"/>
                      <a:pt x="25502" y="0"/>
                      <a:pt x="5696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14" name="图片 213">
                <a:extLst>
                  <a:ext uri="{FF2B5EF4-FFF2-40B4-BE49-F238E27FC236}">
                    <a16:creationId xmlns:a16="http://schemas.microsoft.com/office/drawing/2014/main" id="{21FE9523-AAF9-F831-5174-F09E44B66C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80790" y="2529029"/>
                <a:ext cx="364544" cy="958828"/>
              </a:xfrm>
              <a:custGeom>
                <a:avLst/>
                <a:gdLst>
                  <a:gd name="connsiteX0" fmla="*/ -1 w 364544"/>
                  <a:gd name="connsiteY0" fmla="*/ -1 h 958828"/>
                  <a:gd name="connsiteX1" fmla="*/ 364544 w 364544"/>
                  <a:gd name="connsiteY1" fmla="*/ -1 h 958828"/>
                  <a:gd name="connsiteX2" fmla="*/ 364544 w 364544"/>
                  <a:gd name="connsiteY2" fmla="*/ 958828 h 958828"/>
                  <a:gd name="connsiteX3" fmla="*/ -1 w 364544"/>
                  <a:gd name="connsiteY3" fmla="*/ 958828 h 958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4544" h="958828">
                    <a:moveTo>
                      <a:pt x="-1" y="-1"/>
                    </a:moveTo>
                    <a:lnTo>
                      <a:pt x="364544" y="-1"/>
                    </a:lnTo>
                    <a:lnTo>
                      <a:pt x="364544" y="958828"/>
                    </a:lnTo>
                    <a:lnTo>
                      <a:pt x="-1" y="958828"/>
                    </a:lnTo>
                    <a:close/>
                  </a:path>
                </a:pathLst>
              </a:custGeom>
            </p:spPr>
          </p:pic>
        </p:grpSp>
        <p:grpSp>
          <p:nvGrpSpPr>
            <p:cNvPr id="215" name="图形 2">
              <a:extLst>
                <a:ext uri="{FF2B5EF4-FFF2-40B4-BE49-F238E27FC236}">
                  <a16:creationId xmlns:a16="http://schemas.microsoft.com/office/drawing/2014/main" id="{F06F63C5-DEC1-8745-3DFF-F47A96A17F33}"/>
                </a:ext>
              </a:extLst>
            </p:cNvPr>
            <p:cNvGrpSpPr/>
            <p:nvPr/>
          </p:nvGrpSpPr>
          <p:grpSpPr>
            <a:xfrm>
              <a:off x="7630125" y="2543611"/>
              <a:ext cx="355127" cy="441099"/>
              <a:chOff x="7630125" y="2543611"/>
              <a:chExt cx="355127" cy="441099"/>
            </a:xfrm>
          </p:grpSpPr>
          <p:sp>
            <p:nvSpPr>
              <p:cNvPr id="216" name="任意多边形: 形状 215">
                <a:extLst>
                  <a:ext uri="{FF2B5EF4-FFF2-40B4-BE49-F238E27FC236}">
                    <a16:creationId xmlns:a16="http://schemas.microsoft.com/office/drawing/2014/main" id="{30798916-13AA-6C39-422B-BA347569B9AD}"/>
                  </a:ext>
                </a:extLst>
              </p:cNvPr>
              <p:cNvSpPr/>
              <p:nvPr/>
            </p:nvSpPr>
            <p:spPr>
              <a:xfrm>
                <a:off x="7630125" y="2573914"/>
                <a:ext cx="309559" cy="410796"/>
              </a:xfrm>
              <a:custGeom>
                <a:avLst/>
                <a:gdLst>
                  <a:gd name="connsiteX0" fmla="*/ 0 w 309559"/>
                  <a:gd name="connsiteY0" fmla="*/ 410796 h 410796"/>
                  <a:gd name="connsiteX1" fmla="*/ 110123 w 309559"/>
                  <a:gd name="connsiteY1" fmla="*/ 410796 h 410796"/>
                  <a:gd name="connsiteX2" fmla="*/ 186070 w 309559"/>
                  <a:gd name="connsiteY2" fmla="*/ 334850 h 410796"/>
                  <a:gd name="connsiteX3" fmla="*/ 186070 w 309559"/>
                  <a:gd name="connsiteY3" fmla="*/ 76630 h 410796"/>
                  <a:gd name="connsiteX4" fmla="*/ 247815 w 309559"/>
                  <a:gd name="connsiteY4" fmla="*/ 380 h 410796"/>
                  <a:gd name="connsiteX5" fmla="*/ 309559 w 309559"/>
                  <a:gd name="connsiteY5" fmla="*/ 0 h 410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9559" h="410796">
                    <a:moveTo>
                      <a:pt x="0" y="410796"/>
                    </a:moveTo>
                    <a:lnTo>
                      <a:pt x="110123" y="410796"/>
                    </a:lnTo>
                    <a:cubicBezTo>
                      <a:pt x="160754" y="410796"/>
                      <a:pt x="186070" y="385481"/>
                      <a:pt x="186070" y="334850"/>
                    </a:cubicBezTo>
                    <a:lnTo>
                      <a:pt x="186070" y="76630"/>
                    </a:lnTo>
                    <a:cubicBezTo>
                      <a:pt x="186070" y="25999"/>
                      <a:pt x="206652" y="582"/>
                      <a:pt x="247815" y="380"/>
                    </a:cubicBezTo>
                    <a:lnTo>
                      <a:pt x="309559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7" name="任意多边形: 形状 216">
                <a:extLst>
                  <a:ext uri="{FF2B5EF4-FFF2-40B4-BE49-F238E27FC236}">
                    <a16:creationId xmlns:a16="http://schemas.microsoft.com/office/drawing/2014/main" id="{E64A4BAC-41DA-EEA3-B6C2-C6A29D5CCDD9}"/>
                  </a:ext>
                </a:extLst>
              </p:cNvPr>
              <p:cNvSpPr/>
              <p:nvPr/>
            </p:nvSpPr>
            <p:spPr>
              <a:xfrm>
                <a:off x="7924343" y="2543611"/>
                <a:ext cx="60909" cy="60757"/>
              </a:xfrm>
              <a:custGeom>
                <a:avLst/>
                <a:gdLst>
                  <a:gd name="connsiteX0" fmla="*/ 60910 w 60909"/>
                  <a:gd name="connsiteY0" fmla="*/ 30075 h 60757"/>
                  <a:gd name="connsiteX1" fmla="*/ 380 w 60909"/>
                  <a:gd name="connsiteY1" fmla="*/ 60757 h 60757"/>
                  <a:gd name="connsiteX2" fmla="*/ 15341 w 60909"/>
                  <a:gd name="connsiteY2" fmla="*/ 30303 h 60757"/>
                  <a:gd name="connsiteX3" fmla="*/ 0 w 60909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909" h="60757">
                    <a:moveTo>
                      <a:pt x="60910" y="30075"/>
                    </a:moveTo>
                    <a:lnTo>
                      <a:pt x="380" y="60757"/>
                    </a:lnTo>
                    <a:lnTo>
                      <a:pt x="15341" y="303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18" name="图形 2">
              <a:extLst>
                <a:ext uri="{FF2B5EF4-FFF2-40B4-BE49-F238E27FC236}">
                  <a16:creationId xmlns:a16="http://schemas.microsoft.com/office/drawing/2014/main" id="{2180B10F-1984-0936-4E06-EE5C430F4D41}"/>
                </a:ext>
              </a:extLst>
            </p:cNvPr>
            <p:cNvGrpSpPr/>
            <p:nvPr/>
          </p:nvGrpSpPr>
          <p:grpSpPr>
            <a:xfrm>
              <a:off x="7630125" y="2984710"/>
              <a:ext cx="355127" cy="477857"/>
              <a:chOff x="7630125" y="2984710"/>
              <a:chExt cx="355127" cy="477857"/>
            </a:xfrm>
          </p:grpSpPr>
          <p:sp>
            <p:nvSpPr>
              <p:cNvPr id="219" name="任意多边形: 形状 218">
                <a:extLst>
                  <a:ext uri="{FF2B5EF4-FFF2-40B4-BE49-F238E27FC236}">
                    <a16:creationId xmlns:a16="http://schemas.microsoft.com/office/drawing/2014/main" id="{805B6104-12EE-5F76-4502-CC2F32C84A6F}"/>
                  </a:ext>
                </a:extLst>
              </p:cNvPr>
              <p:cNvSpPr/>
              <p:nvPr/>
            </p:nvSpPr>
            <p:spPr>
              <a:xfrm>
                <a:off x="7630125" y="2984710"/>
                <a:ext cx="309559" cy="447783"/>
              </a:xfrm>
              <a:custGeom>
                <a:avLst/>
                <a:gdLst>
                  <a:gd name="connsiteX0" fmla="*/ 0 w 309559"/>
                  <a:gd name="connsiteY0" fmla="*/ 0 h 447783"/>
                  <a:gd name="connsiteX1" fmla="*/ 110123 w 309559"/>
                  <a:gd name="connsiteY1" fmla="*/ 0 h 447783"/>
                  <a:gd name="connsiteX2" fmla="*/ 186070 w 309559"/>
                  <a:gd name="connsiteY2" fmla="*/ 75947 h 447783"/>
                  <a:gd name="connsiteX3" fmla="*/ 186070 w 309559"/>
                  <a:gd name="connsiteY3" fmla="*/ 372140 h 447783"/>
                  <a:gd name="connsiteX4" fmla="*/ 247815 w 309559"/>
                  <a:gd name="connsiteY4" fmla="*/ 447783 h 447783"/>
                  <a:gd name="connsiteX5" fmla="*/ 309559 w 309559"/>
                  <a:gd name="connsiteY5" fmla="*/ 447403 h 447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9559" h="447783">
                    <a:moveTo>
                      <a:pt x="0" y="0"/>
                    </a:moveTo>
                    <a:lnTo>
                      <a:pt x="110123" y="0"/>
                    </a:lnTo>
                    <a:cubicBezTo>
                      <a:pt x="160754" y="0"/>
                      <a:pt x="186070" y="25316"/>
                      <a:pt x="186070" y="75947"/>
                    </a:cubicBezTo>
                    <a:lnTo>
                      <a:pt x="186070" y="372140"/>
                    </a:lnTo>
                    <a:cubicBezTo>
                      <a:pt x="186070" y="422771"/>
                      <a:pt x="206652" y="447985"/>
                      <a:pt x="247815" y="447783"/>
                    </a:cubicBezTo>
                    <a:lnTo>
                      <a:pt x="309559" y="447403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" name="任意多边形: 形状 219">
                <a:extLst>
                  <a:ext uri="{FF2B5EF4-FFF2-40B4-BE49-F238E27FC236}">
                    <a16:creationId xmlns:a16="http://schemas.microsoft.com/office/drawing/2014/main" id="{4EAF6EEB-47AC-485D-99E4-BCE318D31B1D}"/>
                  </a:ext>
                </a:extLst>
              </p:cNvPr>
              <p:cNvSpPr/>
              <p:nvPr/>
            </p:nvSpPr>
            <p:spPr>
              <a:xfrm>
                <a:off x="7924343" y="3401811"/>
                <a:ext cx="60909" cy="60757"/>
              </a:xfrm>
              <a:custGeom>
                <a:avLst/>
                <a:gdLst>
                  <a:gd name="connsiteX0" fmla="*/ 60910 w 60909"/>
                  <a:gd name="connsiteY0" fmla="*/ 30075 h 60757"/>
                  <a:gd name="connsiteX1" fmla="*/ 380 w 60909"/>
                  <a:gd name="connsiteY1" fmla="*/ 60757 h 60757"/>
                  <a:gd name="connsiteX2" fmla="*/ 15341 w 60909"/>
                  <a:gd name="connsiteY2" fmla="*/ 30303 h 60757"/>
                  <a:gd name="connsiteX3" fmla="*/ 0 w 60909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909" h="60757">
                    <a:moveTo>
                      <a:pt x="60910" y="30075"/>
                    </a:moveTo>
                    <a:lnTo>
                      <a:pt x="380" y="60757"/>
                    </a:lnTo>
                    <a:lnTo>
                      <a:pt x="15341" y="303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21" name="图形 2">
              <a:extLst>
                <a:ext uri="{FF2B5EF4-FFF2-40B4-BE49-F238E27FC236}">
                  <a16:creationId xmlns:a16="http://schemas.microsoft.com/office/drawing/2014/main" id="{9FD6F35B-C39D-D073-C862-744227B2927B}"/>
                </a:ext>
              </a:extLst>
            </p:cNvPr>
            <p:cNvGrpSpPr/>
            <p:nvPr/>
          </p:nvGrpSpPr>
          <p:grpSpPr>
            <a:xfrm>
              <a:off x="7250391" y="2390426"/>
              <a:ext cx="379734" cy="1211352"/>
              <a:chOff x="7250391" y="2390426"/>
              <a:chExt cx="379734" cy="1211352"/>
            </a:xfrm>
            <a:solidFill>
              <a:srgbClr val="DAE8FC"/>
            </a:solidFill>
          </p:grpSpPr>
          <p:sp>
            <p:nvSpPr>
              <p:cNvPr id="222" name="任意多边形: 形状 221">
                <a:extLst>
                  <a:ext uri="{FF2B5EF4-FFF2-40B4-BE49-F238E27FC236}">
                    <a16:creationId xmlns:a16="http://schemas.microsoft.com/office/drawing/2014/main" id="{7F04985A-C16A-EC24-192D-1126B9E3DAB7}"/>
                  </a:ext>
                </a:extLst>
              </p:cNvPr>
              <p:cNvSpPr/>
              <p:nvPr/>
            </p:nvSpPr>
            <p:spPr>
              <a:xfrm rot="10800000" flipV="1">
                <a:off x="7250391" y="2390426"/>
                <a:ext cx="379734" cy="1188568"/>
              </a:xfrm>
              <a:custGeom>
                <a:avLst/>
                <a:gdLst>
                  <a:gd name="connsiteX0" fmla="*/ 322774 w 379734"/>
                  <a:gd name="connsiteY0" fmla="*/ 0 h 1188568"/>
                  <a:gd name="connsiteX1" fmla="*/ 379734 w 379734"/>
                  <a:gd name="connsiteY1" fmla="*/ 56960 h 1188568"/>
                  <a:gd name="connsiteX2" fmla="*/ 379734 w 379734"/>
                  <a:gd name="connsiteY2" fmla="*/ 1131608 h 1188568"/>
                  <a:gd name="connsiteX3" fmla="*/ 322774 w 379734"/>
                  <a:gd name="connsiteY3" fmla="*/ 1188568 h 1188568"/>
                  <a:gd name="connsiteX4" fmla="*/ 56960 w 379734"/>
                  <a:gd name="connsiteY4" fmla="*/ 1188568 h 1188568"/>
                  <a:gd name="connsiteX5" fmla="*/ 0 w 379734"/>
                  <a:gd name="connsiteY5" fmla="*/ 1131608 h 1188568"/>
                  <a:gd name="connsiteX6" fmla="*/ 0 w 379734"/>
                  <a:gd name="connsiteY6" fmla="*/ 56960 h 1188568"/>
                  <a:gd name="connsiteX7" fmla="*/ 56960 w 379734"/>
                  <a:gd name="connsiteY7" fmla="*/ 0 h 1188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9734" h="1188568">
                    <a:moveTo>
                      <a:pt x="322774" y="0"/>
                    </a:moveTo>
                    <a:cubicBezTo>
                      <a:pt x="354232" y="0"/>
                      <a:pt x="379734" y="25502"/>
                      <a:pt x="379734" y="56960"/>
                    </a:cubicBezTo>
                    <a:lnTo>
                      <a:pt x="379734" y="1131608"/>
                    </a:lnTo>
                    <a:cubicBezTo>
                      <a:pt x="379734" y="1163066"/>
                      <a:pt x="354232" y="1188568"/>
                      <a:pt x="322774" y="1188568"/>
                    </a:cubicBezTo>
                    <a:lnTo>
                      <a:pt x="56960" y="1188568"/>
                    </a:lnTo>
                    <a:cubicBezTo>
                      <a:pt x="25502" y="1188568"/>
                      <a:pt x="0" y="1163066"/>
                      <a:pt x="0" y="1131608"/>
                    </a:cubicBezTo>
                    <a:lnTo>
                      <a:pt x="0" y="56960"/>
                    </a:lnTo>
                    <a:cubicBezTo>
                      <a:pt x="0" y="25502"/>
                      <a:pt x="25502" y="0"/>
                      <a:pt x="5696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23" name="图片 222">
                <a:extLst>
                  <a:ext uri="{FF2B5EF4-FFF2-40B4-BE49-F238E27FC236}">
                    <a16:creationId xmlns:a16="http://schemas.microsoft.com/office/drawing/2014/main" id="{A663EED0-0638-C020-38C0-F086817DEB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257986" y="2415109"/>
                <a:ext cx="364544" cy="1186669"/>
              </a:xfrm>
              <a:custGeom>
                <a:avLst/>
                <a:gdLst>
                  <a:gd name="connsiteX0" fmla="*/ -1 w 364544"/>
                  <a:gd name="connsiteY0" fmla="*/ -1 h 1186669"/>
                  <a:gd name="connsiteX1" fmla="*/ 364544 w 364544"/>
                  <a:gd name="connsiteY1" fmla="*/ -1 h 1186669"/>
                  <a:gd name="connsiteX2" fmla="*/ 364544 w 364544"/>
                  <a:gd name="connsiteY2" fmla="*/ 1186669 h 1186669"/>
                  <a:gd name="connsiteX3" fmla="*/ -1 w 364544"/>
                  <a:gd name="connsiteY3" fmla="*/ 1186669 h 118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4544" h="1186669">
                    <a:moveTo>
                      <a:pt x="-1" y="-1"/>
                    </a:moveTo>
                    <a:lnTo>
                      <a:pt x="364544" y="-1"/>
                    </a:lnTo>
                    <a:lnTo>
                      <a:pt x="364544" y="1186669"/>
                    </a:lnTo>
                    <a:lnTo>
                      <a:pt x="-1" y="1186669"/>
                    </a:lnTo>
                    <a:close/>
                  </a:path>
                </a:pathLst>
              </a:custGeom>
            </p:spPr>
          </p:pic>
        </p:grpSp>
        <p:grpSp>
          <p:nvGrpSpPr>
            <p:cNvPr id="224" name="图形 2">
              <a:extLst>
                <a:ext uri="{FF2B5EF4-FFF2-40B4-BE49-F238E27FC236}">
                  <a16:creationId xmlns:a16="http://schemas.microsoft.com/office/drawing/2014/main" id="{B3660BAE-FBD9-E288-A92B-94775449F936}"/>
                </a:ext>
              </a:extLst>
            </p:cNvPr>
            <p:cNvGrpSpPr/>
            <p:nvPr/>
          </p:nvGrpSpPr>
          <p:grpSpPr>
            <a:xfrm>
              <a:off x="8875653" y="2573534"/>
              <a:ext cx="309559" cy="429175"/>
              <a:chOff x="8875653" y="2573534"/>
              <a:chExt cx="309559" cy="429175"/>
            </a:xfrm>
          </p:grpSpPr>
          <p:sp>
            <p:nvSpPr>
              <p:cNvPr id="225" name="任意多边形: 形状 224">
                <a:extLst>
                  <a:ext uri="{FF2B5EF4-FFF2-40B4-BE49-F238E27FC236}">
                    <a16:creationId xmlns:a16="http://schemas.microsoft.com/office/drawing/2014/main" id="{C206202A-35D3-91AC-A661-87DE1AC6607D}"/>
                  </a:ext>
                </a:extLst>
              </p:cNvPr>
              <p:cNvSpPr/>
              <p:nvPr/>
            </p:nvSpPr>
            <p:spPr>
              <a:xfrm>
                <a:off x="8875653" y="2573534"/>
                <a:ext cx="263991" cy="399181"/>
              </a:xfrm>
              <a:custGeom>
                <a:avLst/>
                <a:gdLst>
                  <a:gd name="connsiteX0" fmla="*/ 0 w 263991"/>
                  <a:gd name="connsiteY0" fmla="*/ 0 h 399181"/>
                  <a:gd name="connsiteX1" fmla="*/ 87339 w 263991"/>
                  <a:gd name="connsiteY1" fmla="*/ 608 h 399181"/>
                  <a:gd name="connsiteX2" fmla="*/ 163286 w 263991"/>
                  <a:gd name="connsiteY2" fmla="*/ 77010 h 399181"/>
                  <a:gd name="connsiteX3" fmla="*/ 163286 w 263991"/>
                  <a:gd name="connsiteY3" fmla="*/ 323837 h 399181"/>
                  <a:gd name="connsiteX4" fmla="*/ 213639 w 263991"/>
                  <a:gd name="connsiteY4" fmla="*/ 399177 h 399181"/>
                  <a:gd name="connsiteX5" fmla="*/ 263991 w 263991"/>
                  <a:gd name="connsiteY5" fmla="*/ 398645 h 399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3991" h="399181">
                    <a:moveTo>
                      <a:pt x="0" y="0"/>
                    </a:moveTo>
                    <a:lnTo>
                      <a:pt x="87339" y="608"/>
                    </a:lnTo>
                    <a:cubicBezTo>
                      <a:pt x="137970" y="912"/>
                      <a:pt x="163286" y="26379"/>
                      <a:pt x="163286" y="77010"/>
                    </a:cubicBezTo>
                    <a:lnTo>
                      <a:pt x="163286" y="323837"/>
                    </a:lnTo>
                    <a:cubicBezTo>
                      <a:pt x="163286" y="374469"/>
                      <a:pt x="180070" y="399582"/>
                      <a:pt x="213639" y="399177"/>
                    </a:cubicBezTo>
                    <a:lnTo>
                      <a:pt x="263991" y="398645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" name="任意多边形: 形状 225">
                <a:extLst>
                  <a:ext uri="{FF2B5EF4-FFF2-40B4-BE49-F238E27FC236}">
                    <a16:creationId xmlns:a16="http://schemas.microsoft.com/office/drawing/2014/main" id="{E2379D99-570A-A4F2-4107-B88B3709DF9A}"/>
                  </a:ext>
                </a:extLst>
              </p:cNvPr>
              <p:cNvSpPr/>
              <p:nvPr/>
            </p:nvSpPr>
            <p:spPr>
              <a:xfrm>
                <a:off x="9124151" y="2941952"/>
                <a:ext cx="61061" cy="60757"/>
              </a:xfrm>
              <a:custGeom>
                <a:avLst/>
                <a:gdLst>
                  <a:gd name="connsiteX0" fmla="*/ 61062 w 61061"/>
                  <a:gd name="connsiteY0" fmla="*/ 29695 h 60757"/>
                  <a:gd name="connsiteX1" fmla="*/ 684 w 61061"/>
                  <a:gd name="connsiteY1" fmla="*/ 60757 h 60757"/>
                  <a:gd name="connsiteX2" fmla="*/ 15493 w 61061"/>
                  <a:gd name="connsiteY2" fmla="*/ 30227 h 60757"/>
                  <a:gd name="connsiteX3" fmla="*/ 0 w 61061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061" h="60757">
                    <a:moveTo>
                      <a:pt x="61062" y="29695"/>
                    </a:moveTo>
                    <a:lnTo>
                      <a:pt x="684" y="60757"/>
                    </a:lnTo>
                    <a:lnTo>
                      <a:pt x="15493" y="302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27" name="图形 2">
              <a:extLst>
                <a:ext uri="{FF2B5EF4-FFF2-40B4-BE49-F238E27FC236}">
                  <a16:creationId xmlns:a16="http://schemas.microsoft.com/office/drawing/2014/main" id="{169B7B03-6341-FD17-3697-A1FEC6FE3411}"/>
                </a:ext>
              </a:extLst>
            </p:cNvPr>
            <p:cNvGrpSpPr/>
            <p:nvPr/>
          </p:nvGrpSpPr>
          <p:grpSpPr>
            <a:xfrm>
              <a:off x="8875653" y="2941952"/>
              <a:ext cx="309559" cy="490391"/>
              <a:chOff x="8875653" y="2941952"/>
              <a:chExt cx="309559" cy="490391"/>
            </a:xfrm>
          </p:grpSpPr>
          <p:sp>
            <p:nvSpPr>
              <p:cNvPr id="228" name="任意多边形: 形状 227">
                <a:extLst>
                  <a:ext uri="{FF2B5EF4-FFF2-40B4-BE49-F238E27FC236}">
                    <a16:creationId xmlns:a16="http://schemas.microsoft.com/office/drawing/2014/main" id="{D3484DD9-D23A-E77D-61AC-69430594D73A}"/>
                  </a:ext>
                </a:extLst>
              </p:cNvPr>
              <p:cNvSpPr/>
              <p:nvPr/>
            </p:nvSpPr>
            <p:spPr>
              <a:xfrm>
                <a:off x="8875653" y="2972179"/>
                <a:ext cx="263991" cy="460164"/>
              </a:xfrm>
              <a:custGeom>
                <a:avLst/>
                <a:gdLst>
                  <a:gd name="connsiteX0" fmla="*/ 0 w 263991"/>
                  <a:gd name="connsiteY0" fmla="*/ 459554 h 460164"/>
                  <a:gd name="connsiteX1" fmla="*/ 87339 w 263991"/>
                  <a:gd name="connsiteY1" fmla="*/ 460162 h 460164"/>
                  <a:gd name="connsiteX2" fmla="*/ 163286 w 263991"/>
                  <a:gd name="connsiteY2" fmla="*/ 384671 h 460164"/>
                  <a:gd name="connsiteX3" fmla="*/ 163286 w 263991"/>
                  <a:gd name="connsiteY3" fmla="*/ 77086 h 460164"/>
                  <a:gd name="connsiteX4" fmla="*/ 213639 w 263991"/>
                  <a:gd name="connsiteY4" fmla="*/ 532 h 460164"/>
                  <a:gd name="connsiteX5" fmla="*/ 263991 w 263991"/>
                  <a:gd name="connsiteY5" fmla="*/ 0 h 460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3991" h="460164">
                    <a:moveTo>
                      <a:pt x="0" y="459554"/>
                    </a:moveTo>
                    <a:lnTo>
                      <a:pt x="87339" y="460162"/>
                    </a:lnTo>
                    <a:cubicBezTo>
                      <a:pt x="137970" y="460466"/>
                      <a:pt x="163286" y="435302"/>
                      <a:pt x="163286" y="384671"/>
                    </a:cubicBezTo>
                    <a:lnTo>
                      <a:pt x="163286" y="77086"/>
                    </a:lnTo>
                    <a:cubicBezTo>
                      <a:pt x="163286" y="26455"/>
                      <a:pt x="180070" y="937"/>
                      <a:pt x="213639" y="532"/>
                    </a:cubicBezTo>
                    <a:lnTo>
                      <a:pt x="263991" y="0"/>
                    </a:lnTo>
                  </a:path>
                </a:pathLst>
              </a:custGeom>
              <a:noFill/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9" name="任意多边形: 形状 228">
                <a:extLst>
                  <a:ext uri="{FF2B5EF4-FFF2-40B4-BE49-F238E27FC236}">
                    <a16:creationId xmlns:a16="http://schemas.microsoft.com/office/drawing/2014/main" id="{0260418D-CD2F-072C-9C8C-24862299BB40}"/>
                  </a:ext>
                </a:extLst>
              </p:cNvPr>
              <p:cNvSpPr/>
              <p:nvPr/>
            </p:nvSpPr>
            <p:spPr>
              <a:xfrm>
                <a:off x="9124151" y="2941952"/>
                <a:ext cx="61061" cy="60757"/>
              </a:xfrm>
              <a:custGeom>
                <a:avLst/>
                <a:gdLst>
                  <a:gd name="connsiteX0" fmla="*/ 61062 w 61061"/>
                  <a:gd name="connsiteY0" fmla="*/ 29695 h 60757"/>
                  <a:gd name="connsiteX1" fmla="*/ 684 w 61061"/>
                  <a:gd name="connsiteY1" fmla="*/ 60757 h 60757"/>
                  <a:gd name="connsiteX2" fmla="*/ 15493 w 61061"/>
                  <a:gd name="connsiteY2" fmla="*/ 30227 h 60757"/>
                  <a:gd name="connsiteX3" fmla="*/ 0 w 61061"/>
                  <a:gd name="connsiteY3" fmla="*/ 0 h 6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061" h="60757">
                    <a:moveTo>
                      <a:pt x="61062" y="29695"/>
                    </a:moveTo>
                    <a:lnTo>
                      <a:pt x="684" y="60757"/>
                    </a:lnTo>
                    <a:lnTo>
                      <a:pt x="15493" y="302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18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30" name="图形 2">
              <a:extLst>
                <a:ext uri="{FF2B5EF4-FFF2-40B4-BE49-F238E27FC236}">
                  <a16:creationId xmlns:a16="http://schemas.microsoft.com/office/drawing/2014/main" id="{0F6F94F3-AF60-334F-ED87-E44958287722}"/>
                </a:ext>
              </a:extLst>
            </p:cNvPr>
            <p:cNvGrpSpPr/>
            <p:nvPr/>
          </p:nvGrpSpPr>
          <p:grpSpPr>
            <a:xfrm>
              <a:off x="8959195" y="2878385"/>
              <a:ext cx="159488" cy="220245"/>
              <a:chOff x="8959195" y="2878385"/>
              <a:chExt cx="159488" cy="220245"/>
            </a:xfrm>
            <a:solidFill>
              <a:srgbClr val="FFFFFF"/>
            </a:solidFill>
          </p:grpSpPr>
          <p:sp>
            <p:nvSpPr>
              <p:cNvPr id="231" name="任意多边形: 形状 230">
                <a:extLst>
                  <a:ext uri="{FF2B5EF4-FFF2-40B4-BE49-F238E27FC236}">
                    <a16:creationId xmlns:a16="http://schemas.microsoft.com/office/drawing/2014/main" id="{E520C0E4-1DD0-BE10-4B18-3F944D333869}"/>
                  </a:ext>
                </a:extLst>
              </p:cNvPr>
              <p:cNvSpPr/>
              <p:nvPr/>
            </p:nvSpPr>
            <p:spPr>
              <a:xfrm>
                <a:off x="8959195" y="2891676"/>
                <a:ext cx="159488" cy="159488"/>
              </a:xfrm>
              <a:custGeom>
                <a:avLst/>
                <a:gdLst>
                  <a:gd name="connsiteX0" fmla="*/ 159488 w 159488"/>
                  <a:gd name="connsiteY0" fmla="*/ 79744 h 159488"/>
                  <a:gd name="connsiteX1" fmla="*/ 79744 w 159488"/>
                  <a:gd name="connsiteY1" fmla="*/ 159488 h 159488"/>
                  <a:gd name="connsiteX2" fmla="*/ 0 w 159488"/>
                  <a:gd name="connsiteY2" fmla="*/ 79744 h 159488"/>
                  <a:gd name="connsiteX3" fmla="*/ 79744 w 159488"/>
                  <a:gd name="connsiteY3" fmla="*/ 0 h 159488"/>
                  <a:gd name="connsiteX4" fmla="*/ 159488 w 159488"/>
                  <a:gd name="connsiteY4" fmla="*/ 79744 h 159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9488" h="159488">
                    <a:moveTo>
                      <a:pt x="159488" y="79744"/>
                    </a:moveTo>
                    <a:cubicBezTo>
                      <a:pt x="159488" y="123786"/>
                      <a:pt x="123786" y="159488"/>
                      <a:pt x="79744" y="159488"/>
                    </a:cubicBezTo>
                    <a:cubicBezTo>
                      <a:pt x="35703" y="159488"/>
                      <a:pt x="0" y="123786"/>
                      <a:pt x="0" y="79744"/>
                    </a:cubicBezTo>
                    <a:cubicBezTo>
                      <a:pt x="0" y="35703"/>
                      <a:pt x="35703" y="0"/>
                      <a:pt x="79744" y="0"/>
                    </a:cubicBezTo>
                    <a:cubicBezTo>
                      <a:pt x="123786" y="0"/>
                      <a:pt x="159488" y="35703"/>
                      <a:pt x="159488" y="797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759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32" name="图片 231">
                <a:extLst>
                  <a:ext uri="{FF2B5EF4-FFF2-40B4-BE49-F238E27FC236}">
                    <a16:creationId xmlns:a16="http://schemas.microsoft.com/office/drawing/2014/main" id="{714ED977-38F9-62A2-37A5-7E55A35D1B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59195" y="2878385"/>
                <a:ext cx="144299" cy="220245"/>
              </a:xfrm>
              <a:custGeom>
                <a:avLst/>
                <a:gdLst>
                  <a:gd name="connsiteX0" fmla="*/ -1 w 144299"/>
                  <a:gd name="connsiteY0" fmla="*/ -1 h 220245"/>
                  <a:gd name="connsiteX1" fmla="*/ 144299 w 144299"/>
                  <a:gd name="connsiteY1" fmla="*/ -1 h 220245"/>
                  <a:gd name="connsiteX2" fmla="*/ 144299 w 144299"/>
                  <a:gd name="connsiteY2" fmla="*/ 220245 h 220245"/>
                  <a:gd name="connsiteX3" fmla="*/ -1 w 144299"/>
                  <a:gd name="connsiteY3" fmla="*/ 220245 h 22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4299" h="220245">
                    <a:moveTo>
                      <a:pt x="-1" y="-1"/>
                    </a:moveTo>
                    <a:lnTo>
                      <a:pt x="144299" y="-1"/>
                    </a:lnTo>
                    <a:lnTo>
                      <a:pt x="144299" y="220245"/>
                    </a:lnTo>
                    <a:lnTo>
                      <a:pt x="-1" y="220245"/>
                    </a:lnTo>
                    <a:close/>
                  </a:path>
                </a:pathLst>
              </a:custGeom>
            </p:spPr>
          </p:pic>
        </p:grpSp>
        <p:grpSp>
          <p:nvGrpSpPr>
            <p:cNvPr id="233" name="图形 2">
              <a:extLst>
                <a:ext uri="{FF2B5EF4-FFF2-40B4-BE49-F238E27FC236}">
                  <a16:creationId xmlns:a16="http://schemas.microsoft.com/office/drawing/2014/main" id="{26262246-3D99-8A48-4FFB-24AC424AE28D}"/>
                </a:ext>
              </a:extLst>
            </p:cNvPr>
            <p:cNvGrpSpPr/>
            <p:nvPr/>
          </p:nvGrpSpPr>
          <p:grpSpPr>
            <a:xfrm>
              <a:off x="9202225" y="2325872"/>
              <a:ext cx="379734" cy="1291096"/>
              <a:chOff x="9202225" y="2325872"/>
              <a:chExt cx="379734" cy="1291096"/>
            </a:xfrm>
            <a:solidFill>
              <a:srgbClr val="D5E8D4"/>
            </a:solidFill>
          </p:grpSpPr>
          <p:sp>
            <p:nvSpPr>
              <p:cNvPr id="234" name="任意多边形: 形状 233">
                <a:extLst>
                  <a:ext uri="{FF2B5EF4-FFF2-40B4-BE49-F238E27FC236}">
                    <a16:creationId xmlns:a16="http://schemas.microsoft.com/office/drawing/2014/main" id="{A5FE6E7B-66F2-4E41-740E-FCF7DC0E3DF1}"/>
                  </a:ext>
                </a:extLst>
              </p:cNvPr>
              <p:cNvSpPr/>
              <p:nvPr/>
            </p:nvSpPr>
            <p:spPr>
              <a:xfrm rot="10800000" flipV="1">
                <a:off x="9202225" y="2325872"/>
                <a:ext cx="379734" cy="1291096"/>
              </a:xfrm>
              <a:custGeom>
                <a:avLst/>
                <a:gdLst>
                  <a:gd name="connsiteX0" fmla="*/ 322774 w 379734"/>
                  <a:gd name="connsiteY0" fmla="*/ 0 h 1291096"/>
                  <a:gd name="connsiteX1" fmla="*/ 379734 w 379734"/>
                  <a:gd name="connsiteY1" fmla="*/ 56960 h 1291096"/>
                  <a:gd name="connsiteX2" fmla="*/ 379734 w 379734"/>
                  <a:gd name="connsiteY2" fmla="*/ 1234136 h 1291096"/>
                  <a:gd name="connsiteX3" fmla="*/ 322774 w 379734"/>
                  <a:gd name="connsiteY3" fmla="*/ 1291096 h 1291096"/>
                  <a:gd name="connsiteX4" fmla="*/ 56960 w 379734"/>
                  <a:gd name="connsiteY4" fmla="*/ 1291096 h 1291096"/>
                  <a:gd name="connsiteX5" fmla="*/ 0 w 379734"/>
                  <a:gd name="connsiteY5" fmla="*/ 1234136 h 1291096"/>
                  <a:gd name="connsiteX6" fmla="*/ 0 w 379734"/>
                  <a:gd name="connsiteY6" fmla="*/ 56960 h 1291096"/>
                  <a:gd name="connsiteX7" fmla="*/ 56960 w 379734"/>
                  <a:gd name="connsiteY7" fmla="*/ 0 h 1291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9734" h="1291096">
                    <a:moveTo>
                      <a:pt x="322774" y="0"/>
                    </a:moveTo>
                    <a:cubicBezTo>
                      <a:pt x="354232" y="0"/>
                      <a:pt x="379734" y="25502"/>
                      <a:pt x="379734" y="56960"/>
                    </a:cubicBezTo>
                    <a:lnTo>
                      <a:pt x="379734" y="1234136"/>
                    </a:lnTo>
                    <a:cubicBezTo>
                      <a:pt x="379734" y="1265595"/>
                      <a:pt x="354232" y="1291096"/>
                      <a:pt x="322774" y="1291096"/>
                    </a:cubicBezTo>
                    <a:lnTo>
                      <a:pt x="56960" y="1291096"/>
                    </a:lnTo>
                    <a:cubicBezTo>
                      <a:pt x="25502" y="1291096"/>
                      <a:pt x="0" y="1265595"/>
                      <a:pt x="0" y="1234136"/>
                    </a:cubicBezTo>
                    <a:lnTo>
                      <a:pt x="0" y="56960"/>
                    </a:lnTo>
                    <a:cubicBezTo>
                      <a:pt x="0" y="25502"/>
                      <a:pt x="25502" y="0"/>
                      <a:pt x="56960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5185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35" name="图片 234">
                <a:extLst>
                  <a:ext uri="{FF2B5EF4-FFF2-40B4-BE49-F238E27FC236}">
                    <a16:creationId xmlns:a16="http://schemas.microsoft.com/office/drawing/2014/main" id="{54DE1D53-6ECE-A4D3-20B1-1B3F440537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09820" y="2627760"/>
                <a:ext cx="364544" cy="730988"/>
              </a:xfrm>
              <a:custGeom>
                <a:avLst/>
                <a:gdLst>
                  <a:gd name="connsiteX0" fmla="*/ -1 w 364544"/>
                  <a:gd name="connsiteY0" fmla="*/ -1 h 730988"/>
                  <a:gd name="connsiteX1" fmla="*/ 364544 w 364544"/>
                  <a:gd name="connsiteY1" fmla="*/ -1 h 730988"/>
                  <a:gd name="connsiteX2" fmla="*/ 364544 w 364544"/>
                  <a:gd name="connsiteY2" fmla="*/ 730988 h 730988"/>
                  <a:gd name="connsiteX3" fmla="*/ -1 w 364544"/>
                  <a:gd name="connsiteY3" fmla="*/ 730988 h 730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4544" h="730988">
                    <a:moveTo>
                      <a:pt x="-1" y="-1"/>
                    </a:moveTo>
                    <a:lnTo>
                      <a:pt x="364544" y="-1"/>
                    </a:lnTo>
                    <a:lnTo>
                      <a:pt x="364544" y="730988"/>
                    </a:lnTo>
                    <a:lnTo>
                      <a:pt x="-1" y="730988"/>
                    </a:lnTo>
                    <a:close/>
                  </a:path>
                </a:pathLst>
              </a:custGeom>
            </p:spPr>
          </p:pic>
        </p:grpSp>
        <p:grpSp>
          <p:nvGrpSpPr>
            <p:cNvPr id="236" name="图形 2">
              <a:extLst>
                <a:ext uri="{FF2B5EF4-FFF2-40B4-BE49-F238E27FC236}">
                  <a16:creationId xmlns:a16="http://schemas.microsoft.com/office/drawing/2014/main" id="{BB154948-0AF4-5A8C-8F6E-190FB5710E56}"/>
                </a:ext>
              </a:extLst>
            </p:cNvPr>
            <p:cNvGrpSpPr/>
            <p:nvPr/>
          </p:nvGrpSpPr>
          <p:grpSpPr>
            <a:xfrm>
              <a:off x="8002265" y="3268676"/>
              <a:ext cx="873388" cy="326191"/>
              <a:chOff x="8002265" y="3268676"/>
              <a:chExt cx="873388" cy="326191"/>
            </a:xfrm>
            <a:solidFill>
              <a:srgbClr val="DAE8FC"/>
            </a:solidFill>
          </p:grpSpPr>
          <p:sp>
            <p:nvSpPr>
              <p:cNvPr id="237" name="任意多边形: 形状 236">
                <a:extLst>
                  <a:ext uri="{FF2B5EF4-FFF2-40B4-BE49-F238E27FC236}">
                    <a16:creationId xmlns:a16="http://schemas.microsoft.com/office/drawing/2014/main" id="{250DB193-3F74-C89B-B01C-B545063154CB}"/>
                  </a:ext>
                </a:extLst>
              </p:cNvPr>
              <p:cNvSpPr/>
              <p:nvPr/>
            </p:nvSpPr>
            <p:spPr>
              <a:xfrm>
                <a:off x="8002265" y="3268676"/>
                <a:ext cx="873388" cy="326191"/>
              </a:xfrm>
              <a:custGeom>
                <a:avLst/>
                <a:gdLst>
                  <a:gd name="connsiteX0" fmla="*/ 824479 w 873388"/>
                  <a:gd name="connsiteY0" fmla="*/ 0 h 326191"/>
                  <a:gd name="connsiteX1" fmla="*/ 873389 w 873388"/>
                  <a:gd name="connsiteY1" fmla="*/ 48910 h 326191"/>
                  <a:gd name="connsiteX2" fmla="*/ 873389 w 873388"/>
                  <a:gd name="connsiteY2" fmla="*/ 277282 h 326191"/>
                  <a:gd name="connsiteX3" fmla="*/ 824479 w 873388"/>
                  <a:gd name="connsiteY3" fmla="*/ 326192 h 326191"/>
                  <a:gd name="connsiteX4" fmla="*/ 48910 w 873388"/>
                  <a:gd name="connsiteY4" fmla="*/ 326192 h 326191"/>
                  <a:gd name="connsiteX5" fmla="*/ 0 w 873388"/>
                  <a:gd name="connsiteY5" fmla="*/ 277282 h 326191"/>
                  <a:gd name="connsiteX6" fmla="*/ 0 w 873388"/>
                  <a:gd name="connsiteY6" fmla="*/ 48910 h 326191"/>
                  <a:gd name="connsiteX7" fmla="*/ 48910 w 873388"/>
                  <a:gd name="connsiteY7" fmla="*/ 0 h 326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3388" h="326191">
                    <a:moveTo>
                      <a:pt x="824479" y="0"/>
                    </a:moveTo>
                    <a:cubicBezTo>
                      <a:pt x="851491" y="0"/>
                      <a:pt x="873389" y="21898"/>
                      <a:pt x="873389" y="48910"/>
                    </a:cubicBezTo>
                    <a:lnTo>
                      <a:pt x="873389" y="277282"/>
                    </a:lnTo>
                    <a:cubicBezTo>
                      <a:pt x="873389" y="304294"/>
                      <a:pt x="851491" y="326192"/>
                      <a:pt x="824479" y="326192"/>
                    </a:cubicBezTo>
                    <a:lnTo>
                      <a:pt x="48910" y="326192"/>
                    </a:lnTo>
                    <a:cubicBezTo>
                      <a:pt x="21898" y="326192"/>
                      <a:pt x="0" y="304294"/>
                      <a:pt x="0" y="277282"/>
                    </a:cubicBezTo>
                    <a:lnTo>
                      <a:pt x="0" y="48910"/>
                    </a:lnTo>
                    <a:cubicBezTo>
                      <a:pt x="0" y="21898"/>
                      <a:pt x="21898" y="0"/>
                      <a:pt x="4891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38" name="图片 237">
                <a:extLst>
                  <a:ext uri="{FF2B5EF4-FFF2-40B4-BE49-F238E27FC236}">
                    <a16:creationId xmlns:a16="http://schemas.microsoft.com/office/drawing/2014/main" id="{BB8FC7F7-D259-546A-3B96-4FFE3BA128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009859" y="3318877"/>
                <a:ext cx="858199" cy="275307"/>
              </a:xfrm>
              <a:custGeom>
                <a:avLst/>
                <a:gdLst>
                  <a:gd name="connsiteX0" fmla="*/ -1 w 858199"/>
                  <a:gd name="connsiteY0" fmla="*/ -1 h 275307"/>
                  <a:gd name="connsiteX1" fmla="*/ 858199 w 858199"/>
                  <a:gd name="connsiteY1" fmla="*/ -1 h 275307"/>
                  <a:gd name="connsiteX2" fmla="*/ 858199 w 858199"/>
                  <a:gd name="connsiteY2" fmla="*/ 275307 h 275307"/>
                  <a:gd name="connsiteX3" fmla="*/ -1 w 858199"/>
                  <a:gd name="connsiteY3" fmla="*/ 275307 h 275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8199" h="275307">
                    <a:moveTo>
                      <a:pt x="-1" y="-1"/>
                    </a:moveTo>
                    <a:lnTo>
                      <a:pt x="858199" y="-1"/>
                    </a:lnTo>
                    <a:lnTo>
                      <a:pt x="858199" y="275307"/>
                    </a:lnTo>
                    <a:lnTo>
                      <a:pt x="-1" y="275307"/>
                    </a:lnTo>
                    <a:close/>
                  </a:path>
                </a:pathLst>
              </a:custGeom>
            </p:spPr>
          </p:pic>
        </p:grpSp>
        <p:grpSp>
          <p:nvGrpSpPr>
            <p:cNvPr id="239" name="图形 2">
              <a:extLst>
                <a:ext uri="{FF2B5EF4-FFF2-40B4-BE49-F238E27FC236}">
                  <a16:creationId xmlns:a16="http://schemas.microsoft.com/office/drawing/2014/main" id="{AEADFE9D-7ADE-7042-E7A7-96952F5994C4}"/>
                </a:ext>
              </a:extLst>
            </p:cNvPr>
            <p:cNvGrpSpPr/>
            <p:nvPr/>
          </p:nvGrpSpPr>
          <p:grpSpPr>
            <a:xfrm>
              <a:off x="8002265" y="2410476"/>
              <a:ext cx="873388" cy="326191"/>
              <a:chOff x="8002265" y="2410476"/>
              <a:chExt cx="873388" cy="326191"/>
            </a:xfrm>
            <a:solidFill>
              <a:srgbClr val="DAE8FC"/>
            </a:solidFill>
          </p:grpSpPr>
          <p:sp>
            <p:nvSpPr>
              <p:cNvPr id="240" name="任意多边形: 形状 239">
                <a:extLst>
                  <a:ext uri="{FF2B5EF4-FFF2-40B4-BE49-F238E27FC236}">
                    <a16:creationId xmlns:a16="http://schemas.microsoft.com/office/drawing/2014/main" id="{FFFFA3A1-9816-AC28-E5BB-42F70DB67A74}"/>
                  </a:ext>
                </a:extLst>
              </p:cNvPr>
              <p:cNvSpPr/>
              <p:nvPr/>
            </p:nvSpPr>
            <p:spPr>
              <a:xfrm>
                <a:off x="8002265" y="2410476"/>
                <a:ext cx="873388" cy="326191"/>
              </a:xfrm>
              <a:custGeom>
                <a:avLst/>
                <a:gdLst>
                  <a:gd name="connsiteX0" fmla="*/ 824479 w 873388"/>
                  <a:gd name="connsiteY0" fmla="*/ 0 h 326191"/>
                  <a:gd name="connsiteX1" fmla="*/ 873389 w 873388"/>
                  <a:gd name="connsiteY1" fmla="*/ 48910 h 326191"/>
                  <a:gd name="connsiteX2" fmla="*/ 873389 w 873388"/>
                  <a:gd name="connsiteY2" fmla="*/ 277282 h 326191"/>
                  <a:gd name="connsiteX3" fmla="*/ 824479 w 873388"/>
                  <a:gd name="connsiteY3" fmla="*/ 326192 h 326191"/>
                  <a:gd name="connsiteX4" fmla="*/ 48910 w 873388"/>
                  <a:gd name="connsiteY4" fmla="*/ 326192 h 326191"/>
                  <a:gd name="connsiteX5" fmla="*/ 0 w 873388"/>
                  <a:gd name="connsiteY5" fmla="*/ 277282 h 326191"/>
                  <a:gd name="connsiteX6" fmla="*/ 0 w 873388"/>
                  <a:gd name="connsiteY6" fmla="*/ 48910 h 326191"/>
                  <a:gd name="connsiteX7" fmla="*/ 48910 w 873388"/>
                  <a:gd name="connsiteY7" fmla="*/ 0 h 326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3388" h="326191">
                    <a:moveTo>
                      <a:pt x="824479" y="0"/>
                    </a:moveTo>
                    <a:cubicBezTo>
                      <a:pt x="851491" y="0"/>
                      <a:pt x="873389" y="21898"/>
                      <a:pt x="873389" y="48910"/>
                    </a:cubicBezTo>
                    <a:lnTo>
                      <a:pt x="873389" y="277282"/>
                    </a:lnTo>
                    <a:cubicBezTo>
                      <a:pt x="873389" y="304294"/>
                      <a:pt x="851491" y="326192"/>
                      <a:pt x="824479" y="326192"/>
                    </a:cubicBezTo>
                    <a:lnTo>
                      <a:pt x="48910" y="326192"/>
                    </a:lnTo>
                    <a:cubicBezTo>
                      <a:pt x="21898" y="326192"/>
                      <a:pt x="0" y="304294"/>
                      <a:pt x="0" y="277282"/>
                    </a:cubicBezTo>
                    <a:lnTo>
                      <a:pt x="0" y="48910"/>
                    </a:lnTo>
                    <a:cubicBezTo>
                      <a:pt x="0" y="21898"/>
                      <a:pt x="21898" y="0"/>
                      <a:pt x="48910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5185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41" name="图片 240">
                <a:extLst>
                  <a:ext uri="{FF2B5EF4-FFF2-40B4-BE49-F238E27FC236}">
                    <a16:creationId xmlns:a16="http://schemas.microsoft.com/office/drawing/2014/main" id="{308EE61D-21AC-E223-878B-F9CFDFE722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009859" y="2460677"/>
                <a:ext cx="858199" cy="275307"/>
              </a:xfrm>
              <a:custGeom>
                <a:avLst/>
                <a:gdLst>
                  <a:gd name="connsiteX0" fmla="*/ -1 w 858199"/>
                  <a:gd name="connsiteY0" fmla="*/ -1 h 275307"/>
                  <a:gd name="connsiteX1" fmla="*/ 858199 w 858199"/>
                  <a:gd name="connsiteY1" fmla="*/ -1 h 275307"/>
                  <a:gd name="connsiteX2" fmla="*/ 858199 w 858199"/>
                  <a:gd name="connsiteY2" fmla="*/ 275307 h 275307"/>
                  <a:gd name="connsiteX3" fmla="*/ -1 w 858199"/>
                  <a:gd name="connsiteY3" fmla="*/ 275307 h 275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8199" h="275307">
                    <a:moveTo>
                      <a:pt x="-1" y="-1"/>
                    </a:moveTo>
                    <a:lnTo>
                      <a:pt x="858199" y="-1"/>
                    </a:lnTo>
                    <a:lnTo>
                      <a:pt x="858199" y="275307"/>
                    </a:lnTo>
                    <a:lnTo>
                      <a:pt x="-1" y="275307"/>
                    </a:lnTo>
                    <a:close/>
                  </a:path>
                </a:pathLst>
              </a:custGeom>
            </p:spPr>
          </p:pic>
        </p:grpSp>
        <p:grpSp>
          <p:nvGrpSpPr>
            <p:cNvPr id="242" name="图形 2">
              <a:extLst>
                <a:ext uri="{FF2B5EF4-FFF2-40B4-BE49-F238E27FC236}">
                  <a16:creationId xmlns:a16="http://schemas.microsoft.com/office/drawing/2014/main" id="{3F661829-E427-4592-EAF0-29BCA477CB99}"/>
                </a:ext>
              </a:extLst>
            </p:cNvPr>
            <p:cNvGrpSpPr/>
            <p:nvPr/>
          </p:nvGrpSpPr>
          <p:grpSpPr>
            <a:xfrm>
              <a:off x="8116185" y="2065754"/>
              <a:ext cx="1594883" cy="275307"/>
              <a:chOff x="8116185" y="2065754"/>
              <a:chExt cx="1594883" cy="275307"/>
            </a:xfrm>
            <a:noFill/>
          </p:grpSpPr>
          <p:sp>
            <p:nvSpPr>
              <p:cNvPr id="243" name="任意多边形: 形状 242">
                <a:extLst>
                  <a:ext uri="{FF2B5EF4-FFF2-40B4-BE49-F238E27FC236}">
                    <a16:creationId xmlns:a16="http://schemas.microsoft.com/office/drawing/2014/main" id="{8CA4A844-4743-E0C2-2F5F-318A455641BC}"/>
                  </a:ext>
                </a:extLst>
              </p:cNvPr>
              <p:cNvSpPr/>
              <p:nvPr/>
            </p:nvSpPr>
            <p:spPr>
              <a:xfrm>
                <a:off x="8116185" y="2065754"/>
                <a:ext cx="1594883" cy="227840"/>
              </a:xfrm>
              <a:custGeom>
                <a:avLst/>
                <a:gdLst>
                  <a:gd name="connsiteX0" fmla="*/ 0 w 1594883"/>
                  <a:gd name="connsiteY0" fmla="*/ 0 h 227840"/>
                  <a:gd name="connsiteX1" fmla="*/ 1594884 w 1594883"/>
                  <a:gd name="connsiteY1" fmla="*/ 0 h 227840"/>
                  <a:gd name="connsiteX2" fmla="*/ 1594884 w 1594883"/>
                  <a:gd name="connsiteY2" fmla="*/ 227841 h 227840"/>
                  <a:gd name="connsiteX3" fmla="*/ 0 w 1594883"/>
                  <a:gd name="connsiteY3" fmla="*/ 227841 h 227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4883" h="227840">
                    <a:moveTo>
                      <a:pt x="0" y="0"/>
                    </a:moveTo>
                    <a:lnTo>
                      <a:pt x="1594884" y="0"/>
                    </a:lnTo>
                    <a:lnTo>
                      <a:pt x="1594884" y="227841"/>
                    </a:lnTo>
                    <a:lnTo>
                      <a:pt x="0" y="227841"/>
                    </a:lnTo>
                    <a:close/>
                  </a:path>
                </a:pathLst>
              </a:custGeom>
              <a:noFill/>
              <a:ln w="75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44" name="图片 243">
                <a:extLst>
                  <a:ext uri="{FF2B5EF4-FFF2-40B4-BE49-F238E27FC236}">
                    <a16:creationId xmlns:a16="http://schemas.microsoft.com/office/drawing/2014/main" id="{6AB85CF6-B0F9-F303-F208-9B49662A87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123780" y="2065754"/>
                <a:ext cx="1579694" cy="275307"/>
              </a:xfrm>
              <a:custGeom>
                <a:avLst/>
                <a:gdLst>
                  <a:gd name="connsiteX0" fmla="*/ -1 w 1579694"/>
                  <a:gd name="connsiteY0" fmla="*/ -1 h 275307"/>
                  <a:gd name="connsiteX1" fmla="*/ 1579694 w 1579694"/>
                  <a:gd name="connsiteY1" fmla="*/ -1 h 275307"/>
                  <a:gd name="connsiteX2" fmla="*/ 1579694 w 1579694"/>
                  <a:gd name="connsiteY2" fmla="*/ 275307 h 275307"/>
                  <a:gd name="connsiteX3" fmla="*/ -1 w 1579694"/>
                  <a:gd name="connsiteY3" fmla="*/ 275307 h 275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9694" h="275307">
                    <a:moveTo>
                      <a:pt x="-1" y="-1"/>
                    </a:moveTo>
                    <a:lnTo>
                      <a:pt x="1579694" y="-1"/>
                    </a:lnTo>
                    <a:lnTo>
                      <a:pt x="1579694" y="275307"/>
                    </a:lnTo>
                    <a:lnTo>
                      <a:pt x="-1" y="275307"/>
                    </a:lnTo>
                    <a:close/>
                  </a:path>
                </a:pathLst>
              </a:custGeom>
            </p:spPr>
          </p:pic>
        </p:grpSp>
      </p:grpSp>
    </p:spTree>
    <p:extLst>
      <p:ext uri="{BB962C8B-B14F-4D97-AF65-F5344CB8AC3E}">
        <p14:creationId xmlns:p14="http://schemas.microsoft.com/office/powerpoint/2010/main" val="859508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EE632-47E8-38D7-CDD7-285A6912C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>
            <a:extLst>
              <a:ext uri="{FF2B5EF4-FFF2-40B4-BE49-F238E27FC236}">
                <a16:creationId xmlns:a16="http://schemas.microsoft.com/office/drawing/2014/main" id="{AFB98C49-53FF-9157-BA50-4535154829A0}"/>
              </a:ext>
            </a:extLst>
          </p:cNvPr>
          <p:cNvGrpSpPr/>
          <p:nvPr/>
        </p:nvGrpSpPr>
        <p:grpSpPr>
          <a:xfrm>
            <a:off x="2987466" y="9156"/>
            <a:ext cx="6288026" cy="6839687"/>
            <a:chOff x="2987466" y="9156"/>
            <a:chExt cx="6288026" cy="6839687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EAF32C2A-61B8-0C87-301F-A4964D3F7DF5}"/>
                </a:ext>
              </a:extLst>
            </p:cNvPr>
            <p:cNvSpPr/>
            <p:nvPr/>
          </p:nvSpPr>
          <p:spPr>
            <a:xfrm>
              <a:off x="4170906" y="1666429"/>
              <a:ext cx="3937169" cy="2746862"/>
            </a:xfrm>
            <a:custGeom>
              <a:avLst/>
              <a:gdLst>
                <a:gd name="connsiteX0" fmla="*/ 3799827 w 3937169"/>
                <a:gd name="connsiteY0" fmla="*/ 0 h 2746862"/>
                <a:gd name="connsiteX1" fmla="*/ 3937170 w 3937169"/>
                <a:gd name="connsiteY1" fmla="*/ 137343 h 2746862"/>
                <a:gd name="connsiteX2" fmla="*/ 3937170 w 3937169"/>
                <a:gd name="connsiteY2" fmla="*/ 2609519 h 2746862"/>
                <a:gd name="connsiteX3" fmla="*/ 3799827 w 3937169"/>
                <a:gd name="connsiteY3" fmla="*/ 2746863 h 2746862"/>
                <a:gd name="connsiteX4" fmla="*/ 137343 w 3937169"/>
                <a:gd name="connsiteY4" fmla="*/ 2746863 h 2746862"/>
                <a:gd name="connsiteX5" fmla="*/ 0 w 3937169"/>
                <a:gd name="connsiteY5" fmla="*/ 2609519 h 2746862"/>
                <a:gd name="connsiteX6" fmla="*/ 0 w 3937169"/>
                <a:gd name="connsiteY6" fmla="*/ 137343 h 2746862"/>
                <a:gd name="connsiteX7" fmla="*/ 137343 w 3937169"/>
                <a:gd name="connsiteY7" fmla="*/ 0 h 2746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37169" h="2746862">
                  <a:moveTo>
                    <a:pt x="3799827" y="0"/>
                  </a:moveTo>
                  <a:cubicBezTo>
                    <a:pt x="3875680" y="0"/>
                    <a:pt x="3937170" y="61491"/>
                    <a:pt x="3937170" y="137343"/>
                  </a:cubicBezTo>
                  <a:lnTo>
                    <a:pt x="3937170" y="2609519"/>
                  </a:lnTo>
                  <a:cubicBezTo>
                    <a:pt x="3937170" y="2685372"/>
                    <a:pt x="3875680" y="2746863"/>
                    <a:pt x="3799827" y="2746863"/>
                  </a:cubicBezTo>
                  <a:lnTo>
                    <a:pt x="137343" y="2746863"/>
                  </a:lnTo>
                  <a:cubicBezTo>
                    <a:pt x="61491" y="2746863"/>
                    <a:pt x="0" y="2685372"/>
                    <a:pt x="0" y="2609519"/>
                  </a:cubicBezTo>
                  <a:lnTo>
                    <a:pt x="0" y="137343"/>
                  </a:lnTo>
                  <a:cubicBezTo>
                    <a:pt x="0" y="61491"/>
                    <a:pt x="61491" y="0"/>
                    <a:pt x="137343" y="0"/>
                  </a:cubicBezTo>
                  <a:close/>
                </a:path>
              </a:pathLst>
            </a:custGeom>
            <a:solidFill>
              <a:srgbClr val="FFF2CC"/>
            </a:solidFill>
            <a:ln w="18310" cap="flat">
              <a:solidFill>
                <a:srgbClr val="D6B65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8" name="图形 2">
              <a:extLst>
                <a:ext uri="{FF2B5EF4-FFF2-40B4-BE49-F238E27FC236}">
                  <a16:creationId xmlns:a16="http://schemas.microsoft.com/office/drawing/2014/main" id="{5B07008B-6F87-A2F8-E965-14E1C68B9345}"/>
                </a:ext>
              </a:extLst>
            </p:cNvPr>
            <p:cNvGrpSpPr/>
            <p:nvPr/>
          </p:nvGrpSpPr>
          <p:grpSpPr>
            <a:xfrm>
              <a:off x="3960313" y="787433"/>
              <a:ext cx="636356" cy="2227339"/>
              <a:chOff x="3960313" y="787433"/>
              <a:chExt cx="636356" cy="2227339"/>
            </a:xfrm>
          </p:grpSpPr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75680C92-C656-1A4C-9886-79B243C4F85D}"/>
                  </a:ext>
                </a:extLst>
              </p:cNvPr>
              <p:cNvSpPr/>
              <p:nvPr/>
            </p:nvSpPr>
            <p:spPr>
              <a:xfrm>
                <a:off x="3960313" y="787433"/>
                <a:ext cx="600189" cy="2172402"/>
              </a:xfrm>
              <a:custGeom>
                <a:avLst/>
                <a:gdLst>
                  <a:gd name="connsiteX0" fmla="*/ 0 w 600189"/>
                  <a:gd name="connsiteY0" fmla="*/ 0 h 2172402"/>
                  <a:gd name="connsiteX1" fmla="*/ 508627 w 600189"/>
                  <a:gd name="connsiteY1" fmla="*/ 0 h 2172402"/>
                  <a:gd name="connsiteX2" fmla="*/ 600190 w 600189"/>
                  <a:gd name="connsiteY2" fmla="*/ 91562 h 2172402"/>
                  <a:gd name="connsiteX3" fmla="*/ 599732 w 600189"/>
                  <a:gd name="connsiteY3" fmla="*/ 2172402 h 2172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0189" h="2172402">
                    <a:moveTo>
                      <a:pt x="0" y="0"/>
                    </a:moveTo>
                    <a:lnTo>
                      <a:pt x="508627" y="0"/>
                    </a:lnTo>
                    <a:cubicBezTo>
                      <a:pt x="569669" y="0"/>
                      <a:pt x="600190" y="30521"/>
                      <a:pt x="600190" y="91562"/>
                    </a:cubicBezTo>
                    <a:lnTo>
                      <a:pt x="599732" y="2172402"/>
                    </a:lnTo>
                  </a:path>
                </a:pathLst>
              </a:custGeom>
              <a:noFill/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E2F91F1E-3D9A-6383-D2AF-0148079E9BF1}"/>
                  </a:ext>
                </a:extLst>
              </p:cNvPr>
              <p:cNvSpPr/>
              <p:nvPr/>
            </p:nvSpPr>
            <p:spPr>
              <a:xfrm>
                <a:off x="4523420" y="2941523"/>
                <a:ext cx="73249" cy="73249"/>
              </a:xfrm>
              <a:custGeom>
                <a:avLst/>
                <a:gdLst>
                  <a:gd name="connsiteX0" fmla="*/ 36625 w 73249"/>
                  <a:gd name="connsiteY0" fmla="*/ 73250 h 73249"/>
                  <a:gd name="connsiteX1" fmla="*/ 0 w 73249"/>
                  <a:gd name="connsiteY1" fmla="*/ 0 h 73249"/>
                  <a:gd name="connsiteX2" fmla="*/ 36625 w 73249"/>
                  <a:gd name="connsiteY2" fmla="*/ 18312 h 73249"/>
                  <a:gd name="connsiteX3" fmla="*/ 73250 w 73249"/>
                  <a:gd name="connsiteY3" fmla="*/ 0 h 7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249" h="73249">
                    <a:moveTo>
                      <a:pt x="36625" y="73250"/>
                    </a:moveTo>
                    <a:lnTo>
                      <a:pt x="0" y="0"/>
                    </a:lnTo>
                    <a:lnTo>
                      <a:pt x="36625" y="18312"/>
                    </a:lnTo>
                    <a:lnTo>
                      <a:pt x="7325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" name="图形 2">
              <a:extLst>
                <a:ext uri="{FF2B5EF4-FFF2-40B4-BE49-F238E27FC236}">
                  <a16:creationId xmlns:a16="http://schemas.microsoft.com/office/drawing/2014/main" id="{A74F6CC6-1D28-D230-57A9-4EBF9257C45D}"/>
                </a:ext>
              </a:extLst>
            </p:cNvPr>
            <p:cNvGrpSpPr/>
            <p:nvPr/>
          </p:nvGrpSpPr>
          <p:grpSpPr>
            <a:xfrm>
              <a:off x="3502503" y="9156"/>
              <a:ext cx="457810" cy="1556555"/>
              <a:chOff x="3502503" y="9156"/>
              <a:chExt cx="457810" cy="1556555"/>
            </a:xfrm>
            <a:solidFill>
              <a:srgbClr val="DAE8FC"/>
            </a:solidFill>
          </p:grpSpPr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88A91771-8317-785F-DE2E-EAB5EF87008F}"/>
                  </a:ext>
                </a:extLst>
              </p:cNvPr>
              <p:cNvSpPr/>
              <p:nvPr/>
            </p:nvSpPr>
            <p:spPr>
              <a:xfrm rot="10800000" flipV="1">
                <a:off x="3502503" y="9156"/>
                <a:ext cx="457810" cy="1556555"/>
              </a:xfrm>
              <a:custGeom>
                <a:avLst/>
                <a:gdLst>
                  <a:gd name="connsiteX0" fmla="*/ 389139 w 457810"/>
                  <a:gd name="connsiteY0" fmla="*/ 0 h 1556555"/>
                  <a:gd name="connsiteX1" fmla="*/ 457810 w 457810"/>
                  <a:gd name="connsiteY1" fmla="*/ 68672 h 1556555"/>
                  <a:gd name="connsiteX2" fmla="*/ 457810 w 457810"/>
                  <a:gd name="connsiteY2" fmla="*/ 1487884 h 1556555"/>
                  <a:gd name="connsiteX3" fmla="*/ 389139 w 457810"/>
                  <a:gd name="connsiteY3" fmla="*/ 1556555 h 1556555"/>
                  <a:gd name="connsiteX4" fmla="*/ 68672 w 457810"/>
                  <a:gd name="connsiteY4" fmla="*/ 1556555 h 1556555"/>
                  <a:gd name="connsiteX5" fmla="*/ 0 w 457810"/>
                  <a:gd name="connsiteY5" fmla="*/ 1487884 h 1556555"/>
                  <a:gd name="connsiteX6" fmla="*/ 0 w 457810"/>
                  <a:gd name="connsiteY6" fmla="*/ 68672 h 1556555"/>
                  <a:gd name="connsiteX7" fmla="*/ 68672 w 457810"/>
                  <a:gd name="connsiteY7" fmla="*/ 0 h 1556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7810" h="1556555">
                    <a:moveTo>
                      <a:pt x="389139" y="0"/>
                    </a:moveTo>
                    <a:cubicBezTo>
                      <a:pt x="427065" y="0"/>
                      <a:pt x="457810" y="30745"/>
                      <a:pt x="457810" y="68672"/>
                    </a:cubicBezTo>
                    <a:lnTo>
                      <a:pt x="457810" y="1487884"/>
                    </a:lnTo>
                    <a:cubicBezTo>
                      <a:pt x="457810" y="1525810"/>
                      <a:pt x="427065" y="1556555"/>
                      <a:pt x="389139" y="1556555"/>
                    </a:cubicBezTo>
                    <a:lnTo>
                      <a:pt x="68672" y="1556555"/>
                    </a:lnTo>
                    <a:cubicBezTo>
                      <a:pt x="30745" y="1556555"/>
                      <a:pt x="0" y="1525810"/>
                      <a:pt x="0" y="1487884"/>
                    </a:cubicBezTo>
                    <a:lnTo>
                      <a:pt x="0" y="68672"/>
                    </a:lnTo>
                    <a:cubicBezTo>
                      <a:pt x="0" y="30745"/>
                      <a:pt x="30745" y="0"/>
                      <a:pt x="6867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8310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02E1E598-B5F1-2AD3-8D24-D108C32DAB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04792" y="375404"/>
                <a:ext cx="439498" cy="881285"/>
              </a:xfrm>
              <a:custGeom>
                <a:avLst/>
                <a:gdLst>
                  <a:gd name="connsiteX0" fmla="*/ -1 w 439498"/>
                  <a:gd name="connsiteY0" fmla="*/ -1 h 881285"/>
                  <a:gd name="connsiteX1" fmla="*/ 439498 w 439498"/>
                  <a:gd name="connsiteY1" fmla="*/ -1 h 881285"/>
                  <a:gd name="connsiteX2" fmla="*/ 439498 w 439498"/>
                  <a:gd name="connsiteY2" fmla="*/ 881285 h 881285"/>
                  <a:gd name="connsiteX3" fmla="*/ -1 w 439498"/>
                  <a:gd name="connsiteY3" fmla="*/ 881285 h 881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9498" h="881285">
                    <a:moveTo>
                      <a:pt x="-1" y="-1"/>
                    </a:moveTo>
                    <a:lnTo>
                      <a:pt x="439498" y="-1"/>
                    </a:lnTo>
                    <a:lnTo>
                      <a:pt x="439498" y="881285"/>
                    </a:lnTo>
                    <a:lnTo>
                      <a:pt x="-1" y="881285"/>
                    </a:lnTo>
                    <a:close/>
                  </a:path>
                </a:pathLst>
              </a:custGeom>
            </p:spPr>
          </p:pic>
        </p:grpSp>
        <p:grpSp>
          <p:nvGrpSpPr>
            <p:cNvPr id="14" name="图形 2">
              <a:extLst>
                <a:ext uri="{FF2B5EF4-FFF2-40B4-BE49-F238E27FC236}">
                  <a16:creationId xmlns:a16="http://schemas.microsoft.com/office/drawing/2014/main" id="{3384C5B0-5772-6D49-D4FE-B3796451AF03}"/>
                </a:ext>
              </a:extLst>
            </p:cNvPr>
            <p:cNvGrpSpPr/>
            <p:nvPr/>
          </p:nvGrpSpPr>
          <p:grpSpPr>
            <a:xfrm>
              <a:off x="3960313" y="3094798"/>
              <a:ext cx="483081" cy="73249"/>
              <a:chOff x="3960313" y="3094798"/>
              <a:chExt cx="483081" cy="73249"/>
            </a:xfrm>
          </p:grpSpPr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224A2FE7-0580-F265-5D51-49EBCA1B4444}"/>
                  </a:ext>
                </a:extLst>
              </p:cNvPr>
              <p:cNvSpPr/>
              <p:nvPr/>
            </p:nvSpPr>
            <p:spPr>
              <a:xfrm>
                <a:off x="3960313" y="3131423"/>
                <a:ext cx="428144" cy="9156"/>
              </a:xfrm>
              <a:custGeom>
                <a:avLst/>
                <a:gdLst>
                  <a:gd name="connsiteX0" fmla="*/ 0 w 428144"/>
                  <a:gd name="connsiteY0" fmla="*/ 0 h 9156"/>
                  <a:gd name="connsiteX1" fmla="*/ 428144 w 428144"/>
                  <a:gd name="connsiteY1" fmla="*/ 0 h 9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8144" h="9156">
                    <a:moveTo>
                      <a:pt x="0" y="0"/>
                    </a:moveTo>
                    <a:lnTo>
                      <a:pt x="428144" y="0"/>
                    </a:lnTo>
                  </a:path>
                </a:pathLst>
              </a:custGeom>
              <a:noFill/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D394C945-BE4E-C046-C654-D71ACF4A780C}"/>
                  </a:ext>
                </a:extLst>
              </p:cNvPr>
              <p:cNvSpPr/>
              <p:nvPr/>
            </p:nvSpPr>
            <p:spPr>
              <a:xfrm>
                <a:off x="4370145" y="3094798"/>
                <a:ext cx="73249" cy="73249"/>
              </a:xfrm>
              <a:custGeom>
                <a:avLst/>
                <a:gdLst>
                  <a:gd name="connsiteX0" fmla="*/ 73250 w 73249"/>
                  <a:gd name="connsiteY0" fmla="*/ 36625 h 73249"/>
                  <a:gd name="connsiteX1" fmla="*/ 0 w 73249"/>
                  <a:gd name="connsiteY1" fmla="*/ 73250 h 73249"/>
                  <a:gd name="connsiteX2" fmla="*/ 18312 w 73249"/>
                  <a:gd name="connsiteY2" fmla="*/ 36625 h 73249"/>
                  <a:gd name="connsiteX3" fmla="*/ 0 w 73249"/>
                  <a:gd name="connsiteY3" fmla="*/ 0 h 7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249" h="73249">
                    <a:moveTo>
                      <a:pt x="73250" y="36625"/>
                    </a:moveTo>
                    <a:lnTo>
                      <a:pt x="0" y="73250"/>
                    </a:lnTo>
                    <a:lnTo>
                      <a:pt x="18312" y="36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7" name="图形 2">
              <a:extLst>
                <a:ext uri="{FF2B5EF4-FFF2-40B4-BE49-F238E27FC236}">
                  <a16:creationId xmlns:a16="http://schemas.microsoft.com/office/drawing/2014/main" id="{E4A3CD70-6389-A2EB-44B2-864D8EF5CFE3}"/>
                </a:ext>
              </a:extLst>
            </p:cNvPr>
            <p:cNvGrpSpPr/>
            <p:nvPr/>
          </p:nvGrpSpPr>
          <p:grpSpPr>
            <a:xfrm>
              <a:off x="3502503" y="2353145"/>
              <a:ext cx="457810" cy="1556555"/>
              <a:chOff x="3502503" y="2353145"/>
              <a:chExt cx="457810" cy="1556555"/>
            </a:xfrm>
            <a:solidFill>
              <a:srgbClr val="DAE8FC"/>
            </a:solidFill>
          </p:grpSpPr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C6BE6598-91A5-477E-48B5-A2A758932021}"/>
                  </a:ext>
                </a:extLst>
              </p:cNvPr>
              <p:cNvSpPr/>
              <p:nvPr/>
            </p:nvSpPr>
            <p:spPr>
              <a:xfrm rot="10800000" flipV="1">
                <a:off x="3502503" y="2353145"/>
                <a:ext cx="457810" cy="1556555"/>
              </a:xfrm>
              <a:custGeom>
                <a:avLst/>
                <a:gdLst>
                  <a:gd name="connsiteX0" fmla="*/ 389139 w 457810"/>
                  <a:gd name="connsiteY0" fmla="*/ 0 h 1556555"/>
                  <a:gd name="connsiteX1" fmla="*/ 457810 w 457810"/>
                  <a:gd name="connsiteY1" fmla="*/ 68672 h 1556555"/>
                  <a:gd name="connsiteX2" fmla="*/ 457810 w 457810"/>
                  <a:gd name="connsiteY2" fmla="*/ 1487884 h 1556555"/>
                  <a:gd name="connsiteX3" fmla="*/ 389139 w 457810"/>
                  <a:gd name="connsiteY3" fmla="*/ 1556555 h 1556555"/>
                  <a:gd name="connsiteX4" fmla="*/ 68672 w 457810"/>
                  <a:gd name="connsiteY4" fmla="*/ 1556555 h 1556555"/>
                  <a:gd name="connsiteX5" fmla="*/ 0 w 457810"/>
                  <a:gd name="connsiteY5" fmla="*/ 1487884 h 1556555"/>
                  <a:gd name="connsiteX6" fmla="*/ 0 w 457810"/>
                  <a:gd name="connsiteY6" fmla="*/ 68672 h 1556555"/>
                  <a:gd name="connsiteX7" fmla="*/ 68672 w 457810"/>
                  <a:gd name="connsiteY7" fmla="*/ 0 h 1556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7810" h="1556555">
                    <a:moveTo>
                      <a:pt x="389139" y="0"/>
                    </a:moveTo>
                    <a:cubicBezTo>
                      <a:pt x="427065" y="0"/>
                      <a:pt x="457810" y="30745"/>
                      <a:pt x="457810" y="68672"/>
                    </a:cubicBezTo>
                    <a:lnTo>
                      <a:pt x="457810" y="1487884"/>
                    </a:lnTo>
                    <a:cubicBezTo>
                      <a:pt x="457810" y="1525810"/>
                      <a:pt x="427065" y="1556555"/>
                      <a:pt x="389139" y="1556555"/>
                    </a:cubicBezTo>
                    <a:lnTo>
                      <a:pt x="68672" y="1556555"/>
                    </a:lnTo>
                    <a:cubicBezTo>
                      <a:pt x="30745" y="1556555"/>
                      <a:pt x="0" y="1525810"/>
                      <a:pt x="0" y="1487884"/>
                    </a:cubicBezTo>
                    <a:lnTo>
                      <a:pt x="0" y="68672"/>
                    </a:lnTo>
                    <a:cubicBezTo>
                      <a:pt x="0" y="30745"/>
                      <a:pt x="30745" y="0"/>
                      <a:pt x="6867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8310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BC51DAF8-8992-AF73-F3CB-1D779DFC75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04792" y="2719393"/>
                <a:ext cx="439498" cy="881285"/>
              </a:xfrm>
              <a:custGeom>
                <a:avLst/>
                <a:gdLst>
                  <a:gd name="connsiteX0" fmla="*/ -1 w 439498"/>
                  <a:gd name="connsiteY0" fmla="*/ -1 h 881285"/>
                  <a:gd name="connsiteX1" fmla="*/ 439498 w 439498"/>
                  <a:gd name="connsiteY1" fmla="*/ -1 h 881285"/>
                  <a:gd name="connsiteX2" fmla="*/ 439498 w 439498"/>
                  <a:gd name="connsiteY2" fmla="*/ 881285 h 881285"/>
                  <a:gd name="connsiteX3" fmla="*/ -1 w 439498"/>
                  <a:gd name="connsiteY3" fmla="*/ 881285 h 881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9498" h="881285">
                    <a:moveTo>
                      <a:pt x="-1" y="-1"/>
                    </a:moveTo>
                    <a:lnTo>
                      <a:pt x="439498" y="-1"/>
                    </a:lnTo>
                    <a:lnTo>
                      <a:pt x="439498" y="881285"/>
                    </a:lnTo>
                    <a:lnTo>
                      <a:pt x="-1" y="881285"/>
                    </a:lnTo>
                    <a:close/>
                  </a:path>
                </a:pathLst>
              </a:custGeom>
            </p:spPr>
          </p:pic>
        </p:grpSp>
        <p:grpSp>
          <p:nvGrpSpPr>
            <p:cNvPr id="20" name="图形 2">
              <a:extLst>
                <a:ext uri="{FF2B5EF4-FFF2-40B4-BE49-F238E27FC236}">
                  <a16:creationId xmlns:a16="http://schemas.microsoft.com/office/drawing/2014/main" id="{62B2DDF9-034F-542C-E1D7-28E54DF1288E}"/>
                </a:ext>
              </a:extLst>
            </p:cNvPr>
            <p:cNvGrpSpPr/>
            <p:nvPr/>
          </p:nvGrpSpPr>
          <p:grpSpPr>
            <a:xfrm>
              <a:off x="3960313" y="3248073"/>
              <a:ext cx="636356" cy="2822492"/>
              <a:chOff x="3960313" y="3248073"/>
              <a:chExt cx="636356" cy="2822492"/>
            </a:xfrm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2E7F9BC7-47E8-4A88-C5DA-23389F10A81F}"/>
                  </a:ext>
                </a:extLst>
              </p:cNvPr>
              <p:cNvSpPr/>
              <p:nvPr/>
            </p:nvSpPr>
            <p:spPr>
              <a:xfrm>
                <a:off x="3960313" y="3303010"/>
                <a:ext cx="600189" cy="2767555"/>
              </a:xfrm>
              <a:custGeom>
                <a:avLst/>
                <a:gdLst>
                  <a:gd name="connsiteX0" fmla="*/ 0 w 600189"/>
                  <a:gd name="connsiteY0" fmla="*/ 2767556 h 2767555"/>
                  <a:gd name="connsiteX1" fmla="*/ 508627 w 600189"/>
                  <a:gd name="connsiteY1" fmla="*/ 2767556 h 2767555"/>
                  <a:gd name="connsiteX2" fmla="*/ 600190 w 600189"/>
                  <a:gd name="connsiteY2" fmla="*/ 2675994 h 2767555"/>
                  <a:gd name="connsiteX3" fmla="*/ 599732 w 600189"/>
                  <a:gd name="connsiteY3" fmla="*/ 0 h 2767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0189" h="2767555">
                    <a:moveTo>
                      <a:pt x="0" y="2767556"/>
                    </a:moveTo>
                    <a:lnTo>
                      <a:pt x="508627" y="2767556"/>
                    </a:lnTo>
                    <a:cubicBezTo>
                      <a:pt x="569669" y="2767556"/>
                      <a:pt x="600190" y="2737035"/>
                      <a:pt x="600190" y="2675994"/>
                    </a:cubicBezTo>
                    <a:lnTo>
                      <a:pt x="599732" y="0"/>
                    </a:lnTo>
                  </a:path>
                </a:pathLst>
              </a:custGeom>
              <a:noFill/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F8E879D9-97BF-A957-EF7B-06606672D291}"/>
                  </a:ext>
                </a:extLst>
              </p:cNvPr>
              <p:cNvSpPr/>
              <p:nvPr/>
            </p:nvSpPr>
            <p:spPr>
              <a:xfrm>
                <a:off x="4523420" y="3248073"/>
                <a:ext cx="73249" cy="73249"/>
              </a:xfrm>
              <a:custGeom>
                <a:avLst/>
                <a:gdLst>
                  <a:gd name="connsiteX0" fmla="*/ 36625 w 73249"/>
                  <a:gd name="connsiteY0" fmla="*/ 0 h 73249"/>
                  <a:gd name="connsiteX1" fmla="*/ 73250 w 73249"/>
                  <a:gd name="connsiteY1" fmla="*/ 73250 h 73249"/>
                  <a:gd name="connsiteX2" fmla="*/ 36625 w 73249"/>
                  <a:gd name="connsiteY2" fmla="*/ 54937 h 73249"/>
                  <a:gd name="connsiteX3" fmla="*/ 0 w 73249"/>
                  <a:gd name="connsiteY3" fmla="*/ 73250 h 7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249" h="73249">
                    <a:moveTo>
                      <a:pt x="36625" y="0"/>
                    </a:moveTo>
                    <a:lnTo>
                      <a:pt x="73250" y="73250"/>
                    </a:lnTo>
                    <a:lnTo>
                      <a:pt x="36625" y="54937"/>
                    </a:lnTo>
                    <a:lnTo>
                      <a:pt x="0" y="73250"/>
                    </a:lnTo>
                    <a:close/>
                  </a:path>
                </a:pathLst>
              </a:custGeom>
              <a:solidFill>
                <a:srgbClr val="000000"/>
              </a:solidFill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3" name="图形 2">
              <a:extLst>
                <a:ext uri="{FF2B5EF4-FFF2-40B4-BE49-F238E27FC236}">
                  <a16:creationId xmlns:a16="http://schemas.microsoft.com/office/drawing/2014/main" id="{8756AAC9-4AF0-0779-04AA-9C80F297A01C}"/>
                </a:ext>
              </a:extLst>
            </p:cNvPr>
            <p:cNvGrpSpPr/>
            <p:nvPr/>
          </p:nvGrpSpPr>
          <p:grpSpPr>
            <a:xfrm>
              <a:off x="3502503" y="5292288"/>
              <a:ext cx="457810" cy="1556555"/>
              <a:chOff x="3502503" y="5292288"/>
              <a:chExt cx="457810" cy="1556555"/>
            </a:xfrm>
            <a:solidFill>
              <a:srgbClr val="DAE8FC"/>
            </a:solidFill>
          </p:grpSpPr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BDEB9B36-178A-B8EA-A856-CF0B2A6C8A57}"/>
                  </a:ext>
                </a:extLst>
              </p:cNvPr>
              <p:cNvSpPr/>
              <p:nvPr/>
            </p:nvSpPr>
            <p:spPr>
              <a:xfrm rot="10800000" flipV="1">
                <a:off x="3502503" y="5292288"/>
                <a:ext cx="457810" cy="1556555"/>
              </a:xfrm>
              <a:custGeom>
                <a:avLst/>
                <a:gdLst>
                  <a:gd name="connsiteX0" fmla="*/ 389139 w 457810"/>
                  <a:gd name="connsiteY0" fmla="*/ 0 h 1556555"/>
                  <a:gd name="connsiteX1" fmla="*/ 457810 w 457810"/>
                  <a:gd name="connsiteY1" fmla="*/ 68672 h 1556555"/>
                  <a:gd name="connsiteX2" fmla="*/ 457810 w 457810"/>
                  <a:gd name="connsiteY2" fmla="*/ 1487884 h 1556555"/>
                  <a:gd name="connsiteX3" fmla="*/ 389139 w 457810"/>
                  <a:gd name="connsiteY3" fmla="*/ 1556555 h 1556555"/>
                  <a:gd name="connsiteX4" fmla="*/ 68672 w 457810"/>
                  <a:gd name="connsiteY4" fmla="*/ 1556555 h 1556555"/>
                  <a:gd name="connsiteX5" fmla="*/ 0 w 457810"/>
                  <a:gd name="connsiteY5" fmla="*/ 1487884 h 1556555"/>
                  <a:gd name="connsiteX6" fmla="*/ 0 w 457810"/>
                  <a:gd name="connsiteY6" fmla="*/ 68672 h 1556555"/>
                  <a:gd name="connsiteX7" fmla="*/ 68672 w 457810"/>
                  <a:gd name="connsiteY7" fmla="*/ 0 h 1556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7810" h="1556555">
                    <a:moveTo>
                      <a:pt x="389139" y="0"/>
                    </a:moveTo>
                    <a:cubicBezTo>
                      <a:pt x="427065" y="0"/>
                      <a:pt x="457810" y="30745"/>
                      <a:pt x="457810" y="68672"/>
                    </a:cubicBezTo>
                    <a:lnTo>
                      <a:pt x="457810" y="1487884"/>
                    </a:lnTo>
                    <a:cubicBezTo>
                      <a:pt x="457810" y="1525810"/>
                      <a:pt x="427065" y="1556555"/>
                      <a:pt x="389139" y="1556555"/>
                    </a:cubicBezTo>
                    <a:lnTo>
                      <a:pt x="68672" y="1556555"/>
                    </a:lnTo>
                    <a:cubicBezTo>
                      <a:pt x="30745" y="1556555"/>
                      <a:pt x="0" y="1525810"/>
                      <a:pt x="0" y="1487884"/>
                    </a:cubicBezTo>
                    <a:lnTo>
                      <a:pt x="0" y="68672"/>
                    </a:lnTo>
                    <a:cubicBezTo>
                      <a:pt x="0" y="30745"/>
                      <a:pt x="30745" y="0"/>
                      <a:pt x="6867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8310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65630494-9DB6-7088-630C-FE6B821D72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04792" y="5658536"/>
                <a:ext cx="439498" cy="881285"/>
              </a:xfrm>
              <a:custGeom>
                <a:avLst/>
                <a:gdLst>
                  <a:gd name="connsiteX0" fmla="*/ -1 w 439498"/>
                  <a:gd name="connsiteY0" fmla="*/ -1 h 881285"/>
                  <a:gd name="connsiteX1" fmla="*/ 439498 w 439498"/>
                  <a:gd name="connsiteY1" fmla="*/ -1 h 881285"/>
                  <a:gd name="connsiteX2" fmla="*/ 439498 w 439498"/>
                  <a:gd name="connsiteY2" fmla="*/ 881285 h 881285"/>
                  <a:gd name="connsiteX3" fmla="*/ -1 w 439498"/>
                  <a:gd name="connsiteY3" fmla="*/ 881285 h 881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9498" h="881285">
                    <a:moveTo>
                      <a:pt x="-1" y="-1"/>
                    </a:moveTo>
                    <a:lnTo>
                      <a:pt x="439498" y="-1"/>
                    </a:lnTo>
                    <a:lnTo>
                      <a:pt x="439498" y="881285"/>
                    </a:lnTo>
                    <a:lnTo>
                      <a:pt x="-1" y="881285"/>
                    </a:lnTo>
                    <a:close/>
                  </a:path>
                </a:pathLst>
              </a:custGeom>
            </p:spPr>
          </p:pic>
        </p:grpSp>
        <p:grpSp>
          <p:nvGrpSpPr>
            <p:cNvPr id="26" name="图形 2">
              <a:extLst>
                <a:ext uri="{FF2B5EF4-FFF2-40B4-BE49-F238E27FC236}">
                  <a16:creationId xmlns:a16="http://schemas.microsoft.com/office/drawing/2014/main" id="{5E44F66A-0D75-02BB-F8EB-653598F1D203}"/>
                </a:ext>
              </a:extLst>
            </p:cNvPr>
            <p:cNvGrpSpPr/>
            <p:nvPr/>
          </p:nvGrpSpPr>
          <p:grpSpPr>
            <a:xfrm>
              <a:off x="2987466" y="752823"/>
              <a:ext cx="494526" cy="73249"/>
              <a:chOff x="2987466" y="752823"/>
              <a:chExt cx="494526" cy="73249"/>
            </a:xfrm>
          </p:grpSpPr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2B32C883-4FE1-66AB-BF6D-77836021805A}"/>
                  </a:ext>
                </a:extLst>
              </p:cNvPr>
              <p:cNvSpPr/>
              <p:nvPr/>
            </p:nvSpPr>
            <p:spPr>
              <a:xfrm>
                <a:off x="2987466" y="787525"/>
                <a:ext cx="439681" cy="5402"/>
              </a:xfrm>
              <a:custGeom>
                <a:avLst/>
                <a:gdLst>
                  <a:gd name="connsiteX0" fmla="*/ 0 w 439681"/>
                  <a:gd name="connsiteY0" fmla="*/ 0 h 5402"/>
                  <a:gd name="connsiteX1" fmla="*/ 261868 w 439681"/>
                  <a:gd name="connsiteY1" fmla="*/ 5402 h 5402"/>
                  <a:gd name="connsiteX2" fmla="*/ 439681 w 439681"/>
                  <a:gd name="connsiteY2" fmla="*/ 1557 h 5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9681" h="5402">
                    <a:moveTo>
                      <a:pt x="0" y="0"/>
                    </a:moveTo>
                    <a:lnTo>
                      <a:pt x="261868" y="5402"/>
                    </a:lnTo>
                    <a:lnTo>
                      <a:pt x="439681" y="1557"/>
                    </a:lnTo>
                  </a:path>
                </a:pathLst>
              </a:custGeom>
              <a:noFill/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30A3358D-294E-92E1-0AE5-F9086E3F11BF}"/>
                  </a:ext>
                </a:extLst>
              </p:cNvPr>
              <p:cNvSpPr/>
              <p:nvPr/>
            </p:nvSpPr>
            <p:spPr>
              <a:xfrm>
                <a:off x="3408011" y="752823"/>
                <a:ext cx="73982" cy="73249"/>
              </a:xfrm>
              <a:custGeom>
                <a:avLst/>
                <a:gdLst>
                  <a:gd name="connsiteX0" fmla="*/ 73982 w 73982"/>
                  <a:gd name="connsiteY0" fmla="*/ 35068 h 73249"/>
                  <a:gd name="connsiteX1" fmla="*/ 1557 w 73982"/>
                  <a:gd name="connsiteY1" fmla="*/ 73250 h 73249"/>
                  <a:gd name="connsiteX2" fmla="*/ 19136 w 73982"/>
                  <a:gd name="connsiteY2" fmla="*/ 36259 h 73249"/>
                  <a:gd name="connsiteX3" fmla="*/ 0 w 73982"/>
                  <a:gd name="connsiteY3" fmla="*/ 0 h 7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982" h="73249">
                    <a:moveTo>
                      <a:pt x="73982" y="35068"/>
                    </a:moveTo>
                    <a:lnTo>
                      <a:pt x="1557" y="73250"/>
                    </a:lnTo>
                    <a:lnTo>
                      <a:pt x="19136" y="362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9" name="图形 2">
              <a:extLst>
                <a:ext uri="{FF2B5EF4-FFF2-40B4-BE49-F238E27FC236}">
                  <a16:creationId xmlns:a16="http://schemas.microsoft.com/office/drawing/2014/main" id="{1298E8E4-41C6-654A-92CB-4F1A743AD6B1}"/>
                </a:ext>
              </a:extLst>
            </p:cNvPr>
            <p:cNvGrpSpPr/>
            <p:nvPr/>
          </p:nvGrpSpPr>
          <p:grpSpPr>
            <a:xfrm>
              <a:off x="3008068" y="3094066"/>
              <a:ext cx="473925" cy="73249"/>
              <a:chOff x="3008068" y="3094066"/>
              <a:chExt cx="473925" cy="73249"/>
            </a:xfrm>
          </p:grpSpPr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F92D70D2-CD1A-8451-A0B2-C9195EE04269}"/>
                  </a:ext>
                </a:extLst>
              </p:cNvPr>
              <p:cNvSpPr/>
              <p:nvPr/>
            </p:nvSpPr>
            <p:spPr>
              <a:xfrm>
                <a:off x="3008068" y="3124556"/>
                <a:ext cx="418988" cy="6317"/>
              </a:xfrm>
              <a:custGeom>
                <a:avLst/>
                <a:gdLst>
                  <a:gd name="connsiteX0" fmla="*/ 0 w 418988"/>
                  <a:gd name="connsiteY0" fmla="*/ 0 h 6317"/>
                  <a:gd name="connsiteX1" fmla="*/ 252254 w 418988"/>
                  <a:gd name="connsiteY1" fmla="*/ 5036 h 6317"/>
                  <a:gd name="connsiteX2" fmla="*/ 418988 w 418988"/>
                  <a:gd name="connsiteY2" fmla="*/ 6318 h 6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8988" h="6317">
                    <a:moveTo>
                      <a:pt x="0" y="0"/>
                    </a:moveTo>
                    <a:lnTo>
                      <a:pt x="252254" y="5036"/>
                    </a:lnTo>
                    <a:lnTo>
                      <a:pt x="418988" y="6318"/>
                    </a:lnTo>
                  </a:path>
                </a:pathLst>
              </a:custGeom>
              <a:noFill/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7B562473-2300-AD86-E599-F69DAC967583}"/>
                  </a:ext>
                </a:extLst>
              </p:cNvPr>
              <p:cNvSpPr/>
              <p:nvPr/>
            </p:nvSpPr>
            <p:spPr>
              <a:xfrm>
                <a:off x="3408469" y="3094066"/>
                <a:ext cx="73524" cy="73249"/>
              </a:xfrm>
              <a:custGeom>
                <a:avLst/>
                <a:gdLst>
                  <a:gd name="connsiteX0" fmla="*/ 73524 w 73524"/>
                  <a:gd name="connsiteY0" fmla="*/ 37174 h 73249"/>
                  <a:gd name="connsiteX1" fmla="*/ 0 w 73524"/>
                  <a:gd name="connsiteY1" fmla="*/ 73250 h 73249"/>
                  <a:gd name="connsiteX2" fmla="*/ 18587 w 73524"/>
                  <a:gd name="connsiteY2" fmla="*/ 36808 h 73249"/>
                  <a:gd name="connsiteX3" fmla="*/ 549 w 73524"/>
                  <a:gd name="connsiteY3" fmla="*/ 0 h 7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524" h="73249">
                    <a:moveTo>
                      <a:pt x="73524" y="37174"/>
                    </a:moveTo>
                    <a:lnTo>
                      <a:pt x="0" y="73250"/>
                    </a:lnTo>
                    <a:lnTo>
                      <a:pt x="18587" y="36808"/>
                    </a:lnTo>
                    <a:lnTo>
                      <a:pt x="5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2" name="图形 2">
              <a:extLst>
                <a:ext uri="{FF2B5EF4-FFF2-40B4-BE49-F238E27FC236}">
                  <a16:creationId xmlns:a16="http://schemas.microsoft.com/office/drawing/2014/main" id="{831BC155-1A80-5EE1-8CBF-26C76608FDA6}"/>
                </a:ext>
              </a:extLst>
            </p:cNvPr>
            <p:cNvGrpSpPr/>
            <p:nvPr/>
          </p:nvGrpSpPr>
          <p:grpSpPr>
            <a:xfrm>
              <a:off x="3072161" y="6029363"/>
              <a:ext cx="409831" cy="73249"/>
              <a:chOff x="3072161" y="6029363"/>
              <a:chExt cx="409831" cy="73249"/>
            </a:xfrm>
          </p:grpSpPr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D630193E-F05F-26F1-9519-B970563AE8E9}"/>
                  </a:ext>
                </a:extLst>
              </p:cNvPr>
              <p:cNvSpPr/>
              <p:nvPr/>
            </p:nvSpPr>
            <p:spPr>
              <a:xfrm>
                <a:off x="3072161" y="6065987"/>
                <a:ext cx="354894" cy="9156"/>
              </a:xfrm>
              <a:custGeom>
                <a:avLst/>
                <a:gdLst>
                  <a:gd name="connsiteX0" fmla="*/ 0 w 354894"/>
                  <a:gd name="connsiteY0" fmla="*/ 0 h 9156"/>
                  <a:gd name="connsiteX1" fmla="*/ 354895 w 354894"/>
                  <a:gd name="connsiteY1" fmla="*/ 0 h 9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4894" h="9156">
                    <a:moveTo>
                      <a:pt x="0" y="0"/>
                    </a:moveTo>
                    <a:lnTo>
                      <a:pt x="354895" y="0"/>
                    </a:lnTo>
                  </a:path>
                </a:pathLst>
              </a:custGeom>
              <a:noFill/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888DD9C0-3C04-409A-95F9-6620F78857FF}"/>
                  </a:ext>
                </a:extLst>
              </p:cNvPr>
              <p:cNvSpPr/>
              <p:nvPr/>
            </p:nvSpPr>
            <p:spPr>
              <a:xfrm>
                <a:off x="3408743" y="6029363"/>
                <a:ext cx="73249" cy="73249"/>
              </a:xfrm>
              <a:custGeom>
                <a:avLst/>
                <a:gdLst>
                  <a:gd name="connsiteX0" fmla="*/ 73250 w 73249"/>
                  <a:gd name="connsiteY0" fmla="*/ 36625 h 73249"/>
                  <a:gd name="connsiteX1" fmla="*/ 0 w 73249"/>
                  <a:gd name="connsiteY1" fmla="*/ 73250 h 73249"/>
                  <a:gd name="connsiteX2" fmla="*/ 18312 w 73249"/>
                  <a:gd name="connsiteY2" fmla="*/ 36625 h 73249"/>
                  <a:gd name="connsiteX3" fmla="*/ 0 w 73249"/>
                  <a:gd name="connsiteY3" fmla="*/ 0 h 7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249" h="73249">
                    <a:moveTo>
                      <a:pt x="73250" y="36625"/>
                    </a:moveTo>
                    <a:lnTo>
                      <a:pt x="0" y="73250"/>
                    </a:lnTo>
                    <a:lnTo>
                      <a:pt x="18312" y="36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5" name="图形 2">
              <a:extLst>
                <a:ext uri="{FF2B5EF4-FFF2-40B4-BE49-F238E27FC236}">
                  <a16:creationId xmlns:a16="http://schemas.microsoft.com/office/drawing/2014/main" id="{F12799BA-820E-F236-9354-5F06D3C007BF}"/>
                </a:ext>
              </a:extLst>
            </p:cNvPr>
            <p:cNvGrpSpPr/>
            <p:nvPr/>
          </p:nvGrpSpPr>
          <p:grpSpPr>
            <a:xfrm>
              <a:off x="4656185" y="3094798"/>
              <a:ext cx="226707" cy="73249"/>
              <a:chOff x="4656185" y="3094798"/>
              <a:chExt cx="226707" cy="73249"/>
            </a:xfrm>
          </p:grpSpPr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495EA25F-84D5-16AA-F5FE-C9FBA2C44BEE}"/>
                  </a:ext>
                </a:extLst>
              </p:cNvPr>
              <p:cNvSpPr/>
              <p:nvPr/>
            </p:nvSpPr>
            <p:spPr>
              <a:xfrm>
                <a:off x="4656185" y="3131423"/>
                <a:ext cx="184497" cy="9156"/>
              </a:xfrm>
              <a:custGeom>
                <a:avLst/>
                <a:gdLst>
                  <a:gd name="connsiteX0" fmla="*/ 0 w 184497"/>
                  <a:gd name="connsiteY0" fmla="*/ 0 h 9156"/>
                  <a:gd name="connsiteX1" fmla="*/ 184498 w 184497"/>
                  <a:gd name="connsiteY1" fmla="*/ 0 h 9156"/>
                  <a:gd name="connsiteX2" fmla="*/ 65467 w 184497"/>
                  <a:gd name="connsiteY2" fmla="*/ 0 h 9156"/>
                  <a:gd name="connsiteX3" fmla="*/ 171770 w 184497"/>
                  <a:gd name="connsiteY3" fmla="*/ 0 h 9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497" h="9156">
                    <a:moveTo>
                      <a:pt x="0" y="0"/>
                    </a:moveTo>
                    <a:lnTo>
                      <a:pt x="184498" y="0"/>
                    </a:lnTo>
                    <a:lnTo>
                      <a:pt x="65467" y="0"/>
                    </a:lnTo>
                    <a:lnTo>
                      <a:pt x="171770" y="0"/>
                    </a:lnTo>
                  </a:path>
                </a:pathLst>
              </a:custGeom>
              <a:noFill/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92E9DFCB-ACCE-6F3C-698F-4460AFA19265}"/>
                  </a:ext>
                </a:extLst>
              </p:cNvPr>
              <p:cNvSpPr/>
              <p:nvPr/>
            </p:nvSpPr>
            <p:spPr>
              <a:xfrm>
                <a:off x="4809643" y="3094798"/>
                <a:ext cx="73249" cy="73249"/>
              </a:xfrm>
              <a:custGeom>
                <a:avLst/>
                <a:gdLst>
                  <a:gd name="connsiteX0" fmla="*/ 73250 w 73249"/>
                  <a:gd name="connsiteY0" fmla="*/ 36625 h 73249"/>
                  <a:gd name="connsiteX1" fmla="*/ 0 w 73249"/>
                  <a:gd name="connsiteY1" fmla="*/ 73250 h 73249"/>
                  <a:gd name="connsiteX2" fmla="*/ 18312 w 73249"/>
                  <a:gd name="connsiteY2" fmla="*/ 36625 h 73249"/>
                  <a:gd name="connsiteX3" fmla="*/ 0 w 73249"/>
                  <a:gd name="connsiteY3" fmla="*/ 0 h 7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249" h="73249">
                    <a:moveTo>
                      <a:pt x="73250" y="36625"/>
                    </a:moveTo>
                    <a:lnTo>
                      <a:pt x="0" y="73250"/>
                    </a:lnTo>
                    <a:lnTo>
                      <a:pt x="18312" y="36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8" name="图形 2">
              <a:extLst>
                <a:ext uri="{FF2B5EF4-FFF2-40B4-BE49-F238E27FC236}">
                  <a16:creationId xmlns:a16="http://schemas.microsoft.com/office/drawing/2014/main" id="{1299983D-7EF1-9D5F-A062-6A43CE3C957D}"/>
                </a:ext>
              </a:extLst>
            </p:cNvPr>
            <p:cNvGrpSpPr/>
            <p:nvPr/>
          </p:nvGrpSpPr>
          <p:grpSpPr>
            <a:xfrm>
              <a:off x="4463905" y="3021548"/>
              <a:ext cx="192280" cy="265530"/>
              <a:chOff x="4463905" y="3021548"/>
              <a:chExt cx="192280" cy="265530"/>
            </a:xfrm>
            <a:solidFill>
              <a:srgbClr val="FFFFFF"/>
            </a:solidFill>
          </p:grpSpPr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EE6F9ED2-3CE4-0DAC-A660-5CE933F584A7}"/>
                  </a:ext>
                </a:extLst>
              </p:cNvPr>
              <p:cNvSpPr/>
              <p:nvPr/>
            </p:nvSpPr>
            <p:spPr>
              <a:xfrm>
                <a:off x="4463905" y="3035283"/>
                <a:ext cx="192280" cy="192280"/>
              </a:xfrm>
              <a:custGeom>
                <a:avLst/>
                <a:gdLst>
                  <a:gd name="connsiteX0" fmla="*/ 192280 w 192280"/>
                  <a:gd name="connsiteY0" fmla="*/ 96140 h 192280"/>
                  <a:gd name="connsiteX1" fmla="*/ 96140 w 192280"/>
                  <a:gd name="connsiteY1" fmla="*/ 192280 h 192280"/>
                  <a:gd name="connsiteX2" fmla="*/ 0 w 192280"/>
                  <a:gd name="connsiteY2" fmla="*/ 96140 h 192280"/>
                  <a:gd name="connsiteX3" fmla="*/ 96140 w 192280"/>
                  <a:gd name="connsiteY3" fmla="*/ 0 h 192280"/>
                  <a:gd name="connsiteX4" fmla="*/ 192280 w 192280"/>
                  <a:gd name="connsiteY4" fmla="*/ 96140 h 192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280" h="192280">
                    <a:moveTo>
                      <a:pt x="192280" y="96140"/>
                    </a:moveTo>
                    <a:cubicBezTo>
                      <a:pt x="192280" y="149237"/>
                      <a:pt x="149237" y="192280"/>
                      <a:pt x="96140" y="192280"/>
                    </a:cubicBezTo>
                    <a:cubicBezTo>
                      <a:pt x="43043" y="192280"/>
                      <a:pt x="0" y="149237"/>
                      <a:pt x="0" y="96140"/>
                    </a:cubicBezTo>
                    <a:cubicBezTo>
                      <a:pt x="0" y="43044"/>
                      <a:pt x="43043" y="0"/>
                      <a:pt x="96140" y="0"/>
                    </a:cubicBezTo>
                    <a:cubicBezTo>
                      <a:pt x="149237" y="0"/>
                      <a:pt x="192280" y="43044"/>
                      <a:pt x="192280" y="961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55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0" name="图片 39">
                <a:extLst>
                  <a:ext uri="{FF2B5EF4-FFF2-40B4-BE49-F238E27FC236}">
                    <a16:creationId xmlns:a16="http://schemas.microsoft.com/office/drawing/2014/main" id="{6AC01ED7-4419-D3F1-7A3B-9F4623F8D0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66194" y="3021548"/>
                <a:ext cx="173967" cy="265530"/>
              </a:xfrm>
              <a:custGeom>
                <a:avLst/>
                <a:gdLst>
                  <a:gd name="connsiteX0" fmla="*/ -1 w 173967"/>
                  <a:gd name="connsiteY0" fmla="*/ -1 h 265530"/>
                  <a:gd name="connsiteX1" fmla="*/ 173967 w 173967"/>
                  <a:gd name="connsiteY1" fmla="*/ -1 h 265530"/>
                  <a:gd name="connsiteX2" fmla="*/ 173967 w 173967"/>
                  <a:gd name="connsiteY2" fmla="*/ 265530 h 265530"/>
                  <a:gd name="connsiteX3" fmla="*/ -1 w 173967"/>
                  <a:gd name="connsiteY3" fmla="*/ 265530 h 265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3967" h="265530">
                    <a:moveTo>
                      <a:pt x="-1" y="-1"/>
                    </a:moveTo>
                    <a:lnTo>
                      <a:pt x="173967" y="-1"/>
                    </a:lnTo>
                    <a:lnTo>
                      <a:pt x="173967" y="265530"/>
                    </a:lnTo>
                    <a:lnTo>
                      <a:pt x="-1" y="265530"/>
                    </a:lnTo>
                    <a:close/>
                  </a:path>
                </a:pathLst>
              </a:custGeom>
            </p:spPr>
          </p:pic>
        </p:grpSp>
        <p:grpSp>
          <p:nvGrpSpPr>
            <p:cNvPr id="41" name="图形 2">
              <a:extLst>
                <a:ext uri="{FF2B5EF4-FFF2-40B4-BE49-F238E27FC236}">
                  <a16:creationId xmlns:a16="http://schemas.microsoft.com/office/drawing/2014/main" id="{ED790C9D-42FF-A69E-9D57-85D594215A78}"/>
                </a:ext>
              </a:extLst>
            </p:cNvPr>
            <p:cNvGrpSpPr/>
            <p:nvPr/>
          </p:nvGrpSpPr>
          <p:grpSpPr>
            <a:xfrm>
              <a:off x="5361213" y="3094798"/>
              <a:ext cx="254176" cy="73249"/>
              <a:chOff x="5361213" y="3094798"/>
              <a:chExt cx="254176" cy="73249"/>
            </a:xfrm>
          </p:grpSpPr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21D740ED-D9CA-C350-FC87-537CA5697BAE}"/>
                  </a:ext>
                </a:extLst>
              </p:cNvPr>
              <p:cNvSpPr/>
              <p:nvPr/>
            </p:nvSpPr>
            <p:spPr>
              <a:xfrm>
                <a:off x="5361213" y="3131423"/>
                <a:ext cx="199239" cy="9156"/>
              </a:xfrm>
              <a:custGeom>
                <a:avLst/>
                <a:gdLst>
                  <a:gd name="connsiteX0" fmla="*/ 0 w 199239"/>
                  <a:gd name="connsiteY0" fmla="*/ 0 h 9156"/>
                  <a:gd name="connsiteX1" fmla="*/ 184498 w 199239"/>
                  <a:gd name="connsiteY1" fmla="*/ 0 h 9156"/>
                  <a:gd name="connsiteX2" fmla="*/ 92935 w 199239"/>
                  <a:gd name="connsiteY2" fmla="*/ 0 h 9156"/>
                  <a:gd name="connsiteX3" fmla="*/ 199239 w 199239"/>
                  <a:gd name="connsiteY3" fmla="*/ 0 h 9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9239" h="9156">
                    <a:moveTo>
                      <a:pt x="0" y="0"/>
                    </a:moveTo>
                    <a:lnTo>
                      <a:pt x="184498" y="0"/>
                    </a:lnTo>
                    <a:lnTo>
                      <a:pt x="92935" y="0"/>
                    </a:lnTo>
                    <a:lnTo>
                      <a:pt x="199239" y="0"/>
                    </a:lnTo>
                  </a:path>
                </a:pathLst>
              </a:custGeom>
              <a:noFill/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C3E416E8-D6A9-1F48-99AB-B79E64CD4B22}"/>
                  </a:ext>
                </a:extLst>
              </p:cNvPr>
              <p:cNvSpPr/>
              <p:nvPr/>
            </p:nvSpPr>
            <p:spPr>
              <a:xfrm>
                <a:off x="5542140" y="3094798"/>
                <a:ext cx="73249" cy="73249"/>
              </a:xfrm>
              <a:custGeom>
                <a:avLst/>
                <a:gdLst>
                  <a:gd name="connsiteX0" fmla="*/ 73250 w 73249"/>
                  <a:gd name="connsiteY0" fmla="*/ 36625 h 73249"/>
                  <a:gd name="connsiteX1" fmla="*/ 0 w 73249"/>
                  <a:gd name="connsiteY1" fmla="*/ 73250 h 73249"/>
                  <a:gd name="connsiteX2" fmla="*/ 18312 w 73249"/>
                  <a:gd name="connsiteY2" fmla="*/ 36625 h 73249"/>
                  <a:gd name="connsiteX3" fmla="*/ 0 w 73249"/>
                  <a:gd name="connsiteY3" fmla="*/ 0 h 7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249" h="73249">
                    <a:moveTo>
                      <a:pt x="73250" y="36625"/>
                    </a:moveTo>
                    <a:lnTo>
                      <a:pt x="0" y="73250"/>
                    </a:lnTo>
                    <a:lnTo>
                      <a:pt x="18312" y="36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4" name="图形 2">
              <a:extLst>
                <a:ext uri="{FF2B5EF4-FFF2-40B4-BE49-F238E27FC236}">
                  <a16:creationId xmlns:a16="http://schemas.microsoft.com/office/drawing/2014/main" id="{0C5DD2AD-A08F-433B-9B74-3AA6F0A0EEA4}"/>
                </a:ext>
              </a:extLst>
            </p:cNvPr>
            <p:cNvGrpSpPr/>
            <p:nvPr/>
          </p:nvGrpSpPr>
          <p:grpSpPr>
            <a:xfrm>
              <a:off x="4903403" y="2353145"/>
              <a:ext cx="457810" cy="1556555"/>
              <a:chOff x="4903403" y="2353145"/>
              <a:chExt cx="457810" cy="1556555"/>
            </a:xfrm>
            <a:solidFill>
              <a:srgbClr val="DAE8FC"/>
            </a:solidFill>
          </p:grpSpPr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39BB5D28-E831-46CB-C92B-D9694D592C66}"/>
                  </a:ext>
                </a:extLst>
              </p:cNvPr>
              <p:cNvSpPr/>
              <p:nvPr/>
            </p:nvSpPr>
            <p:spPr>
              <a:xfrm rot="10800000" flipV="1">
                <a:off x="4903403" y="2353145"/>
                <a:ext cx="457810" cy="1556555"/>
              </a:xfrm>
              <a:custGeom>
                <a:avLst/>
                <a:gdLst>
                  <a:gd name="connsiteX0" fmla="*/ 389139 w 457810"/>
                  <a:gd name="connsiteY0" fmla="*/ 0 h 1556555"/>
                  <a:gd name="connsiteX1" fmla="*/ 457810 w 457810"/>
                  <a:gd name="connsiteY1" fmla="*/ 68672 h 1556555"/>
                  <a:gd name="connsiteX2" fmla="*/ 457810 w 457810"/>
                  <a:gd name="connsiteY2" fmla="*/ 1487884 h 1556555"/>
                  <a:gd name="connsiteX3" fmla="*/ 389139 w 457810"/>
                  <a:gd name="connsiteY3" fmla="*/ 1556555 h 1556555"/>
                  <a:gd name="connsiteX4" fmla="*/ 68672 w 457810"/>
                  <a:gd name="connsiteY4" fmla="*/ 1556555 h 1556555"/>
                  <a:gd name="connsiteX5" fmla="*/ 0 w 457810"/>
                  <a:gd name="connsiteY5" fmla="*/ 1487884 h 1556555"/>
                  <a:gd name="connsiteX6" fmla="*/ 0 w 457810"/>
                  <a:gd name="connsiteY6" fmla="*/ 68672 h 1556555"/>
                  <a:gd name="connsiteX7" fmla="*/ 68672 w 457810"/>
                  <a:gd name="connsiteY7" fmla="*/ 0 h 1556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7810" h="1556555">
                    <a:moveTo>
                      <a:pt x="389139" y="0"/>
                    </a:moveTo>
                    <a:cubicBezTo>
                      <a:pt x="427065" y="0"/>
                      <a:pt x="457810" y="30745"/>
                      <a:pt x="457810" y="68672"/>
                    </a:cubicBezTo>
                    <a:lnTo>
                      <a:pt x="457810" y="1487884"/>
                    </a:lnTo>
                    <a:cubicBezTo>
                      <a:pt x="457810" y="1525810"/>
                      <a:pt x="427065" y="1556555"/>
                      <a:pt x="389139" y="1556555"/>
                    </a:cubicBezTo>
                    <a:lnTo>
                      <a:pt x="68672" y="1556555"/>
                    </a:lnTo>
                    <a:cubicBezTo>
                      <a:pt x="30745" y="1556555"/>
                      <a:pt x="0" y="1525810"/>
                      <a:pt x="0" y="1487884"/>
                    </a:cubicBezTo>
                    <a:lnTo>
                      <a:pt x="0" y="68672"/>
                    </a:lnTo>
                    <a:cubicBezTo>
                      <a:pt x="0" y="30745"/>
                      <a:pt x="30745" y="0"/>
                      <a:pt x="6867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8310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46" name="图片 45">
                <a:extLst>
                  <a:ext uri="{FF2B5EF4-FFF2-40B4-BE49-F238E27FC236}">
                    <a16:creationId xmlns:a16="http://schemas.microsoft.com/office/drawing/2014/main" id="{B4CD46EF-893F-9E34-7CC3-8D1EBDC61E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05692" y="2444707"/>
                <a:ext cx="439498" cy="1430657"/>
              </a:xfrm>
              <a:custGeom>
                <a:avLst/>
                <a:gdLst>
                  <a:gd name="connsiteX0" fmla="*/ -1 w 439498"/>
                  <a:gd name="connsiteY0" fmla="*/ -1 h 1430657"/>
                  <a:gd name="connsiteX1" fmla="*/ 439498 w 439498"/>
                  <a:gd name="connsiteY1" fmla="*/ -1 h 1430657"/>
                  <a:gd name="connsiteX2" fmla="*/ 439498 w 439498"/>
                  <a:gd name="connsiteY2" fmla="*/ 1430657 h 1430657"/>
                  <a:gd name="connsiteX3" fmla="*/ -1 w 439498"/>
                  <a:gd name="connsiteY3" fmla="*/ 1430657 h 1430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9498" h="1430657">
                    <a:moveTo>
                      <a:pt x="-1" y="-1"/>
                    </a:moveTo>
                    <a:lnTo>
                      <a:pt x="439498" y="-1"/>
                    </a:lnTo>
                    <a:lnTo>
                      <a:pt x="439498" y="1430657"/>
                    </a:lnTo>
                    <a:lnTo>
                      <a:pt x="-1" y="1430657"/>
                    </a:lnTo>
                    <a:close/>
                  </a:path>
                </a:pathLst>
              </a:custGeom>
            </p:spPr>
          </p:pic>
        </p:grpSp>
        <p:grpSp>
          <p:nvGrpSpPr>
            <p:cNvPr id="47" name="图形 2">
              <a:extLst>
                <a:ext uri="{FF2B5EF4-FFF2-40B4-BE49-F238E27FC236}">
                  <a16:creationId xmlns:a16="http://schemas.microsoft.com/office/drawing/2014/main" id="{920B224B-D107-814C-9C83-0B8E06F2A5CD}"/>
                </a:ext>
              </a:extLst>
            </p:cNvPr>
            <p:cNvGrpSpPr/>
            <p:nvPr/>
          </p:nvGrpSpPr>
          <p:grpSpPr>
            <a:xfrm>
              <a:off x="6093710" y="3094798"/>
              <a:ext cx="235864" cy="73249"/>
              <a:chOff x="6093710" y="3094798"/>
              <a:chExt cx="235864" cy="73249"/>
            </a:xfrm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BAA3B431-3478-72D5-CCE9-5DFB066CCE6E}"/>
                  </a:ext>
                </a:extLst>
              </p:cNvPr>
              <p:cNvSpPr/>
              <p:nvPr/>
            </p:nvSpPr>
            <p:spPr>
              <a:xfrm>
                <a:off x="6093710" y="3131423"/>
                <a:ext cx="184497" cy="9156"/>
              </a:xfrm>
              <a:custGeom>
                <a:avLst/>
                <a:gdLst>
                  <a:gd name="connsiteX0" fmla="*/ 0 w 184497"/>
                  <a:gd name="connsiteY0" fmla="*/ 0 h 9156"/>
                  <a:gd name="connsiteX1" fmla="*/ 184498 w 184497"/>
                  <a:gd name="connsiteY1" fmla="*/ 0 h 9156"/>
                  <a:gd name="connsiteX2" fmla="*/ 74623 w 184497"/>
                  <a:gd name="connsiteY2" fmla="*/ 0 h 9156"/>
                  <a:gd name="connsiteX3" fmla="*/ 180927 w 184497"/>
                  <a:gd name="connsiteY3" fmla="*/ 0 h 9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497" h="9156">
                    <a:moveTo>
                      <a:pt x="0" y="0"/>
                    </a:moveTo>
                    <a:lnTo>
                      <a:pt x="184498" y="0"/>
                    </a:lnTo>
                    <a:lnTo>
                      <a:pt x="74623" y="0"/>
                    </a:lnTo>
                    <a:lnTo>
                      <a:pt x="180927" y="0"/>
                    </a:lnTo>
                  </a:path>
                </a:pathLst>
              </a:custGeom>
              <a:noFill/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B27C681C-FE80-FCE8-E3A0-ACFDE97CD24E}"/>
                  </a:ext>
                </a:extLst>
              </p:cNvPr>
              <p:cNvSpPr/>
              <p:nvPr/>
            </p:nvSpPr>
            <p:spPr>
              <a:xfrm>
                <a:off x="6256324" y="3094798"/>
                <a:ext cx="73249" cy="73249"/>
              </a:xfrm>
              <a:custGeom>
                <a:avLst/>
                <a:gdLst>
                  <a:gd name="connsiteX0" fmla="*/ 73250 w 73249"/>
                  <a:gd name="connsiteY0" fmla="*/ 36625 h 73249"/>
                  <a:gd name="connsiteX1" fmla="*/ 0 w 73249"/>
                  <a:gd name="connsiteY1" fmla="*/ 73250 h 73249"/>
                  <a:gd name="connsiteX2" fmla="*/ 18312 w 73249"/>
                  <a:gd name="connsiteY2" fmla="*/ 36625 h 73249"/>
                  <a:gd name="connsiteX3" fmla="*/ 0 w 73249"/>
                  <a:gd name="connsiteY3" fmla="*/ 0 h 7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249" h="73249">
                    <a:moveTo>
                      <a:pt x="73250" y="36625"/>
                    </a:moveTo>
                    <a:lnTo>
                      <a:pt x="0" y="73250"/>
                    </a:lnTo>
                    <a:lnTo>
                      <a:pt x="18312" y="36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0" name="图形 2">
              <a:extLst>
                <a:ext uri="{FF2B5EF4-FFF2-40B4-BE49-F238E27FC236}">
                  <a16:creationId xmlns:a16="http://schemas.microsoft.com/office/drawing/2014/main" id="{1D8112F7-73D6-872B-3043-924D17D92FB5}"/>
                </a:ext>
              </a:extLst>
            </p:cNvPr>
            <p:cNvGrpSpPr/>
            <p:nvPr/>
          </p:nvGrpSpPr>
          <p:grpSpPr>
            <a:xfrm>
              <a:off x="5635900" y="2353145"/>
              <a:ext cx="457810" cy="1556555"/>
              <a:chOff x="5635900" y="2353145"/>
              <a:chExt cx="457810" cy="1556555"/>
            </a:xfrm>
            <a:solidFill>
              <a:srgbClr val="DAE8FC"/>
            </a:solidFill>
          </p:grpSpPr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0154BBB-D862-F098-A59D-2A97E44A3A00}"/>
                  </a:ext>
                </a:extLst>
              </p:cNvPr>
              <p:cNvSpPr/>
              <p:nvPr/>
            </p:nvSpPr>
            <p:spPr>
              <a:xfrm rot="10800000" flipV="1">
                <a:off x="5635900" y="2353145"/>
                <a:ext cx="457810" cy="1556555"/>
              </a:xfrm>
              <a:custGeom>
                <a:avLst/>
                <a:gdLst>
                  <a:gd name="connsiteX0" fmla="*/ 389139 w 457810"/>
                  <a:gd name="connsiteY0" fmla="*/ 0 h 1556555"/>
                  <a:gd name="connsiteX1" fmla="*/ 457810 w 457810"/>
                  <a:gd name="connsiteY1" fmla="*/ 68672 h 1556555"/>
                  <a:gd name="connsiteX2" fmla="*/ 457810 w 457810"/>
                  <a:gd name="connsiteY2" fmla="*/ 1487884 h 1556555"/>
                  <a:gd name="connsiteX3" fmla="*/ 389139 w 457810"/>
                  <a:gd name="connsiteY3" fmla="*/ 1556555 h 1556555"/>
                  <a:gd name="connsiteX4" fmla="*/ 68672 w 457810"/>
                  <a:gd name="connsiteY4" fmla="*/ 1556555 h 1556555"/>
                  <a:gd name="connsiteX5" fmla="*/ 0 w 457810"/>
                  <a:gd name="connsiteY5" fmla="*/ 1487884 h 1556555"/>
                  <a:gd name="connsiteX6" fmla="*/ 0 w 457810"/>
                  <a:gd name="connsiteY6" fmla="*/ 68672 h 1556555"/>
                  <a:gd name="connsiteX7" fmla="*/ 68672 w 457810"/>
                  <a:gd name="connsiteY7" fmla="*/ 0 h 1556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7810" h="1556555">
                    <a:moveTo>
                      <a:pt x="389139" y="0"/>
                    </a:moveTo>
                    <a:cubicBezTo>
                      <a:pt x="427065" y="0"/>
                      <a:pt x="457810" y="30745"/>
                      <a:pt x="457810" y="68672"/>
                    </a:cubicBezTo>
                    <a:lnTo>
                      <a:pt x="457810" y="1487884"/>
                    </a:lnTo>
                    <a:cubicBezTo>
                      <a:pt x="457810" y="1525810"/>
                      <a:pt x="427065" y="1556555"/>
                      <a:pt x="389139" y="1556555"/>
                    </a:cubicBezTo>
                    <a:lnTo>
                      <a:pt x="68672" y="1556555"/>
                    </a:lnTo>
                    <a:cubicBezTo>
                      <a:pt x="30745" y="1556555"/>
                      <a:pt x="0" y="1525810"/>
                      <a:pt x="0" y="1487884"/>
                    </a:cubicBezTo>
                    <a:lnTo>
                      <a:pt x="0" y="68672"/>
                    </a:lnTo>
                    <a:cubicBezTo>
                      <a:pt x="0" y="30745"/>
                      <a:pt x="30745" y="0"/>
                      <a:pt x="68672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8310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2" name="图片 51">
                <a:extLst>
                  <a:ext uri="{FF2B5EF4-FFF2-40B4-BE49-F238E27FC236}">
                    <a16:creationId xmlns:a16="http://schemas.microsoft.com/office/drawing/2014/main" id="{53EF5E54-E96D-3993-6215-EA9A3250C7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8189" y="2582050"/>
                <a:ext cx="439498" cy="1155971"/>
              </a:xfrm>
              <a:custGeom>
                <a:avLst/>
                <a:gdLst>
                  <a:gd name="connsiteX0" fmla="*/ -1 w 439498"/>
                  <a:gd name="connsiteY0" fmla="*/ -1 h 1155971"/>
                  <a:gd name="connsiteX1" fmla="*/ 439498 w 439498"/>
                  <a:gd name="connsiteY1" fmla="*/ -1 h 1155971"/>
                  <a:gd name="connsiteX2" fmla="*/ 439498 w 439498"/>
                  <a:gd name="connsiteY2" fmla="*/ 1155971 h 1155971"/>
                  <a:gd name="connsiteX3" fmla="*/ -1 w 439498"/>
                  <a:gd name="connsiteY3" fmla="*/ 1155971 h 1155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9498" h="1155971">
                    <a:moveTo>
                      <a:pt x="-1" y="-1"/>
                    </a:moveTo>
                    <a:lnTo>
                      <a:pt x="439498" y="-1"/>
                    </a:lnTo>
                    <a:lnTo>
                      <a:pt x="439498" y="1155971"/>
                    </a:lnTo>
                    <a:lnTo>
                      <a:pt x="-1" y="1155971"/>
                    </a:lnTo>
                    <a:close/>
                  </a:path>
                </a:pathLst>
              </a:custGeom>
            </p:spPr>
          </p:pic>
        </p:grpSp>
        <p:grpSp>
          <p:nvGrpSpPr>
            <p:cNvPr id="53" name="图形 2">
              <a:extLst>
                <a:ext uri="{FF2B5EF4-FFF2-40B4-BE49-F238E27FC236}">
                  <a16:creationId xmlns:a16="http://schemas.microsoft.com/office/drawing/2014/main" id="{E1098F2E-289A-91B0-FD02-22117677E3AD}"/>
                </a:ext>
              </a:extLst>
            </p:cNvPr>
            <p:cNvGrpSpPr/>
            <p:nvPr/>
          </p:nvGrpSpPr>
          <p:grpSpPr>
            <a:xfrm>
              <a:off x="6807894" y="3094798"/>
              <a:ext cx="180468" cy="73249"/>
              <a:chOff x="6807894" y="3094798"/>
              <a:chExt cx="180468" cy="73249"/>
            </a:xfrm>
          </p:grpSpPr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C35E7855-DE23-1949-DCA9-EB7F4AC7E36C}"/>
                  </a:ext>
                </a:extLst>
              </p:cNvPr>
              <p:cNvSpPr/>
              <p:nvPr/>
            </p:nvSpPr>
            <p:spPr>
              <a:xfrm>
                <a:off x="6807894" y="3131423"/>
                <a:ext cx="125531" cy="9156"/>
              </a:xfrm>
              <a:custGeom>
                <a:avLst/>
                <a:gdLst>
                  <a:gd name="connsiteX0" fmla="*/ 0 w 125531"/>
                  <a:gd name="connsiteY0" fmla="*/ 0 h 9156"/>
                  <a:gd name="connsiteX1" fmla="*/ 125532 w 125531"/>
                  <a:gd name="connsiteY1" fmla="*/ 0 h 9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5531" h="9156">
                    <a:moveTo>
                      <a:pt x="0" y="0"/>
                    </a:moveTo>
                    <a:lnTo>
                      <a:pt x="125532" y="0"/>
                    </a:lnTo>
                  </a:path>
                </a:pathLst>
              </a:custGeom>
              <a:noFill/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DB139B69-A7F7-1A69-E1F8-D588BFC19A15}"/>
                  </a:ext>
                </a:extLst>
              </p:cNvPr>
              <p:cNvSpPr/>
              <p:nvPr/>
            </p:nvSpPr>
            <p:spPr>
              <a:xfrm>
                <a:off x="6915113" y="3094798"/>
                <a:ext cx="73249" cy="73249"/>
              </a:xfrm>
              <a:custGeom>
                <a:avLst/>
                <a:gdLst>
                  <a:gd name="connsiteX0" fmla="*/ 73250 w 73249"/>
                  <a:gd name="connsiteY0" fmla="*/ 36625 h 73249"/>
                  <a:gd name="connsiteX1" fmla="*/ 0 w 73249"/>
                  <a:gd name="connsiteY1" fmla="*/ 73250 h 73249"/>
                  <a:gd name="connsiteX2" fmla="*/ 18312 w 73249"/>
                  <a:gd name="connsiteY2" fmla="*/ 36625 h 73249"/>
                  <a:gd name="connsiteX3" fmla="*/ 0 w 73249"/>
                  <a:gd name="connsiteY3" fmla="*/ 0 h 7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249" h="73249">
                    <a:moveTo>
                      <a:pt x="73250" y="36625"/>
                    </a:moveTo>
                    <a:lnTo>
                      <a:pt x="0" y="73250"/>
                    </a:lnTo>
                    <a:lnTo>
                      <a:pt x="18312" y="36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6" name="图形 2">
              <a:extLst>
                <a:ext uri="{FF2B5EF4-FFF2-40B4-BE49-F238E27FC236}">
                  <a16:creationId xmlns:a16="http://schemas.microsoft.com/office/drawing/2014/main" id="{C40138ED-B7A6-0DC5-1C70-39BD04F05C35}"/>
                </a:ext>
              </a:extLst>
            </p:cNvPr>
            <p:cNvGrpSpPr/>
            <p:nvPr/>
          </p:nvGrpSpPr>
          <p:grpSpPr>
            <a:xfrm>
              <a:off x="6350084" y="2353145"/>
              <a:ext cx="457810" cy="1556555"/>
              <a:chOff x="6350084" y="2353145"/>
              <a:chExt cx="457810" cy="1556555"/>
            </a:xfrm>
            <a:solidFill>
              <a:srgbClr val="D5E8D4"/>
            </a:solidFill>
          </p:grpSpPr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DBC24067-0030-A13D-5D02-F9FD873486A7}"/>
                  </a:ext>
                </a:extLst>
              </p:cNvPr>
              <p:cNvSpPr/>
              <p:nvPr/>
            </p:nvSpPr>
            <p:spPr>
              <a:xfrm rot="10800000" flipV="1">
                <a:off x="6350084" y="2353145"/>
                <a:ext cx="457810" cy="1556555"/>
              </a:xfrm>
              <a:custGeom>
                <a:avLst/>
                <a:gdLst>
                  <a:gd name="connsiteX0" fmla="*/ 389139 w 457810"/>
                  <a:gd name="connsiteY0" fmla="*/ 0 h 1556555"/>
                  <a:gd name="connsiteX1" fmla="*/ 457810 w 457810"/>
                  <a:gd name="connsiteY1" fmla="*/ 68672 h 1556555"/>
                  <a:gd name="connsiteX2" fmla="*/ 457810 w 457810"/>
                  <a:gd name="connsiteY2" fmla="*/ 1487884 h 1556555"/>
                  <a:gd name="connsiteX3" fmla="*/ 389139 w 457810"/>
                  <a:gd name="connsiteY3" fmla="*/ 1556555 h 1556555"/>
                  <a:gd name="connsiteX4" fmla="*/ 68672 w 457810"/>
                  <a:gd name="connsiteY4" fmla="*/ 1556555 h 1556555"/>
                  <a:gd name="connsiteX5" fmla="*/ 0 w 457810"/>
                  <a:gd name="connsiteY5" fmla="*/ 1487884 h 1556555"/>
                  <a:gd name="connsiteX6" fmla="*/ 0 w 457810"/>
                  <a:gd name="connsiteY6" fmla="*/ 68672 h 1556555"/>
                  <a:gd name="connsiteX7" fmla="*/ 68672 w 457810"/>
                  <a:gd name="connsiteY7" fmla="*/ 0 h 1556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7810" h="1556555">
                    <a:moveTo>
                      <a:pt x="389139" y="0"/>
                    </a:moveTo>
                    <a:cubicBezTo>
                      <a:pt x="427065" y="0"/>
                      <a:pt x="457810" y="30745"/>
                      <a:pt x="457810" y="68672"/>
                    </a:cubicBezTo>
                    <a:lnTo>
                      <a:pt x="457810" y="1487884"/>
                    </a:lnTo>
                    <a:cubicBezTo>
                      <a:pt x="457810" y="1525810"/>
                      <a:pt x="427065" y="1556555"/>
                      <a:pt x="389139" y="1556555"/>
                    </a:cubicBezTo>
                    <a:lnTo>
                      <a:pt x="68672" y="1556555"/>
                    </a:lnTo>
                    <a:cubicBezTo>
                      <a:pt x="30745" y="1556555"/>
                      <a:pt x="0" y="1525810"/>
                      <a:pt x="0" y="1487884"/>
                    </a:cubicBezTo>
                    <a:lnTo>
                      <a:pt x="0" y="68672"/>
                    </a:lnTo>
                    <a:cubicBezTo>
                      <a:pt x="0" y="30745"/>
                      <a:pt x="30745" y="0"/>
                      <a:pt x="68672" y="0"/>
                    </a:cubicBezTo>
                    <a:close/>
                  </a:path>
                </a:pathLst>
              </a:custGeom>
              <a:solidFill>
                <a:srgbClr val="D5E8D4"/>
              </a:solidFill>
              <a:ln w="18310" cap="flat">
                <a:solidFill>
                  <a:srgbClr val="82B36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58" name="图片 57">
                <a:extLst>
                  <a:ext uri="{FF2B5EF4-FFF2-40B4-BE49-F238E27FC236}">
                    <a16:creationId xmlns:a16="http://schemas.microsoft.com/office/drawing/2014/main" id="{46FB8806-D589-AB26-E803-68EFC1F31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52373" y="2444707"/>
                <a:ext cx="439498" cy="1430657"/>
              </a:xfrm>
              <a:custGeom>
                <a:avLst/>
                <a:gdLst>
                  <a:gd name="connsiteX0" fmla="*/ -1 w 439498"/>
                  <a:gd name="connsiteY0" fmla="*/ -1 h 1430657"/>
                  <a:gd name="connsiteX1" fmla="*/ 439498 w 439498"/>
                  <a:gd name="connsiteY1" fmla="*/ -1 h 1430657"/>
                  <a:gd name="connsiteX2" fmla="*/ 439498 w 439498"/>
                  <a:gd name="connsiteY2" fmla="*/ 1430657 h 1430657"/>
                  <a:gd name="connsiteX3" fmla="*/ -1 w 439498"/>
                  <a:gd name="connsiteY3" fmla="*/ 1430657 h 1430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9498" h="1430657">
                    <a:moveTo>
                      <a:pt x="-1" y="-1"/>
                    </a:moveTo>
                    <a:lnTo>
                      <a:pt x="439498" y="-1"/>
                    </a:lnTo>
                    <a:lnTo>
                      <a:pt x="439498" y="1430657"/>
                    </a:lnTo>
                    <a:lnTo>
                      <a:pt x="-1" y="1430657"/>
                    </a:lnTo>
                    <a:close/>
                  </a:path>
                </a:pathLst>
              </a:custGeom>
            </p:spPr>
          </p:pic>
        </p:grpSp>
        <p:grpSp>
          <p:nvGrpSpPr>
            <p:cNvPr id="59" name="图形 2">
              <a:extLst>
                <a:ext uri="{FF2B5EF4-FFF2-40B4-BE49-F238E27FC236}">
                  <a16:creationId xmlns:a16="http://schemas.microsoft.com/office/drawing/2014/main" id="{76CA1556-F769-AA03-549B-7AD69F088A4E}"/>
                </a:ext>
              </a:extLst>
            </p:cNvPr>
            <p:cNvGrpSpPr/>
            <p:nvPr/>
          </p:nvGrpSpPr>
          <p:grpSpPr>
            <a:xfrm>
              <a:off x="8062295" y="3088755"/>
              <a:ext cx="218924" cy="73249"/>
              <a:chOff x="8062295" y="3088755"/>
              <a:chExt cx="218924" cy="73249"/>
            </a:xfrm>
          </p:grpSpPr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BF990576-5F40-4977-099A-DC384F0F2030}"/>
                  </a:ext>
                </a:extLst>
              </p:cNvPr>
              <p:cNvSpPr/>
              <p:nvPr/>
            </p:nvSpPr>
            <p:spPr>
              <a:xfrm>
                <a:off x="8062295" y="3124556"/>
                <a:ext cx="163987" cy="915"/>
              </a:xfrm>
              <a:custGeom>
                <a:avLst/>
                <a:gdLst>
                  <a:gd name="connsiteX0" fmla="*/ 0 w 163987"/>
                  <a:gd name="connsiteY0" fmla="*/ 0 h 915"/>
                  <a:gd name="connsiteX1" fmla="*/ 163987 w 163987"/>
                  <a:gd name="connsiteY1" fmla="*/ 916 h 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3987" h="915">
                    <a:moveTo>
                      <a:pt x="0" y="0"/>
                    </a:moveTo>
                    <a:lnTo>
                      <a:pt x="163987" y="916"/>
                    </a:lnTo>
                  </a:path>
                </a:pathLst>
              </a:custGeom>
              <a:noFill/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F7108823-8C01-38F7-0C57-B11FB8CF021B}"/>
                  </a:ext>
                </a:extLst>
              </p:cNvPr>
              <p:cNvSpPr/>
              <p:nvPr/>
            </p:nvSpPr>
            <p:spPr>
              <a:xfrm>
                <a:off x="8207787" y="3088755"/>
                <a:ext cx="73432" cy="73249"/>
              </a:xfrm>
              <a:custGeom>
                <a:avLst/>
                <a:gdLst>
                  <a:gd name="connsiteX0" fmla="*/ 73432 w 73432"/>
                  <a:gd name="connsiteY0" fmla="*/ 37083 h 73249"/>
                  <a:gd name="connsiteX1" fmla="*/ 0 w 73432"/>
                  <a:gd name="connsiteY1" fmla="*/ 73250 h 73249"/>
                  <a:gd name="connsiteX2" fmla="*/ 18495 w 73432"/>
                  <a:gd name="connsiteY2" fmla="*/ 36716 h 73249"/>
                  <a:gd name="connsiteX3" fmla="*/ 458 w 73432"/>
                  <a:gd name="connsiteY3" fmla="*/ 0 h 7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432" h="73249">
                    <a:moveTo>
                      <a:pt x="73432" y="37083"/>
                    </a:moveTo>
                    <a:lnTo>
                      <a:pt x="0" y="73250"/>
                    </a:lnTo>
                    <a:lnTo>
                      <a:pt x="18495" y="36716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2" name="图形 2">
              <a:extLst>
                <a:ext uri="{FF2B5EF4-FFF2-40B4-BE49-F238E27FC236}">
                  <a16:creationId xmlns:a16="http://schemas.microsoft.com/office/drawing/2014/main" id="{BFAEDDFB-B990-EF86-71B3-88F62B5BA41D}"/>
                </a:ext>
              </a:extLst>
            </p:cNvPr>
            <p:cNvGrpSpPr/>
            <p:nvPr/>
          </p:nvGrpSpPr>
          <p:grpSpPr>
            <a:xfrm>
              <a:off x="7009331" y="2925408"/>
              <a:ext cx="1052963" cy="398295"/>
              <a:chOff x="7009331" y="2925408"/>
              <a:chExt cx="1052963" cy="398295"/>
            </a:xfrm>
            <a:solidFill>
              <a:srgbClr val="DAE8FC"/>
            </a:solidFill>
          </p:grpSpPr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B8DC2844-6E47-FCCC-DA6C-C916C04C2197}"/>
                  </a:ext>
                </a:extLst>
              </p:cNvPr>
              <p:cNvSpPr/>
              <p:nvPr/>
            </p:nvSpPr>
            <p:spPr>
              <a:xfrm rot="10800000" flipV="1">
                <a:off x="7009331" y="2925408"/>
                <a:ext cx="1052963" cy="398295"/>
              </a:xfrm>
              <a:custGeom>
                <a:avLst/>
                <a:gdLst>
                  <a:gd name="connsiteX0" fmla="*/ 993265 w 1052963"/>
                  <a:gd name="connsiteY0" fmla="*/ 0 h 398295"/>
                  <a:gd name="connsiteX1" fmla="*/ 1052964 w 1052963"/>
                  <a:gd name="connsiteY1" fmla="*/ 59698 h 398295"/>
                  <a:gd name="connsiteX2" fmla="*/ 1052964 w 1052963"/>
                  <a:gd name="connsiteY2" fmla="*/ 338596 h 398295"/>
                  <a:gd name="connsiteX3" fmla="*/ 993265 w 1052963"/>
                  <a:gd name="connsiteY3" fmla="*/ 398295 h 398295"/>
                  <a:gd name="connsiteX4" fmla="*/ 59698 w 1052963"/>
                  <a:gd name="connsiteY4" fmla="*/ 398295 h 398295"/>
                  <a:gd name="connsiteX5" fmla="*/ 0 w 1052963"/>
                  <a:gd name="connsiteY5" fmla="*/ 338596 h 398295"/>
                  <a:gd name="connsiteX6" fmla="*/ 0 w 1052963"/>
                  <a:gd name="connsiteY6" fmla="*/ 59698 h 398295"/>
                  <a:gd name="connsiteX7" fmla="*/ 59698 w 1052963"/>
                  <a:gd name="connsiteY7" fmla="*/ 0 h 398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52963" h="398295">
                    <a:moveTo>
                      <a:pt x="993265" y="0"/>
                    </a:moveTo>
                    <a:cubicBezTo>
                      <a:pt x="1026236" y="0"/>
                      <a:pt x="1052964" y="26728"/>
                      <a:pt x="1052964" y="59698"/>
                    </a:cubicBezTo>
                    <a:lnTo>
                      <a:pt x="1052964" y="338596"/>
                    </a:lnTo>
                    <a:cubicBezTo>
                      <a:pt x="1052964" y="371567"/>
                      <a:pt x="1026236" y="398295"/>
                      <a:pt x="993265" y="398295"/>
                    </a:cubicBezTo>
                    <a:lnTo>
                      <a:pt x="59698" y="398295"/>
                    </a:lnTo>
                    <a:cubicBezTo>
                      <a:pt x="26728" y="398295"/>
                      <a:pt x="0" y="371567"/>
                      <a:pt x="0" y="338596"/>
                    </a:cubicBezTo>
                    <a:lnTo>
                      <a:pt x="0" y="59698"/>
                    </a:lnTo>
                    <a:cubicBezTo>
                      <a:pt x="0" y="26728"/>
                      <a:pt x="26728" y="0"/>
                      <a:pt x="59698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8310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64" name="图片 63">
                <a:extLst>
                  <a:ext uri="{FF2B5EF4-FFF2-40B4-BE49-F238E27FC236}">
                    <a16:creationId xmlns:a16="http://schemas.microsoft.com/office/drawing/2014/main" id="{5BCB51EB-41D7-8797-6CDD-0B4B1A38E8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11620" y="2984923"/>
                <a:ext cx="1034651" cy="331912"/>
              </a:xfrm>
              <a:custGeom>
                <a:avLst/>
                <a:gdLst>
                  <a:gd name="connsiteX0" fmla="*/ -1 w 1034651"/>
                  <a:gd name="connsiteY0" fmla="*/ -1 h 331912"/>
                  <a:gd name="connsiteX1" fmla="*/ 1034651 w 1034651"/>
                  <a:gd name="connsiteY1" fmla="*/ -1 h 331912"/>
                  <a:gd name="connsiteX2" fmla="*/ 1034651 w 1034651"/>
                  <a:gd name="connsiteY2" fmla="*/ 331912 h 331912"/>
                  <a:gd name="connsiteX3" fmla="*/ -1 w 1034651"/>
                  <a:gd name="connsiteY3" fmla="*/ 331912 h 33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4651" h="331912">
                    <a:moveTo>
                      <a:pt x="-1" y="-1"/>
                    </a:moveTo>
                    <a:lnTo>
                      <a:pt x="1034651" y="-1"/>
                    </a:lnTo>
                    <a:lnTo>
                      <a:pt x="1034651" y="331912"/>
                    </a:lnTo>
                    <a:lnTo>
                      <a:pt x="-1" y="331912"/>
                    </a:lnTo>
                    <a:close/>
                  </a:path>
                </a:pathLst>
              </a:custGeom>
            </p:spPr>
          </p:pic>
        </p:grpSp>
        <p:grpSp>
          <p:nvGrpSpPr>
            <p:cNvPr id="65" name="图形 2">
              <a:extLst>
                <a:ext uri="{FF2B5EF4-FFF2-40B4-BE49-F238E27FC236}">
                  <a16:creationId xmlns:a16="http://schemas.microsoft.com/office/drawing/2014/main" id="{BD351579-A6DC-B776-72FF-C277D9FAECDE}"/>
                </a:ext>
              </a:extLst>
            </p:cNvPr>
            <p:cNvGrpSpPr/>
            <p:nvPr/>
          </p:nvGrpSpPr>
          <p:grpSpPr>
            <a:xfrm>
              <a:off x="8676859" y="3328281"/>
              <a:ext cx="73249" cy="423566"/>
              <a:chOff x="8676859" y="3328281"/>
              <a:chExt cx="73249" cy="423566"/>
            </a:xfrm>
          </p:grpSpPr>
          <p:sp>
            <p:nvSpPr>
              <p:cNvPr id="66" name="任意多边形: 形状 65">
                <a:extLst>
                  <a:ext uri="{FF2B5EF4-FFF2-40B4-BE49-F238E27FC236}">
                    <a16:creationId xmlns:a16="http://schemas.microsoft.com/office/drawing/2014/main" id="{CD1407DF-F95B-F541-1E20-8914FF22B2AA}"/>
                  </a:ext>
                </a:extLst>
              </p:cNvPr>
              <p:cNvSpPr/>
              <p:nvPr/>
            </p:nvSpPr>
            <p:spPr>
              <a:xfrm>
                <a:off x="8712386" y="3328281"/>
                <a:ext cx="1098" cy="368629"/>
              </a:xfrm>
              <a:custGeom>
                <a:avLst/>
                <a:gdLst>
                  <a:gd name="connsiteX0" fmla="*/ 0 w 1098"/>
                  <a:gd name="connsiteY0" fmla="*/ 0 h 368629"/>
                  <a:gd name="connsiteX1" fmla="*/ 1099 w 1098"/>
                  <a:gd name="connsiteY1" fmla="*/ 368629 h 368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98" h="368629">
                    <a:moveTo>
                      <a:pt x="0" y="0"/>
                    </a:moveTo>
                    <a:lnTo>
                      <a:pt x="1099" y="368629"/>
                    </a:lnTo>
                  </a:path>
                </a:pathLst>
              </a:custGeom>
              <a:noFill/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: 形状 66">
                <a:extLst>
                  <a:ext uri="{FF2B5EF4-FFF2-40B4-BE49-F238E27FC236}">
                    <a16:creationId xmlns:a16="http://schemas.microsoft.com/office/drawing/2014/main" id="{BA746348-B9AC-868E-9F4B-A99B2C5218F0}"/>
                  </a:ext>
                </a:extLst>
              </p:cNvPr>
              <p:cNvSpPr/>
              <p:nvPr/>
            </p:nvSpPr>
            <p:spPr>
              <a:xfrm>
                <a:off x="8676859" y="3678506"/>
                <a:ext cx="73249" cy="73341"/>
              </a:xfrm>
              <a:custGeom>
                <a:avLst/>
                <a:gdLst>
                  <a:gd name="connsiteX0" fmla="*/ 36808 w 73249"/>
                  <a:gd name="connsiteY0" fmla="*/ 73341 h 73341"/>
                  <a:gd name="connsiteX1" fmla="*/ 0 w 73249"/>
                  <a:gd name="connsiteY1" fmla="*/ 275 h 73341"/>
                  <a:gd name="connsiteX2" fmla="*/ 36625 w 73249"/>
                  <a:gd name="connsiteY2" fmla="*/ 18404 h 73341"/>
                  <a:gd name="connsiteX3" fmla="*/ 73250 w 73249"/>
                  <a:gd name="connsiteY3" fmla="*/ 0 h 73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249" h="73341">
                    <a:moveTo>
                      <a:pt x="36808" y="73341"/>
                    </a:moveTo>
                    <a:lnTo>
                      <a:pt x="0" y="275"/>
                    </a:lnTo>
                    <a:lnTo>
                      <a:pt x="36625" y="18404"/>
                    </a:lnTo>
                    <a:lnTo>
                      <a:pt x="7325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8" name="图形 2">
              <a:extLst>
                <a:ext uri="{FF2B5EF4-FFF2-40B4-BE49-F238E27FC236}">
                  <a16:creationId xmlns:a16="http://schemas.microsoft.com/office/drawing/2014/main" id="{6F9DADCB-4525-AE68-D474-72D35CC8F75B}"/>
                </a:ext>
              </a:extLst>
            </p:cNvPr>
            <p:cNvGrpSpPr/>
            <p:nvPr/>
          </p:nvGrpSpPr>
          <p:grpSpPr>
            <a:xfrm>
              <a:off x="8300356" y="2929986"/>
              <a:ext cx="824058" cy="398295"/>
              <a:chOff x="8300356" y="2929986"/>
              <a:chExt cx="824058" cy="398295"/>
            </a:xfrm>
            <a:solidFill>
              <a:srgbClr val="DAE8FC"/>
            </a:solidFill>
          </p:grpSpPr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A8C583FF-1E39-2A08-FED4-50305D03E476}"/>
                  </a:ext>
                </a:extLst>
              </p:cNvPr>
              <p:cNvSpPr/>
              <p:nvPr/>
            </p:nvSpPr>
            <p:spPr>
              <a:xfrm rot="10800000" flipV="1">
                <a:off x="8300356" y="2929986"/>
                <a:ext cx="824058" cy="398295"/>
              </a:xfrm>
              <a:custGeom>
                <a:avLst/>
                <a:gdLst>
                  <a:gd name="connsiteX0" fmla="*/ 764360 w 824058"/>
                  <a:gd name="connsiteY0" fmla="*/ 0 h 398295"/>
                  <a:gd name="connsiteX1" fmla="*/ 824059 w 824058"/>
                  <a:gd name="connsiteY1" fmla="*/ 59698 h 398295"/>
                  <a:gd name="connsiteX2" fmla="*/ 824059 w 824058"/>
                  <a:gd name="connsiteY2" fmla="*/ 338596 h 398295"/>
                  <a:gd name="connsiteX3" fmla="*/ 764360 w 824058"/>
                  <a:gd name="connsiteY3" fmla="*/ 398295 h 398295"/>
                  <a:gd name="connsiteX4" fmla="*/ 59698 w 824058"/>
                  <a:gd name="connsiteY4" fmla="*/ 398295 h 398295"/>
                  <a:gd name="connsiteX5" fmla="*/ -1 w 824058"/>
                  <a:gd name="connsiteY5" fmla="*/ 338596 h 398295"/>
                  <a:gd name="connsiteX6" fmla="*/ -1 w 824058"/>
                  <a:gd name="connsiteY6" fmla="*/ 59698 h 398295"/>
                  <a:gd name="connsiteX7" fmla="*/ 59698 w 824058"/>
                  <a:gd name="connsiteY7" fmla="*/ 0 h 398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4058" h="398295">
                    <a:moveTo>
                      <a:pt x="764360" y="0"/>
                    </a:moveTo>
                    <a:cubicBezTo>
                      <a:pt x="797331" y="0"/>
                      <a:pt x="824059" y="26728"/>
                      <a:pt x="824059" y="59698"/>
                    </a:cubicBezTo>
                    <a:lnTo>
                      <a:pt x="824059" y="338596"/>
                    </a:lnTo>
                    <a:cubicBezTo>
                      <a:pt x="824059" y="371567"/>
                      <a:pt x="797331" y="398295"/>
                      <a:pt x="764360" y="398295"/>
                    </a:cubicBezTo>
                    <a:lnTo>
                      <a:pt x="59698" y="398295"/>
                    </a:lnTo>
                    <a:cubicBezTo>
                      <a:pt x="26728" y="398295"/>
                      <a:pt x="-1" y="371567"/>
                      <a:pt x="-1" y="338596"/>
                    </a:cubicBezTo>
                    <a:lnTo>
                      <a:pt x="-1" y="59698"/>
                    </a:lnTo>
                    <a:cubicBezTo>
                      <a:pt x="-1" y="26728"/>
                      <a:pt x="26728" y="0"/>
                      <a:pt x="59698" y="0"/>
                    </a:cubicBezTo>
                    <a:close/>
                  </a:path>
                </a:pathLst>
              </a:custGeom>
              <a:solidFill>
                <a:srgbClr val="DAE8FC"/>
              </a:solidFill>
              <a:ln w="18310" cap="flat">
                <a:solidFill>
                  <a:srgbClr val="6C8EB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70" name="图片 69">
                <a:extLst>
                  <a:ext uri="{FF2B5EF4-FFF2-40B4-BE49-F238E27FC236}">
                    <a16:creationId xmlns:a16="http://schemas.microsoft.com/office/drawing/2014/main" id="{7195BEA4-F3E1-E21F-C127-1C44B1B902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02645" y="2994080"/>
                <a:ext cx="805746" cy="331912"/>
              </a:xfrm>
              <a:custGeom>
                <a:avLst/>
                <a:gdLst>
                  <a:gd name="connsiteX0" fmla="*/ -1 w 805746"/>
                  <a:gd name="connsiteY0" fmla="*/ -1 h 331912"/>
                  <a:gd name="connsiteX1" fmla="*/ 805746 w 805746"/>
                  <a:gd name="connsiteY1" fmla="*/ -1 h 331912"/>
                  <a:gd name="connsiteX2" fmla="*/ 805746 w 805746"/>
                  <a:gd name="connsiteY2" fmla="*/ 331912 h 331912"/>
                  <a:gd name="connsiteX3" fmla="*/ -1 w 805746"/>
                  <a:gd name="connsiteY3" fmla="*/ 331912 h 33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5746" h="331912">
                    <a:moveTo>
                      <a:pt x="-1" y="-1"/>
                    </a:moveTo>
                    <a:lnTo>
                      <a:pt x="805746" y="-1"/>
                    </a:lnTo>
                    <a:lnTo>
                      <a:pt x="805746" y="331912"/>
                    </a:lnTo>
                    <a:lnTo>
                      <a:pt x="-1" y="331912"/>
                    </a:lnTo>
                    <a:close/>
                  </a:path>
                </a:pathLst>
              </a:custGeom>
            </p:spPr>
          </p:pic>
        </p:grpSp>
        <p:grpSp>
          <p:nvGrpSpPr>
            <p:cNvPr id="71" name="图形 2">
              <a:extLst>
                <a:ext uri="{FF2B5EF4-FFF2-40B4-BE49-F238E27FC236}">
                  <a16:creationId xmlns:a16="http://schemas.microsoft.com/office/drawing/2014/main" id="{A3660F1A-CFBD-4134-68AE-8AC94613F77C}"/>
                </a:ext>
              </a:extLst>
            </p:cNvPr>
            <p:cNvGrpSpPr/>
            <p:nvPr/>
          </p:nvGrpSpPr>
          <p:grpSpPr>
            <a:xfrm>
              <a:off x="8149279" y="3842036"/>
              <a:ext cx="1126213" cy="335483"/>
              <a:chOff x="8149279" y="3842036"/>
              <a:chExt cx="1126213" cy="335483"/>
            </a:xfrm>
            <a:noFill/>
          </p:grpSpPr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3337BBC0-9014-3C4C-CEE5-EDCF0083DBA0}"/>
                  </a:ext>
                </a:extLst>
              </p:cNvPr>
              <p:cNvSpPr/>
              <p:nvPr/>
            </p:nvSpPr>
            <p:spPr>
              <a:xfrm>
                <a:off x="8149279" y="3842036"/>
                <a:ext cx="1126213" cy="274686"/>
              </a:xfrm>
              <a:custGeom>
                <a:avLst/>
                <a:gdLst>
                  <a:gd name="connsiteX0" fmla="*/ 0 w 1126213"/>
                  <a:gd name="connsiteY0" fmla="*/ 0 h 274686"/>
                  <a:gd name="connsiteX1" fmla="*/ 1126214 w 1126213"/>
                  <a:gd name="connsiteY1" fmla="*/ 0 h 274686"/>
                  <a:gd name="connsiteX2" fmla="*/ 1126214 w 1126213"/>
                  <a:gd name="connsiteY2" fmla="*/ 274686 h 274686"/>
                  <a:gd name="connsiteX3" fmla="*/ 0 w 1126213"/>
                  <a:gd name="connsiteY3" fmla="*/ 274686 h 274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6213" h="274686">
                    <a:moveTo>
                      <a:pt x="0" y="0"/>
                    </a:moveTo>
                    <a:lnTo>
                      <a:pt x="1126214" y="0"/>
                    </a:lnTo>
                    <a:lnTo>
                      <a:pt x="1126214" y="274686"/>
                    </a:lnTo>
                    <a:lnTo>
                      <a:pt x="0" y="274686"/>
                    </a:lnTo>
                    <a:close/>
                  </a:path>
                </a:pathLst>
              </a:custGeom>
              <a:noFill/>
              <a:ln w="9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73" name="图片 72">
                <a:extLst>
                  <a:ext uri="{FF2B5EF4-FFF2-40B4-BE49-F238E27FC236}">
                    <a16:creationId xmlns:a16="http://schemas.microsoft.com/office/drawing/2014/main" id="{A692CF73-2DE1-B8B7-CF45-9086A56ED9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56146" y="3845607"/>
                <a:ext cx="1107901" cy="331912"/>
              </a:xfrm>
              <a:custGeom>
                <a:avLst/>
                <a:gdLst>
                  <a:gd name="connsiteX0" fmla="*/ -1 w 1107901"/>
                  <a:gd name="connsiteY0" fmla="*/ -1 h 331912"/>
                  <a:gd name="connsiteX1" fmla="*/ 1107901 w 1107901"/>
                  <a:gd name="connsiteY1" fmla="*/ -1 h 331912"/>
                  <a:gd name="connsiteX2" fmla="*/ 1107901 w 1107901"/>
                  <a:gd name="connsiteY2" fmla="*/ 331912 h 331912"/>
                  <a:gd name="connsiteX3" fmla="*/ -1 w 1107901"/>
                  <a:gd name="connsiteY3" fmla="*/ 331912 h 33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07901" h="331912">
                    <a:moveTo>
                      <a:pt x="-1" y="-1"/>
                    </a:moveTo>
                    <a:lnTo>
                      <a:pt x="1107901" y="-1"/>
                    </a:lnTo>
                    <a:lnTo>
                      <a:pt x="1107901" y="331912"/>
                    </a:lnTo>
                    <a:lnTo>
                      <a:pt x="-1" y="331912"/>
                    </a:lnTo>
                    <a:close/>
                  </a:path>
                </a:pathLst>
              </a:custGeom>
            </p:spPr>
          </p:pic>
        </p:grpSp>
        <p:grpSp>
          <p:nvGrpSpPr>
            <p:cNvPr id="74" name="图形 2">
              <a:extLst>
                <a:ext uri="{FF2B5EF4-FFF2-40B4-BE49-F238E27FC236}">
                  <a16:creationId xmlns:a16="http://schemas.microsoft.com/office/drawing/2014/main" id="{FD33478A-DF38-D055-8BFE-E7A4BA013E8F}"/>
                </a:ext>
              </a:extLst>
            </p:cNvPr>
            <p:cNvGrpSpPr/>
            <p:nvPr/>
          </p:nvGrpSpPr>
          <p:grpSpPr>
            <a:xfrm>
              <a:off x="5132308" y="1757991"/>
              <a:ext cx="2289052" cy="331912"/>
              <a:chOff x="5132308" y="1757991"/>
              <a:chExt cx="2289052" cy="331912"/>
            </a:xfrm>
            <a:noFill/>
          </p:grpSpPr>
          <p:sp>
            <p:nvSpPr>
              <p:cNvPr id="75" name="任意多边形: 形状 74">
                <a:extLst>
                  <a:ext uri="{FF2B5EF4-FFF2-40B4-BE49-F238E27FC236}">
                    <a16:creationId xmlns:a16="http://schemas.microsoft.com/office/drawing/2014/main" id="{F09D0A76-B000-B95A-0F92-2154C954D743}"/>
                  </a:ext>
                </a:extLst>
              </p:cNvPr>
              <p:cNvSpPr/>
              <p:nvPr/>
            </p:nvSpPr>
            <p:spPr>
              <a:xfrm>
                <a:off x="5132308" y="1757991"/>
                <a:ext cx="2289052" cy="274686"/>
              </a:xfrm>
              <a:custGeom>
                <a:avLst/>
                <a:gdLst>
                  <a:gd name="connsiteX0" fmla="*/ 0 w 2289052"/>
                  <a:gd name="connsiteY0" fmla="*/ 0 h 274686"/>
                  <a:gd name="connsiteX1" fmla="*/ 2289052 w 2289052"/>
                  <a:gd name="connsiteY1" fmla="*/ 0 h 274686"/>
                  <a:gd name="connsiteX2" fmla="*/ 2289052 w 2289052"/>
                  <a:gd name="connsiteY2" fmla="*/ 274686 h 274686"/>
                  <a:gd name="connsiteX3" fmla="*/ 0 w 2289052"/>
                  <a:gd name="connsiteY3" fmla="*/ 274686 h 274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89052" h="274686">
                    <a:moveTo>
                      <a:pt x="0" y="0"/>
                    </a:moveTo>
                    <a:lnTo>
                      <a:pt x="2289052" y="0"/>
                    </a:lnTo>
                    <a:lnTo>
                      <a:pt x="2289052" y="274686"/>
                    </a:lnTo>
                    <a:lnTo>
                      <a:pt x="0" y="274686"/>
                    </a:lnTo>
                    <a:close/>
                  </a:path>
                </a:pathLst>
              </a:custGeom>
              <a:noFill/>
              <a:ln w="9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pic>
            <p:nvPicPr>
              <p:cNvPr id="76" name="图片 75">
                <a:extLst>
                  <a:ext uri="{FF2B5EF4-FFF2-40B4-BE49-F238E27FC236}">
                    <a16:creationId xmlns:a16="http://schemas.microsoft.com/office/drawing/2014/main" id="{D3BF3373-25DA-95CC-428C-900D6A7948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34597" y="1757991"/>
                <a:ext cx="2270739" cy="331912"/>
              </a:xfrm>
              <a:custGeom>
                <a:avLst/>
                <a:gdLst>
                  <a:gd name="connsiteX0" fmla="*/ -1 w 2270739"/>
                  <a:gd name="connsiteY0" fmla="*/ -1 h 331912"/>
                  <a:gd name="connsiteX1" fmla="*/ 2270739 w 2270739"/>
                  <a:gd name="connsiteY1" fmla="*/ -1 h 331912"/>
                  <a:gd name="connsiteX2" fmla="*/ 2270739 w 2270739"/>
                  <a:gd name="connsiteY2" fmla="*/ 331912 h 331912"/>
                  <a:gd name="connsiteX3" fmla="*/ -1 w 2270739"/>
                  <a:gd name="connsiteY3" fmla="*/ 331912 h 331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70739" h="331912">
                    <a:moveTo>
                      <a:pt x="-1" y="-1"/>
                    </a:moveTo>
                    <a:lnTo>
                      <a:pt x="2270739" y="-1"/>
                    </a:lnTo>
                    <a:lnTo>
                      <a:pt x="2270739" y="331912"/>
                    </a:lnTo>
                    <a:lnTo>
                      <a:pt x="-1" y="331912"/>
                    </a:lnTo>
                    <a:close/>
                  </a:path>
                </a:pathLst>
              </a:custGeom>
            </p:spPr>
          </p:pic>
        </p:grpSp>
        <p:grpSp>
          <p:nvGrpSpPr>
            <p:cNvPr id="77" name="图形 2">
              <a:extLst>
                <a:ext uri="{FF2B5EF4-FFF2-40B4-BE49-F238E27FC236}">
                  <a16:creationId xmlns:a16="http://schemas.microsoft.com/office/drawing/2014/main" id="{721AF6BB-5FB6-E566-9D99-912D9683AB35}"/>
                </a:ext>
              </a:extLst>
            </p:cNvPr>
            <p:cNvGrpSpPr/>
            <p:nvPr/>
          </p:nvGrpSpPr>
          <p:grpSpPr>
            <a:xfrm>
              <a:off x="5864805" y="3344213"/>
              <a:ext cx="1708090" cy="885954"/>
              <a:chOff x="5864805" y="3344213"/>
              <a:chExt cx="1708090" cy="885954"/>
            </a:xfrm>
          </p:grpSpPr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8295683E-72F5-DD41-3656-91958B1B414C}"/>
                  </a:ext>
                </a:extLst>
              </p:cNvPr>
              <p:cNvSpPr/>
              <p:nvPr/>
            </p:nvSpPr>
            <p:spPr>
              <a:xfrm>
                <a:off x="5864805" y="3399150"/>
                <a:ext cx="1675586" cy="831017"/>
              </a:xfrm>
              <a:custGeom>
                <a:avLst/>
                <a:gdLst>
                  <a:gd name="connsiteX0" fmla="*/ 0 w 1675586"/>
                  <a:gd name="connsiteY0" fmla="*/ 510550 h 831017"/>
                  <a:gd name="connsiteX1" fmla="*/ 0 w 1675586"/>
                  <a:gd name="connsiteY1" fmla="*/ 831018 h 831017"/>
                  <a:gd name="connsiteX2" fmla="*/ 1675586 w 1675586"/>
                  <a:gd name="connsiteY2" fmla="*/ 831018 h 831017"/>
                  <a:gd name="connsiteX3" fmla="*/ 1671374 w 1675586"/>
                  <a:gd name="connsiteY3" fmla="*/ 0 h 831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5586" h="831017">
                    <a:moveTo>
                      <a:pt x="0" y="510550"/>
                    </a:moveTo>
                    <a:lnTo>
                      <a:pt x="0" y="831018"/>
                    </a:lnTo>
                    <a:lnTo>
                      <a:pt x="1675586" y="831018"/>
                    </a:lnTo>
                    <a:lnTo>
                      <a:pt x="1671374" y="0"/>
                    </a:lnTo>
                  </a:path>
                </a:pathLst>
              </a:custGeom>
              <a:noFill/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F2619ACA-B6E7-A4A5-D6B1-14A2A813EEC2}"/>
                  </a:ext>
                </a:extLst>
              </p:cNvPr>
              <p:cNvSpPr/>
              <p:nvPr/>
            </p:nvSpPr>
            <p:spPr>
              <a:xfrm>
                <a:off x="7499646" y="3344213"/>
                <a:ext cx="73249" cy="73432"/>
              </a:xfrm>
              <a:custGeom>
                <a:avLst/>
                <a:gdLst>
                  <a:gd name="connsiteX0" fmla="*/ 36259 w 73249"/>
                  <a:gd name="connsiteY0" fmla="*/ 0 h 73432"/>
                  <a:gd name="connsiteX1" fmla="*/ 73250 w 73249"/>
                  <a:gd name="connsiteY1" fmla="*/ 73067 h 73432"/>
                  <a:gd name="connsiteX2" fmla="*/ 36533 w 73249"/>
                  <a:gd name="connsiteY2" fmla="*/ 54937 h 73432"/>
                  <a:gd name="connsiteX3" fmla="*/ 0 w 73249"/>
                  <a:gd name="connsiteY3" fmla="*/ 73433 h 73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249" h="73432">
                    <a:moveTo>
                      <a:pt x="36259" y="0"/>
                    </a:moveTo>
                    <a:lnTo>
                      <a:pt x="73250" y="73067"/>
                    </a:lnTo>
                    <a:lnTo>
                      <a:pt x="36533" y="54937"/>
                    </a:lnTo>
                    <a:lnTo>
                      <a:pt x="0" y="73433"/>
                    </a:lnTo>
                    <a:close/>
                  </a:path>
                </a:pathLst>
              </a:custGeom>
              <a:solidFill>
                <a:srgbClr val="000000"/>
              </a:solidFill>
              <a:ln w="1831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4649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D6C6D-81BD-7A61-4403-1CEA0966D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55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8F277-2394-AAE5-1D64-2B2FAD2FD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13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6673</TotalTime>
  <Words>168</Words>
  <Application>Microsoft Office PowerPoint</Application>
  <PresentationFormat>宽屏</PresentationFormat>
  <Paragraphs>137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隐 林</dc:creator>
  <cp:lastModifiedBy>隐 林</cp:lastModifiedBy>
  <cp:revision>17</cp:revision>
  <dcterms:created xsi:type="dcterms:W3CDTF">2025-04-28T12:42:16Z</dcterms:created>
  <dcterms:modified xsi:type="dcterms:W3CDTF">2025-06-29T13:47:31Z</dcterms:modified>
</cp:coreProperties>
</file>